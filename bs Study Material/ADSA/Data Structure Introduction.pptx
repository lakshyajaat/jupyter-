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6.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77" r:id="rId2"/>
    <p:sldId id="388" r:id="rId3"/>
    <p:sldId id="291" r:id="rId4"/>
    <p:sldId id="258" r:id="rId5"/>
    <p:sldId id="259" r:id="rId6"/>
    <p:sldId id="260" r:id="rId7"/>
    <p:sldId id="261" r:id="rId8"/>
    <p:sldId id="263" r:id="rId9"/>
    <p:sldId id="264" r:id="rId10"/>
    <p:sldId id="265" r:id="rId11"/>
    <p:sldId id="266" r:id="rId12"/>
    <p:sldId id="267" r:id="rId13"/>
    <p:sldId id="268" r:id="rId14"/>
    <p:sldId id="274" r:id="rId15"/>
    <p:sldId id="292" r:id="rId16"/>
    <p:sldId id="370" r:id="rId17"/>
    <p:sldId id="374" r:id="rId18"/>
    <p:sldId id="371" r:id="rId19"/>
    <p:sldId id="372" r:id="rId20"/>
    <p:sldId id="373" r:id="rId21"/>
    <p:sldId id="375" r:id="rId22"/>
    <p:sldId id="278" r:id="rId23"/>
    <p:sldId id="376" r:id="rId24"/>
    <p:sldId id="378" r:id="rId25"/>
    <p:sldId id="379" r:id="rId26"/>
    <p:sldId id="380" r:id="rId27"/>
    <p:sldId id="381" r:id="rId28"/>
    <p:sldId id="382" r:id="rId29"/>
    <p:sldId id="383" r:id="rId30"/>
    <p:sldId id="288" r:id="rId31"/>
    <p:sldId id="289" r:id="rId32"/>
    <p:sldId id="384" r:id="rId33"/>
    <p:sldId id="385" r:id="rId34"/>
    <p:sldId id="386" r:id="rId35"/>
    <p:sldId id="387" r:id="rId36"/>
    <p:sldId id="29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228" autoAdjust="0"/>
  </p:normalViewPr>
  <p:slideViewPr>
    <p:cSldViewPr snapToGrid="0">
      <p:cViewPr varScale="1">
        <p:scale>
          <a:sx n="88" d="100"/>
          <a:sy n="88" d="100"/>
        </p:scale>
        <p:origin x="576"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51877A-0E25-4378-9075-7FE0CF7CADF7}" type="datetimeFigureOut">
              <a:rPr lang="en-US" smtClean="0"/>
              <a:t>8/7/2025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3873B5-6480-4372-8A64-9B538D55CE12}" type="slidenum">
              <a:rPr lang="en-US" smtClean="0"/>
              <a:t>‹#›</a:t>
            </a:fld>
            <a:endParaRPr lang="en-US"/>
          </a:p>
        </p:txBody>
      </p:sp>
    </p:spTree>
    <p:extLst>
      <p:ext uri="{BB962C8B-B14F-4D97-AF65-F5344CB8AC3E}">
        <p14:creationId xmlns:p14="http://schemas.microsoft.com/office/powerpoint/2010/main" val="1116633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Notes Placeholder">
            <a:extLst>
              <a:ext uri="{FF2B5EF4-FFF2-40B4-BE49-F238E27FC236}">
                <a16:creationId xmlns:a16="http://schemas.microsoft.com/office/drawing/2014/main" id="{7BE99663-F769-968C-A836-95DA7147B80E}"/>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Notes Placeholder">
            <a:extLst>
              <a:ext uri="{FF2B5EF4-FFF2-40B4-BE49-F238E27FC236}">
                <a16:creationId xmlns:a16="http://schemas.microsoft.com/office/drawing/2014/main" id="{227281D5-E434-2B92-6013-63674E97D2C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t>Seq – 3 6 5 2</a:t>
            </a:r>
          </a:p>
          <a:p>
            <a:pPr eaLnBrk="1" hangingPunct="1">
              <a:spcBef>
                <a:spcPct val="0"/>
              </a:spcBef>
            </a:pPr>
            <a:r>
              <a:rPr lang="en-US" altLang="en-US" dirty="0"/>
              <a:t>Non </a:t>
            </a:r>
            <a:r>
              <a:rPr lang="en-US" altLang="en-US" dirty="0" err="1"/>
              <a:t>sequce</a:t>
            </a:r>
            <a:r>
              <a:rPr lang="en-US" altLang="en-US" dirty="0"/>
              <a:t>- in a random way we can accessed /stored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Notes Placeholder">
            <a:extLst>
              <a:ext uri="{FF2B5EF4-FFF2-40B4-BE49-F238E27FC236}">
                <a16:creationId xmlns:a16="http://schemas.microsoft.com/office/drawing/2014/main" id="{DC18AB86-1044-6F67-1071-E105796181C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t>1Eg home arrange – for quick  and efficient access  2 for organized to access  data and retrieve 3 ds-store and organized and </a:t>
            </a:r>
            <a:r>
              <a:rPr lang="en-US" altLang="en-US" dirty="0" err="1"/>
              <a:t>alg</a:t>
            </a:r>
            <a:r>
              <a:rPr lang="en-US" altLang="en-US" dirty="0"/>
              <a:t> retrieve data fast  </a:t>
            </a:r>
            <a:r>
              <a:rPr lang="en-US" altLang="en-US" dirty="0" err="1"/>
              <a:t>eg</a:t>
            </a:r>
            <a:r>
              <a:rPr lang="en-US" altLang="en-US" dirty="0"/>
              <a:t>  collection of rope 4 it enhance the performance of the software because main function of software is store and retrieve data 5 </a:t>
            </a:r>
            <a:r>
              <a:rPr lang="en-US" altLang="en-US" dirty="0" err="1"/>
              <a:t>alg</a:t>
            </a:r>
            <a:r>
              <a:rPr lang="en-US" altLang="en-US" dirty="0"/>
              <a:t>- planning –ds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Notes Placeholder">
            <a:extLst>
              <a:ext uri="{FF2B5EF4-FFF2-40B4-BE49-F238E27FC236}">
                <a16:creationId xmlns:a16="http://schemas.microsoft.com/office/drawing/2014/main" id="{A943C641-6C8B-570C-7E0B-3B8AA6EB0705}"/>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err="1"/>
              <a:t>Eg</a:t>
            </a:r>
            <a:r>
              <a:rPr lang="en-US" altLang="en-US" dirty="0"/>
              <a:t> exam roll no in a pdf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Notes Placeholder">
            <a:extLst>
              <a:ext uri="{FF2B5EF4-FFF2-40B4-BE49-F238E27FC236}">
                <a16:creationId xmlns:a16="http://schemas.microsoft.com/office/drawing/2014/main" id="{E84E20D3-2F8A-073C-02F3-541E4817007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Notes Placeholder">
            <a:extLst>
              <a:ext uri="{FF2B5EF4-FFF2-40B4-BE49-F238E27FC236}">
                <a16:creationId xmlns:a16="http://schemas.microsoft.com/office/drawing/2014/main" id="{6E1BF319-A437-7700-13C5-8FA72B7CDCB7}"/>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Notes Placeholder">
            <a:extLst>
              <a:ext uri="{FF2B5EF4-FFF2-40B4-BE49-F238E27FC236}">
                <a16:creationId xmlns:a16="http://schemas.microsoft.com/office/drawing/2014/main" id="{8F80B92B-A5FC-AB8D-E7F6-388BFC720FFD}"/>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Notes Placeholder">
            <a:extLst>
              <a:ext uri="{FF2B5EF4-FFF2-40B4-BE49-F238E27FC236}">
                <a16:creationId xmlns:a16="http://schemas.microsoft.com/office/drawing/2014/main" id="{DC0BCBC1-C50F-86C0-A1DA-D3BC21B8877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Notes Placeholder">
            <a:extLst>
              <a:ext uri="{FF2B5EF4-FFF2-40B4-BE49-F238E27FC236}">
                <a16:creationId xmlns:a16="http://schemas.microsoft.com/office/drawing/2014/main" id="{2155EEDA-68F1-5021-FE15-6F37C36D8A68}"/>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Notes Placeholder">
            <a:extLst>
              <a:ext uri="{FF2B5EF4-FFF2-40B4-BE49-F238E27FC236}">
                <a16:creationId xmlns:a16="http://schemas.microsoft.com/office/drawing/2014/main" id="{AC8A13B7-90A4-AFF9-4179-8791C55D115A}"/>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Notes Placeholder">
            <a:extLst>
              <a:ext uri="{FF2B5EF4-FFF2-40B4-BE49-F238E27FC236}">
                <a16:creationId xmlns:a16="http://schemas.microsoft.com/office/drawing/2014/main" id="{399D0A0B-E19E-7DA5-9C73-7337E34A4584}"/>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EF613A64-B599-DE48-4E88-3700028E91CB}"/>
              </a:ext>
            </a:extLst>
          </p:cNvPr>
          <p:cNvSpPr>
            <a:spLocks noGrp="1" noRot="1" noChangeAspect="1"/>
          </p:cNvSpPr>
          <p:nvPr>
            <p:ph type="sldImg"/>
          </p:nvPr>
        </p:nvSpPr>
        <p:spPr bwMode="auto">
          <a:xfrm>
            <a:off x="3028950" y="642938"/>
            <a:ext cx="3086100" cy="17367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F6A179F6-2E1A-17EA-18F2-4BD7FF8BC9CC}"/>
              </a:ext>
            </a:extLst>
          </p:cNvPr>
          <p:cNvSpPr>
            <a:spLocks noGrp="1" noChangeArrowheads="1"/>
          </p:cNvSpPr>
          <p:nvPr>
            <p:ph type="body" idx="1"/>
          </p:nvPr>
        </p:nvSpPr>
        <p:spPr bwMode="auto">
          <a:xfrm>
            <a:off x="914400" y="2474913"/>
            <a:ext cx="7315200" cy="20256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Notes Placeholder">
            <a:extLst>
              <a:ext uri="{FF2B5EF4-FFF2-40B4-BE49-F238E27FC236}">
                <a16:creationId xmlns:a16="http://schemas.microsoft.com/office/drawing/2014/main" id="{A0B36072-7D41-3DC5-8EDA-7D26CD32BCF1}"/>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16</a:t>
            </a:fld>
            <a:endParaRPr lang="en-US"/>
          </a:p>
        </p:txBody>
      </p:sp>
    </p:spTree>
    <p:extLst>
      <p:ext uri="{BB962C8B-B14F-4D97-AF65-F5344CB8AC3E}">
        <p14:creationId xmlns:p14="http://schemas.microsoft.com/office/powerpoint/2010/main" val="1693187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N+1,n  2n+1  time On</a:t>
            </a:r>
          </a:p>
        </p:txBody>
      </p:sp>
      <p:sp>
        <p:nvSpPr>
          <p:cNvPr id="4" name="Slide Number Placeholder 3"/>
          <p:cNvSpPr>
            <a:spLocks noGrp="1"/>
          </p:cNvSpPr>
          <p:nvPr>
            <p:ph type="sldNum" sz="quarter" idx="5"/>
          </p:nvPr>
        </p:nvSpPr>
        <p:spPr/>
        <p:txBody>
          <a:bodyPr/>
          <a:lstStyle/>
          <a:p>
            <a:fld id="{723873B5-6480-4372-8A64-9B538D55CE12}" type="slidenum">
              <a:rPr lang="en-US" smtClean="0"/>
              <a:t>17</a:t>
            </a:fld>
            <a:endParaRPr lang="en-US"/>
          </a:p>
        </p:txBody>
      </p:sp>
    </p:spTree>
    <p:extLst>
      <p:ext uri="{BB962C8B-B14F-4D97-AF65-F5344CB8AC3E}">
        <p14:creationId xmlns:p14="http://schemas.microsoft.com/office/powerpoint/2010/main" val="1274757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OF ALL THE ELEMENTS IN THE ARRAY time 1,n+1,n,1=2n+3=On time   space = A=</a:t>
            </a:r>
            <a:r>
              <a:rPr lang="en-US" dirty="0" err="1"/>
              <a:t>n,n</a:t>
            </a:r>
            <a:r>
              <a:rPr lang="en-US" dirty="0"/>
              <a:t>=5 so 1,s=1,i=1   =n+3 Higher order is On</a:t>
            </a:r>
          </a:p>
        </p:txBody>
      </p:sp>
      <p:sp>
        <p:nvSpPr>
          <p:cNvPr id="4" name="Slide Number Placeholder 3"/>
          <p:cNvSpPr>
            <a:spLocks noGrp="1"/>
          </p:cNvSpPr>
          <p:nvPr>
            <p:ph type="sldNum" sz="quarter" idx="5"/>
          </p:nvPr>
        </p:nvSpPr>
        <p:spPr/>
        <p:txBody>
          <a:bodyPr/>
          <a:lstStyle/>
          <a:p>
            <a:fld id="{9617303F-8BE3-4F89-A248-F8CD67B861F4}" type="slidenum">
              <a:rPr lang="en-US" smtClean="0"/>
              <a:t>18</a:t>
            </a:fld>
            <a:endParaRPr lang="en-US"/>
          </a:p>
        </p:txBody>
      </p:sp>
    </p:spTree>
    <p:extLst>
      <p:ext uri="{BB962C8B-B14F-4D97-AF65-F5344CB8AC3E}">
        <p14:creationId xmlns:p14="http://schemas.microsoft.com/office/powerpoint/2010/main" val="2335586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 of two matrices were A &amp;b are two matrices nis the size of </a:t>
            </a:r>
            <a:r>
              <a:rPr lang="en-US" dirty="0" err="1"/>
              <a:t>matrc</a:t>
            </a:r>
            <a:r>
              <a:rPr lang="en-US" dirty="0"/>
              <a:t>  n+1, n*(N+1) ,n =n+1+n^2+n+n*n=n^2+3n+1= O(n^2)  time complexity space</a:t>
            </a:r>
          </a:p>
          <a:p>
            <a:endParaRPr lang="en-US" dirty="0"/>
          </a:p>
          <a:p>
            <a:r>
              <a:rPr lang="en-US" dirty="0"/>
              <a:t>Space= A=n^2  B=n^2  C=N^2   </a:t>
            </a:r>
            <a:r>
              <a:rPr lang="en-US" dirty="0" err="1"/>
              <a:t>I,jn</a:t>
            </a:r>
            <a:r>
              <a:rPr lang="en-US" dirty="0"/>
              <a:t>=1    3n^2+3 = 0n^2</a:t>
            </a:r>
          </a:p>
        </p:txBody>
      </p:sp>
      <p:sp>
        <p:nvSpPr>
          <p:cNvPr id="4" name="Slide Number Placeholder 3"/>
          <p:cNvSpPr>
            <a:spLocks noGrp="1"/>
          </p:cNvSpPr>
          <p:nvPr>
            <p:ph type="sldNum" sz="quarter" idx="5"/>
          </p:nvPr>
        </p:nvSpPr>
        <p:spPr/>
        <p:txBody>
          <a:bodyPr/>
          <a:lstStyle/>
          <a:p>
            <a:fld id="{9617303F-8BE3-4F89-A248-F8CD67B861F4}" type="slidenum">
              <a:rPr lang="en-US" smtClean="0"/>
              <a:t>19</a:t>
            </a:fld>
            <a:endParaRPr lang="en-US"/>
          </a:p>
        </p:txBody>
      </p:sp>
    </p:spTree>
    <p:extLst>
      <p:ext uri="{BB962C8B-B14F-4D97-AF65-F5344CB8AC3E}">
        <p14:creationId xmlns:p14="http://schemas.microsoft.com/office/powerpoint/2010/main" val="1506176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N+1,n  On</a:t>
            </a:r>
          </a:p>
        </p:txBody>
      </p:sp>
      <p:sp>
        <p:nvSpPr>
          <p:cNvPr id="4" name="Slide Number Placeholder 3"/>
          <p:cNvSpPr>
            <a:spLocks noGrp="1"/>
          </p:cNvSpPr>
          <p:nvPr>
            <p:ph type="sldNum" sz="quarter" idx="5"/>
          </p:nvPr>
        </p:nvSpPr>
        <p:spPr/>
        <p:txBody>
          <a:bodyPr/>
          <a:lstStyle/>
          <a:p>
            <a:fld id="{723873B5-6480-4372-8A64-9B538D55CE12}" type="slidenum">
              <a:rPr lang="en-US" smtClean="0"/>
              <a:t>21</a:t>
            </a:fld>
            <a:endParaRPr lang="en-US"/>
          </a:p>
        </p:txBody>
      </p:sp>
    </p:spTree>
    <p:extLst>
      <p:ext uri="{BB962C8B-B14F-4D97-AF65-F5344CB8AC3E}">
        <p14:creationId xmlns:p14="http://schemas.microsoft.com/office/powerpoint/2010/main" val="285408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a:t>
            </a:r>
            <a:r>
              <a:rPr lang="en-US" dirty="0"/>
              <a:t>=1,3,5,7,9       n/2   O(n) degree of polynomial </a:t>
            </a:r>
          </a:p>
        </p:txBody>
      </p:sp>
      <p:sp>
        <p:nvSpPr>
          <p:cNvPr id="4" name="Slide Number Placeholder 3"/>
          <p:cNvSpPr>
            <a:spLocks noGrp="1"/>
          </p:cNvSpPr>
          <p:nvPr>
            <p:ph type="sldNum" sz="quarter" idx="5"/>
          </p:nvPr>
        </p:nvSpPr>
        <p:spPr/>
        <p:txBody>
          <a:bodyPr/>
          <a:lstStyle/>
          <a:p>
            <a:fld id="{723873B5-6480-4372-8A64-9B538D55CE12}" type="slidenum">
              <a:rPr lang="en-US" smtClean="0"/>
              <a:t>22</a:t>
            </a:fld>
            <a:endParaRPr lang="en-US"/>
          </a:p>
        </p:txBody>
      </p:sp>
    </p:spTree>
    <p:extLst>
      <p:ext uri="{BB962C8B-B14F-4D97-AF65-F5344CB8AC3E}">
        <p14:creationId xmlns:p14="http://schemas.microsoft.com/office/powerpoint/2010/main" val="3008976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 n *(n+1), n*n= 2n^2+2n+1  On^2</a:t>
            </a:r>
          </a:p>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23</a:t>
            </a:fld>
            <a:endParaRPr lang="en-US"/>
          </a:p>
        </p:txBody>
      </p:sp>
    </p:spTree>
    <p:extLst>
      <p:ext uri="{BB962C8B-B14F-4D97-AF65-F5344CB8AC3E}">
        <p14:creationId xmlns:p14="http://schemas.microsoft.com/office/powerpoint/2010/main" val="1575715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t>i</a:t>
            </a:r>
            <a:r>
              <a:rPr lang="en-US" dirty="0"/>
              <a:t>=1,            2,              3,                 4</a:t>
            </a:r>
          </a:p>
          <a:p>
            <a:r>
              <a:rPr lang="en-US" dirty="0"/>
              <a:t>P=0+1,      1+2        1+2+3         1+2+3+4    assume p&gt;n            n=n(n+1)/2   k=(k+1)k/2  not  p&lt;n not </a:t>
            </a:r>
            <a:r>
              <a:rPr lang="en-US" dirty="0" err="1"/>
              <a:t>i</a:t>
            </a:r>
            <a:r>
              <a:rPr lang="en-US" dirty="0"/>
              <a:t>&lt;n</a:t>
            </a:r>
          </a:p>
          <a:p>
            <a:r>
              <a:rPr lang="en-US" dirty="0"/>
              <a:t>                                                                          k*(k+1)/2&gt;n</a:t>
            </a:r>
          </a:p>
          <a:p>
            <a:r>
              <a:rPr lang="en-US" dirty="0"/>
              <a:t>                                                                               k^2&gt;n</a:t>
            </a:r>
          </a:p>
          <a:p>
            <a:r>
              <a:rPr lang="en-US" dirty="0"/>
              <a:t>                                                                                k=</a:t>
            </a:r>
            <a:r>
              <a:rPr lang="en-US" dirty="0" err="1"/>
              <a:t>Sqrareroot</a:t>
            </a:r>
            <a:r>
              <a:rPr lang="en-US" dirty="0"/>
              <a:t> of n</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24</a:t>
            </a:fld>
            <a:endParaRPr lang="en-US"/>
          </a:p>
        </p:txBody>
      </p:sp>
    </p:spTree>
    <p:extLst>
      <p:ext uri="{BB962C8B-B14F-4D97-AF65-F5344CB8AC3E}">
        <p14:creationId xmlns:p14="http://schemas.microsoft.com/office/powerpoint/2010/main" val="2123383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Log2n  </a:t>
            </a:r>
            <a:r>
              <a:rPr lang="en-US" b="1" dirty="0"/>
              <a:t>How </a:t>
            </a:r>
            <a:r>
              <a:rPr lang="en-US" b="1" dirty="0" err="1"/>
              <a:t>i</a:t>
            </a:r>
            <a:r>
              <a:rPr lang="en-US" b="1" dirty="0"/>
              <a:t> progresses</a:t>
            </a:r>
            <a:r>
              <a:rPr lang="en-US" dirty="0"/>
              <a:t>:</a:t>
            </a:r>
          </a:p>
          <a:p>
            <a:pPr>
              <a:buFont typeface="Arial" panose="020B0604020202020204" pitchFamily="34" charset="0"/>
              <a:buChar char="•"/>
            </a:pPr>
            <a:r>
              <a:rPr lang="en-US" dirty="0"/>
              <a:t>First iteration: </a:t>
            </a:r>
            <a:r>
              <a:rPr lang="en-US" dirty="0" err="1"/>
              <a:t>i</a:t>
            </a:r>
            <a:r>
              <a:rPr lang="en-US" dirty="0"/>
              <a:t> = 1</a:t>
            </a:r>
          </a:p>
          <a:p>
            <a:pPr>
              <a:buFont typeface="Arial" panose="020B0604020202020204" pitchFamily="34" charset="0"/>
              <a:buChar char="•"/>
            </a:pPr>
            <a:r>
              <a:rPr lang="en-US" dirty="0"/>
              <a:t>Second iteration: </a:t>
            </a:r>
            <a:r>
              <a:rPr lang="en-US" dirty="0" err="1"/>
              <a:t>i</a:t>
            </a:r>
            <a:r>
              <a:rPr lang="en-US" dirty="0"/>
              <a:t> = 2</a:t>
            </a:r>
          </a:p>
          <a:p>
            <a:pPr>
              <a:buFont typeface="Arial" panose="020B0604020202020204" pitchFamily="34" charset="0"/>
              <a:buChar char="•"/>
            </a:pPr>
            <a:r>
              <a:rPr lang="en-US" dirty="0"/>
              <a:t>Third iteration: </a:t>
            </a:r>
            <a:r>
              <a:rPr lang="en-US" dirty="0" err="1"/>
              <a:t>i</a:t>
            </a:r>
            <a:r>
              <a:rPr lang="en-US" dirty="0"/>
              <a:t> = 4</a:t>
            </a:r>
          </a:p>
          <a:p>
            <a:pPr>
              <a:buFont typeface="Arial" panose="020B0604020202020204" pitchFamily="34" charset="0"/>
              <a:buChar char="•"/>
            </a:pPr>
            <a:r>
              <a:rPr lang="en-US" dirty="0"/>
              <a:t>...</a:t>
            </a:r>
          </a:p>
          <a:p>
            <a:pPr>
              <a:buFont typeface="Arial" panose="020B0604020202020204" pitchFamily="34" charset="0"/>
              <a:buChar char="•"/>
            </a:pPr>
            <a:r>
              <a:rPr lang="en-US" dirty="0"/>
              <a:t>After k iterations, </a:t>
            </a:r>
            <a:r>
              <a:rPr lang="en-US" dirty="0" err="1"/>
              <a:t>i</a:t>
            </a:r>
            <a:r>
              <a:rPr lang="en-US" dirty="0"/>
              <a:t> = 2^k.</a:t>
            </a:r>
          </a:p>
          <a:p>
            <a:r>
              <a:rPr lang="en-US" b="1" dirty="0"/>
              <a:t>Stopping Condition</a:t>
            </a:r>
            <a:r>
              <a:rPr lang="en-US" dirty="0"/>
              <a:t>:</a:t>
            </a:r>
          </a:p>
          <a:p>
            <a:pPr>
              <a:buFont typeface="Arial" panose="020B0604020202020204" pitchFamily="34" charset="0"/>
              <a:buChar char="•"/>
            </a:pPr>
            <a:r>
              <a:rPr lang="en-US" dirty="0"/>
              <a:t>The loop stops when 2^k ≥ n.</a:t>
            </a:r>
          </a:p>
          <a:p>
            <a:pPr>
              <a:buFont typeface="Arial" panose="020B0604020202020204" pitchFamily="34" charset="0"/>
              <a:buChar char="•"/>
            </a:pPr>
            <a:r>
              <a:rPr lang="en-US" dirty="0"/>
              <a:t>This means k = log₂(n).</a:t>
            </a:r>
          </a:p>
          <a:p>
            <a:r>
              <a:rPr lang="en-US" b="1" dirty="0"/>
              <a:t>Time Complexity</a:t>
            </a:r>
            <a:r>
              <a:rPr lang="en-US" dirty="0"/>
              <a:t>:</a:t>
            </a:r>
          </a:p>
          <a:p>
            <a:pPr>
              <a:buFont typeface="Arial" panose="020B0604020202020204" pitchFamily="34" charset="0"/>
              <a:buChar char="•"/>
            </a:pPr>
            <a:r>
              <a:rPr lang="en-US" dirty="0"/>
              <a:t>The number of iterations (value of P) is proportional to log₂(n).</a:t>
            </a:r>
          </a:p>
          <a:p>
            <a:pPr>
              <a:buFont typeface="Arial" panose="020B0604020202020204" pitchFamily="34" charset="0"/>
              <a:buChar char="•"/>
            </a:pPr>
            <a:r>
              <a:rPr lang="en-US" dirty="0"/>
              <a:t>Thus, this loop runs in O(log n) time.</a:t>
            </a:r>
          </a:p>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25</a:t>
            </a:fld>
            <a:endParaRPr lang="en-US"/>
          </a:p>
        </p:txBody>
      </p:sp>
    </p:spTree>
    <p:extLst>
      <p:ext uri="{BB962C8B-B14F-4D97-AF65-F5344CB8AC3E}">
        <p14:creationId xmlns:p14="http://schemas.microsoft.com/office/powerpoint/2010/main" val="812159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t>
            </a:r>
            <a:r>
              <a:rPr lang="en-US" dirty="0" err="1"/>
              <a:t>Logn</a:t>
            </a:r>
            <a:r>
              <a:rPr lang="en-US" dirty="0"/>
              <a:t>) Time Complexity of a loop is considered as O(</a:t>
            </a:r>
            <a:r>
              <a:rPr lang="en-US" dirty="0" err="1"/>
              <a:t>Logn</a:t>
            </a:r>
            <a:r>
              <a:rPr lang="en-US" dirty="0"/>
              <a:t>) if the loop variables is divided / multiplied by a constant amount</a:t>
            </a:r>
          </a:p>
        </p:txBody>
      </p:sp>
      <p:sp>
        <p:nvSpPr>
          <p:cNvPr id="4" name="Slide Number Placeholder 3"/>
          <p:cNvSpPr>
            <a:spLocks noGrp="1"/>
          </p:cNvSpPr>
          <p:nvPr>
            <p:ph type="sldNum" sz="quarter" idx="5"/>
          </p:nvPr>
        </p:nvSpPr>
        <p:spPr/>
        <p:txBody>
          <a:bodyPr/>
          <a:lstStyle/>
          <a:p>
            <a:fld id="{723873B5-6480-4372-8A64-9B538D55CE12}" type="slidenum">
              <a:rPr lang="en-US" smtClean="0"/>
              <a:t>26</a:t>
            </a:fld>
            <a:endParaRPr lang="en-US"/>
          </a:p>
        </p:txBody>
      </p:sp>
    </p:spTree>
    <p:extLst>
      <p:ext uri="{BB962C8B-B14F-4D97-AF65-F5344CB8AC3E}">
        <p14:creationId xmlns:p14="http://schemas.microsoft.com/office/powerpoint/2010/main" val="214543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t>
            </a:r>
            <a:r>
              <a:rPr lang="en-US" dirty="0" err="1"/>
              <a:t>m+n</a:t>
            </a:r>
            <a:r>
              <a:rPr lang="en-US" dirty="0"/>
              <a:t>)</a:t>
            </a:r>
          </a:p>
        </p:txBody>
      </p:sp>
      <p:sp>
        <p:nvSpPr>
          <p:cNvPr id="4" name="Slide Number Placeholder 3"/>
          <p:cNvSpPr>
            <a:spLocks noGrp="1"/>
          </p:cNvSpPr>
          <p:nvPr>
            <p:ph type="sldNum" sz="quarter" idx="5"/>
          </p:nvPr>
        </p:nvSpPr>
        <p:spPr/>
        <p:txBody>
          <a:bodyPr/>
          <a:lstStyle/>
          <a:p>
            <a:fld id="{723873B5-6480-4372-8A64-9B538D55CE12}" type="slidenum">
              <a:rPr lang="en-US" smtClean="0"/>
              <a:t>27</a:t>
            </a:fld>
            <a:endParaRPr lang="en-US"/>
          </a:p>
        </p:txBody>
      </p:sp>
    </p:spTree>
    <p:extLst>
      <p:ext uri="{BB962C8B-B14F-4D97-AF65-F5344CB8AC3E}">
        <p14:creationId xmlns:p14="http://schemas.microsoft.com/office/powerpoint/2010/main" val="3982641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Log2n    first loop  second loop  log2(log2n)</a:t>
            </a:r>
          </a:p>
          <a:p>
            <a:r>
              <a:rPr lang="en-US" b="1" dirty="0"/>
              <a:t>First Loop: for(</a:t>
            </a:r>
            <a:r>
              <a:rPr lang="en-US" b="1" dirty="0" err="1"/>
              <a:t>i</a:t>
            </a:r>
            <a:r>
              <a:rPr lang="en-US" b="1" dirty="0"/>
              <a:t> = 1; </a:t>
            </a:r>
            <a:r>
              <a:rPr lang="en-US" b="1" dirty="0" err="1"/>
              <a:t>i</a:t>
            </a:r>
            <a:r>
              <a:rPr lang="en-US" b="1" dirty="0"/>
              <a:t> &lt; n; </a:t>
            </a:r>
            <a:r>
              <a:rPr lang="en-US" b="1" dirty="0" err="1"/>
              <a:t>i</a:t>
            </a:r>
            <a:r>
              <a:rPr lang="en-US" b="1" dirty="0"/>
              <a:t> = </a:t>
            </a:r>
            <a:r>
              <a:rPr lang="en-US" b="1" dirty="0" err="1"/>
              <a:t>i</a:t>
            </a:r>
            <a:r>
              <a:rPr lang="en-US" b="1" dirty="0"/>
              <a:t> * 2)</a:t>
            </a:r>
          </a:p>
          <a:p>
            <a:pPr>
              <a:buFont typeface="Arial" panose="020B0604020202020204" pitchFamily="34" charset="0"/>
              <a:buChar char="•"/>
            </a:pPr>
            <a:r>
              <a:rPr lang="en-US" b="1" dirty="0"/>
              <a:t>Iteration Analysis</a:t>
            </a:r>
            <a:r>
              <a:rPr lang="en-US" dirty="0"/>
              <a:t>:</a:t>
            </a:r>
          </a:p>
          <a:p>
            <a:pPr marL="742950" lvl="1" indent="-285750">
              <a:buFont typeface="Arial" panose="020B0604020202020204" pitchFamily="34" charset="0"/>
              <a:buChar char="•"/>
            </a:pPr>
            <a:r>
              <a:rPr lang="en-US" dirty="0"/>
              <a:t>The variable </a:t>
            </a:r>
            <a:r>
              <a:rPr lang="en-US" dirty="0" err="1"/>
              <a:t>i</a:t>
            </a:r>
            <a:r>
              <a:rPr lang="en-US" dirty="0"/>
              <a:t> starts at 1 and is multiplied by 2 in each iteration.</a:t>
            </a:r>
          </a:p>
          <a:p>
            <a:pPr marL="742950" lvl="1" indent="-285750">
              <a:buFont typeface="Arial" panose="020B0604020202020204" pitchFamily="34" charset="0"/>
              <a:buChar char="•"/>
            </a:pPr>
            <a:r>
              <a:rPr lang="en-US" dirty="0"/>
              <a:t>This loop continues until </a:t>
            </a:r>
            <a:r>
              <a:rPr lang="en-US" dirty="0" err="1"/>
              <a:t>i</a:t>
            </a:r>
            <a:r>
              <a:rPr lang="en-US" dirty="0"/>
              <a:t> is no longer less than n.</a:t>
            </a:r>
          </a:p>
          <a:p>
            <a:pPr>
              <a:buFont typeface="Arial" panose="020B0604020202020204" pitchFamily="34" charset="0"/>
              <a:buChar char="•"/>
            </a:pPr>
            <a:r>
              <a:rPr lang="en-US" b="1" dirty="0"/>
              <a:t>How </a:t>
            </a:r>
            <a:r>
              <a:rPr lang="en-US" b="1" dirty="0" err="1"/>
              <a:t>i</a:t>
            </a:r>
            <a:r>
              <a:rPr lang="en-US" b="1" dirty="0"/>
              <a:t> progresses</a:t>
            </a:r>
            <a:r>
              <a:rPr lang="en-US" dirty="0"/>
              <a:t>:</a:t>
            </a:r>
          </a:p>
          <a:p>
            <a:pPr marL="742950" lvl="1" indent="-285750">
              <a:buFont typeface="Arial" panose="020B0604020202020204" pitchFamily="34" charset="0"/>
              <a:buChar char="•"/>
            </a:pPr>
            <a:r>
              <a:rPr lang="en-US" dirty="0"/>
              <a:t>First iteration: </a:t>
            </a:r>
            <a:r>
              <a:rPr lang="en-US" dirty="0" err="1"/>
              <a:t>i</a:t>
            </a:r>
            <a:r>
              <a:rPr lang="en-US" dirty="0"/>
              <a:t> = 1</a:t>
            </a:r>
          </a:p>
          <a:p>
            <a:pPr marL="742950" lvl="1" indent="-285750">
              <a:buFont typeface="Arial" panose="020B0604020202020204" pitchFamily="34" charset="0"/>
              <a:buChar char="•"/>
            </a:pPr>
            <a:r>
              <a:rPr lang="en-US" dirty="0"/>
              <a:t>Second iteration: </a:t>
            </a:r>
            <a:r>
              <a:rPr lang="en-US" dirty="0" err="1"/>
              <a:t>i</a:t>
            </a:r>
            <a:r>
              <a:rPr lang="en-US" dirty="0"/>
              <a:t> = 2</a:t>
            </a:r>
          </a:p>
          <a:p>
            <a:pPr marL="742950" lvl="1" indent="-285750">
              <a:buFont typeface="Arial" panose="020B0604020202020204" pitchFamily="34" charset="0"/>
              <a:buChar char="•"/>
            </a:pPr>
            <a:r>
              <a:rPr lang="en-US" dirty="0"/>
              <a:t>Third iteration: </a:t>
            </a:r>
            <a:r>
              <a:rPr lang="en-US" dirty="0" err="1"/>
              <a:t>i</a:t>
            </a:r>
            <a:r>
              <a:rPr lang="en-US" dirty="0"/>
              <a:t> = 4</a:t>
            </a:r>
          </a:p>
          <a:p>
            <a:pPr marL="742950" lvl="1" indent="-285750">
              <a:buFont typeface="Arial" panose="020B0604020202020204" pitchFamily="34" charset="0"/>
              <a:buChar char="•"/>
            </a:pPr>
            <a:r>
              <a:rPr lang="en-US" dirty="0"/>
              <a:t>...</a:t>
            </a:r>
          </a:p>
          <a:p>
            <a:pPr marL="742950" lvl="1" indent="-285750">
              <a:buFont typeface="Arial" panose="020B0604020202020204" pitchFamily="34" charset="0"/>
              <a:buChar char="•"/>
            </a:pPr>
            <a:r>
              <a:rPr lang="en-US" dirty="0"/>
              <a:t>After k iterations, </a:t>
            </a:r>
            <a:r>
              <a:rPr lang="en-US" dirty="0" err="1"/>
              <a:t>i</a:t>
            </a:r>
            <a:r>
              <a:rPr lang="en-US" dirty="0"/>
              <a:t> = 2^k.</a:t>
            </a:r>
          </a:p>
          <a:p>
            <a:pPr>
              <a:buFont typeface="Arial" panose="020B0604020202020204" pitchFamily="34" charset="0"/>
              <a:buChar char="•"/>
            </a:pPr>
            <a:r>
              <a:rPr lang="en-US" b="1" dirty="0"/>
              <a:t>Stopping Condition</a:t>
            </a:r>
            <a:r>
              <a:rPr lang="en-US" dirty="0"/>
              <a:t>:</a:t>
            </a:r>
          </a:p>
          <a:p>
            <a:pPr marL="742950" lvl="1" indent="-285750">
              <a:buFont typeface="Arial" panose="020B0604020202020204" pitchFamily="34" charset="0"/>
              <a:buChar char="•"/>
            </a:pPr>
            <a:r>
              <a:rPr lang="en-US" dirty="0"/>
              <a:t>The loop stops when 2^k ≥ n.</a:t>
            </a:r>
          </a:p>
          <a:p>
            <a:pPr marL="742950" lvl="1" indent="-285750">
              <a:buFont typeface="Arial" panose="020B0604020202020204" pitchFamily="34" charset="0"/>
              <a:buChar char="•"/>
            </a:pPr>
            <a:r>
              <a:rPr lang="en-US" dirty="0"/>
              <a:t>This means k = log₂(n).</a:t>
            </a:r>
          </a:p>
          <a:p>
            <a:pPr>
              <a:buFont typeface="Arial" panose="020B0604020202020204" pitchFamily="34" charset="0"/>
              <a:buChar char="•"/>
            </a:pPr>
            <a:r>
              <a:rPr lang="en-US" b="1" dirty="0"/>
              <a:t>Time Complexity</a:t>
            </a:r>
            <a:r>
              <a:rPr lang="en-US" dirty="0"/>
              <a:t>:</a:t>
            </a:r>
          </a:p>
          <a:p>
            <a:pPr marL="742950" lvl="1" indent="-285750">
              <a:buFont typeface="Arial" panose="020B0604020202020204" pitchFamily="34" charset="0"/>
              <a:buChar char="•"/>
            </a:pPr>
            <a:r>
              <a:rPr lang="en-US" dirty="0"/>
              <a:t>The number of iterations (value of P) is proportional to log₂(n).</a:t>
            </a:r>
          </a:p>
          <a:p>
            <a:pPr marL="742950" lvl="1" indent="-285750">
              <a:buFont typeface="Arial" panose="020B0604020202020204" pitchFamily="34" charset="0"/>
              <a:buChar char="•"/>
            </a:pPr>
            <a:r>
              <a:rPr lang="en-US" dirty="0"/>
              <a:t>Thus, this loop runs in O(log n) time.</a:t>
            </a:r>
          </a:p>
          <a:p>
            <a:r>
              <a:rPr lang="en-US" b="1" dirty="0"/>
              <a:t>Second Loop: for(j = 1; j &lt; P; j = j * 2)</a:t>
            </a:r>
          </a:p>
          <a:p>
            <a:pPr>
              <a:buFont typeface="Arial" panose="020B0604020202020204" pitchFamily="34" charset="0"/>
              <a:buChar char="•"/>
            </a:pPr>
            <a:r>
              <a:rPr lang="en-US" b="1" dirty="0"/>
              <a:t>Iteration Analysis</a:t>
            </a:r>
            <a:r>
              <a:rPr lang="en-US" dirty="0"/>
              <a:t>:</a:t>
            </a:r>
          </a:p>
          <a:p>
            <a:pPr marL="742950" lvl="1" indent="-285750">
              <a:buFont typeface="Arial" panose="020B0604020202020204" pitchFamily="34" charset="0"/>
              <a:buChar char="•"/>
            </a:pPr>
            <a:r>
              <a:rPr lang="en-US" dirty="0"/>
              <a:t>The variable j starts at 1 and is multiplied by 2 in each iteration.</a:t>
            </a:r>
          </a:p>
          <a:p>
            <a:pPr marL="742950" lvl="1" indent="-285750">
              <a:buFont typeface="Arial" panose="020B0604020202020204" pitchFamily="34" charset="0"/>
              <a:buChar char="•"/>
            </a:pPr>
            <a:r>
              <a:rPr lang="en-US" dirty="0"/>
              <a:t>This loop continues until j is no longer less than P.</a:t>
            </a:r>
          </a:p>
          <a:p>
            <a:pPr>
              <a:buFont typeface="Arial" panose="020B0604020202020204" pitchFamily="34" charset="0"/>
              <a:buChar char="•"/>
            </a:pPr>
            <a:r>
              <a:rPr lang="en-US" b="1" dirty="0"/>
              <a:t>How j progresses</a:t>
            </a:r>
            <a:r>
              <a:rPr lang="en-US" dirty="0"/>
              <a:t>:</a:t>
            </a:r>
          </a:p>
          <a:p>
            <a:pPr marL="742950" lvl="1" indent="-285750">
              <a:buFont typeface="Arial" panose="020B0604020202020204" pitchFamily="34" charset="0"/>
              <a:buChar char="•"/>
            </a:pPr>
            <a:r>
              <a:rPr lang="en-US" dirty="0"/>
              <a:t>First iteration: j = 1</a:t>
            </a:r>
          </a:p>
          <a:p>
            <a:pPr marL="742950" lvl="1" indent="-285750">
              <a:buFont typeface="Arial" panose="020B0604020202020204" pitchFamily="34" charset="0"/>
              <a:buChar char="•"/>
            </a:pPr>
            <a:r>
              <a:rPr lang="en-US" dirty="0"/>
              <a:t>Second iteration: j = 2</a:t>
            </a:r>
          </a:p>
          <a:p>
            <a:pPr marL="742950" lvl="1" indent="-285750">
              <a:buFont typeface="Arial" panose="020B0604020202020204" pitchFamily="34" charset="0"/>
              <a:buChar char="•"/>
            </a:pPr>
            <a:r>
              <a:rPr lang="en-US" dirty="0"/>
              <a:t>Third iteration: j = 4</a:t>
            </a:r>
          </a:p>
          <a:p>
            <a:pPr marL="742950" lvl="1" indent="-285750">
              <a:buFont typeface="Arial" panose="020B0604020202020204" pitchFamily="34" charset="0"/>
              <a:buChar char="•"/>
            </a:pPr>
            <a:r>
              <a:rPr lang="en-US" dirty="0"/>
              <a:t>...</a:t>
            </a:r>
          </a:p>
          <a:p>
            <a:pPr marL="742950" lvl="1" indent="-285750">
              <a:buFont typeface="Arial" panose="020B0604020202020204" pitchFamily="34" charset="0"/>
              <a:buChar char="•"/>
            </a:pPr>
            <a:r>
              <a:rPr lang="en-US" dirty="0"/>
              <a:t>After k iterations, j = 2^k.</a:t>
            </a:r>
          </a:p>
          <a:p>
            <a:pPr>
              <a:buFont typeface="Arial" panose="020B0604020202020204" pitchFamily="34" charset="0"/>
              <a:buChar char="•"/>
            </a:pPr>
            <a:r>
              <a:rPr lang="en-US" b="1" dirty="0"/>
              <a:t>Stopping Condition</a:t>
            </a:r>
            <a:r>
              <a:rPr lang="en-US" dirty="0"/>
              <a:t>:</a:t>
            </a:r>
          </a:p>
          <a:p>
            <a:pPr marL="742950" lvl="1" indent="-285750">
              <a:buFont typeface="Arial" panose="020B0604020202020204" pitchFamily="34" charset="0"/>
              <a:buChar char="•"/>
            </a:pPr>
            <a:r>
              <a:rPr lang="en-US" dirty="0"/>
              <a:t>The loop stops when 2^k ≥ P.</a:t>
            </a:r>
          </a:p>
          <a:p>
            <a:pPr marL="742950" lvl="1" indent="-285750">
              <a:buFont typeface="Arial" panose="020B0604020202020204" pitchFamily="34" charset="0"/>
              <a:buChar char="•"/>
            </a:pPr>
            <a:r>
              <a:rPr lang="en-US" dirty="0"/>
              <a:t>This means k = log₂(P).</a:t>
            </a:r>
          </a:p>
          <a:p>
            <a:pPr>
              <a:buFont typeface="Arial" panose="020B0604020202020204" pitchFamily="34" charset="0"/>
              <a:buChar char="•"/>
            </a:pPr>
            <a:r>
              <a:rPr lang="en-US" b="1" dirty="0"/>
              <a:t>Time Complexity</a:t>
            </a:r>
            <a:r>
              <a:rPr lang="en-US" dirty="0"/>
              <a:t>:</a:t>
            </a:r>
          </a:p>
          <a:p>
            <a:pPr marL="742950" lvl="1" indent="-285750">
              <a:buFont typeface="Arial" panose="020B0604020202020204" pitchFamily="34" charset="0"/>
              <a:buChar char="•"/>
            </a:pPr>
            <a:r>
              <a:rPr lang="en-US" dirty="0"/>
              <a:t>Since P = log₂(n) from the first loop, the number of iterations in this loop is log₂(P).</a:t>
            </a:r>
          </a:p>
          <a:p>
            <a:pPr marL="742950" lvl="1" indent="-285750">
              <a:buFont typeface="Arial" panose="020B0604020202020204" pitchFamily="34" charset="0"/>
              <a:buChar char="•"/>
            </a:pPr>
            <a:r>
              <a:rPr lang="en-US" dirty="0"/>
              <a:t>Substituting P = log₂(n), we get log₂(log₂(n)).</a:t>
            </a:r>
          </a:p>
          <a:p>
            <a:pPr marL="742950" lvl="1" indent="-285750">
              <a:buFont typeface="Arial" panose="020B0604020202020204" pitchFamily="34" charset="0"/>
              <a:buChar char="•"/>
            </a:pPr>
            <a:r>
              <a:rPr lang="en-US" dirty="0"/>
              <a:t>Therefore, this loop runs in O(log </a:t>
            </a:r>
            <a:r>
              <a:rPr lang="en-US" dirty="0" err="1"/>
              <a:t>log</a:t>
            </a:r>
            <a:r>
              <a:rPr lang="en-US" dirty="0"/>
              <a:t> n) time.</a:t>
            </a:r>
          </a:p>
          <a:p>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28</a:t>
            </a:fld>
            <a:endParaRPr lang="en-US"/>
          </a:p>
        </p:txBody>
      </p:sp>
    </p:spTree>
    <p:extLst>
      <p:ext uri="{BB962C8B-B14F-4D97-AF65-F5344CB8AC3E}">
        <p14:creationId xmlns:p14="http://schemas.microsoft.com/office/powerpoint/2010/main" val="39502713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N,logn</a:t>
            </a:r>
            <a:r>
              <a:rPr lang="en-US" dirty="0"/>
              <a:t>    = </a:t>
            </a:r>
            <a:r>
              <a:rPr lang="en-US" dirty="0" err="1"/>
              <a:t>nlogn</a:t>
            </a:r>
            <a:endParaRPr lang="en-US" dirty="0"/>
          </a:p>
        </p:txBody>
      </p:sp>
      <p:sp>
        <p:nvSpPr>
          <p:cNvPr id="4" name="Slide Number Placeholder 3"/>
          <p:cNvSpPr>
            <a:spLocks noGrp="1"/>
          </p:cNvSpPr>
          <p:nvPr>
            <p:ph type="sldNum" sz="quarter" idx="5"/>
          </p:nvPr>
        </p:nvSpPr>
        <p:spPr/>
        <p:txBody>
          <a:bodyPr/>
          <a:lstStyle/>
          <a:p>
            <a:fld id="{723873B5-6480-4372-8A64-9B538D55CE12}" type="slidenum">
              <a:rPr lang="en-US" smtClean="0"/>
              <a:t>29</a:t>
            </a:fld>
            <a:endParaRPr lang="en-US"/>
          </a:p>
        </p:txBody>
      </p:sp>
    </p:spTree>
    <p:extLst>
      <p:ext uri="{BB962C8B-B14F-4D97-AF65-F5344CB8AC3E}">
        <p14:creationId xmlns:p14="http://schemas.microsoft.com/office/powerpoint/2010/main" val="3280462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1,n+1,n,n    3n+2   On</a:t>
            </a:r>
          </a:p>
        </p:txBody>
      </p:sp>
      <p:sp>
        <p:nvSpPr>
          <p:cNvPr id="4" name="Slide Number Placeholder 3"/>
          <p:cNvSpPr>
            <a:spLocks noGrp="1"/>
          </p:cNvSpPr>
          <p:nvPr>
            <p:ph type="sldNum" sz="quarter" idx="5"/>
          </p:nvPr>
        </p:nvSpPr>
        <p:spPr/>
        <p:txBody>
          <a:bodyPr/>
          <a:lstStyle/>
          <a:p>
            <a:fld id="{723873B5-6480-4372-8A64-9B538D55CE12}" type="slidenum">
              <a:rPr lang="en-US" smtClean="0"/>
              <a:t>31</a:t>
            </a:fld>
            <a:endParaRPr lang="en-US"/>
          </a:p>
        </p:txBody>
      </p:sp>
    </p:spTree>
    <p:extLst>
      <p:ext uri="{BB962C8B-B14F-4D97-AF65-F5344CB8AC3E}">
        <p14:creationId xmlns:p14="http://schemas.microsoft.com/office/powerpoint/2010/main" val="42035144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Notes Placeholder">
            <a:extLst>
              <a:ext uri="{FF2B5EF4-FFF2-40B4-BE49-F238E27FC236}">
                <a16:creationId xmlns:a16="http://schemas.microsoft.com/office/drawing/2014/main" id="{9D95D1BB-8D7D-3C6B-5303-2476214A658B}"/>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extLst>
      <p:ext uri="{BB962C8B-B14F-4D97-AF65-F5344CB8AC3E}">
        <p14:creationId xmlns:p14="http://schemas.microsoft.com/office/powerpoint/2010/main" val="3463201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BF60-2664-A853-1918-93624EFC6697}"/>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00FB17A-CF88-91E9-D74C-2004B9234F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0957B7-36A5-1AFB-2255-0CD293F55EF4}"/>
              </a:ext>
            </a:extLst>
          </p:cNvPr>
          <p:cNvSpPr>
            <a:spLocks noGrp="1"/>
          </p:cNvSpPr>
          <p:nvPr>
            <p:ph type="dt" sz="half" idx="10"/>
          </p:nvPr>
        </p:nvSpPr>
        <p:spPr/>
        <p:txBody>
          <a:bodyPr/>
          <a:lstStyle/>
          <a:p>
            <a:fld id="{E9B2962E-1318-496B-B518-26EEB0DDD307}" type="datetimeFigureOut">
              <a:rPr lang="en-US" smtClean="0"/>
              <a:t>8/7/2025</a:t>
            </a:fld>
            <a:endParaRPr lang="en-US" dirty="0"/>
          </a:p>
        </p:txBody>
      </p:sp>
      <p:sp>
        <p:nvSpPr>
          <p:cNvPr id="5" name="Footer Placeholder 4">
            <a:extLst>
              <a:ext uri="{FF2B5EF4-FFF2-40B4-BE49-F238E27FC236}">
                <a16:creationId xmlns:a16="http://schemas.microsoft.com/office/drawing/2014/main" id="{B2EF4FDB-C75D-4162-880B-692F705067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9C22155-13FE-5538-4668-25F55043D087}"/>
              </a:ext>
            </a:extLst>
          </p:cNvPr>
          <p:cNvSpPr>
            <a:spLocks noGrp="1"/>
          </p:cNvSpPr>
          <p:nvPr>
            <p:ph type="sldNum" sz="quarter" idx="12"/>
          </p:nvPr>
        </p:nvSpPr>
        <p:spPr/>
        <p:txBody>
          <a:bodyPr/>
          <a:lstStyle/>
          <a:p>
            <a:pPr>
              <a:lnSpc>
                <a:spcPct val="150000"/>
              </a:lnSpc>
              <a:spcBef>
                <a:spcPts val="0"/>
              </a:spcBef>
              <a:spcAft>
                <a:spcPts val="0"/>
              </a:spcAft>
              <a:defRPr/>
            </a:pPr>
            <a:r>
              <a:rPr lang="en-US" dirty="0">
                <a:solidFill>
                  <a:srgbClr val="000000"/>
                </a:solidFill>
                <a:ea typeface="Calibri" panose="020F0502020204030204" pitchFamily="34" charset="0"/>
                <a:cs typeface="Calibri" panose="020F0502020204030204" pitchFamily="34" charset="0"/>
              </a:rPr>
              <a:t>Manish Rai</a:t>
            </a:r>
            <a:endParaRPr lang="en-US"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2047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2E6A-97C5-A929-EA13-16C1C1FD8ECD}"/>
              </a:ext>
            </a:extLst>
          </p:cNvPr>
          <p:cNvSpPr>
            <a:spLocks noGrp="1"/>
          </p:cNvSpPr>
          <p:nvPr>
            <p:ph type="title"/>
          </p:nvPr>
        </p:nvSpPr>
        <p:spPr>
          <a:xfrm>
            <a:off x="838200" y="365125"/>
            <a:ext cx="10515600" cy="1325563"/>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98F7282-06D4-5210-8EC9-F4046F193A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DCF5F6-2F33-AA9D-2BA1-3E8590DD7CCB}"/>
              </a:ext>
            </a:extLst>
          </p:cNvPr>
          <p:cNvSpPr>
            <a:spLocks noGrp="1"/>
          </p:cNvSpPr>
          <p:nvPr>
            <p:ph type="dt" sz="half" idx="10"/>
          </p:nvPr>
        </p:nvSpPr>
        <p:spPr/>
        <p:txBody>
          <a:bodyPr/>
          <a:lstStyle/>
          <a:p>
            <a:fld id="{E9B2962E-1318-496B-B518-26EEB0DDD307}" type="datetimeFigureOut">
              <a:rPr lang="en-US" smtClean="0"/>
              <a:t>8/7/2025</a:t>
            </a:fld>
            <a:endParaRPr lang="en-US" dirty="0"/>
          </a:p>
        </p:txBody>
      </p:sp>
      <p:sp>
        <p:nvSpPr>
          <p:cNvPr id="5" name="Footer Placeholder 4">
            <a:extLst>
              <a:ext uri="{FF2B5EF4-FFF2-40B4-BE49-F238E27FC236}">
                <a16:creationId xmlns:a16="http://schemas.microsoft.com/office/drawing/2014/main" id="{594DEEBC-03F2-6104-C78A-C3D252F50FA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BBAD136-E294-DEFA-53FC-0E66E52EA580}"/>
              </a:ext>
            </a:extLst>
          </p:cNvPr>
          <p:cNvSpPr>
            <a:spLocks noGrp="1"/>
          </p:cNvSpPr>
          <p:nvPr>
            <p:ph type="sldNum" sz="quarter" idx="12"/>
          </p:nvPr>
        </p:nvSpPr>
        <p:spPr/>
        <p:txBody>
          <a:bodyPr/>
          <a:lstStyle/>
          <a:p>
            <a:fld id="{B15721C5-6006-45B1-B2A9-9D2D67917E40}" type="slidenum">
              <a:rPr lang="en-US" smtClean="0"/>
              <a:t>‹#›</a:t>
            </a:fld>
            <a:endParaRPr lang="en-US" dirty="0"/>
          </a:p>
        </p:txBody>
      </p:sp>
    </p:spTree>
    <p:extLst>
      <p:ext uri="{BB962C8B-B14F-4D97-AF65-F5344CB8AC3E}">
        <p14:creationId xmlns:p14="http://schemas.microsoft.com/office/powerpoint/2010/main" val="227611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AB29-4AA7-02DF-4511-526B1A5CF74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F4DDF7-DAEC-B00D-2B8A-161A81C49C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795CC-6EF1-64F4-3B18-FE726E8AFAE8}"/>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5" name="Footer Placeholder 4">
            <a:extLst>
              <a:ext uri="{FF2B5EF4-FFF2-40B4-BE49-F238E27FC236}">
                <a16:creationId xmlns:a16="http://schemas.microsoft.com/office/drawing/2014/main" id="{1ADD8EB3-201A-FC4A-EB8B-12C3B1E72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E06B7-266D-0538-6B8E-9094A46AE8C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4004845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25E24-E89A-8A91-0F85-195933AA942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D0BC899-D18C-F7B3-CEA1-BA3056DFA9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2A07F9-D8F4-CA2E-34A7-B093B25A2D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1284B5-007C-7EA7-91B6-F1CDED7FCBD8}"/>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6" name="Footer Placeholder 5">
            <a:extLst>
              <a:ext uri="{FF2B5EF4-FFF2-40B4-BE49-F238E27FC236}">
                <a16:creationId xmlns:a16="http://schemas.microsoft.com/office/drawing/2014/main" id="{99A01176-0B49-1466-5BEF-9EEDF46A07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7F5E8-A407-C3E1-AF95-21F4578181B9}"/>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4170078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582F-E1E4-F468-1CA1-D405EC67783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044AEB8-8C1A-088A-912E-37FC2429A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F2C3CE-760C-64D8-91A8-3197F777A0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28A80-EC3E-9C0A-BBA3-7B26E7D9F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87B6A4-C263-61E3-4766-0489FB424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26045D-1A32-501E-6B90-9996242E8E69}"/>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8" name="Footer Placeholder 7">
            <a:extLst>
              <a:ext uri="{FF2B5EF4-FFF2-40B4-BE49-F238E27FC236}">
                <a16:creationId xmlns:a16="http://schemas.microsoft.com/office/drawing/2014/main" id="{419F538A-9C03-40AF-A153-E2382AC9BF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396C44-B0F5-E784-DBBC-A59B2CECF28D}"/>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181251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86B6-9E96-B1A7-3876-C8342BAAA0E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7984BCB5-EA0F-DDF4-0492-C63E7D4CED5A}"/>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4" name="Footer Placeholder 3">
            <a:extLst>
              <a:ext uri="{FF2B5EF4-FFF2-40B4-BE49-F238E27FC236}">
                <a16:creationId xmlns:a16="http://schemas.microsoft.com/office/drawing/2014/main" id="{A2912218-D406-01F8-3E7B-55F69401EA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2B86B5-7FBD-4B13-56F1-8BB350FFD83A}"/>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778145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2AD85B-B4E3-140C-A151-5421F09F1679}"/>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3" name="Footer Placeholder 2">
            <a:extLst>
              <a:ext uri="{FF2B5EF4-FFF2-40B4-BE49-F238E27FC236}">
                <a16:creationId xmlns:a16="http://schemas.microsoft.com/office/drawing/2014/main" id="{C2FEF3F4-9D8D-492F-5E98-4E6EBC8337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F99E12-A7F8-5FB7-EDFD-15BC040B8D7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1372169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38310-D216-9346-C474-19865A8BF1A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3572BF-8136-6469-43A1-82D1F62F8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D41BEA-3528-3882-62AA-5112AB8B4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3EB861-19C8-8A90-2010-EB268108BD82}"/>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6" name="Footer Placeholder 5">
            <a:extLst>
              <a:ext uri="{FF2B5EF4-FFF2-40B4-BE49-F238E27FC236}">
                <a16:creationId xmlns:a16="http://schemas.microsoft.com/office/drawing/2014/main" id="{57E0F94C-B929-20E4-2DF6-97A48EB904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78368-BE00-3B9C-651C-B8CD34575041}"/>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295243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22E9-3A2E-86D1-301B-52CD08B8036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64B1B6-60F7-6253-F0EB-4F10AECD9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5DF5EA-F574-CE01-15A7-A977D85D0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4FA1C8-85C0-57DF-D19A-20D73FE6D1F3}"/>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6" name="Footer Placeholder 5">
            <a:extLst>
              <a:ext uri="{FF2B5EF4-FFF2-40B4-BE49-F238E27FC236}">
                <a16:creationId xmlns:a16="http://schemas.microsoft.com/office/drawing/2014/main" id="{25A770DE-4DE2-29AD-38D9-330E8EF98B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EB196F-5260-F3F7-F62C-2328FA2A7654}"/>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3663821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50742-E02C-4942-07D1-E4A853FD79E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154D79-2258-8A75-5869-CA7B950D1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07221-2671-EF54-E0A4-7533EAE252EB}"/>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5" name="Footer Placeholder 4">
            <a:extLst>
              <a:ext uri="{FF2B5EF4-FFF2-40B4-BE49-F238E27FC236}">
                <a16:creationId xmlns:a16="http://schemas.microsoft.com/office/drawing/2014/main" id="{F3E2E855-0843-95A5-7713-FCF1D041C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B33B5-0FB0-0EC0-FCDD-AD7B1A8894A0}"/>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221331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95EF92-E8E3-76D4-DA87-D9B8865731C9}"/>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772480-D977-CCF1-6608-698969177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B4678A-AB1F-ED29-1092-34D09176AAB0}"/>
              </a:ext>
            </a:extLst>
          </p:cNvPr>
          <p:cNvSpPr>
            <a:spLocks noGrp="1"/>
          </p:cNvSpPr>
          <p:nvPr>
            <p:ph type="dt" sz="half" idx="10"/>
          </p:nvPr>
        </p:nvSpPr>
        <p:spPr/>
        <p:txBody>
          <a:bodyPr/>
          <a:lstStyle/>
          <a:p>
            <a:fld id="{E9B2962E-1318-496B-B518-26EEB0DDD307}" type="datetimeFigureOut">
              <a:rPr lang="en-US" smtClean="0"/>
              <a:t>8/7/2025</a:t>
            </a:fld>
            <a:endParaRPr lang="en-US"/>
          </a:p>
        </p:txBody>
      </p:sp>
      <p:sp>
        <p:nvSpPr>
          <p:cNvPr id="5" name="Footer Placeholder 4">
            <a:extLst>
              <a:ext uri="{FF2B5EF4-FFF2-40B4-BE49-F238E27FC236}">
                <a16:creationId xmlns:a16="http://schemas.microsoft.com/office/drawing/2014/main" id="{ACFA2EE0-6884-B7BC-AA84-3882F7A0D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73A183-828A-00BE-1970-EE3E25EC5976}"/>
              </a:ext>
            </a:extLst>
          </p:cNvPr>
          <p:cNvSpPr>
            <a:spLocks noGrp="1"/>
          </p:cNvSpPr>
          <p:nvPr>
            <p:ph type="sldNum" sz="quarter" idx="12"/>
          </p:nvPr>
        </p:nvSpPr>
        <p:spPr/>
        <p:txBody>
          <a:bodyPr/>
          <a:lstStyle/>
          <a:p>
            <a:fld id="{B15721C5-6006-45B1-B2A9-9D2D67917E40}" type="slidenum">
              <a:rPr lang="en-US" smtClean="0"/>
              <a:t>‹#›</a:t>
            </a:fld>
            <a:endParaRPr lang="en-US"/>
          </a:p>
        </p:txBody>
      </p:sp>
    </p:spTree>
    <p:extLst>
      <p:ext uri="{BB962C8B-B14F-4D97-AF65-F5344CB8AC3E}">
        <p14:creationId xmlns:p14="http://schemas.microsoft.com/office/powerpoint/2010/main" val="3032175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5" name="bk object 16">
            <a:extLst>
              <a:ext uri="{FF2B5EF4-FFF2-40B4-BE49-F238E27FC236}">
                <a16:creationId xmlns:a16="http://schemas.microsoft.com/office/drawing/2014/main" id="{396EEE06-6F8A-2516-0B65-36D609F601C0}"/>
              </a:ext>
            </a:extLst>
          </p:cNvPr>
          <p:cNvSpPr>
            <a:spLocks/>
          </p:cNvSpPr>
          <p:nvPr/>
        </p:nvSpPr>
        <p:spPr bwMode="auto">
          <a:xfrm>
            <a:off x="8940800" y="177800"/>
            <a:ext cx="2946400" cy="914400"/>
          </a:xfrm>
          <a:custGeom>
            <a:avLst/>
            <a:gdLst>
              <a:gd name="T0" fmla="*/ 2095499 w 2209800"/>
              <a:gd name="T1" fmla="*/ 0 h 685800"/>
              <a:gd name="T2" fmla="*/ 114299 w 2209800"/>
              <a:gd name="T3" fmla="*/ 0 h 685800"/>
              <a:gd name="T4" fmla="*/ 69860 w 2209800"/>
              <a:gd name="T5" fmla="*/ 8900 h 685800"/>
              <a:gd name="T6" fmla="*/ 33649 w 2209800"/>
              <a:gd name="T7" fmla="*/ 33649 h 685800"/>
              <a:gd name="T8" fmla="*/ 8900 w 2209800"/>
              <a:gd name="T9" fmla="*/ 69860 h 685800"/>
              <a:gd name="T10" fmla="*/ 0 w 2209800"/>
              <a:gd name="T11" fmla="*/ 114299 h 685800"/>
              <a:gd name="T12" fmla="*/ 0 w 2209800"/>
              <a:gd name="T13" fmla="*/ 571499 h 685800"/>
              <a:gd name="T14" fmla="*/ 8900 w 2209800"/>
              <a:gd name="T15" fmla="*/ 615939 h 685800"/>
              <a:gd name="T16" fmla="*/ 33649 w 2209800"/>
              <a:gd name="T17" fmla="*/ 652150 h 685800"/>
              <a:gd name="T18" fmla="*/ 69860 w 2209800"/>
              <a:gd name="T19" fmla="*/ 676899 h 685800"/>
              <a:gd name="T20" fmla="*/ 114299 w 2209800"/>
              <a:gd name="T21" fmla="*/ 685799 h 685800"/>
              <a:gd name="T22" fmla="*/ 2095499 w 2209800"/>
              <a:gd name="T23" fmla="*/ 685799 h 685800"/>
              <a:gd name="T24" fmla="*/ 2139939 w 2209800"/>
              <a:gd name="T25" fmla="*/ 676899 h 685800"/>
              <a:gd name="T26" fmla="*/ 2176150 w 2209800"/>
              <a:gd name="T27" fmla="*/ 652150 h 685800"/>
              <a:gd name="T28" fmla="*/ 2200899 w 2209800"/>
              <a:gd name="T29" fmla="*/ 615939 h 685800"/>
              <a:gd name="T30" fmla="*/ 2209799 w 2209800"/>
              <a:gd name="T31" fmla="*/ 571499 h 685800"/>
              <a:gd name="T32" fmla="*/ 2209799 w 2209800"/>
              <a:gd name="T33" fmla="*/ 114299 h 685800"/>
              <a:gd name="T34" fmla="*/ 2200899 w 2209800"/>
              <a:gd name="T35" fmla="*/ 69860 h 685800"/>
              <a:gd name="T36" fmla="*/ 2176150 w 2209800"/>
              <a:gd name="T37" fmla="*/ 33649 h 685800"/>
              <a:gd name="T38" fmla="*/ 2139939 w 2209800"/>
              <a:gd name="T39" fmla="*/ 8900 h 685800"/>
              <a:gd name="T40" fmla="*/ 2095499 w 2209800"/>
              <a:gd name="T41" fmla="*/ 0 h 685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09800" h="685800">
                <a:moveTo>
                  <a:pt x="2095499" y="0"/>
                </a:moveTo>
                <a:lnTo>
                  <a:pt x="114299" y="0"/>
                </a:lnTo>
                <a:lnTo>
                  <a:pt x="69860" y="8900"/>
                </a:lnTo>
                <a:lnTo>
                  <a:pt x="33649" y="33649"/>
                </a:lnTo>
                <a:lnTo>
                  <a:pt x="8900" y="69860"/>
                </a:lnTo>
                <a:lnTo>
                  <a:pt x="0" y="114299"/>
                </a:lnTo>
                <a:lnTo>
                  <a:pt x="0" y="571499"/>
                </a:lnTo>
                <a:lnTo>
                  <a:pt x="8900" y="615939"/>
                </a:lnTo>
                <a:lnTo>
                  <a:pt x="33649" y="652150"/>
                </a:lnTo>
                <a:lnTo>
                  <a:pt x="69860" y="676899"/>
                </a:lnTo>
                <a:lnTo>
                  <a:pt x="114299" y="685799"/>
                </a:lnTo>
                <a:lnTo>
                  <a:pt x="2095499" y="685799"/>
                </a:lnTo>
                <a:lnTo>
                  <a:pt x="2139939" y="676899"/>
                </a:lnTo>
                <a:lnTo>
                  <a:pt x="2176150" y="652150"/>
                </a:lnTo>
                <a:lnTo>
                  <a:pt x="2200899" y="615939"/>
                </a:lnTo>
                <a:lnTo>
                  <a:pt x="2209799" y="571499"/>
                </a:lnTo>
                <a:lnTo>
                  <a:pt x="2209799" y="114299"/>
                </a:lnTo>
                <a:lnTo>
                  <a:pt x="2200899" y="69860"/>
                </a:lnTo>
                <a:lnTo>
                  <a:pt x="2176150" y="33649"/>
                </a:lnTo>
                <a:lnTo>
                  <a:pt x="2139939" y="8900"/>
                </a:lnTo>
                <a:lnTo>
                  <a:pt x="2095499"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6" name="bk object 17">
            <a:extLst>
              <a:ext uri="{FF2B5EF4-FFF2-40B4-BE49-F238E27FC236}">
                <a16:creationId xmlns:a16="http://schemas.microsoft.com/office/drawing/2014/main" id="{265BB085-F3EA-5280-A5FE-5B46971CACC0}"/>
              </a:ext>
            </a:extLst>
          </p:cNvPr>
          <p:cNvSpPr>
            <a:spLocks/>
          </p:cNvSpPr>
          <p:nvPr/>
        </p:nvSpPr>
        <p:spPr bwMode="auto">
          <a:xfrm>
            <a:off x="8940800" y="177800"/>
            <a:ext cx="2946400" cy="914400"/>
          </a:xfrm>
          <a:custGeom>
            <a:avLst/>
            <a:gdLst>
              <a:gd name="T0" fmla="*/ 0 w 2209800"/>
              <a:gd name="T1" fmla="*/ 114299 h 685800"/>
              <a:gd name="T2" fmla="*/ 8900 w 2209800"/>
              <a:gd name="T3" fmla="*/ 69860 h 685800"/>
              <a:gd name="T4" fmla="*/ 33649 w 2209800"/>
              <a:gd name="T5" fmla="*/ 33649 h 685800"/>
              <a:gd name="T6" fmla="*/ 69860 w 2209800"/>
              <a:gd name="T7" fmla="*/ 8900 h 685800"/>
              <a:gd name="T8" fmla="*/ 114299 w 2209800"/>
              <a:gd name="T9" fmla="*/ 0 h 685800"/>
              <a:gd name="T10" fmla="*/ 2095499 w 2209800"/>
              <a:gd name="T11" fmla="*/ 0 h 685800"/>
              <a:gd name="T12" fmla="*/ 2139939 w 2209800"/>
              <a:gd name="T13" fmla="*/ 8900 h 685800"/>
              <a:gd name="T14" fmla="*/ 2176150 w 2209800"/>
              <a:gd name="T15" fmla="*/ 33649 h 685800"/>
              <a:gd name="T16" fmla="*/ 2200899 w 2209800"/>
              <a:gd name="T17" fmla="*/ 69860 h 685800"/>
              <a:gd name="T18" fmla="*/ 2209799 w 2209800"/>
              <a:gd name="T19" fmla="*/ 114299 h 685800"/>
              <a:gd name="T20" fmla="*/ 2209799 w 2209800"/>
              <a:gd name="T21" fmla="*/ 571499 h 685800"/>
              <a:gd name="T22" fmla="*/ 2200899 w 2209800"/>
              <a:gd name="T23" fmla="*/ 615939 h 685800"/>
              <a:gd name="T24" fmla="*/ 2176150 w 2209800"/>
              <a:gd name="T25" fmla="*/ 652150 h 685800"/>
              <a:gd name="T26" fmla="*/ 2139939 w 2209800"/>
              <a:gd name="T27" fmla="*/ 676899 h 685800"/>
              <a:gd name="T28" fmla="*/ 2095499 w 2209800"/>
              <a:gd name="T29" fmla="*/ 685799 h 685800"/>
              <a:gd name="T30" fmla="*/ 114299 w 2209800"/>
              <a:gd name="T31" fmla="*/ 685799 h 685800"/>
              <a:gd name="T32" fmla="*/ 69860 w 2209800"/>
              <a:gd name="T33" fmla="*/ 676899 h 685800"/>
              <a:gd name="T34" fmla="*/ 33649 w 2209800"/>
              <a:gd name="T35" fmla="*/ 652150 h 685800"/>
              <a:gd name="T36" fmla="*/ 8900 w 2209800"/>
              <a:gd name="T37" fmla="*/ 615939 h 685800"/>
              <a:gd name="T38" fmla="*/ 0 w 2209800"/>
              <a:gd name="T39" fmla="*/ 571499 h 685800"/>
              <a:gd name="T40" fmla="*/ 0 w 2209800"/>
              <a:gd name="T41" fmla="*/ 114299 h 6858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09800" h="685800">
                <a:moveTo>
                  <a:pt x="0" y="114299"/>
                </a:moveTo>
                <a:lnTo>
                  <a:pt x="8900" y="69860"/>
                </a:lnTo>
                <a:lnTo>
                  <a:pt x="33649" y="33649"/>
                </a:lnTo>
                <a:lnTo>
                  <a:pt x="69860" y="8900"/>
                </a:lnTo>
                <a:lnTo>
                  <a:pt x="114299" y="0"/>
                </a:lnTo>
                <a:lnTo>
                  <a:pt x="2095499" y="0"/>
                </a:lnTo>
                <a:lnTo>
                  <a:pt x="2139939" y="8900"/>
                </a:lnTo>
                <a:lnTo>
                  <a:pt x="2176150" y="33649"/>
                </a:lnTo>
                <a:lnTo>
                  <a:pt x="2200899" y="69860"/>
                </a:lnTo>
                <a:lnTo>
                  <a:pt x="2209799" y="114299"/>
                </a:lnTo>
                <a:lnTo>
                  <a:pt x="2209799" y="571499"/>
                </a:lnTo>
                <a:lnTo>
                  <a:pt x="2200899" y="615939"/>
                </a:lnTo>
                <a:lnTo>
                  <a:pt x="2176150" y="652150"/>
                </a:lnTo>
                <a:lnTo>
                  <a:pt x="2139939" y="676899"/>
                </a:lnTo>
                <a:lnTo>
                  <a:pt x="2095499" y="685799"/>
                </a:lnTo>
                <a:lnTo>
                  <a:pt x="114299" y="685799"/>
                </a:lnTo>
                <a:lnTo>
                  <a:pt x="69860" y="676899"/>
                </a:lnTo>
                <a:lnTo>
                  <a:pt x="33649" y="652150"/>
                </a:lnTo>
                <a:lnTo>
                  <a:pt x="8900" y="615939"/>
                </a:lnTo>
                <a:lnTo>
                  <a:pt x="0" y="571499"/>
                </a:lnTo>
                <a:lnTo>
                  <a:pt x="0" y="114299"/>
                </a:lnTo>
                <a:close/>
              </a:path>
            </a:pathLst>
          </a:custGeom>
          <a:noFill/>
          <a:ln w="5714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7" name="bk object 18">
            <a:extLst>
              <a:ext uri="{FF2B5EF4-FFF2-40B4-BE49-F238E27FC236}">
                <a16:creationId xmlns:a16="http://schemas.microsoft.com/office/drawing/2014/main" id="{0A55F816-2CEC-EEDA-42DC-DC669BB69B2E}"/>
              </a:ext>
            </a:extLst>
          </p:cNvPr>
          <p:cNvSpPr>
            <a:spLocks noChangeArrowheads="1"/>
          </p:cNvSpPr>
          <p:nvPr/>
        </p:nvSpPr>
        <p:spPr bwMode="auto">
          <a:xfrm>
            <a:off x="8775700" y="2117"/>
            <a:ext cx="3276600" cy="1521883"/>
          </a:xfrm>
          <a:prstGeom prst="rect">
            <a:avLst/>
          </a:prstGeom>
          <a:blipFill dpi="0" rotWithShape="1">
            <a:blip r:embed="rId2"/>
            <a:srcRect/>
            <a:stretch>
              <a:fillRect/>
            </a:stretch>
          </a:blipFill>
          <a:ln>
            <a:noFill/>
          </a:ln>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sz="2400"/>
          </a:p>
        </p:txBody>
      </p:sp>
      <p:sp>
        <p:nvSpPr>
          <p:cNvPr id="8" name="bk object 19">
            <a:extLst>
              <a:ext uri="{FF2B5EF4-FFF2-40B4-BE49-F238E27FC236}">
                <a16:creationId xmlns:a16="http://schemas.microsoft.com/office/drawing/2014/main" id="{87B12498-FC15-55C4-9801-16B34EB8A3CE}"/>
              </a:ext>
            </a:extLst>
          </p:cNvPr>
          <p:cNvSpPr>
            <a:spLocks noChangeArrowheads="1"/>
          </p:cNvSpPr>
          <p:nvPr/>
        </p:nvSpPr>
        <p:spPr bwMode="auto">
          <a:xfrm>
            <a:off x="9169400" y="863601"/>
            <a:ext cx="2489200" cy="215900"/>
          </a:xfrm>
          <a:prstGeom prst="rect">
            <a:avLst/>
          </a:prstGeom>
          <a:blipFill dpi="0" rotWithShape="1">
            <a:blip r:embed="rId3"/>
            <a:srcRect/>
            <a:stretch>
              <a:fillRect/>
            </a:stretch>
          </a:blipFill>
          <a:ln>
            <a:noFill/>
          </a:ln>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sz="2400"/>
          </a:p>
        </p:txBody>
      </p:sp>
      <p:sp>
        <p:nvSpPr>
          <p:cNvPr id="9" name="bk object 20">
            <a:extLst>
              <a:ext uri="{FF2B5EF4-FFF2-40B4-BE49-F238E27FC236}">
                <a16:creationId xmlns:a16="http://schemas.microsoft.com/office/drawing/2014/main" id="{B976BAD4-DF1B-4632-62EA-C1641EDCB85F}"/>
              </a:ext>
            </a:extLst>
          </p:cNvPr>
          <p:cNvSpPr>
            <a:spLocks noChangeArrowheads="1"/>
          </p:cNvSpPr>
          <p:nvPr/>
        </p:nvSpPr>
        <p:spPr bwMode="auto">
          <a:xfrm>
            <a:off x="9247718" y="298452"/>
            <a:ext cx="2391833" cy="704849"/>
          </a:xfrm>
          <a:prstGeom prst="rect">
            <a:avLst/>
          </a:prstGeom>
          <a:blipFill dpi="0" rotWithShape="1">
            <a:blip r:embed="rId4"/>
            <a:srcRect/>
            <a:stretch>
              <a:fillRect/>
            </a:stretch>
          </a:blipFill>
          <a:ln>
            <a:noFill/>
          </a:ln>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sz="2400"/>
          </a:p>
        </p:txBody>
      </p:sp>
      <p:sp>
        <p:nvSpPr>
          <p:cNvPr id="10" name="bk object 21">
            <a:extLst>
              <a:ext uri="{FF2B5EF4-FFF2-40B4-BE49-F238E27FC236}">
                <a16:creationId xmlns:a16="http://schemas.microsoft.com/office/drawing/2014/main" id="{9D6A5F17-398E-5C6E-A60A-0234BDD3AA1E}"/>
              </a:ext>
            </a:extLst>
          </p:cNvPr>
          <p:cNvSpPr>
            <a:spLocks noChangeArrowheads="1"/>
          </p:cNvSpPr>
          <p:nvPr/>
        </p:nvSpPr>
        <p:spPr bwMode="auto">
          <a:xfrm>
            <a:off x="419100" y="683684"/>
            <a:ext cx="8305800" cy="2472267"/>
          </a:xfrm>
          <a:prstGeom prst="rect">
            <a:avLst/>
          </a:prstGeom>
          <a:blipFill dpi="0" rotWithShape="1">
            <a:blip r:embed="rId5"/>
            <a:srcRect/>
            <a:stretch>
              <a:fillRect/>
            </a:stretch>
          </a:blipFill>
          <a:ln>
            <a:noFill/>
          </a:ln>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sz="2400"/>
          </a:p>
        </p:txBody>
      </p:sp>
      <p:sp>
        <p:nvSpPr>
          <p:cNvPr id="11" name="bk object 22">
            <a:extLst>
              <a:ext uri="{FF2B5EF4-FFF2-40B4-BE49-F238E27FC236}">
                <a16:creationId xmlns:a16="http://schemas.microsoft.com/office/drawing/2014/main" id="{BEDC99D4-A7CB-F1D3-6CF2-02E5FCD4FD07}"/>
              </a:ext>
            </a:extLst>
          </p:cNvPr>
          <p:cNvSpPr>
            <a:spLocks/>
          </p:cNvSpPr>
          <p:nvPr/>
        </p:nvSpPr>
        <p:spPr bwMode="auto">
          <a:xfrm>
            <a:off x="548218" y="846667"/>
            <a:ext cx="169333" cy="169333"/>
          </a:xfrm>
          <a:custGeom>
            <a:avLst/>
            <a:gdLst>
              <a:gd name="T0" fmla="*/ 3380 w 127634"/>
              <a:gd name="T1" fmla="*/ 109416 h 126365"/>
              <a:gd name="T2" fmla="*/ 2438 w 127634"/>
              <a:gd name="T3" fmla="*/ 109952 h 126365"/>
              <a:gd name="T4" fmla="*/ 291 w 127634"/>
              <a:gd name="T5" fmla="*/ 117719 h 126365"/>
              <a:gd name="T6" fmla="*/ 366 w 127634"/>
              <a:gd name="T7" fmla="*/ 122992 h 126365"/>
              <a:gd name="T8" fmla="*/ 746 w 127634"/>
              <a:gd name="T9" fmla="*/ 125611 h 126365"/>
              <a:gd name="T10" fmla="*/ 1710 w 127634"/>
              <a:gd name="T11" fmla="*/ 128230 h 126365"/>
              <a:gd name="T12" fmla="*/ 2527 w 127634"/>
              <a:gd name="T13" fmla="*/ 129019 h 126365"/>
              <a:gd name="T14" fmla="*/ 3438 w 127634"/>
              <a:gd name="T15" fmla="*/ 129557 h 126365"/>
              <a:gd name="T16" fmla="*/ 71852 w 127634"/>
              <a:gd name="T17" fmla="*/ 129429 h 126365"/>
              <a:gd name="T18" fmla="*/ 72726 w 127634"/>
              <a:gd name="T19" fmla="*/ 128767 h 126365"/>
              <a:gd name="T20" fmla="*/ 74531 w 127634"/>
              <a:gd name="T21" fmla="*/ 117719 h 126365"/>
              <a:gd name="T22" fmla="*/ 71863 w 127634"/>
              <a:gd name="T23" fmla="*/ 109574 h 126365"/>
              <a:gd name="T24" fmla="*/ 51030 w 127634"/>
              <a:gd name="T25" fmla="*/ 25633 h 126365"/>
              <a:gd name="T26" fmla="*/ 26491 w 127634"/>
              <a:gd name="T27" fmla="*/ 109416 h 126365"/>
              <a:gd name="T28" fmla="*/ 51030 w 127634"/>
              <a:gd name="T29" fmla="*/ 25633 h 126365"/>
              <a:gd name="T30" fmla="*/ 35347 w 127634"/>
              <a:gd name="T31" fmla="*/ 0 h 126365"/>
              <a:gd name="T32" fmla="*/ 33139 w 127634"/>
              <a:gd name="T33" fmla="*/ 128 h 126365"/>
              <a:gd name="T34" fmla="*/ 31045 w 127634"/>
              <a:gd name="T35" fmla="*/ 502 h 126365"/>
              <a:gd name="T36" fmla="*/ 30103 w 127634"/>
              <a:gd name="T37" fmla="*/ 789 h 126365"/>
              <a:gd name="T38" fmla="*/ 29400 w 127634"/>
              <a:gd name="T39" fmla="*/ 1291 h 126365"/>
              <a:gd name="T40" fmla="*/ 561 w 127634"/>
              <a:gd name="T41" fmla="*/ 22476 h 126365"/>
              <a:gd name="T42" fmla="*/ 160 w 127634"/>
              <a:gd name="T43" fmla="*/ 24054 h 126365"/>
              <a:gd name="T44" fmla="*/ 0 w 127634"/>
              <a:gd name="T45" fmla="*/ 31567 h 126365"/>
              <a:gd name="T46" fmla="*/ 291 w 127634"/>
              <a:gd name="T47" fmla="*/ 34851 h 126365"/>
              <a:gd name="T48" fmla="*/ 828 w 127634"/>
              <a:gd name="T49" fmla="*/ 37217 h 126365"/>
              <a:gd name="T50" fmla="*/ 1896 w 127634"/>
              <a:gd name="T51" fmla="*/ 38386 h 126365"/>
              <a:gd name="T52" fmla="*/ 3505 w 127634"/>
              <a:gd name="T53" fmla="*/ 38386 h 126365"/>
              <a:gd name="T54" fmla="*/ 5587 w 127634"/>
              <a:gd name="T55" fmla="*/ 37882 h 126365"/>
              <a:gd name="T56" fmla="*/ 26491 w 127634"/>
              <a:gd name="T57" fmla="*/ 25633 h 126365"/>
              <a:gd name="T58" fmla="*/ 51030 w 127634"/>
              <a:gd name="T59" fmla="*/ 2491 h 126365"/>
              <a:gd name="T60" fmla="*/ 50662 w 127634"/>
              <a:gd name="T61" fmla="*/ 1579 h 126365"/>
              <a:gd name="T62" fmla="*/ 49914 w 127634"/>
              <a:gd name="T63" fmla="*/ 914 h 126365"/>
              <a:gd name="T64" fmla="*/ 48406 w 127634"/>
              <a:gd name="T65" fmla="*/ 379 h 126365"/>
              <a:gd name="T66" fmla="*/ 44359 w 127634"/>
              <a:gd name="T67" fmla="*/ 0 h 126365"/>
              <a:gd name="T68" fmla="*/ 103725 w 127634"/>
              <a:gd name="T69" fmla="*/ 100105 h 126365"/>
              <a:gd name="T70" fmla="*/ 98024 w 127634"/>
              <a:gd name="T71" fmla="*/ 103261 h 126365"/>
              <a:gd name="T72" fmla="*/ 94988 w 127634"/>
              <a:gd name="T73" fmla="*/ 109574 h 126365"/>
              <a:gd name="T74" fmla="*/ 95987 w 127634"/>
              <a:gd name="T75" fmla="*/ 125611 h 126365"/>
              <a:gd name="T76" fmla="*/ 103599 w 127634"/>
              <a:gd name="T77" fmla="*/ 130882 h 126365"/>
              <a:gd name="T78" fmla="*/ 117719 w 127634"/>
              <a:gd name="T79" fmla="*/ 129809 h 126365"/>
              <a:gd name="T80" fmla="*/ 121779 w 127634"/>
              <a:gd name="T81" fmla="*/ 125611 h 126365"/>
              <a:gd name="T82" fmla="*/ 122803 w 127634"/>
              <a:gd name="T83" fmla="*/ 109289 h 126365"/>
              <a:gd name="T84" fmla="*/ 119789 w 127634"/>
              <a:gd name="T85" fmla="*/ 103261 h 126365"/>
              <a:gd name="T86" fmla="*/ 114213 w 127634"/>
              <a:gd name="T87" fmla="*/ 100105 h 12636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27634" h="126365">
                <a:moveTo>
                  <a:pt x="73877" y="105643"/>
                </a:moveTo>
                <a:lnTo>
                  <a:pt x="3499" y="105643"/>
                </a:lnTo>
                <a:lnTo>
                  <a:pt x="2977" y="105796"/>
                </a:lnTo>
                <a:lnTo>
                  <a:pt x="2523" y="106161"/>
                </a:lnTo>
                <a:lnTo>
                  <a:pt x="2072" y="106405"/>
                </a:lnTo>
                <a:lnTo>
                  <a:pt x="298" y="113659"/>
                </a:lnTo>
                <a:lnTo>
                  <a:pt x="298" y="117347"/>
                </a:lnTo>
                <a:lnTo>
                  <a:pt x="380" y="118750"/>
                </a:lnTo>
                <a:lnTo>
                  <a:pt x="582" y="119999"/>
                </a:lnTo>
                <a:lnTo>
                  <a:pt x="774" y="121279"/>
                </a:lnTo>
                <a:lnTo>
                  <a:pt x="1060" y="122285"/>
                </a:lnTo>
                <a:lnTo>
                  <a:pt x="1773" y="123809"/>
                </a:lnTo>
                <a:lnTo>
                  <a:pt x="2167" y="124327"/>
                </a:lnTo>
                <a:lnTo>
                  <a:pt x="2618" y="124571"/>
                </a:lnTo>
                <a:lnTo>
                  <a:pt x="3072" y="124967"/>
                </a:lnTo>
                <a:lnTo>
                  <a:pt x="3560" y="125089"/>
                </a:lnTo>
                <a:lnTo>
                  <a:pt x="73877" y="125089"/>
                </a:lnTo>
                <a:lnTo>
                  <a:pt x="74401" y="124967"/>
                </a:lnTo>
                <a:lnTo>
                  <a:pt x="74843" y="124571"/>
                </a:lnTo>
                <a:lnTo>
                  <a:pt x="75306" y="124327"/>
                </a:lnTo>
                <a:lnTo>
                  <a:pt x="77175" y="117347"/>
                </a:lnTo>
                <a:lnTo>
                  <a:pt x="77175" y="113659"/>
                </a:lnTo>
                <a:lnTo>
                  <a:pt x="74889" y="106161"/>
                </a:lnTo>
                <a:lnTo>
                  <a:pt x="74413" y="105796"/>
                </a:lnTo>
                <a:lnTo>
                  <a:pt x="73877" y="105643"/>
                </a:lnTo>
                <a:close/>
              </a:path>
              <a:path w="127634" h="126365">
                <a:moveTo>
                  <a:pt x="52840" y="24749"/>
                </a:moveTo>
                <a:lnTo>
                  <a:pt x="27431" y="24749"/>
                </a:lnTo>
                <a:lnTo>
                  <a:pt x="27431" y="105643"/>
                </a:lnTo>
                <a:lnTo>
                  <a:pt x="52840" y="105643"/>
                </a:lnTo>
                <a:lnTo>
                  <a:pt x="52840" y="24749"/>
                </a:lnTo>
                <a:close/>
              </a:path>
              <a:path w="127634" h="126365">
                <a:moveTo>
                  <a:pt x="45933" y="0"/>
                </a:moveTo>
                <a:lnTo>
                  <a:pt x="36600" y="0"/>
                </a:lnTo>
                <a:lnTo>
                  <a:pt x="35350" y="121"/>
                </a:lnTo>
                <a:lnTo>
                  <a:pt x="34314" y="121"/>
                </a:lnTo>
                <a:lnTo>
                  <a:pt x="32765" y="365"/>
                </a:lnTo>
                <a:lnTo>
                  <a:pt x="32147" y="487"/>
                </a:lnTo>
                <a:lnTo>
                  <a:pt x="31647" y="640"/>
                </a:lnTo>
                <a:lnTo>
                  <a:pt x="31171" y="761"/>
                </a:lnTo>
                <a:lnTo>
                  <a:pt x="30766" y="1005"/>
                </a:lnTo>
                <a:lnTo>
                  <a:pt x="30443" y="1249"/>
                </a:lnTo>
                <a:lnTo>
                  <a:pt x="3499" y="18531"/>
                </a:lnTo>
                <a:lnTo>
                  <a:pt x="582" y="21701"/>
                </a:lnTo>
                <a:lnTo>
                  <a:pt x="323" y="22341"/>
                </a:lnTo>
                <a:lnTo>
                  <a:pt x="167" y="23225"/>
                </a:lnTo>
                <a:lnTo>
                  <a:pt x="24" y="25267"/>
                </a:lnTo>
                <a:lnTo>
                  <a:pt x="0" y="30479"/>
                </a:lnTo>
                <a:lnTo>
                  <a:pt x="94" y="32369"/>
                </a:lnTo>
                <a:lnTo>
                  <a:pt x="298" y="33649"/>
                </a:lnTo>
                <a:lnTo>
                  <a:pt x="487" y="35051"/>
                </a:lnTo>
                <a:lnTo>
                  <a:pt x="856" y="35935"/>
                </a:lnTo>
                <a:lnTo>
                  <a:pt x="1417" y="36575"/>
                </a:lnTo>
                <a:lnTo>
                  <a:pt x="1965" y="37063"/>
                </a:lnTo>
                <a:lnTo>
                  <a:pt x="2691" y="37337"/>
                </a:lnTo>
                <a:lnTo>
                  <a:pt x="3630" y="37063"/>
                </a:lnTo>
                <a:lnTo>
                  <a:pt x="4571" y="36941"/>
                </a:lnTo>
                <a:lnTo>
                  <a:pt x="5785" y="36575"/>
                </a:lnTo>
                <a:lnTo>
                  <a:pt x="7263" y="35813"/>
                </a:lnTo>
                <a:lnTo>
                  <a:pt x="27431" y="24749"/>
                </a:lnTo>
                <a:lnTo>
                  <a:pt x="52840" y="24749"/>
                </a:lnTo>
                <a:lnTo>
                  <a:pt x="52840" y="2407"/>
                </a:lnTo>
                <a:lnTo>
                  <a:pt x="52709" y="1889"/>
                </a:lnTo>
                <a:lnTo>
                  <a:pt x="52459" y="1523"/>
                </a:lnTo>
                <a:lnTo>
                  <a:pt x="52196" y="1127"/>
                </a:lnTo>
                <a:lnTo>
                  <a:pt x="51684" y="883"/>
                </a:lnTo>
                <a:lnTo>
                  <a:pt x="50910" y="640"/>
                </a:lnTo>
                <a:lnTo>
                  <a:pt x="50124" y="365"/>
                </a:lnTo>
                <a:lnTo>
                  <a:pt x="48969" y="243"/>
                </a:lnTo>
                <a:lnTo>
                  <a:pt x="45933" y="0"/>
                </a:lnTo>
                <a:close/>
              </a:path>
              <a:path w="127634" h="126365">
                <a:moveTo>
                  <a:pt x="118265" y="96652"/>
                </a:moveTo>
                <a:lnTo>
                  <a:pt x="107405" y="96652"/>
                </a:lnTo>
                <a:lnTo>
                  <a:pt x="103607" y="97657"/>
                </a:lnTo>
                <a:lnTo>
                  <a:pt x="101501" y="99700"/>
                </a:lnTo>
                <a:lnTo>
                  <a:pt x="99404" y="101833"/>
                </a:lnTo>
                <a:lnTo>
                  <a:pt x="98358" y="105796"/>
                </a:lnTo>
                <a:lnTo>
                  <a:pt x="98358" y="117469"/>
                </a:lnTo>
                <a:lnTo>
                  <a:pt x="99392" y="121279"/>
                </a:lnTo>
                <a:lnTo>
                  <a:pt x="103525" y="125333"/>
                </a:lnTo>
                <a:lnTo>
                  <a:pt x="107274" y="126370"/>
                </a:lnTo>
                <a:lnTo>
                  <a:pt x="118134" y="126370"/>
                </a:lnTo>
                <a:lnTo>
                  <a:pt x="121895" y="125333"/>
                </a:lnTo>
                <a:lnTo>
                  <a:pt x="124004" y="123322"/>
                </a:lnTo>
                <a:lnTo>
                  <a:pt x="126098" y="121279"/>
                </a:lnTo>
                <a:lnTo>
                  <a:pt x="127159" y="117226"/>
                </a:lnTo>
                <a:lnTo>
                  <a:pt x="127159" y="105521"/>
                </a:lnTo>
                <a:lnTo>
                  <a:pt x="126110" y="101711"/>
                </a:lnTo>
                <a:lnTo>
                  <a:pt x="124038" y="99700"/>
                </a:lnTo>
                <a:lnTo>
                  <a:pt x="121980" y="97657"/>
                </a:lnTo>
                <a:lnTo>
                  <a:pt x="118265" y="9665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2" name="bk object 23">
            <a:extLst>
              <a:ext uri="{FF2B5EF4-FFF2-40B4-BE49-F238E27FC236}">
                <a16:creationId xmlns:a16="http://schemas.microsoft.com/office/drawing/2014/main" id="{C85B3F08-CA05-9807-1A5D-854E5D1A1117}"/>
              </a:ext>
            </a:extLst>
          </p:cNvPr>
          <p:cNvSpPr>
            <a:spLocks/>
          </p:cNvSpPr>
          <p:nvPr/>
        </p:nvSpPr>
        <p:spPr bwMode="auto">
          <a:xfrm>
            <a:off x="539751" y="1327152"/>
            <a:ext cx="177800" cy="171449"/>
          </a:xfrm>
          <a:custGeom>
            <a:avLst/>
            <a:gdLst>
              <a:gd name="T0" fmla="*/ 35384 w 133350"/>
              <a:gd name="T1" fmla="*/ 23136 h 128269"/>
              <a:gd name="T2" fmla="*/ 41754 w 133350"/>
              <a:gd name="T3" fmla="*/ 25058 h 128269"/>
              <a:gd name="T4" fmla="*/ 48767 w 133350"/>
              <a:gd name="T5" fmla="*/ 41215 h 128269"/>
              <a:gd name="T6" fmla="*/ 47932 w 133350"/>
              <a:gd name="T7" fmla="*/ 46271 h 128269"/>
              <a:gd name="T8" fmla="*/ 46363 w 133350"/>
              <a:gd name="T9" fmla="*/ 51699 h 128269"/>
              <a:gd name="T10" fmla="*/ 43397 w 133350"/>
              <a:gd name="T11" fmla="*/ 57900 h 128269"/>
              <a:gd name="T12" fmla="*/ 36027 w 133350"/>
              <a:gd name="T13" fmla="*/ 68756 h 128269"/>
              <a:gd name="T14" fmla="*/ 6489 w 133350"/>
              <a:gd name="T15" fmla="*/ 100915 h 128269"/>
              <a:gd name="T16" fmla="*/ 286 w 133350"/>
              <a:gd name="T17" fmla="*/ 112298 h 128269"/>
              <a:gd name="T18" fmla="*/ 0 w 133350"/>
              <a:gd name="T19" fmla="*/ 115646 h 128269"/>
              <a:gd name="T20" fmla="*/ 4355 w 133350"/>
              <a:gd name="T21" fmla="*/ 128175 h 128269"/>
              <a:gd name="T22" fmla="*/ 6620 w 133350"/>
              <a:gd name="T23" fmla="*/ 128579 h 128269"/>
              <a:gd name="T24" fmla="*/ 81402 w 133350"/>
              <a:gd name="T25" fmla="*/ 128456 h 128269"/>
              <a:gd name="T26" fmla="*/ 82439 w 133350"/>
              <a:gd name="T27" fmla="*/ 127680 h 128269"/>
              <a:gd name="T28" fmla="*/ 84152 w 133350"/>
              <a:gd name="T29" fmla="*/ 116297 h 128269"/>
              <a:gd name="T30" fmla="*/ 82591 w 133350"/>
              <a:gd name="T31" fmla="*/ 109319 h 128269"/>
              <a:gd name="T32" fmla="*/ 81579 w 133350"/>
              <a:gd name="T33" fmla="*/ 108420 h 128269"/>
              <a:gd name="T34" fmla="*/ 80436 w 133350"/>
              <a:gd name="T35" fmla="*/ 107770 h 128269"/>
              <a:gd name="T36" fmla="*/ 45515 w 133350"/>
              <a:gd name="T37" fmla="*/ 92131 h 128269"/>
              <a:gd name="T38" fmla="*/ 77949 w 133350"/>
              <a:gd name="T39" fmla="*/ 45092 h 128269"/>
              <a:gd name="T40" fmla="*/ 79104 w 133350"/>
              <a:gd name="T41" fmla="*/ 37215 h 128269"/>
              <a:gd name="T42" fmla="*/ 78318 w 133350"/>
              <a:gd name="T43" fmla="*/ 24034 h 128269"/>
              <a:gd name="T44" fmla="*/ 46756 w 133350"/>
              <a:gd name="T45" fmla="*/ 0 h 128269"/>
              <a:gd name="T46" fmla="*/ 32110 w 133350"/>
              <a:gd name="T47" fmla="*/ 403 h 128269"/>
              <a:gd name="T48" fmla="*/ 7665 w 133350"/>
              <a:gd name="T49" fmla="*/ 8650 h 128269"/>
              <a:gd name="T50" fmla="*/ 5379 w 133350"/>
              <a:gd name="T51" fmla="*/ 10484 h 128269"/>
              <a:gd name="T52" fmla="*/ 3998 w 133350"/>
              <a:gd name="T53" fmla="*/ 11876 h 128269"/>
              <a:gd name="T54" fmla="*/ 3343 w 133350"/>
              <a:gd name="T55" fmla="*/ 13056 h 128269"/>
              <a:gd name="T56" fmla="*/ 2379 w 133350"/>
              <a:gd name="T57" fmla="*/ 24562 h 128269"/>
              <a:gd name="T58" fmla="*/ 2724 w 133350"/>
              <a:gd name="T59" fmla="*/ 28034 h 128269"/>
              <a:gd name="T60" fmla="*/ 3203 w 133350"/>
              <a:gd name="T61" fmla="*/ 30113 h 128269"/>
              <a:gd name="T62" fmla="*/ 3797 w 133350"/>
              <a:gd name="T63" fmla="*/ 31664 h 128269"/>
              <a:gd name="T64" fmla="*/ 4629 w 133350"/>
              <a:gd name="T65" fmla="*/ 32439 h 128269"/>
              <a:gd name="T66" fmla="*/ 6547 w 133350"/>
              <a:gd name="T67" fmla="*/ 32687 h 128269"/>
              <a:gd name="T68" fmla="*/ 9201 w 133350"/>
              <a:gd name="T69" fmla="*/ 31136 h 128269"/>
              <a:gd name="T70" fmla="*/ 12548 w 133350"/>
              <a:gd name="T71" fmla="*/ 29090 h 128269"/>
              <a:gd name="T72" fmla="*/ 17013 w 133350"/>
              <a:gd name="T73" fmla="*/ 26608 h 128269"/>
              <a:gd name="T74" fmla="*/ 22536 w 133350"/>
              <a:gd name="T75" fmla="*/ 24562 h 128269"/>
              <a:gd name="T76" fmla="*/ 28849 w 133350"/>
              <a:gd name="T77" fmla="*/ 23136 h 128269"/>
              <a:gd name="T78" fmla="*/ 76736 w 133350"/>
              <a:gd name="T79" fmla="*/ 19911 h 128269"/>
              <a:gd name="T80" fmla="*/ 46756 w 133350"/>
              <a:gd name="T81" fmla="*/ 0 h 128269"/>
              <a:gd name="T82" fmla="*/ 113214 w 133350"/>
              <a:gd name="T83" fmla="*/ 99644 h 128269"/>
              <a:gd name="T84" fmla="*/ 107310 w 133350"/>
              <a:gd name="T85" fmla="*/ 102745 h 128269"/>
              <a:gd name="T86" fmla="*/ 104168 w 133350"/>
              <a:gd name="T87" fmla="*/ 108947 h 128269"/>
              <a:gd name="T88" fmla="*/ 105201 w 133350"/>
              <a:gd name="T89" fmla="*/ 124703 h 128269"/>
              <a:gd name="T90" fmla="*/ 113083 w 133350"/>
              <a:gd name="T91" fmla="*/ 129881 h 128269"/>
              <a:gd name="T92" fmla="*/ 127705 w 133350"/>
              <a:gd name="T93" fmla="*/ 128827 h 128269"/>
              <a:gd name="T94" fmla="*/ 131908 w 133350"/>
              <a:gd name="T95" fmla="*/ 124703 h 128269"/>
              <a:gd name="T96" fmla="*/ 132968 w 133350"/>
              <a:gd name="T97" fmla="*/ 108668 h 128269"/>
              <a:gd name="T98" fmla="*/ 129847 w 133350"/>
              <a:gd name="T99" fmla="*/ 102745 h 128269"/>
              <a:gd name="T100" fmla="*/ 124074 w 133350"/>
              <a:gd name="T101" fmla="*/ 99644 h 12826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3350" h="128269">
                <a:moveTo>
                  <a:pt x="77973" y="22738"/>
                </a:moveTo>
                <a:lnTo>
                  <a:pt x="35384" y="22738"/>
                </a:lnTo>
                <a:lnTo>
                  <a:pt x="37743" y="23103"/>
                </a:lnTo>
                <a:lnTo>
                  <a:pt x="41754" y="24627"/>
                </a:lnTo>
                <a:lnTo>
                  <a:pt x="48767" y="36057"/>
                </a:lnTo>
                <a:lnTo>
                  <a:pt x="48767" y="40507"/>
                </a:lnTo>
                <a:lnTo>
                  <a:pt x="48481" y="42915"/>
                </a:lnTo>
                <a:lnTo>
                  <a:pt x="47932" y="45476"/>
                </a:lnTo>
                <a:lnTo>
                  <a:pt x="47399" y="48005"/>
                </a:lnTo>
                <a:lnTo>
                  <a:pt x="46363" y="50810"/>
                </a:lnTo>
                <a:lnTo>
                  <a:pt x="44872" y="53858"/>
                </a:lnTo>
                <a:lnTo>
                  <a:pt x="43397" y="56906"/>
                </a:lnTo>
                <a:lnTo>
                  <a:pt x="41336" y="60197"/>
                </a:lnTo>
                <a:lnTo>
                  <a:pt x="36027" y="67574"/>
                </a:lnTo>
                <a:lnTo>
                  <a:pt x="32540" y="71627"/>
                </a:lnTo>
                <a:lnTo>
                  <a:pt x="6489" y="99181"/>
                </a:lnTo>
                <a:lnTo>
                  <a:pt x="5202" y="100583"/>
                </a:lnTo>
                <a:lnTo>
                  <a:pt x="286" y="110368"/>
                </a:lnTo>
                <a:lnTo>
                  <a:pt x="82" y="111892"/>
                </a:lnTo>
                <a:lnTo>
                  <a:pt x="0" y="113659"/>
                </a:lnTo>
                <a:lnTo>
                  <a:pt x="0" y="117988"/>
                </a:lnTo>
                <a:lnTo>
                  <a:pt x="4355" y="125973"/>
                </a:lnTo>
                <a:lnTo>
                  <a:pt x="5391" y="126248"/>
                </a:lnTo>
                <a:lnTo>
                  <a:pt x="6620" y="126370"/>
                </a:lnTo>
                <a:lnTo>
                  <a:pt x="80817" y="126370"/>
                </a:lnTo>
                <a:lnTo>
                  <a:pt x="81402" y="126248"/>
                </a:lnTo>
                <a:lnTo>
                  <a:pt x="81927" y="125851"/>
                </a:lnTo>
                <a:lnTo>
                  <a:pt x="82439" y="125486"/>
                </a:lnTo>
                <a:lnTo>
                  <a:pt x="84152" y="117988"/>
                </a:lnTo>
                <a:lnTo>
                  <a:pt x="84152" y="114299"/>
                </a:lnTo>
                <a:lnTo>
                  <a:pt x="82984" y="108325"/>
                </a:lnTo>
                <a:lnTo>
                  <a:pt x="82591" y="107441"/>
                </a:lnTo>
                <a:lnTo>
                  <a:pt x="82128" y="106923"/>
                </a:lnTo>
                <a:lnTo>
                  <a:pt x="81579" y="106558"/>
                </a:lnTo>
                <a:lnTo>
                  <a:pt x="81034" y="106161"/>
                </a:lnTo>
                <a:lnTo>
                  <a:pt x="80436" y="105917"/>
                </a:lnTo>
                <a:lnTo>
                  <a:pt x="30336" y="105917"/>
                </a:lnTo>
                <a:lnTo>
                  <a:pt x="45515" y="90548"/>
                </a:lnTo>
                <a:lnTo>
                  <a:pt x="70649" y="61478"/>
                </a:lnTo>
                <a:lnTo>
                  <a:pt x="77949" y="44317"/>
                </a:lnTo>
                <a:lnTo>
                  <a:pt x="78723" y="40507"/>
                </a:lnTo>
                <a:lnTo>
                  <a:pt x="79104" y="36575"/>
                </a:lnTo>
                <a:lnTo>
                  <a:pt x="79104" y="27828"/>
                </a:lnTo>
                <a:lnTo>
                  <a:pt x="78318" y="23621"/>
                </a:lnTo>
                <a:lnTo>
                  <a:pt x="77973" y="22738"/>
                </a:lnTo>
                <a:close/>
              </a:path>
              <a:path w="133350" h="128269">
                <a:moveTo>
                  <a:pt x="46756" y="0"/>
                </a:moveTo>
                <a:lnTo>
                  <a:pt x="36088" y="0"/>
                </a:lnTo>
                <a:lnTo>
                  <a:pt x="32110" y="396"/>
                </a:lnTo>
                <a:lnTo>
                  <a:pt x="9832" y="7376"/>
                </a:lnTo>
                <a:lnTo>
                  <a:pt x="7665" y="8503"/>
                </a:lnTo>
                <a:lnTo>
                  <a:pt x="6178" y="9540"/>
                </a:lnTo>
                <a:lnTo>
                  <a:pt x="5379" y="10302"/>
                </a:lnTo>
                <a:lnTo>
                  <a:pt x="4571" y="11064"/>
                </a:lnTo>
                <a:lnTo>
                  <a:pt x="3998" y="11673"/>
                </a:lnTo>
                <a:lnTo>
                  <a:pt x="3678" y="12313"/>
                </a:lnTo>
                <a:lnTo>
                  <a:pt x="3343" y="12832"/>
                </a:lnTo>
                <a:lnTo>
                  <a:pt x="2340" y="23103"/>
                </a:lnTo>
                <a:lnTo>
                  <a:pt x="2379" y="24140"/>
                </a:lnTo>
                <a:lnTo>
                  <a:pt x="2405" y="24627"/>
                </a:lnTo>
                <a:lnTo>
                  <a:pt x="2724" y="27553"/>
                </a:lnTo>
                <a:lnTo>
                  <a:pt x="2929" y="28712"/>
                </a:lnTo>
                <a:lnTo>
                  <a:pt x="3203" y="29596"/>
                </a:lnTo>
                <a:lnTo>
                  <a:pt x="3453" y="30479"/>
                </a:lnTo>
                <a:lnTo>
                  <a:pt x="3797" y="31120"/>
                </a:lnTo>
                <a:lnTo>
                  <a:pt x="4215" y="31485"/>
                </a:lnTo>
                <a:lnTo>
                  <a:pt x="4629" y="31882"/>
                </a:lnTo>
                <a:lnTo>
                  <a:pt x="5129" y="32125"/>
                </a:lnTo>
                <a:lnTo>
                  <a:pt x="6547" y="32125"/>
                </a:lnTo>
                <a:lnTo>
                  <a:pt x="7714" y="31638"/>
                </a:lnTo>
                <a:lnTo>
                  <a:pt x="9201" y="30601"/>
                </a:lnTo>
                <a:lnTo>
                  <a:pt x="10692" y="29596"/>
                </a:lnTo>
                <a:lnTo>
                  <a:pt x="12548" y="28590"/>
                </a:lnTo>
                <a:lnTo>
                  <a:pt x="14773" y="27310"/>
                </a:lnTo>
                <a:lnTo>
                  <a:pt x="17013" y="26151"/>
                </a:lnTo>
                <a:lnTo>
                  <a:pt x="19595" y="25145"/>
                </a:lnTo>
                <a:lnTo>
                  <a:pt x="22536" y="24140"/>
                </a:lnTo>
                <a:lnTo>
                  <a:pt x="25478" y="23103"/>
                </a:lnTo>
                <a:lnTo>
                  <a:pt x="28849" y="22738"/>
                </a:lnTo>
                <a:lnTo>
                  <a:pt x="77973" y="22738"/>
                </a:lnTo>
                <a:lnTo>
                  <a:pt x="76736" y="19568"/>
                </a:lnTo>
                <a:lnTo>
                  <a:pt x="52459" y="761"/>
                </a:lnTo>
                <a:lnTo>
                  <a:pt x="46756" y="0"/>
                </a:lnTo>
                <a:close/>
              </a:path>
              <a:path w="133350" h="128269">
                <a:moveTo>
                  <a:pt x="124074" y="97932"/>
                </a:moveTo>
                <a:lnTo>
                  <a:pt x="113214" y="97932"/>
                </a:lnTo>
                <a:lnTo>
                  <a:pt x="109417" y="98938"/>
                </a:lnTo>
                <a:lnTo>
                  <a:pt x="107310" y="100980"/>
                </a:lnTo>
                <a:lnTo>
                  <a:pt x="105213" y="103113"/>
                </a:lnTo>
                <a:lnTo>
                  <a:pt x="104168" y="107076"/>
                </a:lnTo>
                <a:lnTo>
                  <a:pt x="104168" y="118750"/>
                </a:lnTo>
                <a:lnTo>
                  <a:pt x="105201" y="122560"/>
                </a:lnTo>
                <a:lnTo>
                  <a:pt x="109334" y="126613"/>
                </a:lnTo>
                <a:lnTo>
                  <a:pt x="113083" y="127650"/>
                </a:lnTo>
                <a:lnTo>
                  <a:pt x="123943" y="127650"/>
                </a:lnTo>
                <a:lnTo>
                  <a:pt x="127705" y="126613"/>
                </a:lnTo>
                <a:lnTo>
                  <a:pt x="129814" y="124602"/>
                </a:lnTo>
                <a:lnTo>
                  <a:pt x="131908" y="122560"/>
                </a:lnTo>
                <a:lnTo>
                  <a:pt x="132968" y="118506"/>
                </a:lnTo>
                <a:lnTo>
                  <a:pt x="132968" y="106801"/>
                </a:lnTo>
                <a:lnTo>
                  <a:pt x="131920" y="102991"/>
                </a:lnTo>
                <a:lnTo>
                  <a:pt x="129847" y="100980"/>
                </a:lnTo>
                <a:lnTo>
                  <a:pt x="127790" y="98938"/>
                </a:lnTo>
                <a:lnTo>
                  <a:pt x="124074" y="9793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3" name="bk object 24">
            <a:extLst>
              <a:ext uri="{FF2B5EF4-FFF2-40B4-BE49-F238E27FC236}">
                <a16:creationId xmlns:a16="http://schemas.microsoft.com/office/drawing/2014/main" id="{EBBB425C-960A-6CBB-A804-10CE97038C9F}"/>
              </a:ext>
            </a:extLst>
          </p:cNvPr>
          <p:cNvSpPr>
            <a:spLocks/>
          </p:cNvSpPr>
          <p:nvPr/>
        </p:nvSpPr>
        <p:spPr bwMode="auto">
          <a:xfrm>
            <a:off x="539751" y="1824566"/>
            <a:ext cx="177800" cy="171451"/>
          </a:xfrm>
          <a:custGeom>
            <a:avLst/>
            <a:gdLst>
              <a:gd name="T0" fmla="*/ 1298 w 133350"/>
              <a:gd name="T1" fmla="*/ 99104 h 128905"/>
              <a:gd name="T2" fmla="*/ 15 w 133350"/>
              <a:gd name="T3" fmla="*/ 103358 h 128905"/>
              <a:gd name="T4" fmla="*/ 143 w 133350"/>
              <a:gd name="T5" fmla="*/ 111238 h 128905"/>
              <a:gd name="T6" fmla="*/ 643 w 133350"/>
              <a:gd name="T7" fmla="*/ 114474 h 128905"/>
              <a:gd name="T8" fmla="*/ 1417 w 133350"/>
              <a:gd name="T9" fmla="*/ 116721 h 128905"/>
              <a:gd name="T10" fmla="*/ 2727 w 133350"/>
              <a:gd name="T11" fmla="*/ 118338 h 128905"/>
              <a:gd name="T12" fmla="*/ 42540 w 133350"/>
              <a:gd name="T13" fmla="*/ 126338 h 128905"/>
              <a:gd name="T14" fmla="*/ 60923 w 133350"/>
              <a:gd name="T15" fmla="*/ 122203 h 128905"/>
              <a:gd name="T16" fmla="*/ 24444 w 133350"/>
              <a:gd name="T17" fmla="*/ 106115 h 128905"/>
              <a:gd name="T18" fmla="*/ 12515 w 133350"/>
              <a:gd name="T19" fmla="*/ 102609 h 128905"/>
              <a:gd name="T20" fmla="*/ 6452 w 133350"/>
              <a:gd name="T21" fmla="*/ 99853 h 128905"/>
              <a:gd name="T22" fmla="*/ 76561 w 133350"/>
              <a:gd name="T23" fmla="*/ 19712 h 128905"/>
              <a:gd name="T24" fmla="*/ 43016 w 133350"/>
              <a:gd name="T25" fmla="*/ 21600 h 128905"/>
              <a:gd name="T26" fmla="*/ 47588 w 133350"/>
              <a:gd name="T27" fmla="*/ 25346 h 128905"/>
              <a:gd name="T28" fmla="*/ 50066 w 133350"/>
              <a:gd name="T29" fmla="*/ 30707 h 128905"/>
              <a:gd name="T30" fmla="*/ 30803 w 133350"/>
              <a:gd name="T31" fmla="*/ 52818 h 128905"/>
              <a:gd name="T32" fmla="*/ 11978 w 133350"/>
              <a:gd name="T33" fmla="*/ 57161 h 128905"/>
              <a:gd name="T34" fmla="*/ 11740 w 133350"/>
              <a:gd name="T35" fmla="*/ 63543 h 128905"/>
              <a:gd name="T36" fmla="*/ 12134 w 133350"/>
              <a:gd name="T37" fmla="*/ 67647 h 128905"/>
              <a:gd name="T38" fmla="*/ 13179 w 133350"/>
              <a:gd name="T39" fmla="*/ 70044 h 128905"/>
              <a:gd name="T40" fmla="*/ 14834 w 133350"/>
              <a:gd name="T41" fmla="*/ 70913 h 128905"/>
              <a:gd name="T42" fmla="*/ 35826 w 133350"/>
              <a:gd name="T43" fmla="*/ 71392 h 128905"/>
              <a:gd name="T44" fmla="*/ 47649 w 133350"/>
              <a:gd name="T45" fmla="*/ 76037 h 128905"/>
              <a:gd name="T46" fmla="*/ 52696 w 133350"/>
              <a:gd name="T47" fmla="*/ 81878 h 128905"/>
              <a:gd name="T48" fmla="*/ 54400 w 133350"/>
              <a:gd name="T49" fmla="*/ 92124 h 128905"/>
              <a:gd name="T50" fmla="*/ 80284 w 133350"/>
              <a:gd name="T51" fmla="*/ 104738 h 128905"/>
              <a:gd name="T52" fmla="*/ 83856 w 133350"/>
              <a:gd name="T53" fmla="*/ 84754 h 128905"/>
              <a:gd name="T54" fmla="*/ 80640 w 133350"/>
              <a:gd name="T55" fmla="*/ 75017 h 128905"/>
              <a:gd name="T56" fmla="*/ 70972 w 133350"/>
              <a:gd name="T57" fmla="*/ 65041 h 128905"/>
              <a:gd name="T58" fmla="*/ 60042 w 133350"/>
              <a:gd name="T59" fmla="*/ 60666 h 128905"/>
              <a:gd name="T60" fmla="*/ 72426 w 133350"/>
              <a:gd name="T61" fmla="*/ 49432 h 128905"/>
              <a:gd name="T62" fmla="*/ 76699 w 133350"/>
              <a:gd name="T63" fmla="*/ 40955 h 128905"/>
              <a:gd name="T64" fmla="*/ 78141 w 133350"/>
              <a:gd name="T65" fmla="*/ 25704 h 128905"/>
              <a:gd name="T66" fmla="*/ 46506 w 133350"/>
              <a:gd name="T67" fmla="*/ 0 h 128905"/>
              <a:gd name="T68" fmla="*/ 5428 w 133350"/>
              <a:gd name="T69" fmla="*/ 10246 h 128905"/>
              <a:gd name="T70" fmla="*/ 2846 w 133350"/>
              <a:gd name="T71" fmla="*/ 17225 h 128905"/>
              <a:gd name="T72" fmla="*/ 3011 w 133350"/>
              <a:gd name="T73" fmla="*/ 24715 h 128905"/>
              <a:gd name="T74" fmla="*/ 4940 w 133350"/>
              <a:gd name="T75" fmla="*/ 28971 h 128905"/>
              <a:gd name="T76" fmla="*/ 7906 w 133350"/>
              <a:gd name="T77" fmla="*/ 28580 h 128905"/>
              <a:gd name="T78" fmla="*/ 15563 w 133350"/>
              <a:gd name="T79" fmla="*/ 24357 h 128905"/>
              <a:gd name="T80" fmla="*/ 26538 w 133350"/>
              <a:gd name="T81" fmla="*/ 20102 h 128905"/>
              <a:gd name="T82" fmla="*/ 75663 w 133350"/>
              <a:gd name="T83" fmla="*/ 17615 h 128905"/>
              <a:gd name="T84" fmla="*/ 68403 w 133350"/>
              <a:gd name="T85" fmla="*/ 7998 h 128905"/>
              <a:gd name="T86" fmla="*/ 51889 w 133350"/>
              <a:gd name="T87" fmla="*/ 626 h 128905"/>
              <a:gd name="T88" fmla="*/ 113513 w 133350"/>
              <a:gd name="T89" fmla="*/ 96259 h 128905"/>
              <a:gd name="T90" fmla="*/ 105512 w 133350"/>
              <a:gd name="T91" fmla="*/ 101351 h 128905"/>
              <a:gd name="T92" fmla="*/ 105500 w 133350"/>
              <a:gd name="T93" fmla="*/ 120466 h 128905"/>
              <a:gd name="T94" fmla="*/ 124242 w 133350"/>
              <a:gd name="T95" fmla="*/ 125469 h 128905"/>
              <a:gd name="T96" fmla="*/ 132206 w 133350"/>
              <a:gd name="T97" fmla="*/ 120466 h 128905"/>
              <a:gd name="T98" fmla="*/ 132219 w 133350"/>
              <a:gd name="T99" fmla="*/ 101231 h 128905"/>
              <a:gd name="T100" fmla="*/ 124373 w 133350"/>
              <a:gd name="T101" fmla="*/ 96259 h 1289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3350" h="128905">
                <a:moveTo>
                  <a:pt x="3752" y="100218"/>
                </a:moveTo>
                <a:lnTo>
                  <a:pt x="2072" y="100218"/>
                </a:lnTo>
                <a:lnTo>
                  <a:pt x="1298" y="100827"/>
                </a:lnTo>
                <a:lnTo>
                  <a:pt x="774" y="101986"/>
                </a:lnTo>
                <a:lnTo>
                  <a:pt x="262" y="103266"/>
                </a:lnTo>
                <a:lnTo>
                  <a:pt x="15" y="105155"/>
                </a:lnTo>
                <a:lnTo>
                  <a:pt x="0" y="110246"/>
                </a:lnTo>
                <a:lnTo>
                  <a:pt x="60" y="111892"/>
                </a:lnTo>
                <a:lnTo>
                  <a:pt x="143" y="113172"/>
                </a:lnTo>
                <a:lnTo>
                  <a:pt x="249" y="114421"/>
                </a:lnTo>
                <a:lnTo>
                  <a:pt x="405" y="115580"/>
                </a:lnTo>
                <a:lnTo>
                  <a:pt x="643" y="116464"/>
                </a:lnTo>
                <a:lnTo>
                  <a:pt x="856" y="117347"/>
                </a:lnTo>
                <a:lnTo>
                  <a:pt x="1118" y="117988"/>
                </a:lnTo>
                <a:lnTo>
                  <a:pt x="1417" y="118750"/>
                </a:lnTo>
                <a:lnTo>
                  <a:pt x="1703" y="119390"/>
                </a:lnTo>
                <a:lnTo>
                  <a:pt x="2130" y="119877"/>
                </a:lnTo>
                <a:lnTo>
                  <a:pt x="2727" y="120395"/>
                </a:lnTo>
                <a:lnTo>
                  <a:pt x="3297" y="120914"/>
                </a:lnTo>
                <a:lnTo>
                  <a:pt x="31217" y="128534"/>
                </a:lnTo>
                <a:lnTo>
                  <a:pt x="42540" y="128534"/>
                </a:lnTo>
                <a:lnTo>
                  <a:pt x="49030" y="127772"/>
                </a:lnTo>
                <a:lnTo>
                  <a:pt x="54970" y="125973"/>
                </a:lnTo>
                <a:lnTo>
                  <a:pt x="60923" y="124327"/>
                </a:lnTo>
                <a:lnTo>
                  <a:pt x="79321" y="108447"/>
                </a:lnTo>
                <a:lnTo>
                  <a:pt x="28181" y="108447"/>
                </a:lnTo>
                <a:lnTo>
                  <a:pt x="24444" y="107960"/>
                </a:lnTo>
                <a:lnTo>
                  <a:pt x="21134" y="107076"/>
                </a:lnTo>
                <a:lnTo>
                  <a:pt x="17849" y="106314"/>
                </a:lnTo>
                <a:lnTo>
                  <a:pt x="12515" y="104393"/>
                </a:lnTo>
                <a:lnTo>
                  <a:pt x="10049" y="103388"/>
                </a:lnTo>
                <a:lnTo>
                  <a:pt x="8025" y="102351"/>
                </a:lnTo>
                <a:lnTo>
                  <a:pt x="6452" y="101589"/>
                </a:lnTo>
                <a:lnTo>
                  <a:pt x="4870" y="100705"/>
                </a:lnTo>
                <a:lnTo>
                  <a:pt x="3752" y="100218"/>
                </a:lnTo>
                <a:close/>
              </a:path>
              <a:path w="133350" h="128905">
                <a:moveTo>
                  <a:pt x="76561" y="20055"/>
                </a:moveTo>
                <a:lnTo>
                  <a:pt x="36027" y="20055"/>
                </a:lnTo>
                <a:lnTo>
                  <a:pt x="38624" y="20452"/>
                </a:lnTo>
                <a:lnTo>
                  <a:pt x="43016" y="21976"/>
                </a:lnTo>
                <a:lnTo>
                  <a:pt x="44802" y="23103"/>
                </a:lnTo>
                <a:lnTo>
                  <a:pt x="46207" y="24505"/>
                </a:lnTo>
                <a:lnTo>
                  <a:pt x="47588" y="25786"/>
                </a:lnTo>
                <a:lnTo>
                  <a:pt x="48649" y="27431"/>
                </a:lnTo>
                <a:lnTo>
                  <a:pt x="49353" y="29352"/>
                </a:lnTo>
                <a:lnTo>
                  <a:pt x="50066" y="31241"/>
                </a:lnTo>
                <a:lnTo>
                  <a:pt x="50423" y="33284"/>
                </a:lnTo>
                <a:lnTo>
                  <a:pt x="50423" y="38099"/>
                </a:lnTo>
                <a:lnTo>
                  <a:pt x="30803" y="53736"/>
                </a:lnTo>
                <a:lnTo>
                  <a:pt x="15322" y="53736"/>
                </a:lnTo>
                <a:lnTo>
                  <a:pt x="14657" y="53858"/>
                </a:lnTo>
                <a:lnTo>
                  <a:pt x="11978" y="58155"/>
                </a:lnTo>
                <a:lnTo>
                  <a:pt x="11810" y="59314"/>
                </a:lnTo>
                <a:lnTo>
                  <a:pt x="11740" y="60838"/>
                </a:lnTo>
                <a:lnTo>
                  <a:pt x="11740" y="64648"/>
                </a:lnTo>
                <a:lnTo>
                  <a:pt x="11810" y="66293"/>
                </a:lnTo>
                <a:lnTo>
                  <a:pt x="11978" y="67574"/>
                </a:lnTo>
                <a:lnTo>
                  <a:pt x="12134" y="68823"/>
                </a:lnTo>
                <a:lnTo>
                  <a:pt x="12405" y="69860"/>
                </a:lnTo>
                <a:lnTo>
                  <a:pt x="12798" y="70500"/>
                </a:lnTo>
                <a:lnTo>
                  <a:pt x="13179" y="71262"/>
                </a:lnTo>
                <a:lnTo>
                  <a:pt x="13670" y="71627"/>
                </a:lnTo>
                <a:lnTo>
                  <a:pt x="14252" y="71871"/>
                </a:lnTo>
                <a:lnTo>
                  <a:pt x="14834" y="72146"/>
                </a:lnTo>
                <a:lnTo>
                  <a:pt x="15550" y="72268"/>
                </a:lnTo>
                <a:lnTo>
                  <a:pt x="31827" y="72268"/>
                </a:lnTo>
                <a:lnTo>
                  <a:pt x="35826" y="72633"/>
                </a:lnTo>
                <a:lnTo>
                  <a:pt x="42614" y="74432"/>
                </a:lnTo>
                <a:lnTo>
                  <a:pt x="45433" y="75681"/>
                </a:lnTo>
                <a:lnTo>
                  <a:pt x="47649" y="77358"/>
                </a:lnTo>
                <a:lnTo>
                  <a:pt x="49886" y="79004"/>
                </a:lnTo>
                <a:lnTo>
                  <a:pt x="51566" y="80893"/>
                </a:lnTo>
                <a:lnTo>
                  <a:pt x="52696" y="83301"/>
                </a:lnTo>
                <a:lnTo>
                  <a:pt x="53827" y="85587"/>
                </a:lnTo>
                <a:lnTo>
                  <a:pt x="54400" y="88148"/>
                </a:lnTo>
                <a:lnTo>
                  <a:pt x="54400" y="93725"/>
                </a:lnTo>
                <a:lnTo>
                  <a:pt x="35945" y="108447"/>
                </a:lnTo>
                <a:lnTo>
                  <a:pt x="79321" y="108447"/>
                </a:lnTo>
                <a:lnTo>
                  <a:pt x="80284" y="106558"/>
                </a:lnTo>
                <a:lnTo>
                  <a:pt x="82664" y="101742"/>
                </a:lnTo>
                <a:lnTo>
                  <a:pt x="83856" y="96133"/>
                </a:lnTo>
                <a:lnTo>
                  <a:pt x="83856" y="86227"/>
                </a:lnTo>
                <a:lnTo>
                  <a:pt x="83225" y="82814"/>
                </a:lnTo>
                <a:lnTo>
                  <a:pt x="81927" y="79644"/>
                </a:lnTo>
                <a:lnTo>
                  <a:pt x="80640" y="76321"/>
                </a:lnTo>
                <a:lnTo>
                  <a:pt x="78784" y="73395"/>
                </a:lnTo>
                <a:lnTo>
                  <a:pt x="73926" y="68336"/>
                </a:lnTo>
                <a:lnTo>
                  <a:pt x="70972" y="66172"/>
                </a:lnTo>
                <a:lnTo>
                  <a:pt x="67473" y="64526"/>
                </a:lnTo>
                <a:lnTo>
                  <a:pt x="63983" y="62727"/>
                </a:lnTo>
                <a:lnTo>
                  <a:pt x="60042" y="61721"/>
                </a:lnTo>
                <a:lnTo>
                  <a:pt x="55650" y="61203"/>
                </a:lnTo>
                <a:lnTo>
                  <a:pt x="55650" y="60959"/>
                </a:lnTo>
                <a:lnTo>
                  <a:pt x="72426" y="50291"/>
                </a:lnTo>
                <a:lnTo>
                  <a:pt x="74294" y="47762"/>
                </a:lnTo>
                <a:lnTo>
                  <a:pt x="75724" y="44836"/>
                </a:lnTo>
                <a:lnTo>
                  <a:pt x="76699" y="41666"/>
                </a:lnTo>
                <a:lnTo>
                  <a:pt x="77666" y="38343"/>
                </a:lnTo>
                <a:lnTo>
                  <a:pt x="78141" y="34808"/>
                </a:lnTo>
                <a:lnTo>
                  <a:pt x="78141" y="26151"/>
                </a:lnTo>
                <a:lnTo>
                  <a:pt x="77318" y="21854"/>
                </a:lnTo>
                <a:lnTo>
                  <a:pt x="76561" y="20055"/>
                </a:lnTo>
                <a:close/>
              </a:path>
              <a:path w="133350" h="128905">
                <a:moveTo>
                  <a:pt x="46506" y="0"/>
                </a:moveTo>
                <a:lnTo>
                  <a:pt x="35777" y="0"/>
                </a:lnTo>
                <a:lnTo>
                  <a:pt x="31455" y="396"/>
                </a:lnTo>
                <a:lnTo>
                  <a:pt x="5428" y="10424"/>
                </a:lnTo>
                <a:lnTo>
                  <a:pt x="4785" y="10911"/>
                </a:lnTo>
                <a:lnTo>
                  <a:pt x="2916" y="16520"/>
                </a:lnTo>
                <a:lnTo>
                  <a:pt x="2846" y="17525"/>
                </a:lnTo>
                <a:lnTo>
                  <a:pt x="2837" y="23103"/>
                </a:lnTo>
                <a:lnTo>
                  <a:pt x="2871" y="24018"/>
                </a:lnTo>
                <a:lnTo>
                  <a:pt x="3011" y="25145"/>
                </a:lnTo>
                <a:lnTo>
                  <a:pt x="3142" y="26426"/>
                </a:lnTo>
                <a:lnTo>
                  <a:pt x="4559" y="29199"/>
                </a:lnTo>
                <a:lnTo>
                  <a:pt x="4940" y="29474"/>
                </a:lnTo>
                <a:lnTo>
                  <a:pt x="5407" y="29596"/>
                </a:lnTo>
                <a:lnTo>
                  <a:pt x="6690" y="29596"/>
                </a:lnTo>
                <a:lnTo>
                  <a:pt x="7906" y="29077"/>
                </a:lnTo>
                <a:lnTo>
                  <a:pt x="11204" y="27066"/>
                </a:lnTo>
                <a:lnTo>
                  <a:pt x="13203" y="25907"/>
                </a:lnTo>
                <a:lnTo>
                  <a:pt x="15563" y="24780"/>
                </a:lnTo>
                <a:lnTo>
                  <a:pt x="17919" y="23621"/>
                </a:lnTo>
                <a:lnTo>
                  <a:pt x="20586" y="22494"/>
                </a:lnTo>
                <a:lnTo>
                  <a:pt x="26538" y="20452"/>
                </a:lnTo>
                <a:lnTo>
                  <a:pt x="29705" y="20055"/>
                </a:lnTo>
                <a:lnTo>
                  <a:pt x="76561" y="20055"/>
                </a:lnTo>
                <a:lnTo>
                  <a:pt x="75663" y="17922"/>
                </a:lnTo>
                <a:lnTo>
                  <a:pt x="74032" y="14112"/>
                </a:lnTo>
                <a:lnTo>
                  <a:pt x="71603" y="10789"/>
                </a:lnTo>
                <a:lnTo>
                  <a:pt x="68403" y="8138"/>
                </a:lnTo>
                <a:lnTo>
                  <a:pt x="65211" y="5455"/>
                </a:lnTo>
                <a:lnTo>
                  <a:pt x="61258" y="3444"/>
                </a:lnTo>
                <a:lnTo>
                  <a:pt x="51889" y="640"/>
                </a:lnTo>
                <a:lnTo>
                  <a:pt x="46506" y="0"/>
                </a:lnTo>
                <a:close/>
              </a:path>
              <a:path w="133350" h="128905">
                <a:moveTo>
                  <a:pt x="124373" y="97932"/>
                </a:moveTo>
                <a:lnTo>
                  <a:pt x="113513" y="97932"/>
                </a:lnTo>
                <a:lnTo>
                  <a:pt x="109715" y="98938"/>
                </a:lnTo>
                <a:lnTo>
                  <a:pt x="107609" y="100980"/>
                </a:lnTo>
                <a:lnTo>
                  <a:pt x="105512" y="103113"/>
                </a:lnTo>
                <a:lnTo>
                  <a:pt x="104467" y="107076"/>
                </a:lnTo>
                <a:lnTo>
                  <a:pt x="104467" y="118750"/>
                </a:lnTo>
                <a:lnTo>
                  <a:pt x="105500" y="122560"/>
                </a:lnTo>
                <a:lnTo>
                  <a:pt x="109633" y="126613"/>
                </a:lnTo>
                <a:lnTo>
                  <a:pt x="113382" y="127650"/>
                </a:lnTo>
                <a:lnTo>
                  <a:pt x="124242" y="127650"/>
                </a:lnTo>
                <a:lnTo>
                  <a:pt x="128003" y="126613"/>
                </a:lnTo>
                <a:lnTo>
                  <a:pt x="130113" y="124602"/>
                </a:lnTo>
                <a:lnTo>
                  <a:pt x="132206" y="122560"/>
                </a:lnTo>
                <a:lnTo>
                  <a:pt x="133267" y="118506"/>
                </a:lnTo>
                <a:lnTo>
                  <a:pt x="133267" y="106801"/>
                </a:lnTo>
                <a:lnTo>
                  <a:pt x="132219" y="102991"/>
                </a:lnTo>
                <a:lnTo>
                  <a:pt x="130146" y="100980"/>
                </a:lnTo>
                <a:lnTo>
                  <a:pt x="128089" y="98938"/>
                </a:lnTo>
                <a:lnTo>
                  <a:pt x="124373" y="9793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 name="bk object 25">
            <a:extLst>
              <a:ext uri="{FF2B5EF4-FFF2-40B4-BE49-F238E27FC236}">
                <a16:creationId xmlns:a16="http://schemas.microsoft.com/office/drawing/2014/main" id="{B9340F0F-62E7-A137-E1AB-3C9A41AD9369}"/>
              </a:ext>
            </a:extLst>
          </p:cNvPr>
          <p:cNvSpPr>
            <a:spLocks/>
          </p:cNvSpPr>
          <p:nvPr/>
        </p:nvSpPr>
        <p:spPr bwMode="auto">
          <a:xfrm>
            <a:off x="533401" y="2309284"/>
            <a:ext cx="184151" cy="167216"/>
          </a:xfrm>
          <a:custGeom>
            <a:avLst/>
            <a:gdLst>
              <a:gd name="T0" fmla="*/ 52772 w 138429"/>
              <a:gd name="T1" fmla="*/ 93951 h 126364"/>
              <a:gd name="T2" fmla="*/ 62404 w 138429"/>
              <a:gd name="T3" fmla="*/ 119018 h 126364"/>
              <a:gd name="T4" fmla="*/ 76910 w 138429"/>
              <a:gd name="T5" fmla="*/ 115864 h 126364"/>
              <a:gd name="T6" fmla="*/ 62404 w 138429"/>
              <a:gd name="T7" fmla="*/ 0 h 126364"/>
              <a:gd name="T8" fmla="*/ 53617 w 138429"/>
              <a:gd name="T9" fmla="*/ 114 h 126364"/>
              <a:gd name="T10" fmla="*/ 42357 w 138429"/>
              <a:gd name="T11" fmla="*/ 2167 h 126364"/>
              <a:gd name="T12" fmla="*/ 41512 w 138429"/>
              <a:gd name="T13" fmla="*/ 3266 h 126364"/>
              <a:gd name="T14" fmla="*/ 0 w 138429"/>
              <a:gd name="T15" fmla="*/ 85657 h 126364"/>
              <a:gd name="T16" fmla="*/ 337 w 138429"/>
              <a:gd name="T17" fmla="*/ 88892 h 126364"/>
              <a:gd name="T18" fmla="*/ 3853 w 138429"/>
              <a:gd name="T19" fmla="*/ 93951 h 126364"/>
              <a:gd name="T20" fmla="*/ 89928 w 138429"/>
              <a:gd name="T21" fmla="*/ 93229 h 126364"/>
              <a:gd name="T22" fmla="*/ 91263 w 138429"/>
              <a:gd name="T23" fmla="*/ 89992 h 126364"/>
              <a:gd name="T24" fmla="*/ 91604 w 138429"/>
              <a:gd name="T25" fmla="*/ 81059 h 126364"/>
              <a:gd name="T26" fmla="*/ 90502 w 138429"/>
              <a:gd name="T27" fmla="*/ 77099 h 126364"/>
              <a:gd name="T28" fmla="*/ 88885 w 138429"/>
              <a:gd name="T29" fmla="*/ 74931 h 126364"/>
              <a:gd name="T30" fmla="*/ 52574 w 138429"/>
              <a:gd name="T31" fmla="*/ 20727 h 126364"/>
              <a:gd name="T32" fmla="*/ 76910 w 138429"/>
              <a:gd name="T33" fmla="*/ 3266 h 126364"/>
              <a:gd name="T34" fmla="*/ 75950 w 138429"/>
              <a:gd name="T35" fmla="*/ 2283 h 126364"/>
              <a:gd name="T36" fmla="*/ 67456 w 138429"/>
              <a:gd name="T37" fmla="*/ 229 h 126364"/>
              <a:gd name="T38" fmla="*/ 76910 w 138429"/>
              <a:gd name="T39" fmla="*/ 20727 h 126364"/>
              <a:gd name="T40" fmla="*/ 52772 w 138429"/>
              <a:gd name="T41" fmla="*/ 74931 h 126364"/>
              <a:gd name="T42" fmla="*/ 76910 w 138429"/>
              <a:gd name="T43" fmla="*/ 20727 h 126364"/>
              <a:gd name="T44" fmla="*/ 116385 w 138429"/>
              <a:gd name="T45" fmla="*/ 91438 h 126364"/>
              <a:gd name="T46" fmla="*/ 110575 w 138429"/>
              <a:gd name="T47" fmla="*/ 94329 h 126364"/>
              <a:gd name="T48" fmla="*/ 107482 w 138429"/>
              <a:gd name="T49" fmla="*/ 100110 h 126364"/>
              <a:gd name="T50" fmla="*/ 108499 w 138429"/>
              <a:gd name="T51" fmla="*/ 114796 h 126364"/>
              <a:gd name="T52" fmla="*/ 116256 w 138429"/>
              <a:gd name="T53" fmla="*/ 119623 h 126364"/>
              <a:gd name="T54" fmla="*/ 130645 w 138429"/>
              <a:gd name="T55" fmla="*/ 118641 h 126364"/>
              <a:gd name="T56" fmla="*/ 134782 w 138429"/>
              <a:gd name="T57" fmla="*/ 114796 h 126364"/>
              <a:gd name="T58" fmla="*/ 135826 w 138429"/>
              <a:gd name="T59" fmla="*/ 99849 h 126364"/>
              <a:gd name="T60" fmla="*/ 132754 w 138429"/>
              <a:gd name="T61" fmla="*/ 94329 h 126364"/>
              <a:gd name="T62" fmla="*/ 127073 w 138429"/>
              <a:gd name="T63" fmla="*/ 91438 h 12636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38429" h="126364">
                <a:moveTo>
                  <a:pt x="78150" y="99059"/>
                </a:moveTo>
                <a:lnTo>
                  <a:pt x="53623" y="99059"/>
                </a:lnTo>
                <a:lnTo>
                  <a:pt x="53623" y="122163"/>
                </a:lnTo>
                <a:lnTo>
                  <a:pt x="63410" y="125486"/>
                </a:lnTo>
                <a:lnTo>
                  <a:pt x="68186" y="125486"/>
                </a:lnTo>
                <a:lnTo>
                  <a:pt x="78150" y="122163"/>
                </a:lnTo>
                <a:lnTo>
                  <a:pt x="78150" y="99059"/>
                </a:lnTo>
                <a:close/>
              </a:path>
              <a:path w="138429" h="126364">
                <a:moveTo>
                  <a:pt x="63410" y="0"/>
                </a:moveTo>
                <a:lnTo>
                  <a:pt x="57076" y="0"/>
                </a:lnTo>
                <a:lnTo>
                  <a:pt x="54482" y="121"/>
                </a:lnTo>
                <a:lnTo>
                  <a:pt x="43814" y="1920"/>
                </a:lnTo>
                <a:lnTo>
                  <a:pt x="43040" y="2285"/>
                </a:lnTo>
                <a:lnTo>
                  <a:pt x="42492" y="2804"/>
                </a:lnTo>
                <a:lnTo>
                  <a:pt x="42181" y="3444"/>
                </a:lnTo>
                <a:lnTo>
                  <a:pt x="2557" y="72633"/>
                </a:lnTo>
                <a:lnTo>
                  <a:pt x="0" y="90312"/>
                </a:lnTo>
                <a:lnTo>
                  <a:pt x="118" y="92323"/>
                </a:lnTo>
                <a:lnTo>
                  <a:pt x="344" y="93725"/>
                </a:lnTo>
                <a:lnTo>
                  <a:pt x="557" y="95249"/>
                </a:lnTo>
                <a:lnTo>
                  <a:pt x="3916" y="99059"/>
                </a:lnTo>
                <a:lnTo>
                  <a:pt x="90461" y="99059"/>
                </a:lnTo>
                <a:lnTo>
                  <a:pt x="91379" y="98297"/>
                </a:lnTo>
                <a:lnTo>
                  <a:pt x="92058" y="96530"/>
                </a:lnTo>
                <a:lnTo>
                  <a:pt x="92735" y="94884"/>
                </a:lnTo>
                <a:lnTo>
                  <a:pt x="93082" y="92445"/>
                </a:lnTo>
                <a:lnTo>
                  <a:pt x="93082" y="85465"/>
                </a:lnTo>
                <a:lnTo>
                  <a:pt x="92701" y="82936"/>
                </a:lnTo>
                <a:lnTo>
                  <a:pt x="91961" y="81290"/>
                </a:lnTo>
                <a:lnTo>
                  <a:pt x="91211" y="79766"/>
                </a:lnTo>
                <a:lnTo>
                  <a:pt x="90318" y="79004"/>
                </a:lnTo>
                <a:lnTo>
                  <a:pt x="20357" y="79004"/>
                </a:lnTo>
                <a:lnTo>
                  <a:pt x="53422" y="21854"/>
                </a:lnTo>
                <a:lnTo>
                  <a:pt x="78150" y="21854"/>
                </a:lnTo>
                <a:lnTo>
                  <a:pt x="78150" y="3444"/>
                </a:lnTo>
                <a:lnTo>
                  <a:pt x="77830" y="2926"/>
                </a:lnTo>
                <a:lnTo>
                  <a:pt x="77175" y="2407"/>
                </a:lnTo>
                <a:lnTo>
                  <a:pt x="76532" y="1767"/>
                </a:lnTo>
                <a:lnTo>
                  <a:pt x="68543" y="243"/>
                </a:lnTo>
                <a:lnTo>
                  <a:pt x="63410" y="0"/>
                </a:lnTo>
                <a:close/>
              </a:path>
              <a:path w="138429" h="126364">
                <a:moveTo>
                  <a:pt x="78150" y="21854"/>
                </a:moveTo>
                <a:lnTo>
                  <a:pt x="53623" y="21854"/>
                </a:lnTo>
                <a:lnTo>
                  <a:pt x="53623" y="79004"/>
                </a:lnTo>
                <a:lnTo>
                  <a:pt x="78150" y="79004"/>
                </a:lnTo>
                <a:lnTo>
                  <a:pt x="78150" y="21854"/>
                </a:lnTo>
                <a:close/>
              </a:path>
              <a:path w="138429" h="126364">
                <a:moveTo>
                  <a:pt x="129122" y="96408"/>
                </a:moveTo>
                <a:lnTo>
                  <a:pt x="118262" y="96408"/>
                </a:lnTo>
                <a:lnTo>
                  <a:pt x="114464" y="97414"/>
                </a:lnTo>
                <a:lnTo>
                  <a:pt x="112358" y="99456"/>
                </a:lnTo>
                <a:lnTo>
                  <a:pt x="110261" y="101589"/>
                </a:lnTo>
                <a:lnTo>
                  <a:pt x="109215" y="105552"/>
                </a:lnTo>
                <a:lnTo>
                  <a:pt x="109215" y="117226"/>
                </a:lnTo>
                <a:lnTo>
                  <a:pt x="110249" y="121036"/>
                </a:lnTo>
                <a:lnTo>
                  <a:pt x="114382" y="125089"/>
                </a:lnTo>
                <a:lnTo>
                  <a:pt x="118131" y="126126"/>
                </a:lnTo>
                <a:lnTo>
                  <a:pt x="128991" y="126126"/>
                </a:lnTo>
                <a:lnTo>
                  <a:pt x="132752" y="125089"/>
                </a:lnTo>
                <a:lnTo>
                  <a:pt x="134861" y="123078"/>
                </a:lnTo>
                <a:lnTo>
                  <a:pt x="136955" y="121036"/>
                </a:lnTo>
                <a:lnTo>
                  <a:pt x="138016" y="116982"/>
                </a:lnTo>
                <a:lnTo>
                  <a:pt x="138016" y="105277"/>
                </a:lnTo>
                <a:lnTo>
                  <a:pt x="136967" y="101467"/>
                </a:lnTo>
                <a:lnTo>
                  <a:pt x="134895" y="99456"/>
                </a:lnTo>
                <a:lnTo>
                  <a:pt x="132837" y="97414"/>
                </a:lnTo>
                <a:lnTo>
                  <a:pt x="129122" y="9640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5" name="bk object 26">
            <a:extLst>
              <a:ext uri="{FF2B5EF4-FFF2-40B4-BE49-F238E27FC236}">
                <a16:creationId xmlns:a16="http://schemas.microsoft.com/office/drawing/2014/main" id="{373DF901-5B52-B119-73EC-0FCE02792DE5}"/>
              </a:ext>
            </a:extLst>
          </p:cNvPr>
          <p:cNvSpPr>
            <a:spLocks/>
          </p:cNvSpPr>
          <p:nvPr/>
        </p:nvSpPr>
        <p:spPr bwMode="auto">
          <a:xfrm>
            <a:off x="539751" y="2794001"/>
            <a:ext cx="177800" cy="167217"/>
          </a:xfrm>
          <a:custGeom>
            <a:avLst/>
            <a:gdLst>
              <a:gd name="T0" fmla="*/ 2745 w 132715"/>
              <a:gd name="T1" fmla="*/ 94083 h 126364"/>
              <a:gd name="T2" fmla="*/ 0 w 132715"/>
              <a:gd name="T3" fmla="*/ 106119 h 126364"/>
              <a:gd name="T4" fmla="*/ 1068 w 132715"/>
              <a:gd name="T5" fmla="*/ 112151 h 126364"/>
              <a:gd name="T6" fmla="*/ 12999 w 132715"/>
              <a:gd name="T7" fmla="*/ 117446 h 126364"/>
              <a:gd name="T8" fmla="*/ 19117 w 132715"/>
              <a:gd name="T9" fmla="*/ 118769 h 126364"/>
              <a:gd name="T10" fmla="*/ 26343 w 132715"/>
              <a:gd name="T11" fmla="*/ 119614 h 126364"/>
              <a:gd name="T12" fmla="*/ 41767 w 132715"/>
              <a:gd name="T13" fmla="*/ 119850 h 126364"/>
              <a:gd name="T14" fmla="*/ 61206 w 132715"/>
              <a:gd name="T15" fmla="*/ 115403 h 126364"/>
              <a:gd name="T16" fmla="*/ 70995 w 132715"/>
              <a:gd name="T17" fmla="*/ 109259 h 126364"/>
              <a:gd name="T18" fmla="*/ 78874 w 132715"/>
              <a:gd name="T19" fmla="*/ 101669 h 126364"/>
              <a:gd name="T20" fmla="*/ 26970 w 132715"/>
              <a:gd name="T21" fmla="*/ 100823 h 126364"/>
              <a:gd name="T22" fmla="*/ 16715 w 132715"/>
              <a:gd name="T23" fmla="*/ 99015 h 126364"/>
              <a:gd name="T24" fmla="*/ 11755 w 132715"/>
              <a:gd name="T25" fmla="*/ 97446 h 126364"/>
              <a:gd name="T26" fmla="*/ 7706 w 132715"/>
              <a:gd name="T27" fmla="*/ 95764 h 126364"/>
              <a:gd name="T28" fmla="*/ 4960 w 132715"/>
              <a:gd name="T29" fmla="*/ 94443 h 126364"/>
              <a:gd name="T30" fmla="*/ 81373 w 132715"/>
              <a:gd name="T31" fmla="*/ 63115 h 126364"/>
              <a:gd name="T32" fmla="*/ 39059 w 132715"/>
              <a:gd name="T33" fmla="*/ 63477 h 126364"/>
              <a:gd name="T34" fmla="*/ 57008 w 132715"/>
              <a:gd name="T35" fmla="*/ 78417 h 126364"/>
              <a:gd name="T36" fmla="*/ 56407 w 132715"/>
              <a:gd name="T37" fmla="*/ 87689 h 126364"/>
              <a:gd name="T38" fmla="*/ 52306 w 132715"/>
              <a:gd name="T39" fmla="*/ 94556 h 126364"/>
              <a:gd name="T40" fmla="*/ 47889 w 132715"/>
              <a:gd name="T41" fmla="*/ 97808 h 126364"/>
              <a:gd name="T42" fmla="*/ 38852 w 132715"/>
              <a:gd name="T43" fmla="*/ 100462 h 126364"/>
              <a:gd name="T44" fmla="*/ 79284 w 132715"/>
              <a:gd name="T45" fmla="*/ 100823 h 126364"/>
              <a:gd name="T46" fmla="*/ 83761 w 132715"/>
              <a:gd name="T47" fmla="*/ 91665 h 126364"/>
              <a:gd name="T48" fmla="*/ 84979 w 132715"/>
              <a:gd name="T49" fmla="*/ 73957 h 126364"/>
              <a:gd name="T50" fmla="*/ 82073 w 132715"/>
              <a:gd name="T51" fmla="*/ 64685 h 126364"/>
              <a:gd name="T52" fmla="*/ 73654 w 132715"/>
              <a:gd name="T53" fmla="*/ 0 h 126364"/>
              <a:gd name="T54" fmla="*/ 7667 w 132715"/>
              <a:gd name="T55" fmla="*/ 490 h 126364"/>
              <a:gd name="T56" fmla="*/ 5600 w 132715"/>
              <a:gd name="T57" fmla="*/ 2654 h 126364"/>
              <a:gd name="T58" fmla="*/ 5084 w 132715"/>
              <a:gd name="T59" fmla="*/ 60348 h 126364"/>
              <a:gd name="T60" fmla="*/ 6337 w 132715"/>
              <a:gd name="T61" fmla="*/ 62879 h 126364"/>
              <a:gd name="T62" fmla="*/ 8554 w 132715"/>
              <a:gd name="T63" fmla="*/ 64199 h 126364"/>
              <a:gd name="T64" fmla="*/ 16296 w 132715"/>
              <a:gd name="T65" fmla="*/ 63962 h 126364"/>
              <a:gd name="T66" fmla="*/ 26170 w 132715"/>
              <a:gd name="T67" fmla="*/ 63115 h 126364"/>
              <a:gd name="T68" fmla="*/ 80141 w 132715"/>
              <a:gd name="T69" fmla="*/ 60348 h 126364"/>
              <a:gd name="T70" fmla="*/ 26933 w 132715"/>
              <a:gd name="T71" fmla="*/ 45658 h 126364"/>
              <a:gd name="T72" fmla="*/ 74393 w 132715"/>
              <a:gd name="T73" fmla="*/ 20474 h 126364"/>
              <a:gd name="T74" fmla="*/ 76104 w 132715"/>
              <a:gd name="T75" fmla="*/ 18069 h 126364"/>
              <a:gd name="T76" fmla="*/ 77162 w 132715"/>
              <a:gd name="T77" fmla="*/ 13731 h 126364"/>
              <a:gd name="T78" fmla="*/ 77077 w 132715"/>
              <a:gd name="T79" fmla="*/ 6741 h 126364"/>
              <a:gd name="T80" fmla="*/ 76743 w 132715"/>
              <a:gd name="T81" fmla="*/ 4099 h 126364"/>
              <a:gd name="T82" fmla="*/ 76104 w 132715"/>
              <a:gd name="T83" fmla="*/ 2292 h 126364"/>
              <a:gd name="T84" fmla="*/ 75290 w 132715"/>
              <a:gd name="T85" fmla="*/ 846 h 126364"/>
              <a:gd name="T86" fmla="*/ 74218 w 132715"/>
              <a:gd name="T87" fmla="*/ 114 h 126364"/>
              <a:gd name="T88" fmla="*/ 48192 w 132715"/>
              <a:gd name="T89" fmla="*/ 45171 h 126364"/>
              <a:gd name="T90" fmla="*/ 33901 w 132715"/>
              <a:gd name="T91" fmla="*/ 45297 h 126364"/>
              <a:gd name="T92" fmla="*/ 29284 w 132715"/>
              <a:gd name="T93" fmla="*/ 45408 h 126364"/>
              <a:gd name="T94" fmla="*/ 52380 w 132715"/>
              <a:gd name="T95" fmla="*/ 45658 h 126364"/>
              <a:gd name="T96" fmla="*/ 127464 w 132715"/>
              <a:gd name="T97" fmla="*/ 90829 h 126364"/>
              <a:gd name="T98" fmla="*/ 112309 w 132715"/>
              <a:gd name="T99" fmla="*/ 91789 h 126364"/>
              <a:gd name="T100" fmla="*/ 107963 w 132715"/>
              <a:gd name="T101" fmla="*/ 95764 h 126364"/>
              <a:gd name="T102" fmla="*/ 106882 w 132715"/>
              <a:gd name="T103" fmla="*/ 110580 h 126364"/>
              <a:gd name="T104" fmla="*/ 112223 w 132715"/>
              <a:gd name="T105" fmla="*/ 118043 h 126364"/>
              <a:gd name="T106" fmla="*/ 127329 w 132715"/>
              <a:gd name="T107" fmla="*/ 119018 h 126364"/>
              <a:gd name="T108" fmla="*/ 133397 w 132715"/>
              <a:gd name="T109" fmla="*/ 116126 h 126364"/>
              <a:gd name="T110" fmla="*/ 136661 w 132715"/>
              <a:gd name="T111" fmla="*/ 110344 h 126364"/>
              <a:gd name="T112" fmla="*/ 135575 w 132715"/>
              <a:gd name="T113" fmla="*/ 95640 h 126364"/>
              <a:gd name="T114" fmla="*/ 131305 w 132715"/>
              <a:gd name="T115" fmla="*/ 91789 h 12636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32715" h="126364">
                <a:moveTo>
                  <a:pt x="3819" y="99191"/>
                </a:moveTo>
                <a:lnTo>
                  <a:pt x="2654" y="99191"/>
                </a:lnTo>
                <a:lnTo>
                  <a:pt x="2200" y="99309"/>
                </a:lnTo>
                <a:lnTo>
                  <a:pt x="0" y="111882"/>
                </a:lnTo>
                <a:lnTo>
                  <a:pt x="140" y="114431"/>
                </a:lnTo>
                <a:lnTo>
                  <a:pt x="1033" y="118241"/>
                </a:lnTo>
                <a:lnTo>
                  <a:pt x="1295" y="118871"/>
                </a:lnTo>
                <a:lnTo>
                  <a:pt x="12572" y="123824"/>
                </a:lnTo>
                <a:lnTo>
                  <a:pt x="15358" y="124586"/>
                </a:lnTo>
                <a:lnTo>
                  <a:pt x="18489" y="125217"/>
                </a:lnTo>
                <a:lnTo>
                  <a:pt x="21976" y="125729"/>
                </a:lnTo>
                <a:lnTo>
                  <a:pt x="25478" y="126110"/>
                </a:lnTo>
                <a:lnTo>
                  <a:pt x="29157" y="126360"/>
                </a:lnTo>
                <a:lnTo>
                  <a:pt x="40395" y="126360"/>
                </a:lnTo>
                <a:lnTo>
                  <a:pt x="47100" y="125480"/>
                </a:lnTo>
                <a:lnTo>
                  <a:pt x="59195" y="121670"/>
                </a:lnTo>
                <a:lnTo>
                  <a:pt x="64364" y="118871"/>
                </a:lnTo>
                <a:lnTo>
                  <a:pt x="68662" y="115193"/>
                </a:lnTo>
                <a:lnTo>
                  <a:pt x="72959" y="111632"/>
                </a:lnTo>
                <a:lnTo>
                  <a:pt x="76282" y="107192"/>
                </a:lnTo>
                <a:lnTo>
                  <a:pt x="76678" y="106298"/>
                </a:lnTo>
                <a:lnTo>
                  <a:pt x="26084" y="106298"/>
                </a:lnTo>
                <a:lnTo>
                  <a:pt x="22357" y="105917"/>
                </a:lnTo>
                <a:lnTo>
                  <a:pt x="16166" y="104393"/>
                </a:lnTo>
                <a:lnTo>
                  <a:pt x="13523" y="103631"/>
                </a:lnTo>
                <a:lnTo>
                  <a:pt x="11369" y="102738"/>
                </a:lnTo>
                <a:lnTo>
                  <a:pt x="9189" y="101858"/>
                </a:lnTo>
                <a:lnTo>
                  <a:pt x="7452" y="100964"/>
                </a:lnTo>
                <a:lnTo>
                  <a:pt x="6129" y="100202"/>
                </a:lnTo>
                <a:lnTo>
                  <a:pt x="4797" y="99572"/>
                </a:lnTo>
                <a:lnTo>
                  <a:pt x="3819" y="99191"/>
                </a:lnTo>
                <a:close/>
              </a:path>
              <a:path w="132715" h="126364">
                <a:moveTo>
                  <a:pt x="78699" y="66543"/>
                </a:moveTo>
                <a:lnTo>
                  <a:pt x="33777" y="66543"/>
                </a:lnTo>
                <a:lnTo>
                  <a:pt x="37776" y="66924"/>
                </a:lnTo>
                <a:lnTo>
                  <a:pt x="41087" y="67817"/>
                </a:lnTo>
                <a:lnTo>
                  <a:pt x="55135" y="82676"/>
                </a:lnTo>
                <a:lnTo>
                  <a:pt x="55135" y="89403"/>
                </a:lnTo>
                <a:lnTo>
                  <a:pt x="54553" y="92451"/>
                </a:lnTo>
                <a:lnTo>
                  <a:pt x="52230" y="97535"/>
                </a:lnTo>
                <a:lnTo>
                  <a:pt x="50587" y="99690"/>
                </a:lnTo>
                <a:lnTo>
                  <a:pt x="48444" y="101345"/>
                </a:lnTo>
                <a:lnTo>
                  <a:pt x="46314" y="103119"/>
                </a:lnTo>
                <a:lnTo>
                  <a:pt x="43705" y="104393"/>
                </a:lnTo>
                <a:lnTo>
                  <a:pt x="37575" y="105917"/>
                </a:lnTo>
                <a:lnTo>
                  <a:pt x="34158" y="106298"/>
                </a:lnTo>
                <a:lnTo>
                  <a:pt x="76678" y="106298"/>
                </a:lnTo>
                <a:lnTo>
                  <a:pt x="78650" y="101858"/>
                </a:lnTo>
                <a:lnTo>
                  <a:pt x="81009" y="96642"/>
                </a:lnTo>
                <a:lnTo>
                  <a:pt x="82186" y="90546"/>
                </a:lnTo>
                <a:lnTo>
                  <a:pt x="82186" y="77973"/>
                </a:lnTo>
                <a:lnTo>
                  <a:pt x="81259" y="72639"/>
                </a:lnTo>
                <a:lnTo>
                  <a:pt x="79376" y="68198"/>
                </a:lnTo>
                <a:lnTo>
                  <a:pt x="78699" y="66543"/>
                </a:lnTo>
                <a:close/>
              </a:path>
              <a:path w="132715" h="126364">
                <a:moveTo>
                  <a:pt x="71234" y="0"/>
                </a:moveTo>
                <a:lnTo>
                  <a:pt x="9012" y="0"/>
                </a:lnTo>
                <a:lnTo>
                  <a:pt x="7415" y="518"/>
                </a:lnTo>
                <a:lnTo>
                  <a:pt x="6428" y="1655"/>
                </a:lnTo>
                <a:lnTo>
                  <a:pt x="5416" y="2798"/>
                </a:lnTo>
                <a:lnTo>
                  <a:pt x="4916" y="4571"/>
                </a:lnTo>
                <a:lnTo>
                  <a:pt x="4916" y="63626"/>
                </a:lnTo>
                <a:lnTo>
                  <a:pt x="5321" y="65400"/>
                </a:lnTo>
                <a:lnTo>
                  <a:pt x="6129" y="66293"/>
                </a:lnTo>
                <a:lnTo>
                  <a:pt x="6928" y="67187"/>
                </a:lnTo>
                <a:lnTo>
                  <a:pt x="8272" y="67686"/>
                </a:lnTo>
                <a:lnTo>
                  <a:pt x="12868" y="67686"/>
                </a:lnTo>
                <a:lnTo>
                  <a:pt x="15761" y="67436"/>
                </a:lnTo>
                <a:lnTo>
                  <a:pt x="21893" y="66674"/>
                </a:lnTo>
                <a:lnTo>
                  <a:pt x="25310" y="66543"/>
                </a:lnTo>
                <a:lnTo>
                  <a:pt x="78699" y="66543"/>
                </a:lnTo>
                <a:lnTo>
                  <a:pt x="77507" y="63626"/>
                </a:lnTo>
                <a:lnTo>
                  <a:pt x="50659" y="48137"/>
                </a:lnTo>
                <a:lnTo>
                  <a:pt x="26048" y="48137"/>
                </a:lnTo>
                <a:lnTo>
                  <a:pt x="26048" y="21585"/>
                </a:lnTo>
                <a:lnTo>
                  <a:pt x="71948" y="21585"/>
                </a:lnTo>
                <a:lnTo>
                  <a:pt x="72935" y="20705"/>
                </a:lnTo>
                <a:lnTo>
                  <a:pt x="73603" y="19049"/>
                </a:lnTo>
                <a:lnTo>
                  <a:pt x="74282" y="17276"/>
                </a:lnTo>
                <a:lnTo>
                  <a:pt x="74627" y="14477"/>
                </a:lnTo>
                <a:lnTo>
                  <a:pt x="74627" y="8762"/>
                </a:lnTo>
                <a:lnTo>
                  <a:pt x="74544" y="7107"/>
                </a:lnTo>
                <a:lnTo>
                  <a:pt x="74377" y="5714"/>
                </a:lnTo>
                <a:lnTo>
                  <a:pt x="74221" y="4322"/>
                </a:lnTo>
                <a:lnTo>
                  <a:pt x="73959" y="3179"/>
                </a:lnTo>
                <a:lnTo>
                  <a:pt x="73603" y="2417"/>
                </a:lnTo>
                <a:lnTo>
                  <a:pt x="73258" y="1523"/>
                </a:lnTo>
                <a:lnTo>
                  <a:pt x="72816" y="893"/>
                </a:lnTo>
                <a:lnTo>
                  <a:pt x="72304" y="518"/>
                </a:lnTo>
                <a:lnTo>
                  <a:pt x="71780" y="121"/>
                </a:lnTo>
                <a:lnTo>
                  <a:pt x="71234" y="0"/>
                </a:lnTo>
                <a:close/>
              </a:path>
              <a:path w="132715" h="126364">
                <a:moveTo>
                  <a:pt x="46610" y="47624"/>
                </a:moveTo>
                <a:lnTo>
                  <a:pt x="35027" y="47624"/>
                </a:lnTo>
                <a:lnTo>
                  <a:pt x="32787" y="47756"/>
                </a:lnTo>
                <a:lnTo>
                  <a:pt x="30550" y="47756"/>
                </a:lnTo>
                <a:lnTo>
                  <a:pt x="28322" y="47874"/>
                </a:lnTo>
                <a:lnTo>
                  <a:pt x="26048" y="48137"/>
                </a:lnTo>
                <a:lnTo>
                  <a:pt x="50659" y="48137"/>
                </a:lnTo>
                <a:lnTo>
                  <a:pt x="46610" y="47624"/>
                </a:lnTo>
                <a:close/>
              </a:path>
              <a:path w="132715" h="126364">
                <a:moveTo>
                  <a:pt x="123276" y="95762"/>
                </a:moveTo>
                <a:lnTo>
                  <a:pt x="112416" y="95762"/>
                </a:lnTo>
                <a:lnTo>
                  <a:pt x="108618" y="96773"/>
                </a:lnTo>
                <a:lnTo>
                  <a:pt x="106512" y="98810"/>
                </a:lnTo>
                <a:lnTo>
                  <a:pt x="104415" y="100964"/>
                </a:lnTo>
                <a:lnTo>
                  <a:pt x="103369" y="104906"/>
                </a:lnTo>
                <a:lnTo>
                  <a:pt x="103369" y="116585"/>
                </a:lnTo>
                <a:lnTo>
                  <a:pt x="104403" y="120395"/>
                </a:lnTo>
                <a:lnTo>
                  <a:pt x="108536" y="124455"/>
                </a:lnTo>
                <a:lnTo>
                  <a:pt x="112285" y="125480"/>
                </a:lnTo>
                <a:lnTo>
                  <a:pt x="123145" y="125480"/>
                </a:lnTo>
                <a:lnTo>
                  <a:pt x="126906" y="124455"/>
                </a:lnTo>
                <a:lnTo>
                  <a:pt x="129015" y="122432"/>
                </a:lnTo>
                <a:lnTo>
                  <a:pt x="131109" y="120395"/>
                </a:lnTo>
                <a:lnTo>
                  <a:pt x="132170" y="116336"/>
                </a:lnTo>
                <a:lnTo>
                  <a:pt x="132170" y="104643"/>
                </a:lnTo>
                <a:lnTo>
                  <a:pt x="131121" y="100833"/>
                </a:lnTo>
                <a:lnTo>
                  <a:pt x="129049" y="98810"/>
                </a:lnTo>
                <a:lnTo>
                  <a:pt x="126991" y="96773"/>
                </a:lnTo>
                <a:lnTo>
                  <a:pt x="123276" y="95762"/>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6" name="bk object 27">
            <a:extLst>
              <a:ext uri="{FF2B5EF4-FFF2-40B4-BE49-F238E27FC236}">
                <a16:creationId xmlns:a16="http://schemas.microsoft.com/office/drawing/2014/main" id="{98D71927-9EEE-35A8-A4B8-F4AFE74AE84E}"/>
              </a:ext>
            </a:extLst>
          </p:cNvPr>
          <p:cNvSpPr>
            <a:spLocks/>
          </p:cNvSpPr>
          <p:nvPr/>
        </p:nvSpPr>
        <p:spPr bwMode="auto">
          <a:xfrm>
            <a:off x="3048001" y="177800"/>
            <a:ext cx="2857500" cy="406400"/>
          </a:xfrm>
          <a:custGeom>
            <a:avLst/>
            <a:gdLst>
              <a:gd name="T0" fmla="*/ 0 w 2143125"/>
              <a:gd name="T1" fmla="*/ 304799 h 304800"/>
              <a:gd name="T2" fmla="*/ 2143124 w 2143125"/>
              <a:gd name="T3" fmla="*/ 304799 h 304800"/>
              <a:gd name="T4" fmla="*/ 2143124 w 2143125"/>
              <a:gd name="T5" fmla="*/ 0 h 304800"/>
              <a:gd name="T6" fmla="*/ 0 w 2143125"/>
              <a:gd name="T7" fmla="*/ 0 h 304800"/>
              <a:gd name="T8" fmla="*/ 0 w 2143125"/>
              <a:gd name="T9" fmla="*/ 304799 h 304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3125" h="304800">
                <a:moveTo>
                  <a:pt x="0" y="304799"/>
                </a:moveTo>
                <a:lnTo>
                  <a:pt x="2143124" y="304799"/>
                </a:lnTo>
                <a:lnTo>
                  <a:pt x="2143124" y="0"/>
                </a:lnTo>
                <a:lnTo>
                  <a:pt x="0" y="0"/>
                </a:lnTo>
                <a:lnTo>
                  <a:pt x="0" y="304799"/>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7" name="bk object 28">
            <a:extLst>
              <a:ext uri="{FF2B5EF4-FFF2-40B4-BE49-F238E27FC236}">
                <a16:creationId xmlns:a16="http://schemas.microsoft.com/office/drawing/2014/main" id="{BAA76BF7-7E29-B878-B034-521EA4064BD2}"/>
              </a:ext>
            </a:extLst>
          </p:cNvPr>
          <p:cNvSpPr>
            <a:spLocks noChangeArrowheads="1"/>
          </p:cNvSpPr>
          <p:nvPr/>
        </p:nvSpPr>
        <p:spPr bwMode="auto">
          <a:xfrm>
            <a:off x="3060701" y="190500"/>
            <a:ext cx="2832100" cy="381000"/>
          </a:xfrm>
          <a:prstGeom prst="rect">
            <a:avLst/>
          </a:prstGeom>
          <a:blipFill dpi="0" rotWithShape="1">
            <a:blip r:embed="rId6"/>
            <a:srcRect/>
            <a:stretch>
              <a:fillRect/>
            </a:stretch>
          </a:blipFill>
          <a:ln>
            <a:noFill/>
          </a:ln>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sz="2400"/>
          </a:p>
        </p:txBody>
      </p:sp>
      <p:sp>
        <p:nvSpPr>
          <p:cNvPr id="2" name="Holder 2"/>
          <p:cNvSpPr>
            <a:spLocks noGrp="1"/>
          </p:cNvSpPr>
          <p:nvPr>
            <p:ph type="title"/>
          </p:nvPr>
        </p:nvSpPr>
        <p:spPr/>
        <p:txBody>
          <a:bodyPr/>
          <a:lstStyle>
            <a:lvl1pPr>
              <a:defRPr sz="32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a:lstStyle>
            <a:lvl1pPr>
              <a:defRPr/>
            </a:lvl1pPr>
          </a:lstStyle>
          <a:p>
            <a:endParaRPr/>
          </a:p>
        </p:txBody>
      </p:sp>
      <p:sp>
        <p:nvSpPr>
          <p:cNvPr id="4" name="Holder 4"/>
          <p:cNvSpPr>
            <a:spLocks noGrp="1"/>
          </p:cNvSpPr>
          <p:nvPr>
            <p:ph sz="half" idx="3"/>
          </p:nvPr>
        </p:nvSpPr>
        <p:spPr>
          <a:xfrm>
            <a:off x="6278879" y="1577340"/>
            <a:ext cx="5303520" cy="4526280"/>
          </a:xfrm>
          <a:prstGeom prst="rect">
            <a:avLst/>
          </a:prstGeom>
        </p:spPr>
        <p:txBody>
          <a:bodyPr/>
          <a:lstStyle>
            <a:lvl1pPr>
              <a:defRPr/>
            </a:lvl1pPr>
          </a:lstStyle>
          <a:p>
            <a:endParaRPr/>
          </a:p>
        </p:txBody>
      </p:sp>
      <p:sp>
        <p:nvSpPr>
          <p:cNvPr id="18" name="Holder 5">
            <a:extLst>
              <a:ext uri="{FF2B5EF4-FFF2-40B4-BE49-F238E27FC236}">
                <a16:creationId xmlns:a16="http://schemas.microsoft.com/office/drawing/2014/main" id="{50B3B404-DC59-17F6-F616-60DFCE1C0172}"/>
              </a:ext>
            </a:extLst>
          </p:cNvPr>
          <p:cNvSpPr>
            <a:spLocks noGrp="1"/>
          </p:cNvSpPr>
          <p:nvPr>
            <p:ph type="ftr" sz="quarter" idx="10"/>
          </p:nvPr>
        </p:nvSpPr>
        <p:spPr/>
        <p:txBody>
          <a:bodyPr/>
          <a:lstStyle>
            <a:lvl1pPr algn="ctr">
              <a:defRPr>
                <a:solidFill>
                  <a:schemeClr val="tx1">
                    <a:tint val="75000"/>
                  </a:schemeClr>
                </a:solidFill>
              </a:defRPr>
            </a:lvl1pPr>
          </a:lstStyle>
          <a:p>
            <a:pPr>
              <a:defRPr/>
            </a:pPr>
            <a:endParaRPr/>
          </a:p>
        </p:txBody>
      </p:sp>
      <p:sp>
        <p:nvSpPr>
          <p:cNvPr id="19" name="Holder 6">
            <a:extLst>
              <a:ext uri="{FF2B5EF4-FFF2-40B4-BE49-F238E27FC236}">
                <a16:creationId xmlns:a16="http://schemas.microsoft.com/office/drawing/2014/main" id="{7E56DFDF-4178-48ED-9AF7-D7739431F48E}"/>
              </a:ext>
            </a:extLst>
          </p:cNvPr>
          <p:cNvSpPr>
            <a:spLocks noGrp="1"/>
          </p:cNvSpPr>
          <p:nvPr>
            <p:ph type="dt" sz="half" idx="11"/>
          </p:nvPr>
        </p:nvSpPr>
        <p:spPr/>
        <p:txBody>
          <a:bodyPr/>
          <a:lstStyle>
            <a:lvl1pPr algn="l">
              <a:defRPr>
                <a:solidFill>
                  <a:schemeClr val="tx1">
                    <a:tint val="75000"/>
                  </a:schemeClr>
                </a:solidFill>
              </a:defRPr>
            </a:lvl1pPr>
          </a:lstStyle>
          <a:p>
            <a:pPr>
              <a:defRPr/>
            </a:pPr>
            <a:fld id="{D6877D24-2984-488A-AB9F-F5B8224BB9CB}" type="datetimeFigureOut">
              <a:rPr lang="en-US"/>
              <a:pPr>
                <a:defRPr/>
              </a:pPr>
              <a:t>8/7/2025</a:t>
            </a:fld>
            <a:endParaRPr lang="en-US"/>
          </a:p>
        </p:txBody>
      </p:sp>
      <p:sp>
        <p:nvSpPr>
          <p:cNvPr id="20" name="Holder 7">
            <a:extLst>
              <a:ext uri="{FF2B5EF4-FFF2-40B4-BE49-F238E27FC236}">
                <a16:creationId xmlns:a16="http://schemas.microsoft.com/office/drawing/2014/main" id="{78C98727-9A03-2F59-488F-A694A4220D7C}"/>
              </a:ext>
            </a:extLst>
          </p:cNvPr>
          <p:cNvSpPr>
            <a:spLocks noGrp="1"/>
          </p:cNvSpPr>
          <p:nvPr>
            <p:ph type="sldNum" sz="quarter" idx="12"/>
          </p:nvPr>
        </p:nvSpPr>
        <p:spPr/>
        <p:txBody>
          <a:bodyPr/>
          <a:lstStyle>
            <a:lvl1pPr>
              <a:defRPr/>
            </a:lvl1pPr>
          </a:lstStyle>
          <a:p>
            <a:pPr>
              <a:defRPr/>
            </a:pPr>
            <a:fld id="{C3773588-24C5-4B37-A86A-3379EDFBA306}" type="slidenum">
              <a:rPr lang="en-US" altLang="en-US"/>
              <a:pPr>
                <a:defRPr/>
              </a:pPr>
              <a:t>‹#›</a:t>
            </a:fld>
            <a:endParaRPr lang="en-US" altLang="en-US"/>
          </a:p>
        </p:txBody>
      </p:sp>
    </p:spTree>
    <p:extLst>
      <p:ext uri="{BB962C8B-B14F-4D97-AF65-F5344CB8AC3E}">
        <p14:creationId xmlns:p14="http://schemas.microsoft.com/office/powerpoint/2010/main" val="333277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915A22-B2C1-10DD-144B-0ECCE77FB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0D9050-444B-1291-5850-8FF5E7A11B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2962E-1318-496B-B518-26EEB0DDD307}" type="datetimeFigureOut">
              <a:rPr lang="en-US" smtClean="0"/>
              <a:t>8/7/2025</a:t>
            </a:fld>
            <a:endParaRPr lang="en-US"/>
          </a:p>
        </p:txBody>
      </p:sp>
      <p:sp>
        <p:nvSpPr>
          <p:cNvPr id="5" name="Footer Placeholder 4">
            <a:extLst>
              <a:ext uri="{FF2B5EF4-FFF2-40B4-BE49-F238E27FC236}">
                <a16:creationId xmlns:a16="http://schemas.microsoft.com/office/drawing/2014/main" id="{8A21C2C8-C2B4-3B6A-B366-78EBDB0240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1D89B81-E559-C8F0-4E04-F3E8592E3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721C5-6006-45B1-B2A9-9D2D67917E40}" type="slidenum">
              <a:rPr lang="en-US" smtClean="0"/>
              <a:t>‹#›</a:t>
            </a:fld>
            <a:endParaRPr lang="en-US"/>
          </a:p>
        </p:txBody>
      </p:sp>
      <p:pic>
        <p:nvPicPr>
          <p:cNvPr id="20" name="Picture 19">
            <a:extLst>
              <a:ext uri="{FF2B5EF4-FFF2-40B4-BE49-F238E27FC236}">
                <a16:creationId xmlns:a16="http://schemas.microsoft.com/office/drawing/2014/main" id="{AEDBED1A-7CB2-A6AB-8683-0CB9D3C4A432}"/>
              </a:ext>
            </a:extLst>
          </p:cNvPr>
          <p:cNvPicPr>
            <a:picLocks noChangeAspect="1"/>
          </p:cNvPicPr>
          <p:nvPr userDrawn="1"/>
        </p:nvPicPr>
        <p:blipFill>
          <a:blip r:embed="rId14"/>
          <a:stretch>
            <a:fillRect/>
          </a:stretch>
        </p:blipFill>
        <p:spPr>
          <a:xfrm>
            <a:off x="180181" y="19050"/>
            <a:ext cx="12192000" cy="681038"/>
          </a:xfrm>
          <a:prstGeom prst="rect">
            <a:avLst/>
          </a:prstGeom>
        </p:spPr>
      </p:pic>
      <p:sp>
        <p:nvSpPr>
          <p:cNvPr id="21" name="object 4">
            <a:extLst>
              <a:ext uri="{FF2B5EF4-FFF2-40B4-BE49-F238E27FC236}">
                <a16:creationId xmlns:a16="http://schemas.microsoft.com/office/drawing/2014/main" id="{CB63A39C-B200-D43F-1B05-45410FE5A6EA}"/>
              </a:ext>
            </a:extLst>
          </p:cNvPr>
          <p:cNvSpPr txBox="1"/>
          <p:nvPr userDrawn="1"/>
        </p:nvSpPr>
        <p:spPr>
          <a:xfrm>
            <a:off x="180181" y="136526"/>
            <a:ext cx="2963069" cy="443711"/>
          </a:xfrm>
          <a:prstGeom prst="rect">
            <a:avLst/>
          </a:prstGeom>
        </p:spPr>
        <p:txBody>
          <a:bodyPr vert="horz" wrap="square" lIns="0" tIns="12700" rIns="0" bIns="0" rtlCol="0">
            <a:spAutoFit/>
          </a:bodyPr>
          <a:lstStyle/>
          <a:p>
            <a:pPr marL="12700">
              <a:spcBef>
                <a:spcPts val="100"/>
              </a:spcBef>
            </a:pPr>
            <a:r>
              <a:rPr sz="2800" spc="-10" dirty="0">
                <a:solidFill>
                  <a:srgbClr val="FFFFFF"/>
                </a:solidFill>
                <a:cs typeface="Source Sans Pro Light"/>
              </a:rPr>
              <a:t>Duration: </a:t>
            </a:r>
            <a:r>
              <a:rPr lang="en-IN" sz="2800" spc="-10" dirty="0">
                <a:solidFill>
                  <a:srgbClr val="FFFFFF"/>
                </a:solidFill>
                <a:cs typeface="Source Sans Pro Light"/>
              </a:rPr>
              <a:t>60</a:t>
            </a:r>
            <a:r>
              <a:rPr lang="en-IN" sz="2800" spc="-50" dirty="0">
                <a:solidFill>
                  <a:srgbClr val="FFFFFF"/>
                </a:solidFill>
                <a:cs typeface="Source Sans Pro Light"/>
              </a:rPr>
              <a:t> </a:t>
            </a:r>
            <a:r>
              <a:rPr sz="2800" dirty="0">
                <a:solidFill>
                  <a:srgbClr val="FFFFFF"/>
                </a:solidFill>
                <a:cs typeface="Source Sans Pro Light"/>
              </a:rPr>
              <a:t>min</a:t>
            </a:r>
            <a:endParaRPr sz="2800" dirty="0">
              <a:cs typeface="Source Sans Pro Light"/>
            </a:endParaRPr>
          </a:p>
        </p:txBody>
      </p:sp>
      <p:sp>
        <p:nvSpPr>
          <p:cNvPr id="23" name="object 4">
            <a:extLst>
              <a:ext uri="{FF2B5EF4-FFF2-40B4-BE49-F238E27FC236}">
                <a16:creationId xmlns:a16="http://schemas.microsoft.com/office/drawing/2014/main" id="{00963D2D-FD15-D94C-85DE-7805D81DFC08}"/>
              </a:ext>
            </a:extLst>
          </p:cNvPr>
          <p:cNvSpPr txBox="1"/>
          <p:nvPr userDrawn="1"/>
        </p:nvSpPr>
        <p:spPr>
          <a:xfrm>
            <a:off x="3313112" y="124215"/>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AIML</a:t>
            </a:r>
            <a:endParaRPr sz="2800" dirty="0">
              <a:cs typeface="Source Sans Pro Light"/>
            </a:endParaRPr>
          </a:p>
        </p:txBody>
      </p:sp>
      <p:sp>
        <p:nvSpPr>
          <p:cNvPr id="24" name="object 4">
            <a:extLst>
              <a:ext uri="{FF2B5EF4-FFF2-40B4-BE49-F238E27FC236}">
                <a16:creationId xmlns:a16="http://schemas.microsoft.com/office/drawing/2014/main" id="{4881D0D0-F7BA-FBCE-2177-785333F649C2}"/>
              </a:ext>
            </a:extLst>
          </p:cNvPr>
          <p:cNvSpPr txBox="1"/>
          <p:nvPr userDrawn="1"/>
        </p:nvSpPr>
        <p:spPr>
          <a:xfrm>
            <a:off x="6361111" y="100603"/>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Credit 4</a:t>
            </a:r>
            <a:endParaRPr sz="2800" dirty="0">
              <a:cs typeface="Source Sans Pro Light"/>
            </a:endParaRPr>
          </a:p>
        </p:txBody>
      </p:sp>
      <p:sp>
        <p:nvSpPr>
          <p:cNvPr id="25" name="object 4">
            <a:extLst>
              <a:ext uri="{FF2B5EF4-FFF2-40B4-BE49-F238E27FC236}">
                <a16:creationId xmlns:a16="http://schemas.microsoft.com/office/drawing/2014/main" id="{A0A46FEF-95B5-6C6E-C9DD-E231F6775D13}"/>
              </a:ext>
            </a:extLst>
          </p:cNvPr>
          <p:cNvSpPr txBox="1"/>
          <p:nvPr userDrawn="1"/>
        </p:nvSpPr>
        <p:spPr>
          <a:xfrm>
            <a:off x="9409110" y="112409"/>
            <a:ext cx="2963069" cy="443711"/>
          </a:xfrm>
          <a:prstGeom prst="rect">
            <a:avLst/>
          </a:prstGeom>
        </p:spPr>
        <p:txBody>
          <a:bodyPr vert="horz" wrap="square" lIns="0" tIns="12700" rIns="0" bIns="0" rtlCol="0">
            <a:spAutoFit/>
          </a:bodyPr>
          <a:lstStyle/>
          <a:p>
            <a:pPr marL="12700">
              <a:spcBef>
                <a:spcPts val="100"/>
              </a:spcBef>
            </a:pPr>
            <a:r>
              <a:rPr lang="en-US" sz="2800" spc="-10" dirty="0">
                <a:solidFill>
                  <a:srgbClr val="FFFFFF"/>
                </a:solidFill>
                <a:cs typeface="Source Sans Pro Light"/>
              </a:rPr>
              <a:t>   DSA  |</a:t>
            </a:r>
            <a:r>
              <a:rPr sz="2800" spc="-10" dirty="0">
                <a:solidFill>
                  <a:srgbClr val="FFFFFF"/>
                </a:solidFill>
                <a:cs typeface="Source Sans Pro Light"/>
              </a:rPr>
              <a:t> </a:t>
            </a:r>
            <a:r>
              <a:rPr lang="en-US" sz="2800" spc="-10" dirty="0">
                <a:solidFill>
                  <a:srgbClr val="FFFFFF"/>
                </a:solidFill>
                <a:cs typeface="Source Sans Pro Light"/>
              </a:rPr>
              <a:t>AI2104</a:t>
            </a:r>
            <a:endParaRPr sz="2800" dirty="0">
              <a:cs typeface="Source Sans Pro Light"/>
            </a:endParaRPr>
          </a:p>
        </p:txBody>
      </p:sp>
    </p:spTree>
    <p:extLst>
      <p:ext uri="{BB962C8B-B14F-4D97-AF65-F5344CB8AC3E}">
        <p14:creationId xmlns:p14="http://schemas.microsoft.com/office/powerpoint/2010/main" val="961403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6.xml"/><Relationship Id="rId16"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5.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object 2">
            <a:extLst>
              <a:ext uri="{FF2B5EF4-FFF2-40B4-BE49-F238E27FC236}">
                <a16:creationId xmlns:a16="http://schemas.microsoft.com/office/drawing/2014/main" id="{20B05033-5880-09B1-AF3E-593CF7EB1144}"/>
              </a:ext>
            </a:extLst>
          </p:cNvPr>
          <p:cNvSpPr>
            <a:spLocks/>
          </p:cNvSpPr>
          <p:nvPr/>
        </p:nvSpPr>
        <p:spPr bwMode="auto">
          <a:xfrm>
            <a:off x="1318684" y="1976967"/>
            <a:ext cx="9753600" cy="3818467"/>
          </a:xfrm>
          <a:custGeom>
            <a:avLst/>
            <a:gdLst>
              <a:gd name="T0" fmla="*/ 0 w 7314565"/>
              <a:gd name="T1" fmla="*/ 2863845 h 2863850"/>
              <a:gd name="T2" fmla="*/ 7319004 w 7314565"/>
              <a:gd name="T3" fmla="*/ 2863845 h 2863850"/>
              <a:gd name="T4" fmla="*/ 7319004 w 7314565"/>
              <a:gd name="T5" fmla="*/ 0 h 2863850"/>
              <a:gd name="T6" fmla="*/ 0 w 7314565"/>
              <a:gd name="T7" fmla="*/ 0 h 2863850"/>
              <a:gd name="T8" fmla="*/ 0 w 7314565"/>
              <a:gd name="T9" fmla="*/ 2863845 h 2863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314565" h="2863850">
                <a:moveTo>
                  <a:pt x="0" y="2863845"/>
                </a:moveTo>
                <a:lnTo>
                  <a:pt x="7314559" y="2863845"/>
                </a:lnTo>
                <a:lnTo>
                  <a:pt x="7314559" y="0"/>
                </a:lnTo>
                <a:lnTo>
                  <a:pt x="0" y="0"/>
                </a:lnTo>
                <a:lnTo>
                  <a:pt x="0" y="2863845"/>
                </a:lnTo>
                <a:close/>
              </a:path>
            </a:pathLst>
          </a:custGeom>
          <a:noFill/>
          <a:ln w="2857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3" name="TextBox 2">
            <a:extLst>
              <a:ext uri="{FF2B5EF4-FFF2-40B4-BE49-F238E27FC236}">
                <a16:creationId xmlns:a16="http://schemas.microsoft.com/office/drawing/2014/main" id="{D97B900C-A90C-47ED-7F5D-CC412D9CBC00}"/>
              </a:ext>
            </a:extLst>
          </p:cNvPr>
          <p:cNvSpPr txBox="1"/>
          <p:nvPr/>
        </p:nvSpPr>
        <p:spPr>
          <a:xfrm>
            <a:off x="3048000" y="2108201"/>
            <a:ext cx="6096000" cy="2617833"/>
          </a:xfrm>
          <a:prstGeom prst="rect">
            <a:avLst/>
          </a:prstGeom>
          <a:noFill/>
        </p:spPr>
        <p:txBody>
          <a:bodyPr>
            <a:spAutoFit/>
          </a:bodyPr>
          <a:lstStyle/>
          <a:p>
            <a:pPr marL="457189" indent="-457189">
              <a:lnSpc>
                <a:spcPts val="2887"/>
              </a:lnSpc>
              <a:spcBef>
                <a:spcPts val="573"/>
              </a:spcBef>
              <a:buFont typeface="Courier New" panose="02070309020205020404" pitchFamily="49" charset="0"/>
              <a:buChar char="o"/>
              <a:defRPr/>
            </a:pPr>
            <a:r>
              <a:rPr lang="en-US" sz="2400" dirty="0">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What is data structures</a:t>
            </a:r>
            <a:endParaRPr lang="en-US" sz="1600" dirty="0">
              <a:ea typeface="Calibri" panose="020F0502020204030204" pitchFamily="34" charset="0"/>
            </a:endParaRPr>
          </a:p>
          <a:p>
            <a:pPr marL="457189" indent="-457189">
              <a:lnSpc>
                <a:spcPts val="2887"/>
              </a:lnSpc>
              <a:spcBef>
                <a:spcPts val="573"/>
              </a:spcBef>
              <a:buFont typeface="Courier New" panose="02070309020205020404" pitchFamily="49" charset="0"/>
              <a:buChar char="o"/>
              <a:defRPr/>
            </a:pPr>
            <a:r>
              <a:rPr lang="en-US" sz="2400" dirty="0">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Classification of data structures: Primitive and non-primitive data structures</a:t>
            </a:r>
            <a:endParaRPr lang="en-US" sz="1600" dirty="0">
              <a:ea typeface="Calibri" panose="020F0502020204030204" pitchFamily="34" charset="0"/>
            </a:endParaRPr>
          </a:p>
          <a:p>
            <a:pPr marL="457189" indent="-457189">
              <a:lnSpc>
                <a:spcPts val="2887"/>
              </a:lnSpc>
              <a:spcBef>
                <a:spcPts val="573"/>
              </a:spcBef>
              <a:buFont typeface="Courier New" panose="02070309020205020404" pitchFamily="49" charset="0"/>
              <a:buChar char="o"/>
              <a:defRPr/>
            </a:pPr>
            <a:r>
              <a:rPr lang="en-US" sz="2400" dirty="0">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Data structure operations</a:t>
            </a:r>
            <a:endParaRPr lang="en-US" sz="1600" dirty="0">
              <a:ea typeface="Calibri" panose="020F0502020204030204" pitchFamily="34" charset="0"/>
            </a:endParaRPr>
          </a:p>
          <a:p>
            <a:pPr marL="457189" indent="-457189">
              <a:lnSpc>
                <a:spcPts val="2887"/>
              </a:lnSpc>
              <a:spcBef>
                <a:spcPts val="573"/>
              </a:spcBef>
              <a:buFont typeface="Courier New" panose="02070309020205020404" pitchFamily="49" charset="0"/>
              <a:buChar char="o"/>
              <a:defRPr/>
            </a:pPr>
            <a:r>
              <a:rPr lang="en-US" sz="2400" dirty="0">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ADT </a:t>
            </a:r>
            <a:endParaRPr lang="en-US" sz="1600" dirty="0">
              <a:ea typeface="Calibri" panose="020F0502020204030204" pitchFamily="34" charset="0"/>
            </a:endParaRPr>
          </a:p>
          <a:p>
            <a:pPr marL="457189" indent="-457189">
              <a:lnSpc>
                <a:spcPts val="2887"/>
              </a:lnSpc>
              <a:spcBef>
                <a:spcPts val="573"/>
              </a:spcBef>
              <a:buFont typeface="Courier New" panose="02070309020205020404" pitchFamily="49" charset="0"/>
              <a:buChar char="o"/>
              <a:defRPr/>
            </a:pPr>
            <a:r>
              <a:rPr lang="en-US" sz="2400" dirty="0" err="1">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Algorithim</a:t>
            </a:r>
            <a:endParaRPr lang="en-US" sz="1600" dirty="0">
              <a:ea typeface="Calibri" panose="020F0502020204030204" pitchFamily="34" charset="0"/>
            </a:endParaRPr>
          </a:p>
        </p:txBody>
      </p:sp>
      <p:sp>
        <p:nvSpPr>
          <p:cNvPr id="2" name="Text Box 274">
            <a:extLst>
              <a:ext uri="{FF2B5EF4-FFF2-40B4-BE49-F238E27FC236}">
                <a16:creationId xmlns:a16="http://schemas.microsoft.com/office/drawing/2014/main" id="{E8CFB322-1AF3-68D3-827D-ED2BB3FDB227}"/>
              </a:ext>
            </a:extLst>
          </p:cNvPr>
          <p:cNvSpPr txBox="1">
            <a:spLocks noGrp="1" noChangeArrowheads="1"/>
          </p:cNvSpPr>
          <p:nvPr>
            <p:ph type="title"/>
          </p:nvPr>
        </p:nvSpPr>
        <p:spPr>
          <a:xfrm>
            <a:off x="838200" y="858901"/>
            <a:ext cx="10515600" cy="1325563"/>
          </a:xfrm>
        </p:spPr>
        <p:txBody>
          <a:bodyPr rot="0" upright="1">
            <a:noAutofit/>
          </a:bodyPr>
          <a:lstStyle/>
          <a:p>
            <a:pPr>
              <a:lnSpc>
                <a:spcPts val="4307"/>
              </a:lnSpc>
              <a:spcBef>
                <a:spcPts val="0"/>
              </a:spcBef>
              <a:defRPr/>
            </a:pPr>
            <a:r>
              <a:rPr lang="en-US" sz="3733" dirty="0">
                <a:solidFill>
                  <a:srgbClr val="4F81BD"/>
                </a:solidFill>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rPr>
              <a:t>Introduction to data structures</a:t>
            </a:r>
            <a:br>
              <a:rPr lang="en-US" sz="1200" dirty="0">
                <a:ea typeface="Calibri" panose="020F0502020204030204" pitchFamily="34" charset="0"/>
              </a:rPr>
            </a:br>
            <a:endParaRPr lang="en-US" sz="1467" dirty="0">
              <a:latin typeface="Calibri" panose="020F0502020204030204" pitchFamily="34" charset="0"/>
              <a:ea typeface="Calibri" panose="020F0502020204030204" pitchFamily="34" charset="0"/>
            </a:endParaRPr>
          </a:p>
        </p:txBody>
      </p:sp>
      <p:sp>
        <p:nvSpPr>
          <p:cNvPr id="4" name="Subtitle 2">
            <a:extLst>
              <a:ext uri="{FF2B5EF4-FFF2-40B4-BE49-F238E27FC236}">
                <a16:creationId xmlns:a16="http://schemas.microsoft.com/office/drawing/2014/main" id="{5E65DBC9-DADE-8D3E-92EB-B173645EADB6}"/>
              </a:ext>
            </a:extLst>
          </p:cNvPr>
          <p:cNvSpPr>
            <a:spLocks noGrp="1"/>
          </p:cNvSpPr>
          <p:nvPr/>
        </p:nvSpPr>
        <p:spPr bwMode="auto">
          <a:xfrm>
            <a:off x="6705600" y="4343400"/>
            <a:ext cx="5994400" cy="2363724"/>
          </a:xfrm>
          <a:prstGeom prst="rect">
            <a:avLst/>
          </a:prstGeom>
          <a:noFill/>
          <a:ln>
            <a:noFill/>
          </a:ln>
        </p:spPr>
        <p:txBody>
          <a:bodyPr lIns="0" tIns="0" rIns="0" bIns="0">
            <a:spAutoFit/>
          </a:bodyPr>
          <a:lst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defRPr/>
            </a:pPr>
            <a:r>
              <a:rPr lang="en-US" sz="2400" dirty="0"/>
              <a:t>Presented By</a:t>
            </a:r>
          </a:p>
          <a:p>
            <a:pPr>
              <a:lnSpc>
                <a:spcPct val="150000"/>
              </a:lnSpc>
              <a:spcBef>
                <a:spcPts val="0"/>
              </a:spcBef>
              <a:spcAft>
                <a:spcPts val="0"/>
              </a:spcAft>
              <a:defRPr/>
            </a:pPr>
            <a:r>
              <a:rPr lang="en-US" sz="2400" dirty="0">
                <a:solidFill>
                  <a:srgbClr val="000000"/>
                </a:solidFill>
                <a:ea typeface="Calibri" panose="020F0502020204030204" pitchFamily="34" charset="0"/>
                <a:cs typeface="Calibri" panose="020F0502020204030204" pitchFamily="34" charset="0"/>
              </a:rPr>
              <a:t>Manish Rai</a:t>
            </a:r>
            <a:endParaRPr lang="en-US" sz="2400" kern="100" dirty="0">
              <a:ea typeface="Calibri" panose="020F0502020204030204" pitchFamily="34" charset="0"/>
              <a:cs typeface="Times New Roman" panose="02020603050405020304" pitchFamily="18" charset="0"/>
            </a:endParaRPr>
          </a:p>
          <a:p>
            <a:pPr>
              <a:lnSpc>
                <a:spcPct val="150000"/>
              </a:lnSpc>
              <a:spcBef>
                <a:spcPts val="0"/>
              </a:spcBef>
              <a:spcAft>
                <a:spcPts val="0"/>
              </a:spcAft>
              <a:defRPr/>
            </a:pPr>
            <a:r>
              <a:rPr lang="en-US" sz="2400" i="1" dirty="0">
                <a:solidFill>
                  <a:srgbClr val="2F5496"/>
                </a:solidFill>
                <a:latin typeface="Georgia" panose="02040502050405020303" pitchFamily="18" charset="0"/>
                <a:ea typeface="Calibri" panose="020F0502020204030204" pitchFamily="34" charset="0"/>
                <a:cs typeface="Calibri" panose="020F0502020204030204" pitchFamily="34" charset="0"/>
              </a:rPr>
              <a:t>Assistant Professor, AIML-CSE</a:t>
            </a:r>
            <a:endParaRPr lang="en-US" sz="2400" kern="100" dirty="0">
              <a:ea typeface="Calibri" panose="020F0502020204030204" pitchFamily="34" charset="0"/>
              <a:cs typeface="Times New Roman" panose="02020603050405020304" pitchFamily="18" charset="0"/>
            </a:endParaRPr>
          </a:p>
          <a:p>
            <a:pPr>
              <a:defRPr/>
            </a:pPr>
            <a:endParaRPr lang="en-US" sz="2400" dirty="0"/>
          </a:p>
          <a:p>
            <a:pPr>
              <a:defRPr/>
            </a:pP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2EAD-8C13-EB3C-F48D-7A319707E4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4B84C6-C852-0D25-89AF-2C9AEBAA23A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1328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74">
            <a:extLst>
              <a:ext uri="{FF2B5EF4-FFF2-40B4-BE49-F238E27FC236}">
                <a16:creationId xmlns:a16="http://schemas.microsoft.com/office/drawing/2014/main" id="{8C7FCD40-C720-F339-F1D9-F54BF74052F0}"/>
              </a:ext>
            </a:extLst>
          </p:cNvPr>
          <p:cNvSpPr txBox="1">
            <a:spLocks noGrp="1" noChangeArrowheads="1"/>
          </p:cNvSpPr>
          <p:nvPr>
            <p:ph type="title"/>
          </p:nvPr>
        </p:nvSpPr>
        <p:spPr>
          <a:xfrm>
            <a:off x="838200" y="1153401"/>
            <a:ext cx="10515600" cy="1325563"/>
          </a:xfrm>
        </p:spPr>
        <p:txBody>
          <a:bodyPr rot="0" upright="1">
            <a:noAutofit/>
          </a:bodyPr>
          <a:lstStyle/>
          <a:p>
            <a:pPr>
              <a:lnSpc>
                <a:spcPts val="4307"/>
              </a:lnSpc>
              <a:spcBef>
                <a:spcPts val="0"/>
              </a:spcBef>
              <a:defRPr/>
            </a:pPr>
            <a:r>
              <a:rPr lang="en-US" sz="4267" u="heavy" dirty="0">
                <a:solidFill>
                  <a:srgbClr val="FFFFFF"/>
                </a:solidFill>
                <a:effectLst>
                  <a:outerShdw blurRad="38100" dist="19050" dir="2700000" algn="tl">
                    <a:schemeClr val="dk1">
                      <a:alpha val="40000"/>
                    </a:schemeClr>
                  </a:outerShdw>
                </a:effectLst>
                <a:highlight>
                  <a:srgbClr val="FF0000"/>
                </a:highlight>
                <a:uFill>
                  <a:solidFill>
                    <a:srgbClr val="FF0000"/>
                  </a:solidFill>
                </a:uFill>
                <a:latin typeface="Calibri" panose="020F0502020204030204" pitchFamily="34" charset="0"/>
                <a:ea typeface="Calibri" panose="020F0502020204030204" pitchFamily="34" charset="0"/>
              </a:rPr>
              <a:t>Data Structure</a:t>
            </a:r>
            <a:endParaRPr lang="en-US" sz="1467" dirty="0">
              <a:latin typeface="Calibri" panose="020F0502020204030204" pitchFamily="34" charset="0"/>
              <a:ea typeface="Calibri" panose="020F0502020204030204" pitchFamily="34" charset="0"/>
            </a:endParaRPr>
          </a:p>
        </p:txBody>
      </p:sp>
      <p:sp>
        <p:nvSpPr>
          <p:cNvPr id="7" name="Text Box 272">
            <a:extLst>
              <a:ext uri="{FF2B5EF4-FFF2-40B4-BE49-F238E27FC236}">
                <a16:creationId xmlns:a16="http://schemas.microsoft.com/office/drawing/2014/main" id="{9A5952D8-B46F-0F39-8356-11D6E9690AB2}"/>
              </a:ext>
            </a:extLst>
          </p:cNvPr>
          <p:cNvSpPr txBox="1">
            <a:spLocks noGrp="1" noChangeArrowheads="1"/>
          </p:cNvSpPr>
          <p:nvPr>
            <p:ph type="body" idx="1"/>
          </p:nvPr>
        </p:nvSpPr>
        <p:spPr>
          <a:xfrm>
            <a:off x="42334" y="2006600"/>
            <a:ext cx="11713633" cy="4470400"/>
          </a:xfrm>
        </p:spPr>
        <p:txBody>
          <a:bodyPr rot="0" upright="1">
            <a:noAutofit/>
          </a:bodyPr>
          <a:lstStyle/>
          <a:p>
            <a:pPr>
              <a:lnSpc>
                <a:spcPts val="2433"/>
              </a:lnSpc>
              <a:spcBef>
                <a:spcPts val="0"/>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 </a:t>
            </a:r>
            <a:endParaRPr lang="en-US" sz="1467" dirty="0">
              <a:latin typeface="Calibri" panose="020F0502020204030204" pitchFamily="34" charset="0"/>
              <a:ea typeface="Calibri" panose="020F0502020204030204" pitchFamily="34" charset="0"/>
            </a:endParaRPr>
          </a:p>
          <a:p>
            <a:pPr marL="1295368" indent="-380990" algn="just">
              <a:lnSpc>
                <a:spcPts val="2887"/>
              </a:lnSpc>
              <a:spcBef>
                <a:spcPts val="573"/>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Data -Data is a representation of facts or concepts in an organized manner.</a:t>
            </a:r>
            <a:endParaRPr lang="en-US" sz="1467" dirty="0">
              <a:latin typeface="Calibri" panose="020F0502020204030204" pitchFamily="34" charset="0"/>
              <a:ea typeface="Calibri" panose="020F0502020204030204" pitchFamily="34" charset="0"/>
            </a:endParaRPr>
          </a:p>
          <a:p>
            <a:pPr marL="1295368" indent="-380990" algn="just">
              <a:lnSpc>
                <a:spcPts val="2887"/>
              </a:lnSpc>
              <a:spcBef>
                <a:spcPts val="573"/>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Information is defined as a collection of data from which conclusions may be drawn.</a:t>
            </a:r>
            <a:endParaRPr lang="en-US" sz="1467" dirty="0">
              <a:latin typeface="Calibri" panose="020F0502020204030204" pitchFamily="34" charset="0"/>
              <a:ea typeface="Calibri" panose="020F0502020204030204" pitchFamily="34" charset="0"/>
            </a:endParaRPr>
          </a:p>
          <a:p>
            <a:pPr marL="1295368" indent="-380990" algn="just">
              <a:lnSpc>
                <a:spcPts val="2887"/>
              </a:lnSpc>
              <a:spcBef>
                <a:spcPts val="573"/>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The study of how the data is collected and stored in the memory, how efficiently the data is organized in the memory, how efficiently the data can be retrieved and manipulated, and the possible ways in which different data items are logically related is called data structures.</a:t>
            </a:r>
            <a:endParaRPr lang="en-US" sz="1467" dirty="0">
              <a:latin typeface="Calibri" panose="020F0502020204030204" pitchFamily="34" charset="0"/>
              <a:ea typeface="Calibri" panose="020F0502020204030204" pitchFamily="34" charset="0"/>
            </a:endParaRPr>
          </a:p>
          <a:p>
            <a:pPr marL="380990" indent="-380990">
              <a:lnSpc>
                <a:spcPts val="2887"/>
              </a:lnSpc>
              <a:spcBef>
                <a:spcPts val="573"/>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 </a:t>
            </a:r>
            <a:endParaRPr lang="en-US" sz="1467" dirty="0">
              <a:latin typeface="Calibri" panose="020F0502020204030204" pitchFamily="34" charset="0"/>
              <a:ea typeface="Calibri" panose="020F0502020204030204" pitchFamily="34" charset="0"/>
            </a:endParaRPr>
          </a:p>
          <a:p>
            <a:pPr algn="just">
              <a:lnSpc>
                <a:spcPts val="2887"/>
              </a:lnSpc>
              <a:spcBef>
                <a:spcPts val="573"/>
              </a:spcBef>
              <a:defRPr/>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rPr>
              <a:t> </a:t>
            </a:r>
            <a:endParaRPr lang="en-US" sz="1467" dirty="0">
              <a:latin typeface="Calibri" panose="020F0502020204030204" pitchFamily="34" charset="0"/>
              <a:ea typeface="Calibri" panose="020F0502020204030204" pitchFamily="34" charset="0"/>
            </a:endParaRPr>
          </a:p>
          <a:p>
            <a:pPr>
              <a:lnSpc>
                <a:spcPts val="2887"/>
              </a:lnSpc>
              <a:spcBef>
                <a:spcPts val="573"/>
              </a:spcBef>
              <a:defRPr/>
            </a:pPr>
            <a:r>
              <a:rPr lang="en-US" sz="2400" dirty="0">
                <a:latin typeface="Calibri" panose="020F0502020204030204" pitchFamily="34" charset="0"/>
                <a:ea typeface="Calibri" panose="020F0502020204030204" pitchFamily="34" charset="0"/>
              </a:rPr>
              <a:t> </a:t>
            </a:r>
            <a:endParaRPr lang="en-US" sz="1467" dirty="0">
              <a:latin typeface="Calibri" panose="020F0502020204030204" pitchFamily="34" charset="0"/>
              <a:ea typeface="Calibri" panose="020F0502020204030204" pitchFamily="34" charset="0"/>
            </a:endParaRPr>
          </a:p>
          <a:p>
            <a:pPr>
              <a:lnSpc>
                <a:spcPts val="2887"/>
              </a:lnSpc>
              <a:spcBef>
                <a:spcPts val="573"/>
              </a:spcBef>
              <a:defRPr/>
            </a:pPr>
            <a:r>
              <a:rPr lang="en-US" sz="2400" dirty="0">
                <a:latin typeface="Calibri" panose="020F0502020204030204" pitchFamily="34" charset="0"/>
                <a:ea typeface="Calibri" panose="020F0502020204030204" pitchFamily="34" charset="0"/>
              </a:rPr>
              <a:t> </a:t>
            </a:r>
            <a:endParaRPr lang="en-US" sz="1467" dirty="0">
              <a:latin typeface="Calibri" panose="020F0502020204030204" pitchFamily="34" charset="0"/>
              <a:ea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 calcmode="lin" valueType="num">
                                      <p:cBhvr additive="base">
                                        <p:cTn id="12"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89FB6AD-2BD5-1FFE-886A-9D3A9D748704}"/>
              </a:ext>
            </a:extLst>
          </p:cNvPr>
          <p:cNvSpPr txBox="1"/>
          <p:nvPr/>
        </p:nvSpPr>
        <p:spPr>
          <a:xfrm>
            <a:off x="814918" y="3234267"/>
            <a:ext cx="10424583" cy="1608261"/>
          </a:xfrm>
          <a:prstGeom prst="rect">
            <a:avLst/>
          </a:prstGeom>
          <a:ln w="28574">
            <a:solidFill>
              <a:srgbClr val="000000"/>
            </a:solidFill>
          </a:ln>
        </p:spPr>
        <p:txBody>
          <a:bodyPr lIns="0" tIns="0" rIns="0" bIns="0">
            <a:spAutoFit/>
          </a:bodyPr>
          <a:lstStyle/>
          <a:p>
            <a:pPr marL="3116502">
              <a:defRPr/>
            </a:pPr>
            <a:r>
              <a:rPr sz="2667" b="1" dirty="0">
                <a:solidFill>
                  <a:srgbClr val="4F80BC"/>
                </a:solidFill>
                <a:latin typeface="Calibri"/>
                <a:cs typeface="Calibri"/>
              </a:rPr>
              <a:t>1)</a:t>
            </a:r>
            <a:r>
              <a:rPr sz="2667" b="1" spc="-193" dirty="0">
                <a:solidFill>
                  <a:srgbClr val="4F80BC"/>
                </a:solidFill>
                <a:latin typeface="Times New Roman"/>
                <a:cs typeface="Times New Roman"/>
              </a:rPr>
              <a:t> </a:t>
            </a:r>
            <a:r>
              <a:rPr sz="2667" b="1" u="heavy" spc="-13" dirty="0">
                <a:solidFill>
                  <a:srgbClr val="4F80BC"/>
                </a:solidFill>
                <a:latin typeface="Calibri"/>
                <a:cs typeface="Calibri"/>
              </a:rPr>
              <a:t>L</a:t>
            </a:r>
            <a:r>
              <a:rPr sz="2667" b="1" u="heavy" dirty="0">
                <a:solidFill>
                  <a:srgbClr val="4F80BC"/>
                </a:solidFill>
                <a:latin typeface="Calibri"/>
                <a:cs typeface="Calibri"/>
              </a:rPr>
              <a:t>INEAR</a:t>
            </a:r>
            <a:r>
              <a:rPr sz="2667" b="1" u="heavy" spc="-120" dirty="0">
                <a:solidFill>
                  <a:srgbClr val="4F80BC"/>
                </a:solidFill>
                <a:latin typeface="Calibri"/>
                <a:cs typeface="Calibri"/>
              </a:rPr>
              <a:t> </a:t>
            </a:r>
            <a:r>
              <a:rPr sz="2667" b="1" u="heavy" spc="-7" dirty="0">
                <a:solidFill>
                  <a:srgbClr val="4F80BC"/>
                </a:solidFill>
                <a:latin typeface="Calibri"/>
                <a:cs typeface="Calibri"/>
              </a:rPr>
              <a:t>DA</a:t>
            </a:r>
            <a:r>
              <a:rPr sz="2667" b="1" u="heavy" spc="-20" dirty="0">
                <a:solidFill>
                  <a:srgbClr val="4F80BC"/>
                </a:solidFill>
                <a:latin typeface="Calibri"/>
                <a:cs typeface="Calibri"/>
              </a:rPr>
              <a:t>T</a:t>
            </a:r>
            <a:r>
              <a:rPr sz="2667" b="1" u="heavy" dirty="0">
                <a:solidFill>
                  <a:srgbClr val="4F80BC"/>
                </a:solidFill>
                <a:latin typeface="Calibri"/>
                <a:cs typeface="Calibri"/>
              </a:rPr>
              <a:t>A</a:t>
            </a:r>
            <a:r>
              <a:rPr sz="2667" b="1" u="heavy" spc="-133" dirty="0">
                <a:solidFill>
                  <a:srgbClr val="4F80BC"/>
                </a:solidFill>
                <a:latin typeface="Calibri"/>
                <a:cs typeface="Calibri"/>
              </a:rPr>
              <a:t> </a:t>
            </a:r>
            <a:r>
              <a:rPr sz="2667" b="1" u="heavy" dirty="0">
                <a:solidFill>
                  <a:srgbClr val="4F80BC"/>
                </a:solidFill>
                <a:latin typeface="Calibri"/>
                <a:cs typeface="Calibri"/>
              </a:rPr>
              <a:t>STRUCTUR</a:t>
            </a:r>
            <a:r>
              <a:rPr sz="2667" b="1" u="heavy" spc="-33" dirty="0">
                <a:solidFill>
                  <a:srgbClr val="4F80BC"/>
                </a:solidFill>
                <a:latin typeface="Calibri"/>
                <a:cs typeface="Calibri"/>
              </a:rPr>
              <a:t>E</a:t>
            </a:r>
            <a:r>
              <a:rPr sz="2667" b="1" u="heavy" dirty="0">
                <a:solidFill>
                  <a:srgbClr val="4F80BC"/>
                </a:solidFill>
                <a:latin typeface="Calibri"/>
                <a:cs typeface="Calibri"/>
              </a:rPr>
              <a:t>S</a:t>
            </a:r>
            <a:endParaRPr sz="2667" dirty="0">
              <a:latin typeface="Calibri"/>
              <a:cs typeface="Calibri"/>
            </a:endParaRPr>
          </a:p>
          <a:p>
            <a:pPr marL="11006" algn="ctr">
              <a:spcBef>
                <a:spcPts val="633"/>
              </a:spcBef>
              <a:defRPr/>
            </a:pPr>
            <a:r>
              <a:rPr sz="2400" b="1" spc="-13" dirty="0">
                <a:latin typeface="Calibri"/>
                <a:cs typeface="Calibri"/>
              </a:rPr>
              <a:t>Ele</a:t>
            </a:r>
            <a:r>
              <a:rPr sz="2400" b="1" spc="-7" dirty="0">
                <a:latin typeface="Calibri"/>
                <a:cs typeface="Calibri"/>
              </a:rPr>
              <a:t>m</a:t>
            </a:r>
            <a:r>
              <a:rPr sz="2400" b="1" dirty="0">
                <a:latin typeface="Calibri"/>
                <a:cs typeface="Calibri"/>
              </a:rPr>
              <a:t>e</a:t>
            </a:r>
            <a:r>
              <a:rPr sz="2400" b="1" spc="-13" dirty="0">
                <a:latin typeface="Calibri"/>
                <a:cs typeface="Calibri"/>
              </a:rPr>
              <a:t>n</a:t>
            </a:r>
            <a:r>
              <a:rPr sz="2400" b="1" spc="-33" dirty="0">
                <a:latin typeface="Calibri"/>
                <a:cs typeface="Calibri"/>
              </a:rPr>
              <a:t>t</a:t>
            </a:r>
            <a:r>
              <a:rPr sz="2400" b="1" spc="-13" dirty="0">
                <a:latin typeface="Calibri"/>
                <a:cs typeface="Calibri"/>
              </a:rPr>
              <a:t>s</a:t>
            </a:r>
            <a:r>
              <a:rPr sz="2400" b="1" spc="-127" dirty="0">
                <a:latin typeface="Times New Roman"/>
                <a:cs typeface="Times New Roman"/>
              </a:rPr>
              <a:t> </a:t>
            </a:r>
            <a:r>
              <a:rPr sz="2400" b="1" dirty="0">
                <a:latin typeface="Calibri"/>
                <a:cs typeface="Calibri"/>
              </a:rPr>
              <a:t>are</a:t>
            </a:r>
            <a:r>
              <a:rPr sz="2400" b="1" spc="-73" dirty="0">
                <a:latin typeface="Times New Roman"/>
                <a:cs typeface="Times New Roman"/>
              </a:rPr>
              <a:t> </a:t>
            </a:r>
            <a:r>
              <a:rPr sz="2400" b="1" dirty="0">
                <a:latin typeface="Calibri"/>
                <a:cs typeface="Calibri"/>
              </a:rPr>
              <a:t>a</a:t>
            </a:r>
            <a:r>
              <a:rPr sz="2400" b="1" spc="-13" dirty="0">
                <a:latin typeface="Calibri"/>
                <a:cs typeface="Calibri"/>
              </a:rPr>
              <a:t>c</a:t>
            </a:r>
            <a:r>
              <a:rPr sz="2400" b="1" spc="-7" dirty="0">
                <a:latin typeface="Calibri"/>
                <a:cs typeface="Calibri"/>
              </a:rPr>
              <a:t>c</a:t>
            </a:r>
            <a:r>
              <a:rPr sz="2400" b="1" spc="7" dirty="0">
                <a:latin typeface="Calibri"/>
                <a:cs typeface="Calibri"/>
              </a:rPr>
              <a:t>e</a:t>
            </a:r>
            <a:r>
              <a:rPr sz="2400" b="1" spc="-13" dirty="0">
                <a:latin typeface="Calibri"/>
                <a:cs typeface="Calibri"/>
              </a:rPr>
              <a:t>s</a:t>
            </a:r>
            <a:r>
              <a:rPr sz="2400" b="1" spc="-27" dirty="0">
                <a:latin typeface="Calibri"/>
                <a:cs typeface="Calibri"/>
              </a:rPr>
              <a:t>s</a:t>
            </a:r>
            <a:r>
              <a:rPr sz="2400" b="1" dirty="0">
                <a:latin typeface="Calibri"/>
                <a:cs typeface="Calibri"/>
              </a:rPr>
              <a:t>e</a:t>
            </a:r>
            <a:r>
              <a:rPr sz="2400" b="1" spc="-13" dirty="0">
                <a:latin typeface="Calibri"/>
                <a:cs typeface="Calibri"/>
              </a:rPr>
              <a:t>d</a:t>
            </a:r>
            <a:r>
              <a:rPr sz="2400" b="1" spc="-152" dirty="0">
                <a:latin typeface="Times New Roman"/>
                <a:cs typeface="Times New Roman"/>
              </a:rPr>
              <a:t> </a:t>
            </a:r>
            <a:r>
              <a:rPr sz="2400" b="1" spc="-20" dirty="0">
                <a:latin typeface="Calibri"/>
                <a:cs typeface="Calibri"/>
              </a:rPr>
              <a:t>i</a:t>
            </a:r>
            <a:r>
              <a:rPr sz="2400" b="1" spc="-13" dirty="0">
                <a:latin typeface="Calibri"/>
                <a:cs typeface="Calibri"/>
              </a:rPr>
              <a:t>n</a:t>
            </a:r>
            <a:r>
              <a:rPr sz="2400" b="1" spc="-53" dirty="0">
                <a:latin typeface="Times New Roman"/>
                <a:cs typeface="Times New Roman"/>
              </a:rPr>
              <a:t> </a:t>
            </a:r>
            <a:r>
              <a:rPr sz="2400" b="1" spc="-13" dirty="0">
                <a:latin typeface="Calibri"/>
                <a:cs typeface="Calibri"/>
              </a:rPr>
              <a:t>a</a:t>
            </a:r>
            <a:r>
              <a:rPr sz="2400" b="1" spc="-53" dirty="0">
                <a:latin typeface="Times New Roman"/>
                <a:cs typeface="Times New Roman"/>
              </a:rPr>
              <a:t> </a:t>
            </a:r>
            <a:r>
              <a:rPr sz="2400" b="1" spc="-13" dirty="0">
                <a:latin typeface="Calibri"/>
                <a:cs typeface="Calibri"/>
              </a:rPr>
              <a:t>seque</a:t>
            </a:r>
            <a:r>
              <a:rPr sz="2400" b="1" spc="-7" dirty="0">
                <a:latin typeface="Calibri"/>
                <a:cs typeface="Calibri"/>
              </a:rPr>
              <a:t>n</a:t>
            </a:r>
            <a:r>
              <a:rPr sz="2400" b="1" spc="-13" dirty="0">
                <a:latin typeface="Calibri"/>
                <a:cs typeface="Calibri"/>
              </a:rPr>
              <a:t>tial</a:t>
            </a:r>
            <a:r>
              <a:rPr sz="2400" b="1" spc="-180" dirty="0">
                <a:latin typeface="Times New Roman"/>
                <a:cs typeface="Times New Roman"/>
              </a:rPr>
              <a:t> </a:t>
            </a:r>
            <a:r>
              <a:rPr sz="2400" b="1" spc="-13" dirty="0">
                <a:latin typeface="Calibri"/>
                <a:cs typeface="Calibri"/>
              </a:rPr>
              <a:t>ord</a:t>
            </a:r>
            <a:r>
              <a:rPr sz="2400" b="1" dirty="0">
                <a:latin typeface="Calibri"/>
                <a:cs typeface="Calibri"/>
              </a:rPr>
              <a:t>er</a:t>
            </a:r>
            <a:r>
              <a:rPr sz="2400" b="1" spc="-140" dirty="0">
                <a:latin typeface="Times New Roman"/>
                <a:cs typeface="Times New Roman"/>
              </a:rPr>
              <a:t> </a:t>
            </a:r>
            <a:r>
              <a:rPr sz="2400" b="1" spc="-7" dirty="0">
                <a:latin typeface="Calibri"/>
                <a:cs typeface="Calibri"/>
              </a:rPr>
              <a:t>bu</a:t>
            </a:r>
            <a:r>
              <a:rPr sz="2400" b="1" spc="-13" dirty="0">
                <a:latin typeface="Calibri"/>
                <a:cs typeface="Calibri"/>
              </a:rPr>
              <a:t>t</a:t>
            </a:r>
            <a:r>
              <a:rPr sz="2400" b="1" spc="-27" dirty="0">
                <a:latin typeface="Times New Roman"/>
                <a:cs typeface="Times New Roman"/>
              </a:rPr>
              <a:t> </a:t>
            </a:r>
            <a:r>
              <a:rPr sz="2400" b="1" spc="-13" dirty="0">
                <a:latin typeface="Calibri"/>
                <a:cs typeface="Calibri"/>
              </a:rPr>
              <a:t>it</a:t>
            </a:r>
            <a:r>
              <a:rPr sz="2400" b="1" spc="-107" dirty="0">
                <a:latin typeface="Times New Roman"/>
                <a:cs typeface="Times New Roman"/>
              </a:rPr>
              <a:t> </a:t>
            </a:r>
            <a:r>
              <a:rPr sz="2400" b="1" spc="-13" dirty="0">
                <a:latin typeface="Calibri"/>
                <a:cs typeface="Calibri"/>
              </a:rPr>
              <a:t>is</a:t>
            </a:r>
            <a:r>
              <a:rPr sz="2400" b="1" spc="-27" dirty="0">
                <a:latin typeface="Times New Roman"/>
                <a:cs typeface="Times New Roman"/>
              </a:rPr>
              <a:t> </a:t>
            </a:r>
            <a:r>
              <a:rPr sz="2400" b="1" spc="-13" dirty="0">
                <a:latin typeface="Calibri"/>
                <a:cs typeface="Calibri"/>
              </a:rPr>
              <a:t>not</a:t>
            </a:r>
            <a:r>
              <a:rPr sz="2400" b="1" spc="-7" dirty="0">
                <a:latin typeface="Times New Roman"/>
                <a:cs typeface="Times New Roman"/>
              </a:rPr>
              <a:t> </a:t>
            </a:r>
            <a:r>
              <a:rPr sz="2400" b="1" spc="-13" dirty="0">
                <a:latin typeface="Calibri"/>
                <a:cs typeface="Calibri"/>
              </a:rPr>
              <a:t>c</a:t>
            </a:r>
            <a:r>
              <a:rPr sz="2400" b="1" spc="-20" dirty="0">
                <a:latin typeface="Calibri"/>
                <a:cs typeface="Calibri"/>
              </a:rPr>
              <a:t>ompul</a:t>
            </a:r>
            <a:r>
              <a:rPr sz="2400" b="1" spc="-13" dirty="0">
                <a:latin typeface="Calibri"/>
                <a:cs typeface="Calibri"/>
              </a:rPr>
              <a:t>so</a:t>
            </a:r>
            <a:r>
              <a:rPr sz="2400" b="1" spc="-7" dirty="0">
                <a:latin typeface="Calibri"/>
                <a:cs typeface="Calibri"/>
              </a:rPr>
              <a:t>r</a:t>
            </a:r>
            <a:r>
              <a:rPr sz="2400" b="1" dirty="0">
                <a:latin typeface="Calibri"/>
                <a:cs typeface="Calibri"/>
              </a:rPr>
              <a:t>y</a:t>
            </a:r>
            <a:r>
              <a:rPr sz="2400" b="1" spc="-313" dirty="0">
                <a:latin typeface="Times New Roman"/>
                <a:cs typeface="Times New Roman"/>
              </a:rPr>
              <a:t> </a:t>
            </a:r>
            <a:r>
              <a:rPr sz="2400" b="1" spc="-13" dirty="0">
                <a:latin typeface="Calibri"/>
                <a:cs typeface="Calibri"/>
              </a:rPr>
              <a:t>to</a:t>
            </a:r>
            <a:r>
              <a:rPr sz="2400" b="1" spc="40" dirty="0">
                <a:latin typeface="Times New Roman"/>
                <a:cs typeface="Times New Roman"/>
              </a:rPr>
              <a:t> </a:t>
            </a:r>
            <a:r>
              <a:rPr sz="2400" b="1" dirty="0">
                <a:latin typeface="Calibri"/>
                <a:cs typeface="Calibri"/>
              </a:rPr>
              <a:t>store</a:t>
            </a:r>
            <a:r>
              <a:rPr sz="2400" b="1" spc="-287" dirty="0">
                <a:latin typeface="Times New Roman"/>
                <a:cs typeface="Times New Roman"/>
              </a:rPr>
              <a:t> </a:t>
            </a:r>
            <a:r>
              <a:rPr sz="2400" b="1" spc="-33" dirty="0">
                <a:latin typeface="Calibri"/>
                <a:cs typeface="Calibri"/>
              </a:rPr>
              <a:t>a</a:t>
            </a:r>
            <a:r>
              <a:rPr sz="2400" b="1" spc="-7" dirty="0">
                <a:latin typeface="Calibri"/>
                <a:cs typeface="Calibri"/>
              </a:rPr>
              <a:t>ll</a:t>
            </a:r>
            <a:endParaRPr sz="2400" dirty="0">
              <a:latin typeface="Calibri"/>
              <a:cs typeface="Calibri"/>
            </a:endParaRPr>
          </a:p>
          <a:p>
            <a:pPr marL="4079138">
              <a:spcBef>
                <a:spcPts val="33"/>
              </a:spcBef>
              <a:defRPr/>
            </a:pPr>
            <a:r>
              <a:rPr sz="2400" b="1" dirty="0">
                <a:latin typeface="Calibri"/>
                <a:cs typeface="Calibri"/>
              </a:rPr>
              <a:t>e</a:t>
            </a:r>
            <a:r>
              <a:rPr sz="2400" b="1" spc="-20" dirty="0">
                <a:latin typeface="Calibri"/>
                <a:cs typeface="Calibri"/>
              </a:rPr>
              <a:t>l</a:t>
            </a:r>
            <a:r>
              <a:rPr sz="2400" b="1" spc="-13" dirty="0">
                <a:latin typeface="Calibri"/>
                <a:cs typeface="Calibri"/>
              </a:rPr>
              <a:t>e</a:t>
            </a:r>
            <a:r>
              <a:rPr sz="2400" b="1" spc="-20" dirty="0">
                <a:latin typeface="Calibri"/>
                <a:cs typeface="Calibri"/>
              </a:rPr>
              <a:t>m</a:t>
            </a:r>
            <a:r>
              <a:rPr sz="2400" b="1" spc="-13" dirty="0">
                <a:latin typeface="Calibri"/>
                <a:cs typeface="Calibri"/>
              </a:rPr>
              <a:t>en</a:t>
            </a:r>
            <a:r>
              <a:rPr sz="2400" b="1" spc="-33" dirty="0">
                <a:latin typeface="Calibri"/>
                <a:cs typeface="Calibri"/>
              </a:rPr>
              <a:t>t</a:t>
            </a:r>
            <a:r>
              <a:rPr sz="2400" b="1" spc="-13" dirty="0">
                <a:latin typeface="Calibri"/>
                <a:cs typeface="Calibri"/>
              </a:rPr>
              <a:t>s</a:t>
            </a:r>
            <a:r>
              <a:rPr sz="2400" b="1" spc="-180" dirty="0">
                <a:latin typeface="Times New Roman"/>
                <a:cs typeface="Times New Roman"/>
              </a:rPr>
              <a:t> </a:t>
            </a:r>
            <a:r>
              <a:rPr sz="2400" b="1" dirty="0">
                <a:latin typeface="Calibri"/>
                <a:cs typeface="Calibri"/>
              </a:rPr>
              <a:t>sequ</a:t>
            </a:r>
            <a:r>
              <a:rPr sz="2400" b="1" spc="-20" dirty="0">
                <a:latin typeface="Calibri"/>
                <a:cs typeface="Calibri"/>
              </a:rPr>
              <a:t>e</a:t>
            </a:r>
            <a:r>
              <a:rPr sz="2400" b="1" spc="-13" dirty="0">
                <a:latin typeface="Calibri"/>
                <a:cs typeface="Calibri"/>
              </a:rPr>
              <a:t>ntially.</a:t>
            </a:r>
            <a:endParaRPr sz="2400" dirty="0">
              <a:latin typeface="Calibri"/>
              <a:cs typeface="Calibri"/>
            </a:endParaRPr>
          </a:p>
          <a:p>
            <a:pPr marL="10160" algn="ctr">
              <a:spcBef>
                <a:spcPts val="473"/>
              </a:spcBef>
              <a:defRPr/>
            </a:pPr>
            <a:r>
              <a:rPr sz="2067" b="1" spc="-13" dirty="0">
                <a:solidFill>
                  <a:srgbClr val="FF0000"/>
                </a:solidFill>
                <a:latin typeface="Calibri"/>
                <a:cs typeface="Calibri"/>
              </a:rPr>
              <a:t>Examples:</a:t>
            </a:r>
            <a:r>
              <a:rPr sz="2067" b="1" spc="107" dirty="0">
                <a:solidFill>
                  <a:srgbClr val="FF0000"/>
                </a:solidFill>
                <a:latin typeface="Times New Roman"/>
                <a:cs typeface="Times New Roman"/>
              </a:rPr>
              <a:t> </a:t>
            </a:r>
            <a:r>
              <a:rPr sz="2067" b="1" i="1" spc="-13" dirty="0">
                <a:latin typeface="Calibri"/>
                <a:cs typeface="Calibri"/>
              </a:rPr>
              <a:t>Linked</a:t>
            </a:r>
            <a:r>
              <a:rPr sz="2067" b="1" i="1" spc="200" dirty="0">
                <a:latin typeface="Times New Roman"/>
                <a:cs typeface="Times New Roman"/>
              </a:rPr>
              <a:t> </a:t>
            </a:r>
            <a:r>
              <a:rPr sz="2067" b="1" i="1" spc="-13" dirty="0">
                <a:latin typeface="Calibri"/>
                <a:cs typeface="Calibri"/>
              </a:rPr>
              <a:t>Lists,</a:t>
            </a:r>
            <a:r>
              <a:rPr sz="2067" b="1" i="1" spc="47" dirty="0">
                <a:latin typeface="Times New Roman"/>
                <a:cs typeface="Times New Roman"/>
              </a:rPr>
              <a:t> </a:t>
            </a:r>
            <a:r>
              <a:rPr sz="2067" b="1" i="1" spc="-20" dirty="0">
                <a:latin typeface="Calibri"/>
                <a:cs typeface="Calibri"/>
              </a:rPr>
              <a:t>Stack</a:t>
            </a:r>
            <a:r>
              <a:rPr sz="2067" b="1" i="1" spc="-13" dirty="0">
                <a:latin typeface="Calibri"/>
                <a:cs typeface="Calibri"/>
              </a:rPr>
              <a:t>s</a:t>
            </a:r>
            <a:r>
              <a:rPr sz="2067" b="1" i="1" spc="47" dirty="0">
                <a:latin typeface="Times New Roman"/>
                <a:cs typeface="Times New Roman"/>
              </a:rPr>
              <a:t> </a:t>
            </a:r>
            <a:r>
              <a:rPr sz="2067" b="1" i="1" spc="-13" dirty="0">
                <a:latin typeface="Calibri"/>
                <a:cs typeface="Calibri"/>
              </a:rPr>
              <a:t>and</a:t>
            </a:r>
            <a:r>
              <a:rPr sz="2067" b="1" i="1" spc="-27" dirty="0">
                <a:latin typeface="Times New Roman"/>
                <a:cs typeface="Times New Roman"/>
              </a:rPr>
              <a:t> </a:t>
            </a:r>
            <a:r>
              <a:rPr sz="2067" b="1" i="1" spc="-13" dirty="0">
                <a:latin typeface="Calibri"/>
                <a:cs typeface="Calibri"/>
              </a:rPr>
              <a:t>Q</a:t>
            </a:r>
            <a:r>
              <a:rPr sz="2067" b="1" i="1" spc="-20" dirty="0">
                <a:latin typeface="Calibri"/>
                <a:cs typeface="Calibri"/>
              </a:rPr>
              <a:t>ueu</a:t>
            </a:r>
            <a:r>
              <a:rPr sz="2067" b="1" i="1" spc="-27" dirty="0">
                <a:latin typeface="Calibri"/>
                <a:cs typeface="Calibri"/>
              </a:rPr>
              <a:t>e</a:t>
            </a:r>
            <a:r>
              <a:rPr sz="2067" b="1" i="1" dirty="0">
                <a:latin typeface="Calibri"/>
                <a:cs typeface="Calibri"/>
              </a:rPr>
              <a:t>s</a:t>
            </a:r>
            <a:r>
              <a:rPr sz="2067" b="1" i="1" spc="-7" dirty="0">
                <a:latin typeface="Calibri"/>
                <a:cs typeface="Calibri"/>
              </a:rPr>
              <a:t>.</a:t>
            </a:r>
            <a:endParaRPr sz="2067" dirty="0">
              <a:latin typeface="Calibri"/>
              <a:cs typeface="Calibri"/>
            </a:endParaRPr>
          </a:p>
        </p:txBody>
      </p:sp>
      <p:sp>
        <p:nvSpPr>
          <p:cNvPr id="3" name="object 3">
            <a:extLst>
              <a:ext uri="{FF2B5EF4-FFF2-40B4-BE49-F238E27FC236}">
                <a16:creationId xmlns:a16="http://schemas.microsoft.com/office/drawing/2014/main" id="{ED0EB01D-CA09-9D83-5874-644B750D2C78}"/>
              </a:ext>
            </a:extLst>
          </p:cNvPr>
          <p:cNvSpPr txBox="1"/>
          <p:nvPr/>
        </p:nvSpPr>
        <p:spPr>
          <a:xfrm>
            <a:off x="812800" y="5130801"/>
            <a:ext cx="10363200" cy="1264577"/>
          </a:xfrm>
          <a:prstGeom prst="rect">
            <a:avLst/>
          </a:prstGeom>
          <a:ln w="28574">
            <a:solidFill>
              <a:srgbClr val="000000"/>
            </a:solidFill>
          </a:ln>
        </p:spPr>
        <p:txBody>
          <a:bodyPr lIns="0" tIns="0" rIns="0" bIns="0">
            <a:spAutoFit/>
          </a:bodyPr>
          <a:lstStyle/>
          <a:p>
            <a:pPr marL="2581421">
              <a:defRPr/>
            </a:pPr>
            <a:r>
              <a:rPr sz="2667" b="1" dirty="0">
                <a:solidFill>
                  <a:srgbClr val="4F80BC"/>
                </a:solidFill>
                <a:latin typeface="Calibri"/>
                <a:cs typeface="Calibri"/>
              </a:rPr>
              <a:t>2)</a:t>
            </a:r>
            <a:r>
              <a:rPr sz="2667" b="1" spc="-140" dirty="0">
                <a:solidFill>
                  <a:srgbClr val="4F80BC"/>
                </a:solidFill>
                <a:latin typeface="Times New Roman"/>
                <a:cs typeface="Times New Roman"/>
              </a:rPr>
              <a:t> </a:t>
            </a:r>
            <a:r>
              <a:rPr sz="2667" b="1" u="heavy" dirty="0">
                <a:solidFill>
                  <a:srgbClr val="4F80BC"/>
                </a:solidFill>
                <a:latin typeface="Calibri"/>
                <a:cs typeface="Calibri"/>
              </a:rPr>
              <a:t>N</a:t>
            </a:r>
            <a:r>
              <a:rPr sz="2667" b="1" u="heavy" spc="-20" dirty="0">
                <a:solidFill>
                  <a:srgbClr val="4F80BC"/>
                </a:solidFill>
                <a:latin typeface="Calibri"/>
                <a:cs typeface="Calibri"/>
              </a:rPr>
              <a:t>O</a:t>
            </a:r>
            <a:r>
              <a:rPr sz="2667" b="1" u="heavy" dirty="0">
                <a:solidFill>
                  <a:srgbClr val="4F80BC"/>
                </a:solidFill>
                <a:latin typeface="Calibri"/>
                <a:cs typeface="Calibri"/>
              </a:rPr>
              <a:t>N</a:t>
            </a:r>
            <a:r>
              <a:rPr sz="2667" b="1" u="heavy" spc="-113" dirty="0">
                <a:solidFill>
                  <a:srgbClr val="4F80BC"/>
                </a:solidFill>
                <a:latin typeface="Calibri"/>
                <a:cs typeface="Calibri"/>
              </a:rPr>
              <a:t> </a:t>
            </a:r>
            <a:r>
              <a:rPr sz="2667" b="1" u="heavy" dirty="0">
                <a:solidFill>
                  <a:srgbClr val="4F80BC"/>
                </a:solidFill>
                <a:latin typeface="Calibri"/>
                <a:cs typeface="Calibri"/>
              </a:rPr>
              <a:t>–</a:t>
            </a:r>
            <a:r>
              <a:rPr sz="2667" u="heavy" spc="-160" dirty="0">
                <a:solidFill>
                  <a:srgbClr val="4F80BC"/>
                </a:solidFill>
                <a:latin typeface="Times New Roman"/>
                <a:cs typeface="Times New Roman"/>
              </a:rPr>
              <a:t> </a:t>
            </a:r>
            <a:r>
              <a:rPr sz="2667" b="1" u="heavy" dirty="0">
                <a:solidFill>
                  <a:srgbClr val="4F80BC"/>
                </a:solidFill>
                <a:latin typeface="Calibri"/>
                <a:cs typeface="Calibri"/>
              </a:rPr>
              <a:t>LIN</a:t>
            </a:r>
            <a:r>
              <a:rPr sz="2667" b="1" u="heavy" spc="-13" dirty="0">
                <a:solidFill>
                  <a:srgbClr val="4F80BC"/>
                </a:solidFill>
                <a:latin typeface="Calibri"/>
                <a:cs typeface="Calibri"/>
              </a:rPr>
              <a:t>E</a:t>
            </a:r>
            <a:r>
              <a:rPr sz="2667" b="1" u="heavy" dirty="0">
                <a:solidFill>
                  <a:srgbClr val="4F80BC"/>
                </a:solidFill>
                <a:latin typeface="Calibri"/>
                <a:cs typeface="Calibri"/>
              </a:rPr>
              <a:t>AR </a:t>
            </a:r>
            <a:r>
              <a:rPr sz="2667" b="1" u="heavy" spc="-152" dirty="0">
                <a:solidFill>
                  <a:srgbClr val="4F80BC"/>
                </a:solidFill>
                <a:latin typeface="Times New Roman"/>
                <a:cs typeface="Times New Roman"/>
              </a:rPr>
              <a:t> </a:t>
            </a:r>
            <a:r>
              <a:rPr sz="2667" b="1" u="heavy" spc="-7" dirty="0">
                <a:solidFill>
                  <a:srgbClr val="4F80BC"/>
                </a:solidFill>
                <a:latin typeface="Calibri"/>
                <a:cs typeface="Calibri"/>
              </a:rPr>
              <a:t>DATA</a:t>
            </a:r>
            <a:r>
              <a:rPr sz="2667" b="1" u="heavy" spc="20" dirty="0">
                <a:solidFill>
                  <a:srgbClr val="4F80BC"/>
                </a:solidFill>
                <a:latin typeface="Calibri"/>
                <a:cs typeface="Calibri"/>
              </a:rPr>
              <a:t> </a:t>
            </a:r>
            <a:r>
              <a:rPr sz="2667" b="1" u="heavy" spc="-20" dirty="0">
                <a:solidFill>
                  <a:srgbClr val="4F80BC"/>
                </a:solidFill>
                <a:latin typeface="Calibri"/>
                <a:cs typeface="Calibri"/>
              </a:rPr>
              <a:t>S</a:t>
            </a:r>
            <a:r>
              <a:rPr sz="2667" b="1" u="heavy" spc="-7" dirty="0">
                <a:solidFill>
                  <a:srgbClr val="4F80BC"/>
                </a:solidFill>
                <a:latin typeface="Calibri"/>
                <a:cs typeface="Calibri"/>
              </a:rPr>
              <a:t>T</a:t>
            </a:r>
            <a:r>
              <a:rPr sz="2667" b="1" u="heavy" spc="-13" dirty="0">
                <a:solidFill>
                  <a:srgbClr val="4F80BC"/>
                </a:solidFill>
                <a:latin typeface="Calibri"/>
                <a:cs typeface="Calibri"/>
              </a:rPr>
              <a:t>R</a:t>
            </a:r>
            <a:r>
              <a:rPr sz="2667" b="1" u="heavy" dirty="0">
                <a:solidFill>
                  <a:srgbClr val="4F80BC"/>
                </a:solidFill>
                <a:latin typeface="Calibri"/>
                <a:cs typeface="Calibri"/>
              </a:rPr>
              <a:t>UCTUR</a:t>
            </a:r>
            <a:r>
              <a:rPr sz="2667" b="1" u="heavy" spc="-13" dirty="0">
                <a:solidFill>
                  <a:srgbClr val="4F80BC"/>
                </a:solidFill>
                <a:latin typeface="Calibri"/>
                <a:cs typeface="Calibri"/>
              </a:rPr>
              <a:t>E</a:t>
            </a:r>
            <a:r>
              <a:rPr sz="2667" b="1" u="heavy" dirty="0">
                <a:solidFill>
                  <a:srgbClr val="4F80BC"/>
                </a:solidFill>
                <a:latin typeface="Calibri"/>
                <a:cs typeface="Calibri"/>
              </a:rPr>
              <a:t>S</a:t>
            </a:r>
            <a:endParaRPr sz="2667" dirty="0">
              <a:latin typeface="Calibri"/>
              <a:cs typeface="Calibri"/>
            </a:endParaRPr>
          </a:p>
          <a:p>
            <a:pPr marL="7620" algn="ctr">
              <a:spcBef>
                <a:spcPts val="567"/>
              </a:spcBef>
              <a:defRPr/>
            </a:pPr>
            <a:r>
              <a:rPr sz="2400" b="1" spc="-13" dirty="0">
                <a:latin typeface="Calibri"/>
                <a:cs typeface="Calibri"/>
              </a:rPr>
              <a:t>Ele</a:t>
            </a:r>
            <a:r>
              <a:rPr sz="2400" b="1" spc="-7" dirty="0">
                <a:latin typeface="Calibri"/>
                <a:cs typeface="Calibri"/>
              </a:rPr>
              <a:t>m</a:t>
            </a:r>
            <a:r>
              <a:rPr sz="2400" b="1" dirty="0">
                <a:latin typeface="Calibri"/>
                <a:cs typeface="Calibri"/>
              </a:rPr>
              <a:t>e</a:t>
            </a:r>
            <a:r>
              <a:rPr sz="2400" b="1" spc="-13" dirty="0">
                <a:latin typeface="Calibri"/>
                <a:cs typeface="Calibri"/>
              </a:rPr>
              <a:t>n</a:t>
            </a:r>
            <a:r>
              <a:rPr sz="2400" b="1" spc="-33" dirty="0">
                <a:latin typeface="Calibri"/>
                <a:cs typeface="Calibri"/>
              </a:rPr>
              <a:t>t</a:t>
            </a:r>
            <a:r>
              <a:rPr sz="2400" b="1" spc="-13" dirty="0">
                <a:latin typeface="Calibri"/>
                <a:cs typeface="Calibri"/>
              </a:rPr>
              <a:t>s</a:t>
            </a:r>
            <a:r>
              <a:rPr sz="2400" b="1" spc="-147" dirty="0">
                <a:latin typeface="Times New Roman"/>
                <a:cs typeface="Times New Roman"/>
              </a:rPr>
              <a:t> </a:t>
            </a:r>
            <a:r>
              <a:rPr sz="2400" b="1" dirty="0">
                <a:latin typeface="Calibri"/>
                <a:cs typeface="Calibri"/>
              </a:rPr>
              <a:t>of</a:t>
            </a:r>
            <a:r>
              <a:rPr sz="2400" b="1" spc="-67" dirty="0">
                <a:latin typeface="Times New Roman"/>
                <a:cs typeface="Times New Roman"/>
              </a:rPr>
              <a:t> </a:t>
            </a:r>
            <a:r>
              <a:rPr sz="2400" b="1" spc="-13" dirty="0">
                <a:latin typeface="Calibri"/>
                <a:cs typeface="Calibri"/>
              </a:rPr>
              <a:t>this</a:t>
            </a:r>
            <a:r>
              <a:rPr sz="2400" b="1" spc="-67" dirty="0">
                <a:latin typeface="Times New Roman"/>
                <a:cs typeface="Times New Roman"/>
              </a:rPr>
              <a:t> </a:t>
            </a:r>
            <a:r>
              <a:rPr sz="2400" b="1" spc="-13" dirty="0">
                <a:latin typeface="Calibri"/>
                <a:cs typeface="Calibri"/>
              </a:rPr>
              <a:t>data</a:t>
            </a:r>
            <a:r>
              <a:rPr sz="2400" b="1" spc="-87" dirty="0">
                <a:latin typeface="Times New Roman"/>
                <a:cs typeface="Times New Roman"/>
              </a:rPr>
              <a:t> </a:t>
            </a:r>
            <a:r>
              <a:rPr sz="2400" b="1" dirty="0">
                <a:latin typeface="Calibri"/>
                <a:cs typeface="Calibri"/>
              </a:rPr>
              <a:t>structure</a:t>
            </a:r>
            <a:r>
              <a:rPr sz="2400" b="1" spc="-193" dirty="0">
                <a:latin typeface="Times New Roman"/>
                <a:cs typeface="Times New Roman"/>
              </a:rPr>
              <a:t> </a:t>
            </a:r>
            <a:r>
              <a:rPr sz="2400" b="1" spc="-33" dirty="0">
                <a:latin typeface="Calibri"/>
                <a:cs typeface="Calibri"/>
              </a:rPr>
              <a:t>a</a:t>
            </a:r>
            <a:r>
              <a:rPr sz="2400" b="1" spc="-7" dirty="0">
                <a:latin typeface="Calibri"/>
                <a:cs typeface="Calibri"/>
              </a:rPr>
              <a:t>r</a:t>
            </a:r>
            <a:r>
              <a:rPr sz="2400" b="1" dirty="0">
                <a:latin typeface="Calibri"/>
                <a:cs typeface="Calibri"/>
              </a:rPr>
              <a:t>e</a:t>
            </a:r>
            <a:r>
              <a:rPr sz="2400" b="1" spc="-213" dirty="0">
                <a:latin typeface="Times New Roman"/>
                <a:cs typeface="Times New Roman"/>
              </a:rPr>
              <a:t> </a:t>
            </a:r>
            <a:r>
              <a:rPr sz="2400" b="1" dirty="0">
                <a:latin typeface="Calibri"/>
                <a:cs typeface="Calibri"/>
              </a:rPr>
              <a:t>stor</a:t>
            </a:r>
            <a:r>
              <a:rPr sz="2400" b="1" spc="7" dirty="0">
                <a:latin typeface="Calibri"/>
                <a:cs typeface="Calibri"/>
              </a:rPr>
              <a:t>e</a:t>
            </a:r>
            <a:r>
              <a:rPr sz="2400" b="1" spc="-13" dirty="0">
                <a:latin typeface="Calibri"/>
                <a:cs typeface="Calibri"/>
              </a:rPr>
              <a:t>d</a:t>
            </a:r>
            <a:r>
              <a:rPr sz="2400" b="1" spc="-20" dirty="0">
                <a:latin typeface="Calibri"/>
                <a:cs typeface="Calibri"/>
              </a:rPr>
              <a:t>/</a:t>
            </a:r>
            <a:r>
              <a:rPr sz="2400" b="1" dirty="0">
                <a:latin typeface="Calibri"/>
                <a:cs typeface="Calibri"/>
              </a:rPr>
              <a:t>acc</a:t>
            </a:r>
            <a:r>
              <a:rPr sz="2400" b="1" spc="-13" dirty="0">
                <a:latin typeface="Calibri"/>
                <a:cs typeface="Calibri"/>
              </a:rPr>
              <a:t>es</a:t>
            </a:r>
            <a:r>
              <a:rPr sz="2400" b="1" spc="-27" dirty="0">
                <a:latin typeface="Calibri"/>
                <a:cs typeface="Calibri"/>
              </a:rPr>
              <a:t>s</a:t>
            </a:r>
            <a:r>
              <a:rPr sz="2400" b="1" dirty="0">
                <a:latin typeface="Calibri"/>
                <a:cs typeface="Calibri"/>
              </a:rPr>
              <a:t>e</a:t>
            </a:r>
            <a:r>
              <a:rPr sz="2400" b="1" spc="-13" dirty="0">
                <a:latin typeface="Calibri"/>
                <a:cs typeface="Calibri"/>
              </a:rPr>
              <a:t>d</a:t>
            </a:r>
            <a:r>
              <a:rPr sz="2400" b="1" spc="-280" dirty="0">
                <a:latin typeface="Times New Roman"/>
                <a:cs typeface="Times New Roman"/>
              </a:rPr>
              <a:t> </a:t>
            </a:r>
            <a:r>
              <a:rPr sz="2400" b="1" spc="-13" dirty="0">
                <a:latin typeface="Calibri"/>
                <a:cs typeface="Calibri"/>
              </a:rPr>
              <a:t>in</a:t>
            </a:r>
            <a:r>
              <a:rPr sz="2400" b="1" spc="13" dirty="0">
                <a:latin typeface="Times New Roman"/>
                <a:cs typeface="Times New Roman"/>
              </a:rPr>
              <a:t> </a:t>
            </a:r>
            <a:r>
              <a:rPr sz="2400" b="1" spc="-13" dirty="0">
                <a:latin typeface="Calibri"/>
                <a:cs typeface="Calibri"/>
              </a:rPr>
              <a:t>a</a:t>
            </a:r>
            <a:r>
              <a:rPr sz="2400" b="1" spc="-93" dirty="0">
                <a:latin typeface="Times New Roman"/>
                <a:cs typeface="Times New Roman"/>
              </a:rPr>
              <a:t> </a:t>
            </a:r>
            <a:r>
              <a:rPr sz="2400" b="1" spc="-13" dirty="0">
                <a:latin typeface="Calibri"/>
                <a:cs typeface="Calibri"/>
              </a:rPr>
              <a:t>n</a:t>
            </a:r>
            <a:r>
              <a:rPr sz="2400" b="1" spc="-27" dirty="0">
                <a:latin typeface="Calibri"/>
                <a:cs typeface="Calibri"/>
              </a:rPr>
              <a:t>o</a:t>
            </a:r>
            <a:r>
              <a:rPr sz="2400" b="1" dirty="0">
                <a:latin typeface="Calibri"/>
                <a:cs typeface="Calibri"/>
              </a:rPr>
              <a:t>n-</a:t>
            </a:r>
            <a:r>
              <a:rPr sz="2400" b="1" spc="-7" dirty="0">
                <a:latin typeface="Calibri"/>
                <a:cs typeface="Calibri"/>
              </a:rPr>
              <a:t>l</a:t>
            </a:r>
            <a:r>
              <a:rPr sz="2400" b="1" spc="-20" dirty="0">
                <a:latin typeface="Calibri"/>
                <a:cs typeface="Calibri"/>
              </a:rPr>
              <a:t>i</a:t>
            </a:r>
            <a:r>
              <a:rPr sz="2400" b="1" spc="-13" dirty="0">
                <a:latin typeface="Calibri"/>
                <a:cs typeface="Calibri"/>
              </a:rPr>
              <a:t>ne</a:t>
            </a:r>
            <a:r>
              <a:rPr sz="2400" b="1" dirty="0">
                <a:latin typeface="Calibri"/>
                <a:cs typeface="Calibri"/>
              </a:rPr>
              <a:t>ar</a:t>
            </a:r>
            <a:r>
              <a:rPr sz="2400" b="1" spc="-160" dirty="0">
                <a:latin typeface="Times New Roman"/>
                <a:cs typeface="Times New Roman"/>
              </a:rPr>
              <a:t> </a:t>
            </a:r>
            <a:r>
              <a:rPr sz="2400" b="1" spc="-13" dirty="0">
                <a:latin typeface="Calibri"/>
                <a:cs typeface="Calibri"/>
              </a:rPr>
              <a:t>ord</a:t>
            </a:r>
            <a:r>
              <a:rPr sz="2400" b="1" dirty="0">
                <a:latin typeface="Calibri"/>
                <a:cs typeface="Calibri"/>
              </a:rPr>
              <a:t>e</a:t>
            </a:r>
            <a:r>
              <a:rPr sz="2400" b="1" spc="-7" dirty="0">
                <a:latin typeface="Calibri"/>
                <a:cs typeface="Calibri"/>
              </a:rPr>
              <a:t>r.</a:t>
            </a:r>
            <a:endParaRPr sz="2400" dirty="0">
              <a:latin typeface="Calibri"/>
              <a:cs typeface="Calibri"/>
            </a:endParaRPr>
          </a:p>
          <a:p>
            <a:pPr marL="15240" algn="ctr">
              <a:spcBef>
                <a:spcPts val="673"/>
              </a:spcBef>
              <a:defRPr/>
            </a:pPr>
            <a:r>
              <a:rPr sz="2067" b="1" spc="-13" dirty="0">
                <a:solidFill>
                  <a:srgbClr val="FF0000"/>
                </a:solidFill>
                <a:latin typeface="Calibri"/>
                <a:cs typeface="Calibri"/>
              </a:rPr>
              <a:t>Examples:</a:t>
            </a:r>
            <a:r>
              <a:rPr sz="2067" b="1" spc="73" dirty="0">
                <a:solidFill>
                  <a:srgbClr val="FF0000"/>
                </a:solidFill>
                <a:latin typeface="Times New Roman"/>
                <a:cs typeface="Times New Roman"/>
              </a:rPr>
              <a:t> </a:t>
            </a:r>
            <a:r>
              <a:rPr sz="2067" b="1" i="1" spc="-20" dirty="0">
                <a:latin typeface="Calibri"/>
                <a:cs typeface="Calibri"/>
              </a:rPr>
              <a:t>Tr</a:t>
            </a:r>
            <a:r>
              <a:rPr sz="2067" b="1" i="1" spc="-13" dirty="0">
                <a:latin typeface="Calibri"/>
                <a:cs typeface="Calibri"/>
              </a:rPr>
              <a:t>e</a:t>
            </a:r>
            <a:r>
              <a:rPr sz="2067" b="1" i="1" spc="-20" dirty="0">
                <a:latin typeface="Calibri"/>
                <a:cs typeface="Calibri"/>
              </a:rPr>
              <a:t>e</a:t>
            </a:r>
            <a:r>
              <a:rPr sz="2067" b="1" i="1" spc="-13" dirty="0">
                <a:latin typeface="Calibri"/>
                <a:cs typeface="Calibri"/>
              </a:rPr>
              <a:t>s</a:t>
            </a:r>
            <a:r>
              <a:rPr sz="2067" b="1" i="1" spc="233" dirty="0">
                <a:latin typeface="Times New Roman"/>
                <a:cs typeface="Times New Roman"/>
              </a:rPr>
              <a:t> </a:t>
            </a:r>
            <a:r>
              <a:rPr sz="2067" b="1" i="1" spc="-7" dirty="0">
                <a:latin typeface="Calibri"/>
                <a:cs typeface="Calibri"/>
              </a:rPr>
              <a:t>a</a:t>
            </a:r>
            <a:r>
              <a:rPr sz="2067" b="1" i="1" spc="-20" dirty="0">
                <a:latin typeface="Calibri"/>
                <a:cs typeface="Calibri"/>
              </a:rPr>
              <a:t>n</a:t>
            </a:r>
            <a:r>
              <a:rPr sz="2067" b="1" i="1" spc="-13" dirty="0">
                <a:latin typeface="Calibri"/>
                <a:cs typeface="Calibri"/>
              </a:rPr>
              <a:t>d</a:t>
            </a:r>
            <a:r>
              <a:rPr sz="2067" b="1" i="1" spc="-53" dirty="0">
                <a:latin typeface="Times New Roman"/>
                <a:cs typeface="Times New Roman"/>
              </a:rPr>
              <a:t> </a:t>
            </a:r>
            <a:r>
              <a:rPr sz="2067" b="1" i="1" spc="-7" dirty="0">
                <a:latin typeface="Calibri"/>
                <a:cs typeface="Calibri"/>
              </a:rPr>
              <a:t>g</a:t>
            </a:r>
            <a:r>
              <a:rPr sz="2067" b="1" i="1" spc="-20" dirty="0">
                <a:latin typeface="Calibri"/>
                <a:cs typeface="Calibri"/>
              </a:rPr>
              <a:t>r</a:t>
            </a:r>
            <a:r>
              <a:rPr sz="2067" b="1" i="1" spc="-13" dirty="0">
                <a:latin typeface="Calibri"/>
                <a:cs typeface="Calibri"/>
              </a:rPr>
              <a:t>aphs.</a:t>
            </a:r>
            <a:endParaRPr sz="2067" dirty="0">
              <a:latin typeface="Calibri"/>
              <a:cs typeface="Calibri"/>
            </a:endParaRPr>
          </a:p>
        </p:txBody>
      </p:sp>
      <p:sp>
        <p:nvSpPr>
          <p:cNvPr id="6148" name="object 4">
            <a:extLst>
              <a:ext uri="{FF2B5EF4-FFF2-40B4-BE49-F238E27FC236}">
                <a16:creationId xmlns:a16="http://schemas.microsoft.com/office/drawing/2014/main" id="{DF628B36-AAE0-80B9-D282-7D49A6DED450}"/>
              </a:ext>
            </a:extLst>
          </p:cNvPr>
          <p:cNvSpPr>
            <a:spLocks/>
          </p:cNvSpPr>
          <p:nvPr/>
        </p:nvSpPr>
        <p:spPr bwMode="auto">
          <a:xfrm>
            <a:off x="609600" y="1028700"/>
            <a:ext cx="10972800" cy="1068917"/>
          </a:xfrm>
          <a:custGeom>
            <a:avLst/>
            <a:gdLst>
              <a:gd name="T0" fmla="*/ 8086740 w 8229600"/>
              <a:gd name="T1" fmla="*/ 0 h 802640"/>
              <a:gd name="T2" fmla="*/ 142874 w 8229600"/>
              <a:gd name="T3" fmla="*/ 0 h 802640"/>
              <a:gd name="T4" fmla="*/ 97785 w 8229600"/>
              <a:gd name="T5" fmla="*/ 7076 h 802640"/>
              <a:gd name="T6" fmla="*/ 58424 w 8229600"/>
              <a:gd name="T7" fmla="*/ 25965 h 802640"/>
              <a:gd name="T8" fmla="*/ 27300 w 8229600"/>
              <a:gd name="T9" fmla="*/ 54804 h 802640"/>
              <a:gd name="T10" fmla="*/ 6989 w 8229600"/>
              <a:gd name="T11" fmla="*/ 90834 h 802640"/>
              <a:gd name="T12" fmla="*/ 0 w 8229600"/>
              <a:gd name="T13" fmla="*/ 132639 h 802640"/>
              <a:gd name="T14" fmla="*/ 0 w 8229600"/>
              <a:gd name="T15" fmla="*/ 663018 h 802640"/>
              <a:gd name="T16" fmla="*/ 6989 w 8229600"/>
              <a:gd name="T17" fmla="*/ 705455 h 802640"/>
              <a:gd name="T18" fmla="*/ 27300 w 8229600"/>
              <a:gd name="T19" fmla="*/ 741337 h 802640"/>
              <a:gd name="T20" fmla="*/ 58424 w 8229600"/>
              <a:gd name="T21" fmla="*/ 770204 h 802640"/>
              <a:gd name="T22" fmla="*/ 97785 w 8229600"/>
              <a:gd name="T23" fmla="*/ 789097 h 802640"/>
              <a:gd name="T24" fmla="*/ 142874 w 8229600"/>
              <a:gd name="T25" fmla="*/ 795627 h 802640"/>
              <a:gd name="T26" fmla="*/ 8086740 w 8229600"/>
              <a:gd name="T27" fmla="*/ 795627 h 802640"/>
              <a:gd name="T28" fmla="*/ 8131819 w 8229600"/>
              <a:gd name="T29" fmla="*/ 789097 h 802640"/>
              <a:gd name="T30" fmla="*/ 8171169 w 8229600"/>
              <a:gd name="T31" fmla="*/ 770204 h 802640"/>
              <a:gd name="T32" fmla="*/ 8202289 w 8229600"/>
              <a:gd name="T33" fmla="*/ 741337 h 802640"/>
              <a:gd name="T34" fmla="*/ 8222619 w 8229600"/>
              <a:gd name="T35" fmla="*/ 705455 h 802640"/>
              <a:gd name="T36" fmla="*/ 8229599 w 8229600"/>
              <a:gd name="T37" fmla="*/ 663018 h 802640"/>
              <a:gd name="T38" fmla="*/ 8229599 w 8229600"/>
              <a:gd name="T39" fmla="*/ 132639 h 802640"/>
              <a:gd name="T40" fmla="*/ 8222619 w 8229600"/>
              <a:gd name="T41" fmla="*/ 90834 h 802640"/>
              <a:gd name="T42" fmla="*/ 8202289 w 8229600"/>
              <a:gd name="T43" fmla="*/ 54804 h 802640"/>
              <a:gd name="T44" fmla="*/ 8171169 w 8229600"/>
              <a:gd name="T45" fmla="*/ 25965 h 802640"/>
              <a:gd name="T46" fmla="*/ 8131819 w 8229600"/>
              <a:gd name="T47" fmla="*/ 7076 h 802640"/>
              <a:gd name="T48" fmla="*/ 8086740 w 8229600"/>
              <a:gd name="T49" fmla="*/ 0 h 8026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229600" h="802640">
                <a:moveTo>
                  <a:pt x="8086740" y="0"/>
                </a:moveTo>
                <a:lnTo>
                  <a:pt x="142874" y="0"/>
                </a:lnTo>
                <a:lnTo>
                  <a:pt x="97785" y="7132"/>
                </a:lnTo>
                <a:lnTo>
                  <a:pt x="58424" y="26182"/>
                </a:lnTo>
                <a:lnTo>
                  <a:pt x="27300" y="55260"/>
                </a:lnTo>
                <a:lnTo>
                  <a:pt x="6989" y="91592"/>
                </a:lnTo>
                <a:lnTo>
                  <a:pt x="0" y="133746"/>
                </a:lnTo>
                <a:lnTo>
                  <a:pt x="0" y="668548"/>
                </a:lnTo>
                <a:lnTo>
                  <a:pt x="6989" y="711342"/>
                </a:lnTo>
                <a:lnTo>
                  <a:pt x="27300" y="747521"/>
                </a:lnTo>
                <a:lnTo>
                  <a:pt x="58424" y="776630"/>
                </a:lnTo>
                <a:lnTo>
                  <a:pt x="97785" y="795680"/>
                </a:lnTo>
                <a:lnTo>
                  <a:pt x="142874" y="802264"/>
                </a:lnTo>
                <a:lnTo>
                  <a:pt x="8086740" y="802264"/>
                </a:lnTo>
                <a:lnTo>
                  <a:pt x="8131819" y="795680"/>
                </a:lnTo>
                <a:lnTo>
                  <a:pt x="8171169" y="776630"/>
                </a:lnTo>
                <a:lnTo>
                  <a:pt x="8202289" y="747521"/>
                </a:lnTo>
                <a:lnTo>
                  <a:pt x="8222619" y="711342"/>
                </a:lnTo>
                <a:lnTo>
                  <a:pt x="8229599" y="668548"/>
                </a:lnTo>
                <a:lnTo>
                  <a:pt x="8229599" y="133746"/>
                </a:lnTo>
                <a:lnTo>
                  <a:pt x="8222619" y="91592"/>
                </a:lnTo>
                <a:lnTo>
                  <a:pt x="8202289" y="55260"/>
                </a:lnTo>
                <a:lnTo>
                  <a:pt x="8171169" y="26182"/>
                </a:lnTo>
                <a:lnTo>
                  <a:pt x="8131819" y="7132"/>
                </a:lnTo>
                <a:lnTo>
                  <a:pt x="8086740"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6149" name="object 5">
            <a:extLst>
              <a:ext uri="{FF2B5EF4-FFF2-40B4-BE49-F238E27FC236}">
                <a16:creationId xmlns:a16="http://schemas.microsoft.com/office/drawing/2014/main" id="{5276CE94-8EBD-A31D-BA8F-093F0E5526A8}"/>
              </a:ext>
            </a:extLst>
          </p:cNvPr>
          <p:cNvSpPr>
            <a:spLocks/>
          </p:cNvSpPr>
          <p:nvPr/>
        </p:nvSpPr>
        <p:spPr bwMode="auto">
          <a:xfrm>
            <a:off x="609600" y="1028700"/>
            <a:ext cx="10972800" cy="1068917"/>
          </a:xfrm>
          <a:custGeom>
            <a:avLst/>
            <a:gdLst>
              <a:gd name="T0" fmla="*/ 0 w 8229600"/>
              <a:gd name="T1" fmla="*/ 132639 h 802640"/>
              <a:gd name="T2" fmla="*/ 6989 w 8229600"/>
              <a:gd name="T3" fmla="*/ 90834 h 802640"/>
              <a:gd name="T4" fmla="*/ 27300 w 8229600"/>
              <a:gd name="T5" fmla="*/ 54804 h 802640"/>
              <a:gd name="T6" fmla="*/ 58424 w 8229600"/>
              <a:gd name="T7" fmla="*/ 25965 h 802640"/>
              <a:gd name="T8" fmla="*/ 97785 w 8229600"/>
              <a:gd name="T9" fmla="*/ 7076 h 802640"/>
              <a:gd name="T10" fmla="*/ 142874 w 8229600"/>
              <a:gd name="T11" fmla="*/ 0 h 802640"/>
              <a:gd name="T12" fmla="*/ 8086740 w 8229600"/>
              <a:gd name="T13" fmla="*/ 0 h 802640"/>
              <a:gd name="T14" fmla="*/ 8131819 w 8229600"/>
              <a:gd name="T15" fmla="*/ 7076 h 802640"/>
              <a:gd name="T16" fmla="*/ 8171169 w 8229600"/>
              <a:gd name="T17" fmla="*/ 25965 h 802640"/>
              <a:gd name="T18" fmla="*/ 8202289 w 8229600"/>
              <a:gd name="T19" fmla="*/ 54804 h 802640"/>
              <a:gd name="T20" fmla="*/ 8222619 w 8229600"/>
              <a:gd name="T21" fmla="*/ 90834 h 802640"/>
              <a:gd name="T22" fmla="*/ 8229599 w 8229600"/>
              <a:gd name="T23" fmla="*/ 132639 h 802640"/>
              <a:gd name="T24" fmla="*/ 8229599 w 8229600"/>
              <a:gd name="T25" fmla="*/ 663018 h 802640"/>
              <a:gd name="T26" fmla="*/ 8222619 w 8229600"/>
              <a:gd name="T27" fmla="*/ 705455 h 802640"/>
              <a:gd name="T28" fmla="*/ 8202289 w 8229600"/>
              <a:gd name="T29" fmla="*/ 741337 h 802640"/>
              <a:gd name="T30" fmla="*/ 8171169 w 8229600"/>
              <a:gd name="T31" fmla="*/ 770204 h 802640"/>
              <a:gd name="T32" fmla="*/ 8131819 w 8229600"/>
              <a:gd name="T33" fmla="*/ 789097 h 802640"/>
              <a:gd name="T34" fmla="*/ 8086740 w 8229600"/>
              <a:gd name="T35" fmla="*/ 795627 h 802640"/>
              <a:gd name="T36" fmla="*/ 142874 w 8229600"/>
              <a:gd name="T37" fmla="*/ 795627 h 802640"/>
              <a:gd name="T38" fmla="*/ 97785 w 8229600"/>
              <a:gd name="T39" fmla="*/ 789097 h 802640"/>
              <a:gd name="T40" fmla="*/ 58424 w 8229600"/>
              <a:gd name="T41" fmla="*/ 770204 h 802640"/>
              <a:gd name="T42" fmla="*/ 27300 w 8229600"/>
              <a:gd name="T43" fmla="*/ 741337 h 802640"/>
              <a:gd name="T44" fmla="*/ 6989 w 8229600"/>
              <a:gd name="T45" fmla="*/ 705455 h 802640"/>
              <a:gd name="T46" fmla="*/ 0 w 8229600"/>
              <a:gd name="T47" fmla="*/ 663018 h 802640"/>
              <a:gd name="T48" fmla="*/ 0 w 8229600"/>
              <a:gd name="T49" fmla="*/ 132639 h 8026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229600" h="802640">
                <a:moveTo>
                  <a:pt x="0" y="133746"/>
                </a:moveTo>
                <a:lnTo>
                  <a:pt x="6989" y="91592"/>
                </a:lnTo>
                <a:lnTo>
                  <a:pt x="27300" y="55260"/>
                </a:lnTo>
                <a:lnTo>
                  <a:pt x="58424" y="26182"/>
                </a:lnTo>
                <a:lnTo>
                  <a:pt x="97785" y="7132"/>
                </a:lnTo>
                <a:lnTo>
                  <a:pt x="142874" y="0"/>
                </a:lnTo>
                <a:lnTo>
                  <a:pt x="8086740" y="0"/>
                </a:lnTo>
                <a:lnTo>
                  <a:pt x="8131819" y="7132"/>
                </a:lnTo>
                <a:lnTo>
                  <a:pt x="8171169" y="26182"/>
                </a:lnTo>
                <a:lnTo>
                  <a:pt x="8202289" y="55260"/>
                </a:lnTo>
                <a:lnTo>
                  <a:pt x="8222619" y="91592"/>
                </a:lnTo>
                <a:lnTo>
                  <a:pt x="8229599" y="133746"/>
                </a:lnTo>
                <a:lnTo>
                  <a:pt x="8229599" y="668548"/>
                </a:lnTo>
                <a:lnTo>
                  <a:pt x="8222619" y="711342"/>
                </a:lnTo>
                <a:lnTo>
                  <a:pt x="8202289" y="747521"/>
                </a:lnTo>
                <a:lnTo>
                  <a:pt x="8171169" y="776630"/>
                </a:lnTo>
                <a:lnTo>
                  <a:pt x="8131819" y="795680"/>
                </a:lnTo>
                <a:lnTo>
                  <a:pt x="8086740" y="802264"/>
                </a:lnTo>
                <a:lnTo>
                  <a:pt x="142874" y="802264"/>
                </a:lnTo>
                <a:lnTo>
                  <a:pt x="97785" y="795680"/>
                </a:lnTo>
                <a:lnTo>
                  <a:pt x="58424" y="776630"/>
                </a:lnTo>
                <a:lnTo>
                  <a:pt x="27300" y="747521"/>
                </a:lnTo>
                <a:lnTo>
                  <a:pt x="6989" y="711342"/>
                </a:lnTo>
                <a:lnTo>
                  <a:pt x="0" y="668548"/>
                </a:lnTo>
                <a:lnTo>
                  <a:pt x="0" y="133746"/>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6150" name="object 6">
            <a:extLst>
              <a:ext uri="{FF2B5EF4-FFF2-40B4-BE49-F238E27FC236}">
                <a16:creationId xmlns:a16="http://schemas.microsoft.com/office/drawing/2014/main" id="{237F2158-3328-2096-836A-BBE53F4CD6D8}"/>
              </a:ext>
            </a:extLst>
          </p:cNvPr>
          <p:cNvSpPr>
            <a:spLocks noChangeArrowheads="1"/>
          </p:cNvSpPr>
          <p:nvPr/>
        </p:nvSpPr>
        <p:spPr bwMode="auto">
          <a:xfrm>
            <a:off x="431800" y="878418"/>
            <a:ext cx="11557000" cy="1568449"/>
          </a:xfrm>
          <a:prstGeom prst="rect">
            <a:avLst/>
          </a:prstGeom>
          <a:blipFill dpi="0" rotWithShape="1">
            <a:blip r:embed="rId3"/>
            <a:srcRect/>
            <a:stretch>
              <a:fillRect/>
            </a:stretch>
          </a:blipFill>
          <a:ln>
            <a:noFill/>
          </a:ln>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defRPr/>
            </a:pPr>
            <a:endParaRPr lang="en-US" altLang="en-US" sz="2400">
              <a:solidFill>
                <a:schemeClr val="accent1">
                  <a:lumMod val="40000"/>
                  <a:lumOff val="60000"/>
                </a:schemeClr>
              </a:solidFill>
            </a:endParaRPr>
          </a:p>
        </p:txBody>
      </p:sp>
      <p:sp>
        <p:nvSpPr>
          <p:cNvPr id="6151" name="object 7">
            <a:extLst>
              <a:ext uri="{FF2B5EF4-FFF2-40B4-BE49-F238E27FC236}">
                <a16:creationId xmlns:a16="http://schemas.microsoft.com/office/drawing/2014/main" id="{5ECE8EA3-A572-33AB-FF12-FA8700163E4C}"/>
              </a:ext>
            </a:extLst>
          </p:cNvPr>
          <p:cNvSpPr>
            <a:spLocks/>
          </p:cNvSpPr>
          <p:nvPr/>
        </p:nvSpPr>
        <p:spPr bwMode="auto">
          <a:xfrm>
            <a:off x="812800" y="2266951"/>
            <a:ext cx="10668000" cy="808567"/>
          </a:xfrm>
          <a:custGeom>
            <a:avLst/>
            <a:gdLst>
              <a:gd name="T0" fmla="*/ 0 w 8001000"/>
              <a:gd name="T1" fmla="*/ 613877 h 605155"/>
              <a:gd name="T2" fmla="*/ 8000999 w 8001000"/>
              <a:gd name="T3" fmla="*/ 613877 h 605155"/>
              <a:gd name="T4" fmla="*/ 8000999 w 8001000"/>
              <a:gd name="T5" fmla="*/ 0 h 605155"/>
              <a:gd name="T6" fmla="*/ 0 w 8001000"/>
              <a:gd name="T7" fmla="*/ 0 h 605155"/>
              <a:gd name="T8" fmla="*/ 0 w 8001000"/>
              <a:gd name="T9" fmla="*/ 613877 h 605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01000" h="605155">
                <a:moveTo>
                  <a:pt x="0" y="604933"/>
                </a:moveTo>
                <a:lnTo>
                  <a:pt x="8000999" y="604933"/>
                </a:lnTo>
                <a:lnTo>
                  <a:pt x="8000999" y="0"/>
                </a:lnTo>
                <a:lnTo>
                  <a:pt x="0" y="0"/>
                </a:lnTo>
                <a:lnTo>
                  <a:pt x="0" y="604933"/>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6152" name="object 8">
            <a:extLst>
              <a:ext uri="{FF2B5EF4-FFF2-40B4-BE49-F238E27FC236}">
                <a16:creationId xmlns:a16="http://schemas.microsoft.com/office/drawing/2014/main" id="{F0CAAF60-4424-6D83-5F9B-706E78C2CEE8}"/>
              </a:ext>
            </a:extLst>
          </p:cNvPr>
          <p:cNvSpPr>
            <a:spLocks noChangeArrowheads="1"/>
          </p:cNvSpPr>
          <p:nvPr/>
        </p:nvSpPr>
        <p:spPr bwMode="auto">
          <a:xfrm>
            <a:off x="812800" y="2266952"/>
            <a:ext cx="10668000" cy="806449"/>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6153" name="object 9">
            <a:extLst>
              <a:ext uri="{FF2B5EF4-FFF2-40B4-BE49-F238E27FC236}">
                <a16:creationId xmlns:a16="http://schemas.microsoft.com/office/drawing/2014/main" id="{687A3BD5-F393-A5F2-5FCE-7DF6959F9C39}"/>
              </a:ext>
            </a:extLst>
          </p:cNvPr>
          <p:cNvSpPr txBox="1">
            <a:spLocks noChangeArrowheads="1"/>
          </p:cNvSpPr>
          <p:nvPr/>
        </p:nvSpPr>
        <p:spPr bwMode="auto">
          <a:xfrm>
            <a:off x="969433" y="2364317"/>
            <a:ext cx="1034626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360738" indent="-3348038">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i="1" dirty="0">
                <a:cs typeface="Calibri" panose="020F0502020204030204" pitchFamily="34" charset="0"/>
              </a:rPr>
              <a:t>Depending</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on</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the</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organization</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of</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the</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elements,</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data</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structures</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are</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classified</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into</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two</a:t>
            </a:r>
            <a:r>
              <a:rPr lang="en-US" altLang="en-US" sz="2400" b="1" i="1" dirty="0">
                <a:latin typeface="Times New Roman" panose="02020603050405020304" pitchFamily="18" charset="0"/>
                <a:cs typeface="Times New Roman" panose="02020603050405020304" pitchFamily="18" charset="0"/>
              </a:rPr>
              <a:t> </a:t>
            </a:r>
            <a:r>
              <a:rPr lang="en-US" altLang="en-US" sz="2400" b="1" i="1" dirty="0">
                <a:cs typeface="Calibri" panose="020F0502020204030204" pitchFamily="34" charset="0"/>
              </a:rPr>
              <a:t>types:-</a:t>
            </a:r>
            <a:endParaRPr lang="en-US" altLang="en-US" sz="2400" dirty="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object 2">
            <a:extLst>
              <a:ext uri="{FF2B5EF4-FFF2-40B4-BE49-F238E27FC236}">
                <a16:creationId xmlns:a16="http://schemas.microsoft.com/office/drawing/2014/main" id="{23FF2437-3E1A-5A82-93C7-2AF6CE945023}"/>
              </a:ext>
            </a:extLst>
          </p:cNvPr>
          <p:cNvSpPr>
            <a:spLocks/>
          </p:cNvSpPr>
          <p:nvPr/>
        </p:nvSpPr>
        <p:spPr bwMode="auto">
          <a:xfrm>
            <a:off x="812800" y="1693333"/>
            <a:ext cx="10972800" cy="4616451"/>
          </a:xfrm>
          <a:custGeom>
            <a:avLst/>
            <a:gdLst>
              <a:gd name="T0" fmla="*/ 0 w 8229600"/>
              <a:gd name="T1" fmla="*/ 3460437 h 3462654"/>
              <a:gd name="T2" fmla="*/ 8229599 w 8229600"/>
              <a:gd name="T3" fmla="*/ 3460437 h 3462654"/>
              <a:gd name="T4" fmla="*/ 8229599 w 8229600"/>
              <a:gd name="T5" fmla="*/ 0 h 3462654"/>
              <a:gd name="T6" fmla="*/ 0 w 8229600"/>
              <a:gd name="T7" fmla="*/ 0 h 3462654"/>
              <a:gd name="T8" fmla="*/ 0 w 8229600"/>
              <a:gd name="T9" fmla="*/ 3460437 h 34626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229600" h="3462654">
                <a:moveTo>
                  <a:pt x="0" y="3462649"/>
                </a:moveTo>
                <a:lnTo>
                  <a:pt x="8229599" y="3462649"/>
                </a:lnTo>
                <a:lnTo>
                  <a:pt x="8229599" y="0"/>
                </a:lnTo>
                <a:lnTo>
                  <a:pt x="0" y="0"/>
                </a:lnTo>
                <a:lnTo>
                  <a:pt x="0" y="3462649"/>
                </a:lnTo>
                <a:close/>
              </a:path>
            </a:pathLst>
          </a:custGeom>
          <a:noFill/>
          <a:ln w="2857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0243" name="object 3">
            <a:extLst>
              <a:ext uri="{FF2B5EF4-FFF2-40B4-BE49-F238E27FC236}">
                <a16:creationId xmlns:a16="http://schemas.microsoft.com/office/drawing/2014/main" id="{0DD9F9C4-0639-A9D4-EFF3-6AA839FA06F0}"/>
              </a:ext>
            </a:extLst>
          </p:cNvPr>
          <p:cNvSpPr txBox="1">
            <a:spLocks noChangeArrowheads="1"/>
          </p:cNvSpPr>
          <p:nvPr/>
        </p:nvSpPr>
        <p:spPr bwMode="auto">
          <a:xfrm>
            <a:off x="918633" y="1909234"/>
            <a:ext cx="10458451" cy="433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53000"/>
              </a:lnSpc>
            </a:pPr>
            <a:r>
              <a:rPr lang="en-US" altLang="en-US" sz="1867" dirty="0">
                <a:latin typeface="Wingdings" panose="05000000000000000000" pitchFamily="2" charset="2"/>
              </a:rPr>
              <a:t></a:t>
            </a:r>
            <a:r>
              <a:rPr lang="en-US" altLang="en-US" sz="1867"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provides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efficient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way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storing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organizing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computer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that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can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be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used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efficiently.</a:t>
            </a:r>
            <a:endParaRPr lang="en-US" altLang="en-US" sz="2000" dirty="0">
              <a:cs typeface="Calibri" panose="020F0502020204030204" pitchFamily="34" charset="0"/>
            </a:endParaRPr>
          </a:p>
          <a:p>
            <a:pPr>
              <a:lnSpc>
                <a:spcPct val="154000"/>
              </a:lnSpc>
              <a:spcBef>
                <a:spcPts val="100"/>
              </a:spcBef>
            </a:pPr>
            <a:r>
              <a:rPr lang="en-US" altLang="en-US" sz="1867" dirty="0">
                <a:latin typeface="Wingdings" panose="05000000000000000000" pitchFamily="2" charset="2"/>
              </a:rPr>
              <a:t></a:t>
            </a:r>
            <a:r>
              <a:rPr lang="en-US" altLang="en-US" sz="1867"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Structures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are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widely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used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almost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every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aspect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Computer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Science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Operating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System,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Compiler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Design,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Artificial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intelligence,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Graphics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many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more.</a:t>
            </a:r>
            <a:endParaRPr lang="en-US" altLang="en-US" sz="2000" dirty="0">
              <a:cs typeface="Calibri" panose="020F0502020204030204" pitchFamily="34" charset="0"/>
            </a:endParaRPr>
          </a:p>
          <a:p>
            <a:pPr>
              <a:lnSpc>
                <a:spcPts val="3917"/>
              </a:lnSpc>
              <a:spcBef>
                <a:spcPts val="233"/>
              </a:spcBef>
            </a:pPr>
            <a:r>
              <a:rPr lang="en-US" altLang="en-US" sz="1867" dirty="0">
                <a:latin typeface="Wingdings" panose="05000000000000000000" pitchFamily="2" charset="2"/>
              </a:rPr>
              <a:t></a:t>
            </a:r>
            <a:r>
              <a:rPr lang="en-US" altLang="en-US" sz="1867"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Main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part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many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computer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science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algorithms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enable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programmers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handle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efficient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way.</a:t>
            </a:r>
            <a:endParaRPr lang="en-US" altLang="en-US" sz="2000" dirty="0">
              <a:cs typeface="Calibri" panose="020F0502020204030204" pitchFamily="34" charset="0"/>
            </a:endParaRPr>
          </a:p>
          <a:p>
            <a:pPr>
              <a:lnSpc>
                <a:spcPts val="3833"/>
              </a:lnSpc>
              <a:spcBef>
                <a:spcPts val="33"/>
              </a:spcBef>
            </a:pPr>
            <a:r>
              <a:rPr lang="en-US" altLang="en-US" sz="1867" dirty="0">
                <a:latin typeface="Wingdings" panose="05000000000000000000" pitchFamily="2" charset="2"/>
              </a:rPr>
              <a:t></a:t>
            </a:r>
            <a:r>
              <a:rPr lang="en-US" altLang="en-US" sz="2000" b="1" dirty="0">
                <a:cs typeface="Calibri" panose="020F0502020204030204" pitchFamily="34" charset="0"/>
              </a:rPr>
              <a:t>It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plays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vital</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role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enhancing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performance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software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program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main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function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software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store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and</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retrieve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user's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fast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possible.</a:t>
            </a:r>
            <a:endParaRPr lang="en-US" altLang="en-US" sz="2000" dirty="0">
              <a:cs typeface="Calibri" panose="020F0502020204030204" pitchFamily="34" charset="0"/>
            </a:endParaRPr>
          </a:p>
          <a:p>
            <a:pPr>
              <a:spcBef>
                <a:spcPts val="1000"/>
              </a:spcBef>
            </a:pPr>
            <a:r>
              <a:rPr lang="en-US" altLang="en-US" sz="1867" dirty="0">
                <a:latin typeface="Wingdings" panose="05000000000000000000" pitchFamily="2" charset="2"/>
              </a:rPr>
              <a:t></a:t>
            </a:r>
            <a:r>
              <a:rPr lang="en-US" altLang="en-US" sz="2000" b="1" dirty="0">
                <a:cs typeface="Calibri" panose="020F0502020204030204" pitchFamily="34" charset="0"/>
              </a:rPr>
              <a:t>It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building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blocks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of</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any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program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or</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software.</a:t>
            </a:r>
            <a:endParaRPr lang="en-US" altLang="en-US" sz="2000" dirty="0">
              <a:cs typeface="Calibri" panose="020F0502020204030204" pitchFamily="34" charset="0"/>
            </a:endParaRPr>
          </a:p>
        </p:txBody>
      </p:sp>
      <p:sp>
        <p:nvSpPr>
          <p:cNvPr id="10244" name="object 4">
            <a:extLst>
              <a:ext uri="{FF2B5EF4-FFF2-40B4-BE49-F238E27FC236}">
                <a16:creationId xmlns:a16="http://schemas.microsoft.com/office/drawing/2014/main" id="{9B46FABC-53E7-34BD-69EB-2BB356741CF9}"/>
              </a:ext>
            </a:extLst>
          </p:cNvPr>
          <p:cNvSpPr>
            <a:spLocks/>
          </p:cNvSpPr>
          <p:nvPr/>
        </p:nvSpPr>
        <p:spPr bwMode="auto">
          <a:xfrm>
            <a:off x="812800" y="376767"/>
            <a:ext cx="11074400" cy="711200"/>
          </a:xfrm>
          <a:custGeom>
            <a:avLst/>
            <a:gdLst>
              <a:gd name="T0" fmla="*/ 8216889 w 8305800"/>
              <a:gd name="T1" fmla="*/ 0 h 533400"/>
              <a:gd name="T2" fmla="*/ 88904 w 8305800"/>
              <a:gd name="T3" fmla="*/ 0 h 533400"/>
              <a:gd name="T4" fmla="*/ 54614 w 8305800"/>
              <a:gd name="T5" fmla="*/ 6979 h 533400"/>
              <a:gd name="T6" fmla="*/ 26039 w 8305800"/>
              <a:gd name="T7" fmla="*/ 26029 h 533400"/>
              <a:gd name="T8" fmla="*/ 6989 w 8305800"/>
              <a:gd name="T9" fmla="*/ 53980 h 533400"/>
              <a:gd name="T10" fmla="*/ 0 w 8305800"/>
              <a:gd name="T11" fmla="*/ 88879 h 533400"/>
              <a:gd name="T12" fmla="*/ 0 w 8305800"/>
              <a:gd name="T13" fmla="*/ 444489 h 533400"/>
              <a:gd name="T14" fmla="*/ 6989 w 8305800"/>
              <a:gd name="T15" fmla="*/ 479419 h 533400"/>
              <a:gd name="T16" fmla="*/ 26039 w 8305800"/>
              <a:gd name="T17" fmla="*/ 507370 h 533400"/>
              <a:gd name="T18" fmla="*/ 54614 w 8305800"/>
              <a:gd name="T19" fmla="*/ 526420 h 533400"/>
              <a:gd name="T20" fmla="*/ 88904 w 8305800"/>
              <a:gd name="T21" fmla="*/ 533399 h 533400"/>
              <a:gd name="T22" fmla="*/ 8216889 w 8305800"/>
              <a:gd name="T23" fmla="*/ 533399 h 533400"/>
              <a:gd name="T24" fmla="*/ 8251819 w 8305800"/>
              <a:gd name="T25" fmla="*/ 526420 h 533400"/>
              <a:gd name="T26" fmla="*/ 8279769 w 8305800"/>
              <a:gd name="T27" fmla="*/ 507370 h 533400"/>
              <a:gd name="T28" fmla="*/ 8298819 w 8305800"/>
              <a:gd name="T29" fmla="*/ 479419 h 533400"/>
              <a:gd name="T30" fmla="*/ 8305799 w 8305800"/>
              <a:gd name="T31" fmla="*/ 444489 h 533400"/>
              <a:gd name="T32" fmla="*/ 8305799 w 8305800"/>
              <a:gd name="T33" fmla="*/ 88879 h 533400"/>
              <a:gd name="T34" fmla="*/ 8298819 w 8305800"/>
              <a:gd name="T35" fmla="*/ 53980 h 533400"/>
              <a:gd name="T36" fmla="*/ 8279769 w 8305800"/>
              <a:gd name="T37" fmla="*/ 26029 h 533400"/>
              <a:gd name="T38" fmla="*/ 8251819 w 8305800"/>
              <a:gd name="T39" fmla="*/ 6979 h 533400"/>
              <a:gd name="T40" fmla="*/ 8216889 w 8305800"/>
              <a:gd name="T41" fmla="*/ 0 h 5334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305800" h="533400">
                <a:moveTo>
                  <a:pt x="8216889" y="0"/>
                </a:moveTo>
                <a:lnTo>
                  <a:pt x="88904" y="0"/>
                </a:lnTo>
                <a:lnTo>
                  <a:pt x="54614" y="6979"/>
                </a:lnTo>
                <a:lnTo>
                  <a:pt x="26039" y="26029"/>
                </a:lnTo>
                <a:lnTo>
                  <a:pt x="6989" y="53980"/>
                </a:lnTo>
                <a:lnTo>
                  <a:pt x="0" y="88879"/>
                </a:lnTo>
                <a:lnTo>
                  <a:pt x="0" y="444489"/>
                </a:lnTo>
                <a:lnTo>
                  <a:pt x="6989" y="479419"/>
                </a:lnTo>
                <a:lnTo>
                  <a:pt x="26039" y="507370"/>
                </a:lnTo>
                <a:lnTo>
                  <a:pt x="54614" y="526420"/>
                </a:lnTo>
                <a:lnTo>
                  <a:pt x="88904" y="533399"/>
                </a:lnTo>
                <a:lnTo>
                  <a:pt x="8216889" y="533399"/>
                </a:lnTo>
                <a:lnTo>
                  <a:pt x="8251819" y="526420"/>
                </a:lnTo>
                <a:lnTo>
                  <a:pt x="8279769" y="507370"/>
                </a:lnTo>
                <a:lnTo>
                  <a:pt x="8298819" y="479419"/>
                </a:lnTo>
                <a:lnTo>
                  <a:pt x="8305799" y="444489"/>
                </a:lnTo>
                <a:lnTo>
                  <a:pt x="8305799" y="88879"/>
                </a:lnTo>
                <a:lnTo>
                  <a:pt x="8298819" y="53980"/>
                </a:lnTo>
                <a:lnTo>
                  <a:pt x="8279769" y="26029"/>
                </a:lnTo>
                <a:lnTo>
                  <a:pt x="8251819" y="6979"/>
                </a:lnTo>
                <a:lnTo>
                  <a:pt x="821688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0245" name="object 5">
            <a:extLst>
              <a:ext uri="{FF2B5EF4-FFF2-40B4-BE49-F238E27FC236}">
                <a16:creationId xmlns:a16="http://schemas.microsoft.com/office/drawing/2014/main" id="{BA83FC4A-587B-4511-C8F1-897FF0ACA203}"/>
              </a:ext>
            </a:extLst>
          </p:cNvPr>
          <p:cNvSpPr>
            <a:spLocks/>
          </p:cNvSpPr>
          <p:nvPr/>
        </p:nvSpPr>
        <p:spPr bwMode="auto">
          <a:xfrm>
            <a:off x="812800" y="376767"/>
            <a:ext cx="11074400" cy="711200"/>
          </a:xfrm>
          <a:custGeom>
            <a:avLst/>
            <a:gdLst>
              <a:gd name="T0" fmla="*/ 0 w 8305800"/>
              <a:gd name="T1" fmla="*/ 88879 h 533400"/>
              <a:gd name="T2" fmla="*/ 6989 w 8305800"/>
              <a:gd name="T3" fmla="*/ 53980 h 533400"/>
              <a:gd name="T4" fmla="*/ 26039 w 8305800"/>
              <a:gd name="T5" fmla="*/ 26029 h 533400"/>
              <a:gd name="T6" fmla="*/ 54614 w 8305800"/>
              <a:gd name="T7" fmla="*/ 6979 h 533400"/>
              <a:gd name="T8" fmla="*/ 88904 w 8305800"/>
              <a:gd name="T9" fmla="*/ 0 h 533400"/>
              <a:gd name="T10" fmla="*/ 8216889 w 8305800"/>
              <a:gd name="T11" fmla="*/ 0 h 533400"/>
              <a:gd name="T12" fmla="*/ 8251819 w 8305800"/>
              <a:gd name="T13" fmla="*/ 6979 h 533400"/>
              <a:gd name="T14" fmla="*/ 8279769 w 8305800"/>
              <a:gd name="T15" fmla="*/ 26029 h 533400"/>
              <a:gd name="T16" fmla="*/ 8298819 w 8305800"/>
              <a:gd name="T17" fmla="*/ 53980 h 533400"/>
              <a:gd name="T18" fmla="*/ 8305799 w 8305800"/>
              <a:gd name="T19" fmla="*/ 88879 h 533400"/>
              <a:gd name="T20" fmla="*/ 8305799 w 8305800"/>
              <a:gd name="T21" fmla="*/ 444489 h 533400"/>
              <a:gd name="T22" fmla="*/ 8298819 w 8305800"/>
              <a:gd name="T23" fmla="*/ 479419 h 533400"/>
              <a:gd name="T24" fmla="*/ 8279769 w 8305800"/>
              <a:gd name="T25" fmla="*/ 507370 h 533400"/>
              <a:gd name="T26" fmla="*/ 8251819 w 8305800"/>
              <a:gd name="T27" fmla="*/ 526420 h 533400"/>
              <a:gd name="T28" fmla="*/ 8216889 w 8305800"/>
              <a:gd name="T29" fmla="*/ 533399 h 533400"/>
              <a:gd name="T30" fmla="*/ 88904 w 8305800"/>
              <a:gd name="T31" fmla="*/ 533399 h 533400"/>
              <a:gd name="T32" fmla="*/ 54614 w 8305800"/>
              <a:gd name="T33" fmla="*/ 526420 h 533400"/>
              <a:gd name="T34" fmla="*/ 26039 w 8305800"/>
              <a:gd name="T35" fmla="*/ 507370 h 533400"/>
              <a:gd name="T36" fmla="*/ 6989 w 8305800"/>
              <a:gd name="T37" fmla="*/ 479419 h 533400"/>
              <a:gd name="T38" fmla="*/ 0 w 8305800"/>
              <a:gd name="T39" fmla="*/ 444489 h 533400"/>
              <a:gd name="T40" fmla="*/ 0 w 8305800"/>
              <a:gd name="T41" fmla="*/ 88879 h 5334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305800" h="533400">
                <a:moveTo>
                  <a:pt x="0" y="88879"/>
                </a:moveTo>
                <a:lnTo>
                  <a:pt x="6989" y="53980"/>
                </a:lnTo>
                <a:lnTo>
                  <a:pt x="26039" y="26029"/>
                </a:lnTo>
                <a:lnTo>
                  <a:pt x="54614" y="6979"/>
                </a:lnTo>
                <a:lnTo>
                  <a:pt x="88904" y="0"/>
                </a:lnTo>
                <a:lnTo>
                  <a:pt x="8216889" y="0"/>
                </a:lnTo>
                <a:lnTo>
                  <a:pt x="8251819" y="6979"/>
                </a:lnTo>
                <a:lnTo>
                  <a:pt x="8279769" y="26029"/>
                </a:lnTo>
                <a:lnTo>
                  <a:pt x="8298819" y="53980"/>
                </a:lnTo>
                <a:lnTo>
                  <a:pt x="8305799" y="88879"/>
                </a:lnTo>
                <a:lnTo>
                  <a:pt x="8305799" y="444489"/>
                </a:lnTo>
                <a:lnTo>
                  <a:pt x="8298819" y="479419"/>
                </a:lnTo>
                <a:lnTo>
                  <a:pt x="8279769" y="507370"/>
                </a:lnTo>
                <a:lnTo>
                  <a:pt x="8251819" y="526420"/>
                </a:lnTo>
                <a:lnTo>
                  <a:pt x="8216889" y="533399"/>
                </a:lnTo>
                <a:lnTo>
                  <a:pt x="88904" y="533399"/>
                </a:lnTo>
                <a:lnTo>
                  <a:pt x="54614" y="526420"/>
                </a:lnTo>
                <a:lnTo>
                  <a:pt x="26039" y="507370"/>
                </a:lnTo>
                <a:lnTo>
                  <a:pt x="6989" y="479419"/>
                </a:lnTo>
                <a:lnTo>
                  <a:pt x="0" y="444489"/>
                </a:lnTo>
                <a:lnTo>
                  <a:pt x="0" y="88879"/>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0246" name="object 6">
            <a:extLst>
              <a:ext uri="{FF2B5EF4-FFF2-40B4-BE49-F238E27FC236}">
                <a16:creationId xmlns:a16="http://schemas.microsoft.com/office/drawing/2014/main" id="{DE4A0453-62AE-CD6F-AE48-77F1C077F3AE}"/>
              </a:ext>
            </a:extLst>
          </p:cNvPr>
          <p:cNvSpPr>
            <a:spLocks noChangeArrowheads="1"/>
          </p:cNvSpPr>
          <p:nvPr/>
        </p:nvSpPr>
        <p:spPr bwMode="auto">
          <a:xfrm>
            <a:off x="1092200" y="186267"/>
            <a:ext cx="10820400" cy="12700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2">
            <a:extLst>
              <a:ext uri="{FF2B5EF4-FFF2-40B4-BE49-F238E27FC236}">
                <a16:creationId xmlns:a16="http://schemas.microsoft.com/office/drawing/2014/main" id="{005AADA4-2581-E718-7F19-A25130F897CE}"/>
              </a:ext>
            </a:extLst>
          </p:cNvPr>
          <p:cNvSpPr txBox="1">
            <a:spLocks noChangeArrowheads="1"/>
          </p:cNvSpPr>
          <p:nvPr/>
        </p:nvSpPr>
        <p:spPr bwMode="auto">
          <a:xfrm>
            <a:off x="508000" y="2205567"/>
            <a:ext cx="3454400" cy="3509038"/>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sz="3200" b="1" dirty="0">
                <a:solidFill>
                  <a:srgbClr val="4F80BC"/>
                </a:solidFill>
                <a:cs typeface="Calibri" panose="020F0502020204030204" pitchFamily="34" charset="0"/>
              </a:rPr>
              <a:t>(1)</a:t>
            </a:r>
            <a:endParaRPr lang="en-US" altLang="en-US" sz="3200" dirty="0">
              <a:cs typeface="Calibri" panose="020F0502020204030204" pitchFamily="34" charset="0"/>
            </a:endParaRPr>
          </a:p>
          <a:p>
            <a:pPr algn="ctr" eaLnBrk="1" hangingPunct="1"/>
            <a:r>
              <a:rPr lang="en-US" altLang="en-US" sz="3200" b="1" i="1" u="sng" dirty="0">
                <a:solidFill>
                  <a:srgbClr val="4F80BC"/>
                </a:solidFill>
                <a:cs typeface="Calibri" panose="020F0502020204030204" pitchFamily="34" charset="0"/>
              </a:rPr>
              <a:t>Processor Speed</a:t>
            </a:r>
            <a:endParaRPr lang="en-US" altLang="en-US" sz="3200" dirty="0">
              <a:cs typeface="Calibri" panose="020F0502020204030204" pitchFamily="34" charset="0"/>
            </a:endParaRPr>
          </a:p>
          <a:p>
            <a:pPr>
              <a:spcBef>
                <a:spcPts val="33"/>
              </a:spcBef>
            </a:pPr>
            <a:endParaRPr lang="en-US" altLang="en-US" sz="3333" dirty="0">
              <a:latin typeface="Times New Roman" panose="02020603050405020304" pitchFamily="18" charset="0"/>
              <a:cs typeface="Times New Roman" panose="02020603050405020304" pitchFamily="18" charset="0"/>
            </a:endParaRPr>
          </a:p>
          <a:p>
            <a:pPr algn="ctr" eaLnBrk="1" hangingPunct="1"/>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handle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very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large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amount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high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speed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processing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required,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but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growing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billions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files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entity,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processor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may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fail</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deal</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with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much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amount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endParaRPr lang="en-US" altLang="en-US" sz="1867" dirty="0">
              <a:cs typeface="Calibri" panose="020F0502020204030204" pitchFamily="34" charset="0"/>
            </a:endParaRPr>
          </a:p>
        </p:txBody>
      </p:sp>
      <p:sp>
        <p:nvSpPr>
          <p:cNvPr id="8195" name="object 3">
            <a:extLst>
              <a:ext uri="{FF2B5EF4-FFF2-40B4-BE49-F238E27FC236}">
                <a16:creationId xmlns:a16="http://schemas.microsoft.com/office/drawing/2014/main" id="{8DE128C2-0F98-3B6E-A850-292B7C5D7C4A}"/>
              </a:ext>
            </a:extLst>
          </p:cNvPr>
          <p:cNvSpPr txBox="1">
            <a:spLocks noChangeArrowheads="1"/>
          </p:cNvSpPr>
          <p:nvPr/>
        </p:nvSpPr>
        <p:spPr bwMode="auto">
          <a:xfrm>
            <a:off x="4368800" y="2205567"/>
            <a:ext cx="3454400" cy="3221716"/>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sz="3200" b="1" dirty="0">
                <a:solidFill>
                  <a:srgbClr val="4F80BC"/>
                </a:solidFill>
                <a:cs typeface="Calibri" panose="020F0502020204030204" pitchFamily="34" charset="0"/>
              </a:rPr>
              <a:t>(2)</a:t>
            </a:r>
            <a:endParaRPr lang="en-US" altLang="en-US" sz="3200" dirty="0">
              <a:cs typeface="Calibri" panose="020F0502020204030204" pitchFamily="34" charset="0"/>
            </a:endParaRPr>
          </a:p>
          <a:p>
            <a:pPr algn="ctr" eaLnBrk="1" hangingPunct="1"/>
            <a:r>
              <a:rPr lang="en-US" altLang="en-US" sz="3200" b="1" i="1" u="sng" dirty="0">
                <a:solidFill>
                  <a:srgbClr val="4F80BC"/>
                </a:solidFill>
                <a:cs typeface="Calibri" panose="020F0502020204030204" pitchFamily="34" charset="0"/>
              </a:rPr>
              <a:t>Data Search</a:t>
            </a:r>
            <a:endParaRPr lang="en-US" altLang="en-US" sz="3200" dirty="0">
              <a:cs typeface="Calibri" panose="020F0502020204030204" pitchFamily="34" charset="0"/>
            </a:endParaRPr>
          </a:p>
          <a:p>
            <a:pPr>
              <a:spcBef>
                <a:spcPts val="33"/>
              </a:spcBef>
            </a:pPr>
            <a:endParaRPr lang="en-US" altLang="en-US" sz="3333" dirty="0">
              <a:latin typeface="Times New Roman" panose="02020603050405020304" pitchFamily="18" charset="0"/>
              <a:cs typeface="Times New Roman" panose="02020603050405020304" pitchFamily="18" charset="0"/>
            </a:endParaRPr>
          </a:p>
          <a:p>
            <a:pPr algn="ctr" eaLnBrk="1" hangingPunct="1"/>
            <a:r>
              <a:rPr lang="en-US" altLang="en-US" sz="1867" b="1" dirty="0">
                <a:cs typeface="Calibri" panose="020F0502020204030204" pitchFamily="34" charset="0"/>
              </a:rPr>
              <a:t>Consider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inventory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size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106</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items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store,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our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application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needs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for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particular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item,</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needs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traverse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106</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items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every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time,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results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slowing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down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process.</a:t>
            </a:r>
            <a:endParaRPr lang="en-US" altLang="en-US" sz="1867" dirty="0">
              <a:cs typeface="Calibri" panose="020F0502020204030204" pitchFamily="34" charset="0"/>
            </a:endParaRPr>
          </a:p>
        </p:txBody>
      </p:sp>
      <p:sp>
        <p:nvSpPr>
          <p:cNvPr id="8196" name="object 4">
            <a:extLst>
              <a:ext uri="{FF2B5EF4-FFF2-40B4-BE49-F238E27FC236}">
                <a16:creationId xmlns:a16="http://schemas.microsoft.com/office/drawing/2014/main" id="{D7BA3B64-337F-D6AC-121B-9B3B8F888C6B}"/>
              </a:ext>
            </a:extLst>
          </p:cNvPr>
          <p:cNvSpPr txBox="1">
            <a:spLocks noChangeArrowheads="1"/>
          </p:cNvSpPr>
          <p:nvPr/>
        </p:nvSpPr>
        <p:spPr bwMode="auto">
          <a:xfrm>
            <a:off x="8229600" y="2205567"/>
            <a:ext cx="3352800" cy="3221716"/>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9525">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sz="3200" b="1" dirty="0">
                <a:solidFill>
                  <a:srgbClr val="4F80BC"/>
                </a:solidFill>
                <a:cs typeface="Calibri" panose="020F0502020204030204" pitchFamily="34" charset="0"/>
              </a:rPr>
              <a:t>(3)</a:t>
            </a:r>
            <a:endParaRPr lang="en-US" altLang="en-US" sz="3200" dirty="0">
              <a:cs typeface="Calibri" panose="020F0502020204030204" pitchFamily="34" charset="0"/>
            </a:endParaRPr>
          </a:p>
          <a:p>
            <a:pPr algn="ctr" eaLnBrk="1" hangingPunct="1"/>
            <a:r>
              <a:rPr lang="en-US" altLang="en-US" sz="3200" b="1" i="1" u="sng" dirty="0">
                <a:solidFill>
                  <a:srgbClr val="4F80BC"/>
                </a:solidFill>
                <a:cs typeface="Calibri" panose="020F0502020204030204" pitchFamily="34" charset="0"/>
              </a:rPr>
              <a:t>Multiple Requests</a:t>
            </a:r>
            <a:endParaRPr lang="en-US" altLang="en-US" sz="3200" dirty="0">
              <a:cs typeface="Calibri" panose="020F0502020204030204" pitchFamily="34" charset="0"/>
            </a:endParaRPr>
          </a:p>
          <a:p>
            <a:pPr>
              <a:spcBef>
                <a:spcPts val="33"/>
              </a:spcBef>
            </a:pPr>
            <a:endParaRPr lang="en-US" altLang="en-US" sz="3333" dirty="0">
              <a:latin typeface="Times New Roman" panose="02020603050405020304" pitchFamily="18" charset="0"/>
              <a:cs typeface="Times New Roman" panose="02020603050405020304" pitchFamily="18" charset="0"/>
            </a:endParaRPr>
          </a:p>
          <a:p>
            <a:pPr algn="ctr" eaLnBrk="1" hangingPunct="1"/>
            <a:r>
              <a:rPr lang="en-US" altLang="en-US" sz="1867" b="1" dirty="0">
                <a:cs typeface="Calibri" panose="020F0502020204030204" pitchFamily="34" charset="0"/>
              </a:rPr>
              <a:t>If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thousands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users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simultaneously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web</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server,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chances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very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large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server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failed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during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process.</a:t>
            </a:r>
            <a:endParaRPr lang="en-US" altLang="en-US" sz="1867" dirty="0">
              <a:cs typeface="Calibri" panose="020F0502020204030204" pitchFamily="34" charset="0"/>
            </a:endParaRPr>
          </a:p>
        </p:txBody>
      </p:sp>
      <p:sp>
        <p:nvSpPr>
          <p:cNvPr id="8197" name="object 5">
            <a:extLst>
              <a:ext uri="{FF2B5EF4-FFF2-40B4-BE49-F238E27FC236}">
                <a16:creationId xmlns:a16="http://schemas.microsoft.com/office/drawing/2014/main" id="{6474D78E-8AC0-6DE1-5B5A-E3DD78375FF3}"/>
              </a:ext>
            </a:extLst>
          </p:cNvPr>
          <p:cNvSpPr txBox="1">
            <a:spLocks noChangeArrowheads="1"/>
          </p:cNvSpPr>
          <p:nvPr/>
        </p:nvSpPr>
        <p:spPr bwMode="auto">
          <a:xfrm>
            <a:off x="994833" y="5890684"/>
            <a:ext cx="9992784" cy="579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50825" indent="-239713">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03000"/>
              </a:lnSpc>
            </a:pPr>
            <a:r>
              <a:rPr lang="en-US" altLang="en-US" sz="1867" b="1" i="1" dirty="0">
                <a:solidFill>
                  <a:srgbClr val="4F80BC"/>
                </a:solidFill>
                <a:cs typeface="Calibri" panose="020F0502020204030204" pitchFamily="34" charset="0"/>
              </a:rPr>
              <a:t>To</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solve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these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problems,</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data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structures</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are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used.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Data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is</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organized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to</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form</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data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structure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in</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such</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way</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that</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all</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items</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are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not</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required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to</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be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searched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and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required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data</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can</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be</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searched</a:t>
            </a:r>
            <a:r>
              <a:rPr lang="en-US" altLang="en-US" sz="1867" b="1" i="1" dirty="0">
                <a:solidFill>
                  <a:srgbClr val="4F80BC"/>
                </a:solidFill>
                <a:latin typeface="Times New Roman" panose="02020603050405020304" pitchFamily="18" charset="0"/>
                <a:cs typeface="Times New Roman" panose="02020603050405020304" pitchFamily="18" charset="0"/>
              </a:rPr>
              <a:t> </a:t>
            </a:r>
            <a:r>
              <a:rPr lang="en-US" altLang="en-US" sz="1867" b="1" i="1" dirty="0">
                <a:solidFill>
                  <a:srgbClr val="4F80BC"/>
                </a:solidFill>
                <a:cs typeface="Calibri" panose="020F0502020204030204" pitchFamily="34" charset="0"/>
              </a:rPr>
              <a:t>instantly</a:t>
            </a:r>
            <a:r>
              <a:rPr lang="en-US" altLang="en-US" sz="1867" b="1" i="1" dirty="0">
                <a:solidFill>
                  <a:srgbClr val="FF0000"/>
                </a:solidFill>
                <a:cs typeface="Calibri" panose="020F0502020204030204" pitchFamily="34" charset="0"/>
              </a:rPr>
              <a:t>.</a:t>
            </a:r>
            <a:endParaRPr lang="en-US" altLang="en-US" sz="1867" dirty="0">
              <a:cs typeface="Calibri" panose="020F0502020204030204" pitchFamily="34" charset="0"/>
            </a:endParaRPr>
          </a:p>
        </p:txBody>
      </p:sp>
      <p:sp>
        <p:nvSpPr>
          <p:cNvPr id="8198" name="object 6">
            <a:extLst>
              <a:ext uri="{FF2B5EF4-FFF2-40B4-BE49-F238E27FC236}">
                <a16:creationId xmlns:a16="http://schemas.microsoft.com/office/drawing/2014/main" id="{0362849A-78AE-C796-ED55-F12A690811C5}"/>
              </a:ext>
            </a:extLst>
          </p:cNvPr>
          <p:cNvSpPr>
            <a:spLocks/>
          </p:cNvSpPr>
          <p:nvPr/>
        </p:nvSpPr>
        <p:spPr bwMode="auto">
          <a:xfrm>
            <a:off x="304800" y="376767"/>
            <a:ext cx="11582400" cy="812800"/>
          </a:xfrm>
          <a:custGeom>
            <a:avLst/>
            <a:gdLst>
              <a:gd name="T0" fmla="*/ 8585209 w 8686800"/>
              <a:gd name="T1" fmla="*/ 0 h 609600"/>
              <a:gd name="T2" fmla="*/ 101595 w 8686800"/>
              <a:gd name="T3" fmla="*/ 0 h 609600"/>
              <a:gd name="T4" fmla="*/ 62234 w 8686800"/>
              <a:gd name="T5" fmla="*/ 8260 h 609600"/>
              <a:gd name="T6" fmla="*/ 29849 w 8686800"/>
              <a:gd name="T7" fmla="*/ 29839 h 609600"/>
              <a:gd name="T8" fmla="*/ 8250 w 8686800"/>
              <a:gd name="T9" fmla="*/ 62209 h 609600"/>
              <a:gd name="T10" fmla="*/ 0 w 8686800"/>
              <a:gd name="T11" fmla="*/ 101589 h 609600"/>
              <a:gd name="T12" fmla="*/ 0 w 8686800"/>
              <a:gd name="T13" fmla="*/ 507979 h 609600"/>
              <a:gd name="T14" fmla="*/ 8250 w 8686800"/>
              <a:gd name="T15" fmla="*/ 547359 h 609600"/>
              <a:gd name="T16" fmla="*/ 29849 w 8686800"/>
              <a:gd name="T17" fmla="*/ 579760 h 609600"/>
              <a:gd name="T18" fmla="*/ 62234 w 8686800"/>
              <a:gd name="T19" fmla="*/ 601339 h 609600"/>
              <a:gd name="T20" fmla="*/ 101595 w 8686800"/>
              <a:gd name="T21" fmla="*/ 609599 h 609600"/>
              <a:gd name="T22" fmla="*/ 8585209 w 8686800"/>
              <a:gd name="T23" fmla="*/ 609599 h 609600"/>
              <a:gd name="T24" fmla="*/ 8624559 w 8686800"/>
              <a:gd name="T25" fmla="*/ 601339 h 609600"/>
              <a:gd name="T26" fmla="*/ 8656959 w 8686800"/>
              <a:gd name="T27" fmla="*/ 579760 h 609600"/>
              <a:gd name="T28" fmla="*/ 8678539 w 8686800"/>
              <a:gd name="T29" fmla="*/ 547359 h 609600"/>
              <a:gd name="T30" fmla="*/ 8686799 w 8686800"/>
              <a:gd name="T31" fmla="*/ 507979 h 609600"/>
              <a:gd name="T32" fmla="*/ 8686799 w 8686800"/>
              <a:gd name="T33" fmla="*/ 101589 h 609600"/>
              <a:gd name="T34" fmla="*/ 8678539 w 8686800"/>
              <a:gd name="T35" fmla="*/ 62209 h 609600"/>
              <a:gd name="T36" fmla="*/ 8656959 w 8686800"/>
              <a:gd name="T37" fmla="*/ 29839 h 609600"/>
              <a:gd name="T38" fmla="*/ 8624559 w 8686800"/>
              <a:gd name="T39" fmla="*/ 8260 h 609600"/>
              <a:gd name="T40" fmla="*/ 8585209 w 8686800"/>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8585209" y="0"/>
                </a:moveTo>
                <a:lnTo>
                  <a:pt x="101595" y="0"/>
                </a:lnTo>
                <a:lnTo>
                  <a:pt x="62234" y="8260"/>
                </a:lnTo>
                <a:lnTo>
                  <a:pt x="29849" y="29839"/>
                </a:lnTo>
                <a:lnTo>
                  <a:pt x="8250" y="62209"/>
                </a:lnTo>
                <a:lnTo>
                  <a:pt x="0" y="101589"/>
                </a:lnTo>
                <a:lnTo>
                  <a:pt x="0" y="507979"/>
                </a:lnTo>
                <a:lnTo>
                  <a:pt x="8250" y="547359"/>
                </a:lnTo>
                <a:lnTo>
                  <a:pt x="29849" y="579760"/>
                </a:lnTo>
                <a:lnTo>
                  <a:pt x="62234" y="601339"/>
                </a:lnTo>
                <a:lnTo>
                  <a:pt x="101595" y="609599"/>
                </a:lnTo>
                <a:lnTo>
                  <a:pt x="8585209" y="609599"/>
                </a:lnTo>
                <a:lnTo>
                  <a:pt x="8624559" y="601339"/>
                </a:lnTo>
                <a:lnTo>
                  <a:pt x="8656959" y="579760"/>
                </a:lnTo>
                <a:lnTo>
                  <a:pt x="8678539" y="547359"/>
                </a:lnTo>
                <a:lnTo>
                  <a:pt x="8686799" y="507979"/>
                </a:lnTo>
                <a:lnTo>
                  <a:pt x="8686799" y="101589"/>
                </a:lnTo>
                <a:lnTo>
                  <a:pt x="8678539" y="62209"/>
                </a:lnTo>
                <a:lnTo>
                  <a:pt x="8656959" y="29839"/>
                </a:lnTo>
                <a:lnTo>
                  <a:pt x="8624559" y="8260"/>
                </a:lnTo>
                <a:lnTo>
                  <a:pt x="85852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8199" name="object 7">
            <a:extLst>
              <a:ext uri="{FF2B5EF4-FFF2-40B4-BE49-F238E27FC236}">
                <a16:creationId xmlns:a16="http://schemas.microsoft.com/office/drawing/2014/main" id="{76024FF5-E693-C460-B744-ADF65240B39A}"/>
              </a:ext>
            </a:extLst>
          </p:cNvPr>
          <p:cNvSpPr>
            <a:spLocks/>
          </p:cNvSpPr>
          <p:nvPr/>
        </p:nvSpPr>
        <p:spPr bwMode="auto">
          <a:xfrm>
            <a:off x="304800" y="376767"/>
            <a:ext cx="11582400" cy="812800"/>
          </a:xfrm>
          <a:custGeom>
            <a:avLst/>
            <a:gdLst>
              <a:gd name="T0" fmla="*/ 0 w 8686800"/>
              <a:gd name="T1" fmla="*/ 101589 h 609600"/>
              <a:gd name="T2" fmla="*/ 8250 w 8686800"/>
              <a:gd name="T3" fmla="*/ 62209 h 609600"/>
              <a:gd name="T4" fmla="*/ 29849 w 8686800"/>
              <a:gd name="T5" fmla="*/ 29839 h 609600"/>
              <a:gd name="T6" fmla="*/ 62234 w 8686800"/>
              <a:gd name="T7" fmla="*/ 8260 h 609600"/>
              <a:gd name="T8" fmla="*/ 101595 w 8686800"/>
              <a:gd name="T9" fmla="*/ 0 h 609600"/>
              <a:gd name="T10" fmla="*/ 8585209 w 8686800"/>
              <a:gd name="T11" fmla="*/ 0 h 609600"/>
              <a:gd name="T12" fmla="*/ 8624559 w 8686800"/>
              <a:gd name="T13" fmla="*/ 8260 h 609600"/>
              <a:gd name="T14" fmla="*/ 8656959 w 8686800"/>
              <a:gd name="T15" fmla="*/ 29839 h 609600"/>
              <a:gd name="T16" fmla="*/ 8678539 w 8686800"/>
              <a:gd name="T17" fmla="*/ 62209 h 609600"/>
              <a:gd name="T18" fmla="*/ 8686799 w 8686800"/>
              <a:gd name="T19" fmla="*/ 101589 h 609600"/>
              <a:gd name="T20" fmla="*/ 8686799 w 8686800"/>
              <a:gd name="T21" fmla="*/ 507979 h 609600"/>
              <a:gd name="T22" fmla="*/ 8678539 w 8686800"/>
              <a:gd name="T23" fmla="*/ 547359 h 609600"/>
              <a:gd name="T24" fmla="*/ 8656959 w 8686800"/>
              <a:gd name="T25" fmla="*/ 579760 h 609600"/>
              <a:gd name="T26" fmla="*/ 8624559 w 8686800"/>
              <a:gd name="T27" fmla="*/ 601339 h 609600"/>
              <a:gd name="T28" fmla="*/ 8585209 w 8686800"/>
              <a:gd name="T29" fmla="*/ 609599 h 609600"/>
              <a:gd name="T30" fmla="*/ 101595 w 8686800"/>
              <a:gd name="T31" fmla="*/ 609599 h 609600"/>
              <a:gd name="T32" fmla="*/ 62234 w 8686800"/>
              <a:gd name="T33" fmla="*/ 601339 h 609600"/>
              <a:gd name="T34" fmla="*/ 29849 w 8686800"/>
              <a:gd name="T35" fmla="*/ 579760 h 609600"/>
              <a:gd name="T36" fmla="*/ 8250 w 8686800"/>
              <a:gd name="T37" fmla="*/ 547359 h 609600"/>
              <a:gd name="T38" fmla="*/ 0 w 8686800"/>
              <a:gd name="T39" fmla="*/ 507979 h 609600"/>
              <a:gd name="T40" fmla="*/ 0 w 8686800"/>
              <a:gd name="T41" fmla="*/ 101589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0" y="101589"/>
                </a:moveTo>
                <a:lnTo>
                  <a:pt x="8250" y="62209"/>
                </a:lnTo>
                <a:lnTo>
                  <a:pt x="29849" y="29839"/>
                </a:lnTo>
                <a:lnTo>
                  <a:pt x="62234" y="8260"/>
                </a:lnTo>
                <a:lnTo>
                  <a:pt x="101595" y="0"/>
                </a:lnTo>
                <a:lnTo>
                  <a:pt x="8585209" y="0"/>
                </a:lnTo>
                <a:lnTo>
                  <a:pt x="8624559" y="8260"/>
                </a:lnTo>
                <a:lnTo>
                  <a:pt x="8656959" y="29839"/>
                </a:lnTo>
                <a:lnTo>
                  <a:pt x="8678539" y="62209"/>
                </a:lnTo>
                <a:lnTo>
                  <a:pt x="8686799" y="101589"/>
                </a:lnTo>
                <a:lnTo>
                  <a:pt x="8686799" y="507979"/>
                </a:lnTo>
                <a:lnTo>
                  <a:pt x="8678539" y="547359"/>
                </a:lnTo>
                <a:lnTo>
                  <a:pt x="8656959" y="579760"/>
                </a:lnTo>
                <a:lnTo>
                  <a:pt x="8624559" y="601339"/>
                </a:lnTo>
                <a:lnTo>
                  <a:pt x="8585209" y="609599"/>
                </a:lnTo>
                <a:lnTo>
                  <a:pt x="101595" y="609599"/>
                </a:lnTo>
                <a:lnTo>
                  <a:pt x="62234" y="601339"/>
                </a:lnTo>
                <a:lnTo>
                  <a:pt x="29849" y="579760"/>
                </a:lnTo>
                <a:lnTo>
                  <a:pt x="8250" y="547359"/>
                </a:lnTo>
                <a:lnTo>
                  <a:pt x="0" y="507979"/>
                </a:lnTo>
                <a:lnTo>
                  <a:pt x="0" y="101589"/>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8200" name="object 8">
            <a:extLst>
              <a:ext uri="{FF2B5EF4-FFF2-40B4-BE49-F238E27FC236}">
                <a16:creationId xmlns:a16="http://schemas.microsoft.com/office/drawing/2014/main" id="{9FB3AE86-3012-4C2C-F082-EC71D30D0BE7}"/>
              </a:ext>
            </a:extLst>
          </p:cNvPr>
          <p:cNvSpPr>
            <a:spLocks noChangeArrowheads="1"/>
          </p:cNvSpPr>
          <p:nvPr/>
        </p:nvSpPr>
        <p:spPr bwMode="auto">
          <a:xfrm>
            <a:off x="495300" y="237067"/>
            <a:ext cx="11506200" cy="12700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8201" name="object 9">
            <a:extLst>
              <a:ext uri="{FF2B5EF4-FFF2-40B4-BE49-F238E27FC236}">
                <a16:creationId xmlns:a16="http://schemas.microsoft.com/office/drawing/2014/main" id="{CBB4FAE1-469C-CCDA-7646-363359A1530E}"/>
              </a:ext>
            </a:extLst>
          </p:cNvPr>
          <p:cNvSpPr>
            <a:spLocks/>
          </p:cNvSpPr>
          <p:nvPr/>
        </p:nvSpPr>
        <p:spPr bwMode="auto">
          <a:xfrm>
            <a:off x="508000" y="1291167"/>
            <a:ext cx="11176000" cy="778933"/>
          </a:xfrm>
          <a:custGeom>
            <a:avLst/>
            <a:gdLst>
              <a:gd name="T0" fmla="*/ 0 w 8382000"/>
              <a:gd name="T1" fmla="*/ 580403 h 584835"/>
              <a:gd name="T2" fmla="*/ 8381999 w 8382000"/>
              <a:gd name="T3" fmla="*/ 580403 h 584835"/>
              <a:gd name="T4" fmla="*/ 8381999 w 8382000"/>
              <a:gd name="T5" fmla="*/ 0 h 584835"/>
              <a:gd name="T6" fmla="*/ 0 w 8382000"/>
              <a:gd name="T7" fmla="*/ 0 h 584835"/>
              <a:gd name="T8" fmla="*/ 0 w 8382000"/>
              <a:gd name="T9" fmla="*/ 580403 h 5848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82000" h="584835">
                <a:moveTo>
                  <a:pt x="0" y="584834"/>
                </a:moveTo>
                <a:lnTo>
                  <a:pt x="8381999" y="584834"/>
                </a:lnTo>
                <a:lnTo>
                  <a:pt x="8381999" y="0"/>
                </a:lnTo>
                <a:lnTo>
                  <a:pt x="0" y="0"/>
                </a:lnTo>
                <a:lnTo>
                  <a:pt x="0" y="584834"/>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8202" name="object 10">
            <a:extLst>
              <a:ext uri="{FF2B5EF4-FFF2-40B4-BE49-F238E27FC236}">
                <a16:creationId xmlns:a16="http://schemas.microsoft.com/office/drawing/2014/main" id="{7F7E7372-96B2-7379-F8F5-4BB889BC844F}"/>
              </a:ext>
            </a:extLst>
          </p:cNvPr>
          <p:cNvSpPr>
            <a:spLocks noChangeArrowheads="1"/>
          </p:cNvSpPr>
          <p:nvPr/>
        </p:nvSpPr>
        <p:spPr bwMode="auto">
          <a:xfrm>
            <a:off x="508000" y="1291167"/>
            <a:ext cx="11176000" cy="77893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1" name="object 11">
            <a:extLst>
              <a:ext uri="{FF2B5EF4-FFF2-40B4-BE49-F238E27FC236}">
                <a16:creationId xmlns:a16="http://schemas.microsoft.com/office/drawing/2014/main" id="{36650B1A-EFAF-D521-9AA7-84B03EB2BF98}"/>
              </a:ext>
            </a:extLst>
          </p:cNvPr>
          <p:cNvSpPr txBox="1"/>
          <p:nvPr/>
        </p:nvSpPr>
        <p:spPr>
          <a:xfrm>
            <a:off x="626534" y="1409700"/>
            <a:ext cx="10691284" cy="318100"/>
          </a:xfrm>
          <a:prstGeom prst="rect">
            <a:avLst/>
          </a:prstGeom>
        </p:spPr>
        <p:txBody>
          <a:bodyPr lIns="0" tIns="0" rIns="0" bIns="0">
            <a:spAutoFit/>
          </a:bodyPr>
          <a:lstStyle/>
          <a:p>
            <a:pPr marL="16933">
              <a:defRPr/>
            </a:pPr>
            <a:r>
              <a:rPr sz="2067" b="1" i="1" spc="-13" dirty="0">
                <a:latin typeface="Calibri"/>
                <a:cs typeface="Calibri"/>
              </a:rPr>
              <a:t>As</a:t>
            </a:r>
            <a:r>
              <a:rPr sz="2067" b="1" i="1" spc="-53" dirty="0">
                <a:latin typeface="Times New Roman"/>
                <a:cs typeface="Times New Roman"/>
              </a:rPr>
              <a:t> </a:t>
            </a:r>
            <a:r>
              <a:rPr sz="2067" b="1" i="1" spc="-13" dirty="0">
                <a:latin typeface="Calibri"/>
                <a:cs typeface="Calibri"/>
              </a:rPr>
              <a:t>ap</a:t>
            </a:r>
            <a:r>
              <a:rPr sz="2067" b="1" i="1" spc="-27" dirty="0">
                <a:latin typeface="Calibri"/>
                <a:cs typeface="Calibri"/>
              </a:rPr>
              <a:t>p</a:t>
            </a:r>
            <a:r>
              <a:rPr sz="2067" b="1" i="1" spc="-7" dirty="0">
                <a:latin typeface="Calibri"/>
                <a:cs typeface="Calibri"/>
              </a:rPr>
              <a:t>l</a:t>
            </a:r>
            <a:r>
              <a:rPr sz="2067" b="1" i="1" dirty="0">
                <a:latin typeface="Calibri"/>
                <a:cs typeface="Calibri"/>
              </a:rPr>
              <a:t>i</a:t>
            </a:r>
            <a:r>
              <a:rPr sz="2067" b="1" i="1" spc="-13" dirty="0">
                <a:latin typeface="Calibri"/>
                <a:cs typeface="Calibri"/>
              </a:rPr>
              <a:t>cations</a:t>
            </a:r>
            <a:r>
              <a:rPr sz="2067" b="1" i="1" spc="-47" dirty="0">
                <a:latin typeface="Times New Roman"/>
                <a:cs typeface="Times New Roman"/>
              </a:rPr>
              <a:t> </a:t>
            </a:r>
            <a:r>
              <a:rPr sz="2067" b="1" i="1" spc="-7" dirty="0">
                <a:latin typeface="Calibri"/>
                <a:cs typeface="Calibri"/>
              </a:rPr>
              <a:t>a</a:t>
            </a:r>
            <a:r>
              <a:rPr sz="2067" b="1" i="1" spc="-20" dirty="0">
                <a:latin typeface="Calibri"/>
                <a:cs typeface="Calibri"/>
              </a:rPr>
              <a:t>r</a:t>
            </a:r>
            <a:r>
              <a:rPr sz="2067" b="1" i="1" spc="-13" dirty="0">
                <a:latin typeface="Calibri"/>
                <a:cs typeface="Calibri"/>
              </a:rPr>
              <a:t>e</a:t>
            </a:r>
            <a:r>
              <a:rPr sz="2067" b="1" i="1" spc="-47" dirty="0">
                <a:latin typeface="Times New Roman"/>
                <a:cs typeface="Times New Roman"/>
              </a:rPr>
              <a:t> </a:t>
            </a:r>
            <a:r>
              <a:rPr sz="2067" b="1" i="1" spc="-13" dirty="0">
                <a:latin typeface="Calibri"/>
                <a:cs typeface="Calibri"/>
              </a:rPr>
              <a:t>g</a:t>
            </a:r>
            <a:r>
              <a:rPr sz="2067" b="1" i="1" spc="-27" dirty="0">
                <a:latin typeface="Calibri"/>
                <a:cs typeface="Calibri"/>
              </a:rPr>
              <a:t>e</a:t>
            </a:r>
            <a:r>
              <a:rPr sz="2067" b="1" i="1" spc="-13" dirty="0">
                <a:latin typeface="Calibri"/>
                <a:cs typeface="Calibri"/>
              </a:rPr>
              <a:t>t</a:t>
            </a:r>
            <a:r>
              <a:rPr sz="2067" b="1" i="1" spc="-7" dirty="0">
                <a:latin typeface="Calibri"/>
                <a:cs typeface="Calibri"/>
              </a:rPr>
              <a:t>t</a:t>
            </a:r>
            <a:r>
              <a:rPr sz="2067" b="1" i="1" spc="-13" dirty="0">
                <a:latin typeface="Calibri"/>
                <a:cs typeface="Calibri"/>
              </a:rPr>
              <a:t>ing</a:t>
            </a:r>
            <a:r>
              <a:rPr sz="2067" b="1" i="1" spc="-47" dirty="0">
                <a:latin typeface="Times New Roman"/>
                <a:cs typeface="Times New Roman"/>
              </a:rPr>
              <a:t> </a:t>
            </a:r>
            <a:r>
              <a:rPr sz="2067" b="1" i="1" spc="-13" dirty="0">
                <a:latin typeface="Calibri"/>
                <a:cs typeface="Calibri"/>
              </a:rPr>
              <a:t>comp</a:t>
            </a:r>
            <a:r>
              <a:rPr sz="2067" b="1" i="1" dirty="0">
                <a:latin typeface="Calibri"/>
                <a:cs typeface="Calibri"/>
              </a:rPr>
              <a:t>l</a:t>
            </a:r>
            <a:r>
              <a:rPr sz="2067" b="1" i="1" spc="-20" dirty="0">
                <a:latin typeface="Calibri"/>
                <a:cs typeface="Calibri"/>
              </a:rPr>
              <a:t>e</a:t>
            </a:r>
            <a:r>
              <a:rPr sz="2067" b="1" i="1" spc="-13" dirty="0">
                <a:latin typeface="Calibri"/>
                <a:cs typeface="Calibri"/>
              </a:rPr>
              <a:t>x</a:t>
            </a:r>
            <a:r>
              <a:rPr sz="2067" b="1" i="1" spc="-53" dirty="0">
                <a:latin typeface="Times New Roman"/>
                <a:cs typeface="Times New Roman"/>
              </a:rPr>
              <a:t> </a:t>
            </a:r>
            <a:r>
              <a:rPr sz="2067" b="1" i="1" spc="-7" dirty="0">
                <a:latin typeface="Calibri"/>
                <a:cs typeface="Calibri"/>
              </a:rPr>
              <a:t>a</a:t>
            </a:r>
            <a:r>
              <a:rPr sz="2067" b="1" i="1" spc="-20" dirty="0">
                <a:latin typeface="Calibri"/>
                <a:cs typeface="Calibri"/>
              </a:rPr>
              <a:t>n</a:t>
            </a:r>
            <a:r>
              <a:rPr sz="2067" b="1" i="1" spc="-13" dirty="0">
                <a:latin typeface="Calibri"/>
                <a:cs typeface="Calibri"/>
              </a:rPr>
              <a:t>d</a:t>
            </a:r>
            <a:r>
              <a:rPr sz="2067" b="1" i="1" spc="-53" dirty="0">
                <a:latin typeface="Times New Roman"/>
                <a:cs typeface="Times New Roman"/>
              </a:rPr>
              <a:t> </a:t>
            </a:r>
            <a:r>
              <a:rPr sz="2067" b="1" i="1" spc="-13" dirty="0">
                <a:latin typeface="Calibri"/>
                <a:cs typeface="Calibri"/>
              </a:rPr>
              <a:t>am</a:t>
            </a:r>
            <a:r>
              <a:rPr sz="2067" b="1" i="1" spc="-20" dirty="0">
                <a:latin typeface="Calibri"/>
                <a:cs typeface="Calibri"/>
              </a:rPr>
              <a:t>o</a:t>
            </a:r>
            <a:r>
              <a:rPr sz="2067" b="1" i="1" spc="-13" dirty="0">
                <a:latin typeface="Calibri"/>
                <a:cs typeface="Calibri"/>
              </a:rPr>
              <a:t>u</a:t>
            </a:r>
            <a:r>
              <a:rPr sz="2067" b="1" i="1" spc="-20" dirty="0">
                <a:latin typeface="Calibri"/>
                <a:cs typeface="Calibri"/>
              </a:rPr>
              <a:t>n</a:t>
            </a:r>
            <a:r>
              <a:rPr sz="2067" b="1" i="1" spc="-13" dirty="0">
                <a:latin typeface="Calibri"/>
                <a:cs typeface="Calibri"/>
              </a:rPr>
              <a:t>t</a:t>
            </a:r>
            <a:r>
              <a:rPr sz="2067" b="1" i="1" spc="-80" dirty="0">
                <a:latin typeface="Times New Roman"/>
                <a:cs typeface="Times New Roman"/>
              </a:rPr>
              <a:t> </a:t>
            </a:r>
            <a:r>
              <a:rPr sz="2067" b="1" i="1" spc="-20" dirty="0">
                <a:latin typeface="Calibri"/>
                <a:cs typeface="Calibri"/>
              </a:rPr>
              <a:t>o</a:t>
            </a:r>
            <a:r>
              <a:rPr sz="2067" b="1" i="1" spc="-7" dirty="0">
                <a:latin typeface="Calibri"/>
                <a:cs typeface="Calibri"/>
              </a:rPr>
              <a:t>f</a:t>
            </a:r>
            <a:r>
              <a:rPr sz="2067" b="1" i="1" spc="-40" dirty="0">
                <a:latin typeface="Times New Roman"/>
                <a:cs typeface="Times New Roman"/>
              </a:rPr>
              <a:t> </a:t>
            </a:r>
            <a:r>
              <a:rPr sz="2067" b="1" i="1" spc="-13" dirty="0">
                <a:latin typeface="Calibri"/>
                <a:cs typeface="Calibri"/>
              </a:rPr>
              <a:t>data</a:t>
            </a:r>
            <a:r>
              <a:rPr sz="2067" b="1" i="1" spc="-40" dirty="0">
                <a:latin typeface="Times New Roman"/>
                <a:cs typeface="Times New Roman"/>
              </a:rPr>
              <a:t> </a:t>
            </a:r>
            <a:r>
              <a:rPr sz="2067" b="1" i="1" spc="-7" dirty="0">
                <a:latin typeface="Calibri"/>
                <a:cs typeface="Calibri"/>
              </a:rPr>
              <a:t>is</a:t>
            </a:r>
            <a:r>
              <a:rPr sz="2067" b="1" i="1" spc="-53" dirty="0">
                <a:latin typeface="Times New Roman"/>
                <a:cs typeface="Times New Roman"/>
              </a:rPr>
              <a:t> </a:t>
            </a:r>
            <a:r>
              <a:rPr sz="2067" b="1" i="1" spc="-7" dirty="0">
                <a:latin typeface="Calibri"/>
                <a:cs typeface="Calibri"/>
              </a:rPr>
              <a:t>i</a:t>
            </a:r>
            <a:r>
              <a:rPr sz="2067" b="1" i="1" spc="-20" dirty="0">
                <a:latin typeface="Calibri"/>
                <a:cs typeface="Calibri"/>
              </a:rPr>
              <a:t>nc</a:t>
            </a:r>
            <a:r>
              <a:rPr sz="2067" b="1" i="1" spc="-27" dirty="0">
                <a:latin typeface="Calibri"/>
                <a:cs typeface="Calibri"/>
              </a:rPr>
              <a:t>r</a:t>
            </a:r>
            <a:r>
              <a:rPr sz="2067" b="1" i="1" spc="-20" dirty="0">
                <a:latin typeface="Calibri"/>
                <a:cs typeface="Calibri"/>
              </a:rPr>
              <a:t>ea</a:t>
            </a:r>
            <a:r>
              <a:rPr sz="2067" b="1" i="1" spc="-7" dirty="0">
                <a:latin typeface="Calibri"/>
                <a:cs typeface="Calibri"/>
              </a:rPr>
              <a:t>si</a:t>
            </a:r>
            <a:r>
              <a:rPr sz="2067" b="1" i="1" spc="-20" dirty="0">
                <a:latin typeface="Calibri"/>
                <a:cs typeface="Calibri"/>
              </a:rPr>
              <a:t>n</a:t>
            </a:r>
            <a:r>
              <a:rPr sz="2067" b="1" i="1" spc="-13" dirty="0">
                <a:latin typeface="Calibri"/>
                <a:cs typeface="Calibri"/>
              </a:rPr>
              <a:t>g</a:t>
            </a:r>
            <a:r>
              <a:rPr sz="2067" b="1" i="1" spc="-33" dirty="0">
                <a:latin typeface="Times New Roman"/>
                <a:cs typeface="Times New Roman"/>
              </a:rPr>
              <a:t> </a:t>
            </a:r>
            <a:r>
              <a:rPr sz="2067" b="1" i="1" spc="-13" dirty="0">
                <a:latin typeface="Calibri"/>
                <a:cs typeface="Calibri"/>
              </a:rPr>
              <a:t>day</a:t>
            </a:r>
            <a:r>
              <a:rPr sz="2067" b="1" i="1" spc="-53" dirty="0">
                <a:latin typeface="Times New Roman"/>
                <a:cs typeface="Times New Roman"/>
              </a:rPr>
              <a:t> </a:t>
            </a:r>
            <a:r>
              <a:rPr sz="2067" b="1" i="1" spc="-7" dirty="0">
                <a:latin typeface="Calibri"/>
                <a:cs typeface="Calibri"/>
              </a:rPr>
              <a:t>b</a:t>
            </a:r>
            <a:r>
              <a:rPr sz="2067" b="1" i="1" spc="-13" dirty="0">
                <a:latin typeface="Calibri"/>
                <a:cs typeface="Calibri"/>
              </a:rPr>
              <a:t>y</a:t>
            </a:r>
            <a:r>
              <a:rPr sz="2067" b="1" i="1" spc="-53" dirty="0">
                <a:latin typeface="Times New Roman"/>
                <a:cs typeface="Times New Roman"/>
              </a:rPr>
              <a:t> </a:t>
            </a:r>
            <a:r>
              <a:rPr sz="2067" b="1" i="1" spc="-13" dirty="0">
                <a:latin typeface="Calibri"/>
                <a:cs typeface="Calibri"/>
              </a:rPr>
              <a:t>day,</a:t>
            </a:r>
            <a:r>
              <a:rPr sz="2067" b="1" i="1" spc="-53" dirty="0">
                <a:latin typeface="Times New Roman"/>
                <a:cs typeface="Times New Roman"/>
              </a:rPr>
              <a:t> </a:t>
            </a:r>
            <a:r>
              <a:rPr sz="2067" b="1" i="1" spc="-13" dirty="0">
                <a:latin typeface="Calibri"/>
                <a:cs typeface="Calibri"/>
              </a:rPr>
              <a:t>there</a:t>
            </a:r>
            <a:r>
              <a:rPr sz="2067" b="1" i="1" dirty="0">
                <a:latin typeface="Times New Roman"/>
                <a:cs typeface="Times New Roman"/>
              </a:rPr>
              <a:t> </a:t>
            </a:r>
            <a:r>
              <a:rPr sz="2067" b="1" i="1" spc="-107" dirty="0">
                <a:latin typeface="Times New Roman"/>
                <a:cs typeface="Times New Roman"/>
              </a:rPr>
              <a:t> </a:t>
            </a:r>
            <a:r>
              <a:rPr sz="2067" b="1" i="1" spc="-13" dirty="0">
                <a:latin typeface="Calibri"/>
                <a:cs typeface="Calibri"/>
              </a:rPr>
              <a:t>may</a:t>
            </a:r>
            <a:r>
              <a:rPr sz="2067" b="1" i="1" spc="-47" dirty="0">
                <a:latin typeface="Times New Roman"/>
                <a:cs typeface="Times New Roman"/>
              </a:rPr>
              <a:t> </a:t>
            </a:r>
            <a:r>
              <a:rPr sz="2067" b="1" i="1" spc="-7" dirty="0">
                <a:latin typeface="Calibri"/>
                <a:cs typeface="Calibri"/>
              </a:rPr>
              <a:t>a</a:t>
            </a:r>
            <a:r>
              <a:rPr sz="2067" b="1" i="1" spc="-20" dirty="0">
                <a:latin typeface="Calibri"/>
                <a:cs typeface="Calibri"/>
              </a:rPr>
              <a:t>r</a:t>
            </a:r>
            <a:r>
              <a:rPr sz="2067" b="1" i="1" spc="-13" dirty="0">
                <a:latin typeface="Calibri"/>
                <a:cs typeface="Calibri"/>
              </a:rPr>
              <a:t>ise</a:t>
            </a:r>
            <a:endParaRPr sz="2067">
              <a:latin typeface="Calibri"/>
              <a:cs typeface="Calibri"/>
            </a:endParaRPr>
          </a:p>
        </p:txBody>
      </p:sp>
      <p:sp>
        <p:nvSpPr>
          <p:cNvPr id="12" name="object 12">
            <a:extLst>
              <a:ext uri="{FF2B5EF4-FFF2-40B4-BE49-F238E27FC236}">
                <a16:creationId xmlns:a16="http://schemas.microsoft.com/office/drawing/2014/main" id="{F10BD35C-8BD1-FB56-6344-DD4AF64F7B4F}"/>
              </a:ext>
            </a:extLst>
          </p:cNvPr>
          <p:cNvSpPr txBox="1"/>
          <p:nvPr/>
        </p:nvSpPr>
        <p:spPr>
          <a:xfrm>
            <a:off x="5039785" y="1739900"/>
            <a:ext cx="2110316" cy="318100"/>
          </a:xfrm>
          <a:prstGeom prst="rect">
            <a:avLst/>
          </a:prstGeom>
        </p:spPr>
        <p:txBody>
          <a:bodyPr lIns="0" tIns="0" rIns="0" bIns="0">
            <a:spAutoFit/>
          </a:bodyPr>
          <a:lstStyle/>
          <a:p>
            <a:pPr marL="16933">
              <a:defRPr/>
            </a:pPr>
            <a:r>
              <a:rPr sz="2067" b="1" i="1" dirty="0">
                <a:latin typeface="Calibri"/>
                <a:cs typeface="Calibri"/>
              </a:rPr>
              <a:t>so</a:t>
            </a:r>
            <a:r>
              <a:rPr sz="2067" b="1" i="1" spc="-40" dirty="0">
                <a:latin typeface="Times New Roman"/>
                <a:cs typeface="Times New Roman"/>
              </a:rPr>
              <a:t> </a:t>
            </a:r>
            <a:r>
              <a:rPr sz="2067" b="1" i="1" dirty="0">
                <a:latin typeface="Calibri"/>
                <a:cs typeface="Calibri"/>
              </a:rPr>
              <a:t>many</a:t>
            </a:r>
            <a:r>
              <a:rPr sz="2067" b="1" i="1" spc="87" dirty="0">
                <a:latin typeface="Times New Roman"/>
                <a:cs typeface="Times New Roman"/>
              </a:rPr>
              <a:t> </a:t>
            </a:r>
            <a:r>
              <a:rPr sz="2067" b="1" i="1" spc="-13" dirty="0">
                <a:latin typeface="Calibri"/>
                <a:cs typeface="Calibri"/>
              </a:rPr>
              <a:t>p</a:t>
            </a:r>
            <a:r>
              <a:rPr sz="2067" b="1" i="1" spc="-27" dirty="0">
                <a:latin typeface="Calibri"/>
                <a:cs typeface="Calibri"/>
              </a:rPr>
              <a:t>r</a:t>
            </a:r>
            <a:r>
              <a:rPr sz="2067" b="1" i="1" spc="-20" dirty="0">
                <a:latin typeface="Calibri"/>
                <a:cs typeface="Calibri"/>
              </a:rPr>
              <a:t>oble</a:t>
            </a:r>
            <a:r>
              <a:rPr sz="2067" b="1" i="1" spc="-13" dirty="0">
                <a:latin typeface="Calibri"/>
                <a:cs typeface="Calibri"/>
              </a:rPr>
              <a:t>ms.</a:t>
            </a:r>
            <a:endParaRPr sz="2067">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object 2">
            <a:extLst>
              <a:ext uri="{FF2B5EF4-FFF2-40B4-BE49-F238E27FC236}">
                <a16:creationId xmlns:a16="http://schemas.microsoft.com/office/drawing/2014/main" id="{9D8564BD-C0AE-74FA-8380-4790116C6205}"/>
              </a:ext>
            </a:extLst>
          </p:cNvPr>
          <p:cNvSpPr>
            <a:spLocks/>
          </p:cNvSpPr>
          <p:nvPr/>
        </p:nvSpPr>
        <p:spPr bwMode="auto">
          <a:xfrm>
            <a:off x="304800" y="381000"/>
            <a:ext cx="11582400" cy="812800"/>
          </a:xfrm>
          <a:custGeom>
            <a:avLst/>
            <a:gdLst>
              <a:gd name="T0" fmla="*/ 8585209 w 8686800"/>
              <a:gd name="T1" fmla="*/ 0 h 609600"/>
              <a:gd name="T2" fmla="*/ 101595 w 8686800"/>
              <a:gd name="T3" fmla="*/ 0 h 609600"/>
              <a:gd name="T4" fmla="*/ 62234 w 8686800"/>
              <a:gd name="T5" fmla="*/ 8229 h 609600"/>
              <a:gd name="T6" fmla="*/ 29849 w 8686800"/>
              <a:gd name="T7" fmla="*/ 29839 h 609600"/>
              <a:gd name="T8" fmla="*/ 8250 w 8686800"/>
              <a:gd name="T9" fmla="*/ 62209 h 609600"/>
              <a:gd name="T10" fmla="*/ 0 w 8686800"/>
              <a:gd name="T11" fmla="*/ 101589 h 609600"/>
              <a:gd name="T12" fmla="*/ 0 w 8686800"/>
              <a:gd name="T13" fmla="*/ 507979 h 609600"/>
              <a:gd name="T14" fmla="*/ 8250 w 8686800"/>
              <a:gd name="T15" fmla="*/ 547999 h 609600"/>
              <a:gd name="T16" fmla="*/ 29849 w 8686800"/>
              <a:gd name="T17" fmla="*/ 580369 h 609600"/>
              <a:gd name="T18" fmla="*/ 62234 w 8686800"/>
              <a:gd name="T19" fmla="*/ 601979 h 609600"/>
              <a:gd name="T20" fmla="*/ 101595 w 8686800"/>
              <a:gd name="T21" fmla="*/ 609599 h 609600"/>
              <a:gd name="T22" fmla="*/ 8585209 w 8686800"/>
              <a:gd name="T23" fmla="*/ 609599 h 609600"/>
              <a:gd name="T24" fmla="*/ 8624559 w 8686800"/>
              <a:gd name="T25" fmla="*/ 601979 h 609600"/>
              <a:gd name="T26" fmla="*/ 8656959 w 8686800"/>
              <a:gd name="T27" fmla="*/ 580369 h 609600"/>
              <a:gd name="T28" fmla="*/ 8678539 w 8686800"/>
              <a:gd name="T29" fmla="*/ 547999 h 609600"/>
              <a:gd name="T30" fmla="*/ 8686799 w 8686800"/>
              <a:gd name="T31" fmla="*/ 507979 h 609600"/>
              <a:gd name="T32" fmla="*/ 8686799 w 8686800"/>
              <a:gd name="T33" fmla="*/ 101589 h 609600"/>
              <a:gd name="T34" fmla="*/ 8678539 w 8686800"/>
              <a:gd name="T35" fmla="*/ 62209 h 609600"/>
              <a:gd name="T36" fmla="*/ 8656959 w 8686800"/>
              <a:gd name="T37" fmla="*/ 29839 h 609600"/>
              <a:gd name="T38" fmla="*/ 8624559 w 8686800"/>
              <a:gd name="T39" fmla="*/ 8229 h 609600"/>
              <a:gd name="T40" fmla="*/ 8585209 w 8686800"/>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8585209" y="0"/>
                </a:moveTo>
                <a:lnTo>
                  <a:pt x="101595" y="0"/>
                </a:lnTo>
                <a:lnTo>
                  <a:pt x="62234" y="8229"/>
                </a:lnTo>
                <a:lnTo>
                  <a:pt x="29849" y="29839"/>
                </a:lnTo>
                <a:lnTo>
                  <a:pt x="8250" y="62209"/>
                </a:lnTo>
                <a:lnTo>
                  <a:pt x="0" y="101589"/>
                </a:lnTo>
                <a:lnTo>
                  <a:pt x="0" y="507979"/>
                </a:lnTo>
                <a:lnTo>
                  <a:pt x="8250" y="547999"/>
                </a:lnTo>
                <a:lnTo>
                  <a:pt x="29849" y="580369"/>
                </a:lnTo>
                <a:lnTo>
                  <a:pt x="62234" y="601979"/>
                </a:lnTo>
                <a:lnTo>
                  <a:pt x="101595" y="609599"/>
                </a:lnTo>
                <a:lnTo>
                  <a:pt x="8585209" y="609599"/>
                </a:lnTo>
                <a:lnTo>
                  <a:pt x="8624559" y="601979"/>
                </a:lnTo>
                <a:lnTo>
                  <a:pt x="8656959" y="580369"/>
                </a:lnTo>
                <a:lnTo>
                  <a:pt x="8678539" y="547999"/>
                </a:lnTo>
                <a:lnTo>
                  <a:pt x="8686799" y="507979"/>
                </a:lnTo>
                <a:lnTo>
                  <a:pt x="8686799" y="101589"/>
                </a:lnTo>
                <a:lnTo>
                  <a:pt x="8678539" y="62209"/>
                </a:lnTo>
                <a:lnTo>
                  <a:pt x="8656959" y="29839"/>
                </a:lnTo>
                <a:lnTo>
                  <a:pt x="8624559" y="8229"/>
                </a:lnTo>
                <a:lnTo>
                  <a:pt x="85852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2291" name="object 3">
            <a:extLst>
              <a:ext uri="{FF2B5EF4-FFF2-40B4-BE49-F238E27FC236}">
                <a16:creationId xmlns:a16="http://schemas.microsoft.com/office/drawing/2014/main" id="{7FFFC5A6-385F-C4B4-8A59-682A0B852C8B}"/>
              </a:ext>
            </a:extLst>
          </p:cNvPr>
          <p:cNvSpPr>
            <a:spLocks/>
          </p:cNvSpPr>
          <p:nvPr/>
        </p:nvSpPr>
        <p:spPr bwMode="auto">
          <a:xfrm>
            <a:off x="304800" y="381000"/>
            <a:ext cx="11582400" cy="812800"/>
          </a:xfrm>
          <a:custGeom>
            <a:avLst/>
            <a:gdLst>
              <a:gd name="T0" fmla="*/ 0 w 8686800"/>
              <a:gd name="T1" fmla="*/ 101589 h 609600"/>
              <a:gd name="T2" fmla="*/ 8250 w 8686800"/>
              <a:gd name="T3" fmla="*/ 62209 h 609600"/>
              <a:gd name="T4" fmla="*/ 29849 w 8686800"/>
              <a:gd name="T5" fmla="*/ 29839 h 609600"/>
              <a:gd name="T6" fmla="*/ 62234 w 8686800"/>
              <a:gd name="T7" fmla="*/ 8229 h 609600"/>
              <a:gd name="T8" fmla="*/ 101595 w 8686800"/>
              <a:gd name="T9" fmla="*/ 0 h 609600"/>
              <a:gd name="T10" fmla="*/ 8585209 w 8686800"/>
              <a:gd name="T11" fmla="*/ 0 h 609600"/>
              <a:gd name="T12" fmla="*/ 8624559 w 8686800"/>
              <a:gd name="T13" fmla="*/ 8229 h 609600"/>
              <a:gd name="T14" fmla="*/ 8656959 w 8686800"/>
              <a:gd name="T15" fmla="*/ 29839 h 609600"/>
              <a:gd name="T16" fmla="*/ 8678539 w 8686800"/>
              <a:gd name="T17" fmla="*/ 62209 h 609600"/>
              <a:gd name="T18" fmla="*/ 8686799 w 8686800"/>
              <a:gd name="T19" fmla="*/ 101589 h 609600"/>
              <a:gd name="T20" fmla="*/ 8686799 w 8686800"/>
              <a:gd name="T21" fmla="*/ 507979 h 609600"/>
              <a:gd name="T22" fmla="*/ 8678539 w 8686800"/>
              <a:gd name="T23" fmla="*/ 547999 h 609600"/>
              <a:gd name="T24" fmla="*/ 8656959 w 8686800"/>
              <a:gd name="T25" fmla="*/ 580369 h 609600"/>
              <a:gd name="T26" fmla="*/ 8624559 w 8686800"/>
              <a:gd name="T27" fmla="*/ 601979 h 609600"/>
              <a:gd name="T28" fmla="*/ 8585209 w 8686800"/>
              <a:gd name="T29" fmla="*/ 609599 h 609600"/>
              <a:gd name="T30" fmla="*/ 101595 w 8686800"/>
              <a:gd name="T31" fmla="*/ 609599 h 609600"/>
              <a:gd name="T32" fmla="*/ 62234 w 8686800"/>
              <a:gd name="T33" fmla="*/ 601979 h 609600"/>
              <a:gd name="T34" fmla="*/ 29849 w 8686800"/>
              <a:gd name="T35" fmla="*/ 580369 h 609600"/>
              <a:gd name="T36" fmla="*/ 8250 w 8686800"/>
              <a:gd name="T37" fmla="*/ 547999 h 609600"/>
              <a:gd name="T38" fmla="*/ 0 w 8686800"/>
              <a:gd name="T39" fmla="*/ 507979 h 609600"/>
              <a:gd name="T40" fmla="*/ 0 w 8686800"/>
              <a:gd name="T41" fmla="*/ 101589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0" y="101589"/>
                </a:moveTo>
                <a:lnTo>
                  <a:pt x="8250" y="62209"/>
                </a:lnTo>
                <a:lnTo>
                  <a:pt x="29849" y="29839"/>
                </a:lnTo>
                <a:lnTo>
                  <a:pt x="62234" y="8229"/>
                </a:lnTo>
                <a:lnTo>
                  <a:pt x="101595" y="0"/>
                </a:lnTo>
                <a:lnTo>
                  <a:pt x="8585209" y="0"/>
                </a:lnTo>
                <a:lnTo>
                  <a:pt x="8624559" y="8229"/>
                </a:lnTo>
                <a:lnTo>
                  <a:pt x="8656959" y="29839"/>
                </a:lnTo>
                <a:lnTo>
                  <a:pt x="8678539" y="62209"/>
                </a:lnTo>
                <a:lnTo>
                  <a:pt x="8686799" y="101589"/>
                </a:lnTo>
                <a:lnTo>
                  <a:pt x="8686799" y="507979"/>
                </a:lnTo>
                <a:lnTo>
                  <a:pt x="8678539" y="547999"/>
                </a:lnTo>
                <a:lnTo>
                  <a:pt x="8656959" y="580369"/>
                </a:lnTo>
                <a:lnTo>
                  <a:pt x="8624559" y="601979"/>
                </a:lnTo>
                <a:lnTo>
                  <a:pt x="8585209" y="609599"/>
                </a:lnTo>
                <a:lnTo>
                  <a:pt x="101595" y="609599"/>
                </a:lnTo>
                <a:lnTo>
                  <a:pt x="62234" y="601979"/>
                </a:lnTo>
                <a:lnTo>
                  <a:pt x="29849" y="580369"/>
                </a:lnTo>
                <a:lnTo>
                  <a:pt x="8250" y="547999"/>
                </a:lnTo>
                <a:lnTo>
                  <a:pt x="0" y="507979"/>
                </a:lnTo>
                <a:lnTo>
                  <a:pt x="0" y="101589"/>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2292" name="object 4">
            <a:extLst>
              <a:ext uri="{FF2B5EF4-FFF2-40B4-BE49-F238E27FC236}">
                <a16:creationId xmlns:a16="http://schemas.microsoft.com/office/drawing/2014/main" id="{2A6D195E-69E4-4B7A-9350-686AA5FAC0B7}"/>
              </a:ext>
            </a:extLst>
          </p:cNvPr>
          <p:cNvSpPr>
            <a:spLocks noChangeArrowheads="1"/>
          </p:cNvSpPr>
          <p:nvPr/>
        </p:nvSpPr>
        <p:spPr bwMode="auto">
          <a:xfrm>
            <a:off x="685801" y="241300"/>
            <a:ext cx="11112500" cy="12700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2293" name="object 5">
            <a:extLst>
              <a:ext uri="{FF2B5EF4-FFF2-40B4-BE49-F238E27FC236}">
                <a16:creationId xmlns:a16="http://schemas.microsoft.com/office/drawing/2014/main" id="{2DA9AC49-F367-9BD3-FED8-5B5654E77138}"/>
              </a:ext>
            </a:extLst>
          </p:cNvPr>
          <p:cNvSpPr>
            <a:spLocks/>
          </p:cNvSpPr>
          <p:nvPr/>
        </p:nvSpPr>
        <p:spPr bwMode="auto">
          <a:xfrm>
            <a:off x="203200" y="1335618"/>
            <a:ext cx="11684000" cy="2256367"/>
          </a:xfrm>
          <a:custGeom>
            <a:avLst/>
            <a:gdLst>
              <a:gd name="T0" fmla="*/ 0 w 8763000"/>
              <a:gd name="T1" fmla="*/ 1688460 h 1692910"/>
              <a:gd name="T2" fmla="*/ 8762999 w 8763000"/>
              <a:gd name="T3" fmla="*/ 1688460 h 1692910"/>
              <a:gd name="T4" fmla="*/ 8762999 w 8763000"/>
              <a:gd name="T5" fmla="*/ 0 h 1692910"/>
              <a:gd name="T6" fmla="*/ 0 w 8763000"/>
              <a:gd name="T7" fmla="*/ 0 h 1692910"/>
              <a:gd name="T8" fmla="*/ 0 w 8763000"/>
              <a:gd name="T9" fmla="*/ 1688460 h 16929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63000" h="1692910">
                <a:moveTo>
                  <a:pt x="0" y="1692901"/>
                </a:moveTo>
                <a:lnTo>
                  <a:pt x="8762999" y="1692901"/>
                </a:lnTo>
                <a:lnTo>
                  <a:pt x="8762999" y="0"/>
                </a:lnTo>
                <a:lnTo>
                  <a:pt x="0" y="0"/>
                </a:lnTo>
                <a:lnTo>
                  <a:pt x="0" y="1692901"/>
                </a:lnTo>
                <a:close/>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2294" name="object 6">
            <a:extLst>
              <a:ext uri="{FF2B5EF4-FFF2-40B4-BE49-F238E27FC236}">
                <a16:creationId xmlns:a16="http://schemas.microsoft.com/office/drawing/2014/main" id="{059D6AF7-CB9D-C7CE-7BCE-EE885B5AAAAC}"/>
              </a:ext>
            </a:extLst>
          </p:cNvPr>
          <p:cNvSpPr txBox="1">
            <a:spLocks noChangeArrowheads="1"/>
          </p:cNvSpPr>
          <p:nvPr/>
        </p:nvSpPr>
        <p:spPr bwMode="auto">
          <a:xfrm>
            <a:off x="171451" y="3654851"/>
            <a:ext cx="6692900" cy="2752933"/>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1589088">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dirty="0">
                <a:solidFill>
                  <a:srgbClr val="00AE50"/>
                </a:solidFill>
                <a:cs typeface="Calibri" panose="020F0502020204030204" pitchFamily="34" charset="0"/>
              </a:rPr>
              <a:t>(2)</a:t>
            </a:r>
            <a:r>
              <a:rPr lang="en-US" altLang="en-US" sz="2400" b="1" dirty="0">
                <a:solidFill>
                  <a:srgbClr val="00AE50"/>
                </a:solidFill>
                <a:latin typeface="Times New Roman" panose="02020603050405020304" pitchFamily="18" charset="0"/>
                <a:cs typeface="Times New Roman" panose="02020603050405020304" pitchFamily="18" charset="0"/>
              </a:rPr>
              <a:t> </a:t>
            </a:r>
            <a:r>
              <a:rPr lang="en-US" altLang="en-US" sz="2400" b="1" u="sng" dirty="0">
                <a:solidFill>
                  <a:srgbClr val="00AE50"/>
                </a:solidFill>
                <a:cs typeface="Calibri" panose="020F0502020204030204" pitchFamily="34" charset="0"/>
              </a:rPr>
              <a:t>Reusability</a:t>
            </a:r>
            <a:endParaRPr lang="en-US" altLang="en-US" sz="2400" dirty="0">
              <a:cs typeface="Calibri" panose="020F0502020204030204" pitchFamily="34" charset="0"/>
            </a:endParaRPr>
          </a:p>
          <a:p>
            <a:pPr>
              <a:spcBef>
                <a:spcPts val="33"/>
              </a:spcBef>
            </a:pPr>
            <a:r>
              <a:rPr lang="en-US" altLang="en-US" sz="2400" b="1" i="1" dirty="0">
                <a:solidFill>
                  <a:srgbClr val="C00000"/>
                </a:solidFill>
                <a:cs typeface="Calibri" panose="020F0502020204030204" pitchFamily="34" charset="0"/>
              </a:rPr>
              <a:t>“Data structures</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are</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reusable”</a:t>
            </a:r>
            <a:endParaRPr lang="en-US" altLang="en-US" sz="2400" dirty="0">
              <a:cs typeface="Calibri" panose="020F0502020204030204" pitchFamily="34" charset="0"/>
            </a:endParaRPr>
          </a:p>
          <a:p>
            <a:pPr>
              <a:lnSpc>
                <a:spcPts val="2217"/>
              </a:lnSpc>
              <a:spcBef>
                <a:spcPts val="100"/>
              </a:spcBef>
            </a:pPr>
            <a:r>
              <a:rPr lang="en-US" altLang="en-US" sz="1733" dirty="0">
                <a:solidFill>
                  <a:srgbClr val="00AE50"/>
                </a:solidFill>
                <a:latin typeface="Wingdings" panose="05000000000000000000" pitchFamily="2" charset="2"/>
              </a:rPr>
              <a:t></a:t>
            </a:r>
            <a:r>
              <a:rPr lang="en-US" altLang="en-US" sz="1733" dirty="0">
                <a:solidFill>
                  <a:srgbClr val="00AE50"/>
                </a:solidFill>
                <a:latin typeface="Times New Roman" panose="02020603050405020304" pitchFamily="18" charset="0"/>
                <a:cs typeface="Times New Roman" panose="02020603050405020304" pitchFamily="18" charset="0"/>
              </a:rPr>
              <a:t> </a:t>
            </a:r>
            <a:r>
              <a:rPr lang="en-US" altLang="en-US" sz="1867" b="1" dirty="0">
                <a:solidFill>
                  <a:srgbClr val="00AE50"/>
                </a:solidFill>
                <a:cs typeface="Calibri" panose="020F0502020204030204" pitchFamily="34" charset="0"/>
              </a:rPr>
              <a:t>MEANING</a:t>
            </a:r>
            <a:r>
              <a:rPr lang="en-US" altLang="en-US" sz="1867" b="1" dirty="0">
                <a:solidFill>
                  <a:srgbClr val="00AE50"/>
                </a:solidFill>
                <a:latin typeface="Times New Roman" panose="02020603050405020304" pitchFamily="18" charset="0"/>
                <a:cs typeface="Times New Roman" panose="02020603050405020304" pitchFamily="18" charset="0"/>
              </a:rPr>
              <a:t> </a:t>
            </a:r>
            <a:r>
              <a:rPr lang="en-US" altLang="en-US" sz="1867" b="1" dirty="0">
                <a:solidFill>
                  <a:srgbClr val="00AE50"/>
                </a:solidFill>
                <a:cs typeface="Calibri" panose="020F0502020204030204" pitchFamily="34" charset="0"/>
              </a:rPr>
              <a:t>:</a:t>
            </a:r>
            <a:r>
              <a:rPr lang="en-US" altLang="en-US" sz="1867" b="1" dirty="0">
                <a:solidFill>
                  <a:srgbClr val="00AE50"/>
                </a:solidFill>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Once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have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implemented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particular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structure,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use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any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other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place.</a:t>
            </a:r>
            <a:endParaRPr lang="en-US" altLang="en-US" sz="1867" dirty="0">
              <a:cs typeface="Calibri" panose="020F0502020204030204" pitchFamily="34" charset="0"/>
            </a:endParaRPr>
          </a:p>
          <a:p>
            <a:pPr>
              <a:spcBef>
                <a:spcPts val="17"/>
              </a:spcBef>
            </a:pPr>
            <a:endParaRPr lang="en-US" altLang="en-US" sz="1867" dirty="0">
              <a:latin typeface="Times New Roman" panose="02020603050405020304" pitchFamily="18" charset="0"/>
              <a:cs typeface="Times New Roman" panose="02020603050405020304" pitchFamily="18" charset="0"/>
            </a:endParaRPr>
          </a:p>
          <a:p>
            <a:pPr eaLnBrk="1" hangingPunct="1">
              <a:lnSpc>
                <a:spcPct val="102000"/>
              </a:lnSpc>
            </a:pPr>
            <a:r>
              <a:rPr lang="en-US" altLang="en-US" sz="1733" dirty="0">
                <a:latin typeface="Wingdings" panose="05000000000000000000" pitchFamily="2" charset="2"/>
              </a:rPr>
              <a:t></a:t>
            </a:r>
            <a:r>
              <a:rPr lang="en-US" altLang="en-US" sz="1733"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Implementation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structures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compiled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libraries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which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used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different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clients.</a:t>
            </a:r>
            <a:endParaRPr lang="en-US" altLang="en-US" sz="1867" dirty="0">
              <a:cs typeface="Calibri" panose="020F0502020204030204" pitchFamily="34" charset="0"/>
            </a:endParaRPr>
          </a:p>
        </p:txBody>
      </p:sp>
      <p:sp>
        <p:nvSpPr>
          <p:cNvPr id="12296" name="object 8">
            <a:extLst>
              <a:ext uri="{FF2B5EF4-FFF2-40B4-BE49-F238E27FC236}">
                <a16:creationId xmlns:a16="http://schemas.microsoft.com/office/drawing/2014/main" id="{5B49D75A-74E2-176A-2598-FAE0A8F539CA}"/>
              </a:ext>
            </a:extLst>
          </p:cNvPr>
          <p:cNvSpPr>
            <a:spLocks noChangeArrowheads="1"/>
          </p:cNvSpPr>
          <p:nvPr/>
        </p:nvSpPr>
        <p:spPr bwMode="auto">
          <a:xfrm>
            <a:off x="6631518" y="5418667"/>
            <a:ext cx="239183" cy="30056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2297" name="object 9">
            <a:extLst>
              <a:ext uri="{FF2B5EF4-FFF2-40B4-BE49-F238E27FC236}">
                <a16:creationId xmlns:a16="http://schemas.microsoft.com/office/drawing/2014/main" id="{A2653DA7-CCBC-4B6E-2D34-C1D7FF999BF3}"/>
              </a:ext>
            </a:extLst>
          </p:cNvPr>
          <p:cNvSpPr txBox="1">
            <a:spLocks noChangeArrowheads="1"/>
          </p:cNvSpPr>
          <p:nvPr/>
        </p:nvSpPr>
        <p:spPr bwMode="auto">
          <a:xfrm>
            <a:off x="6913034" y="3582942"/>
            <a:ext cx="5290353" cy="3072380"/>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lvl1pPr marL="13081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nSpc>
                <a:spcPts val="2867"/>
              </a:lnSpc>
            </a:pPr>
            <a:r>
              <a:rPr lang="en-US" altLang="en-US" sz="2400" b="1" dirty="0">
                <a:solidFill>
                  <a:srgbClr val="00AE50"/>
                </a:solidFill>
                <a:cs typeface="Calibri" panose="020F0502020204030204" pitchFamily="34" charset="0"/>
              </a:rPr>
              <a:t>(3)</a:t>
            </a:r>
            <a:r>
              <a:rPr lang="en-US" altLang="en-US" sz="2400" b="1" dirty="0">
                <a:solidFill>
                  <a:srgbClr val="00AE50"/>
                </a:solidFill>
                <a:latin typeface="Times New Roman" panose="02020603050405020304" pitchFamily="18" charset="0"/>
                <a:cs typeface="Times New Roman" panose="02020603050405020304" pitchFamily="18" charset="0"/>
              </a:rPr>
              <a:t> </a:t>
            </a:r>
            <a:r>
              <a:rPr lang="en-US" altLang="en-US" sz="2400" b="1" u="sng" dirty="0">
                <a:solidFill>
                  <a:srgbClr val="00AE50"/>
                </a:solidFill>
                <a:cs typeface="Calibri" panose="020F0502020204030204" pitchFamily="34" charset="0"/>
              </a:rPr>
              <a:t>Abstraction</a:t>
            </a:r>
            <a:endParaRPr lang="en-US" altLang="en-US" sz="2400" dirty="0">
              <a:cs typeface="Calibri" panose="020F0502020204030204" pitchFamily="34" charset="0"/>
            </a:endParaRPr>
          </a:p>
          <a:p>
            <a:pPr>
              <a:lnSpc>
                <a:spcPts val="2900"/>
              </a:lnSpc>
              <a:spcBef>
                <a:spcPts val="67"/>
              </a:spcBef>
            </a:pPr>
            <a:r>
              <a:rPr lang="en-US" altLang="en-US" sz="2400" b="1" i="1" dirty="0">
                <a:solidFill>
                  <a:srgbClr val="C00000"/>
                </a:solidFill>
                <a:cs typeface="Calibri" panose="020F0502020204030204" pitchFamily="34" charset="0"/>
              </a:rPr>
              <a:t>Data</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structure</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is</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specified</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by</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the</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ADT</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which</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provides</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a</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level</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of</a:t>
            </a:r>
            <a:r>
              <a:rPr lang="en-US" altLang="en-US" sz="2400" b="1" i="1" dirty="0">
                <a:solidFill>
                  <a:srgbClr val="C00000"/>
                </a:solidFill>
                <a:latin typeface="Times New Roman" panose="02020603050405020304" pitchFamily="18" charset="0"/>
                <a:cs typeface="Times New Roman" panose="02020603050405020304" pitchFamily="18" charset="0"/>
              </a:rPr>
              <a:t> </a:t>
            </a:r>
            <a:r>
              <a:rPr lang="en-US" altLang="en-US" sz="2400" b="1" i="1" dirty="0">
                <a:solidFill>
                  <a:srgbClr val="C00000"/>
                </a:solidFill>
                <a:cs typeface="Calibri" panose="020F0502020204030204" pitchFamily="34" charset="0"/>
              </a:rPr>
              <a:t>abstraction.</a:t>
            </a:r>
            <a:endParaRPr lang="en-US" altLang="en-US" sz="2400" dirty="0">
              <a:cs typeface="Calibri" panose="020F0502020204030204" pitchFamily="34" charset="0"/>
            </a:endParaRPr>
          </a:p>
          <a:p>
            <a:pPr>
              <a:lnSpc>
                <a:spcPts val="2433"/>
              </a:lnSpc>
            </a:pP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client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program</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uses</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data</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structure</a:t>
            </a:r>
            <a:endParaRPr lang="en-US" altLang="en-US" sz="2000" dirty="0">
              <a:cs typeface="Calibri" panose="020F0502020204030204" pitchFamily="34" charset="0"/>
            </a:endParaRPr>
          </a:p>
          <a:p>
            <a:pPr eaLnBrk="1" hangingPunct="1">
              <a:lnSpc>
                <a:spcPct val="105000"/>
              </a:lnSpc>
            </a:pPr>
            <a:r>
              <a:rPr lang="en-US" altLang="en-US" sz="2000" b="1" dirty="0">
                <a:cs typeface="Calibri" panose="020F0502020204030204" pitchFamily="34" charset="0"/>
              </a:rPr>
              <a:t>through</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interface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only,</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without</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getting</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into</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the</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implementation</a:t>
            </a:r>
            <a:r>
              <a:rPr lang="en-US" altLang="en-US" sz="2000" b="1" dirty="0">
                <a:latin typeface="Times New Roman" panose="02020603050405020304" pitchFamily="18" charset="0"/>
                <a:cs typeface="Times New Roman" panose="02020603050405020304" pitchFamily="18" charset="0"/>
              </a:rPr>
              <a:t> </a:t>
            </a:r>
            <a:r>
              <a:rPr lang="en-US" altLang="en-US" sz="2000" b="1" dirty="0">
                <a:cs typeface="Calibri" panose="020F0502020204030204" pitchFamily="34" charset="0"/>
              </a:rPr>
              <a:t>details.</a:t>
            </a:r>
            <a:endParaRPr lang="en-US" altLang="en-US" sz="2000" dirty="0">
              <a:cs typeface="Calibri" panose="020F0502020204030204" pitchFamily="34" charset="0"/>
            </a:endParaRPr>
          </a:p>
        </p:txBody>
      </p:sp>
      <p:sp>
        <p:nvSpPr>
          <p:cNvPr id="10" name="object 10">
            <a:extLst>
              <a:ext uri="{FF2B5EF4-FFF2-40B4-BE49-F238E27FC236}">
                <a16:creationId xmlns:a16="http://schemas.microsoft.com/office/drawing/2014/main" id="{BEAAF895-75DA-FEA9-5EA9-E372DA280F7F}"/>
              </a:ext>
            </a:extLst>
          </p:cNvPr>
          <p:cNvSpPr txBox="1"/>
          <p:nvPr/>
        </p:nvSpPr>
        <p:spPr>
          <a:xfrm>
            <a:off x="5215466" y="1428035"/>
            <a:ext cx="1659467" cy="369332"/>
          </a:xfrm>
          <a:prstGeom prst="rect">
            <a:avLst/>
          </a:prstGeom>
        </p:spPr>
        <p:txBody>
          <a:bodyPr lIns="0" tIns="0" rIns="0" bIns="0">
            <a:spAutoFit/>
          </a:bodyPr>
          <a:lstStyle/>
          <a:p>
            <a:pPr marL="16933">
              <a:defRPr/>
            </a:pPr>
            <a:r>
              <a:rPr sz="2400" b="1" spc="-60" dirty="0">
                <a:solidFill>
                  <a:srgbClr val="00AE50"/>
                </a:solidFill>
                <a:latin typeface="Calibri"/>
                <a:cs typeface="Calibri"/>
              </a:rPr>
              <a:t>(</a:t>
            </a:r>
            <a:r>
              <a:rPr sz="2400" b="1" spc="-80" dirty="0">
                <a:solidFill>
                  <a:srgbClr val="00AE50"/>
                </a:solidFill>
                <a:latin typeface="Calibri"/>
                <a:cs typeface="Calibri"/>
              </a:rPr>
              <a:t>1</a:t>
            </a:r>
            <a:r>
              <a:rPr sz="2400" b="1" spc="-13" dirty="0">
                <a:solidFill>
                  <a:srgbClr val="00AE50"/>
                </a:solidFill>
                <a:latin typeface="Calibri"/>
                <a:cs typeface="Calibri"/>
              </a:rPr>
              <a:t>)</a:t>
            </a:r>
            <a:r>
              <a:rPr sz="2400" b="1" spc="87" dirty="0">
                <a:solidFill>
                  <a:srgbClr val="00AE50"/>
                </a:solidFill>
                <a:latin typeface="Times New Roman"/>
                <a:cs typeface="Times New Roman"/>
              </a:rPr>
              <a:t> </a:t>
            </a:r>
            <a:r>
              <a:rPr sz="2400" b="1" u="heavy" dirty="0">
                <a:solidFill>
                  <a:srgbClr val="00AE50"/>
                </a:solidFill>
                <a:latin typeface="Calibri"/>
                <a:cs typeface="Calibri"/>
              </a:rPr>
              <a:t>E</a:t>
            </a:r>
            <a:r>
              <a:rPr sz="2400" b="1" u="heavy" spc="-13" dirty="0">
                <a:solidFill>
                  <a:srgbClr val="00AE50"/>
                </a:solidFill>
                <a:latin typeface="Calibri"/>
                <a:cs typeface="Calibri"/>
              </a:rPr>
              <a:t>f</a:t>
            </a:r>
            <a:r>
              <a:rPr sz="2400" b="1" u="heavy" spc="-7" dirty="0">
                <a:solidFill>
                  <a:srgbClr val="00AE50"/>
                </a:solidFill>
                <a:latin typeface="Calibri"/>
                <a:cs typeface="Calibri"/>
              </a:rPr>
              <a:t>fici</a:t>
            </a:r>
            <a:r>
              <a:rPr sz="2400" b="1" u="heavy" spc="7" dirty="0">
                <a:solidFill>
                  <a:srgbClr val="00AE50"/>
                </a:solidFill>
                <a:latin typeface="Calibri"/>
                <a:cs typeface="Calibri"/>
              </a:rPr>
              <a:t>e</a:t>
            </a:r>
            <a:r>
              <a:rPr sz="2400" b="1" u="heavy" spc="-13" dirty="0">
                <a:solidFill>
                  <a:srgbClr val="00AE50"/>
                </a:solidFill>
                <a:latin typeface="Calibri"/>
                <a:cs typeface="Calibri"/>
              </a:rPr>
              <a:t>n</a:t>
            </a:r>
            <a:r>
              <a:rPr sz="2400" b="1" u="heavy" spc="-7" dirty="0">
                <a:solidFill>
                  <a:srgbClr val="00AE50"/>
                </a:solidFill>
                <a:latin typeface="Calibri"/>
                <a:cs typeface="Calibri"/>
              </a:rPr>
              <a:t>cy</a:t>
            </a:r>
            <a:endParaRPr sz="2400" dirty="0">
              <a:latin typeface="Calibri"/>
              <a:cs typeface="Calibri"/>
            </a:endParaRPr>
          </a:p>
        </p:txBody>
      </p:sp>
      <p:sp>
        <p:nvSpPr>
          <p:cNvPr id="12299" name="object 11">
            <a:extLst>
              <a:ext uri="{FF2B5EF4-FFF2-40B4-BE49-F238E27FC236}">
                <a16:creationId xmlns:a16="http://schemas.microsoft.com/office/drawing/2014/main" id="{9B64BD21-1715-D698-D669-AF19BCF728C2}"/>
              </a:ext>
            </a:extLst>
          </p:cNvPr>
          <p:cNvSpPr txBox="1">
            <a:spLocks noChangeArrowheads="1"/>
          </p:cNvSpPr>
          <p:nvPr/>
        </p:nvSpPr>
        <p:spPr bwMode="auto">
          <a:xfrm>
            <a:off x="309034" y="1828800"/>
            <a:ext cx="11370733" cy="175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nSpc>
                <a:spcPts val="2467"/>
              </a:lnSpc>
            </a:pPr>
            <a:r>
              <a:rPr lang="en-US" altLang="en-US" sz="1867" dirty="0">
                <a:solidFill>
                  <a:srgbClr val="C00000"/>
                </a:solidFill>
                <a:latin typeface="Wingdings" panose="05000000000000000000" pitchFamily="2" charset="2"/>
              </a:rPr>
              <a:t></a:t>
            </a:r>
            <a:r>
              <a:rPr lang="en-US" altLang="en-US" sz="1867"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Efficiency</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of</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a</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program</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depends</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upon</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the</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choice</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of</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data</a:t>
            </a:r>
            <a:r>
              <a:rPr lang="en-US" altLang="en-US" sz="2000" b="1" i="1" dirty="0">
                <a:solidFill>
                  <a:srgbClr val="C00000"/>
                </a:solidFill>
                <a:latin typeface="Times New Roman" panose="02020603050405020304" pitchFamily="18" charset="0"/>
                <a:cs typeface="Times New Roman" panose="02020603050405020304" pitchFamily="18" charset="0"/>
              </a:rPr>
              <a:t> </a:t>
            </a:r>
            <a:r>
              <a:rPr lang="en-US" altLang="en-US" sz="2000" b="1" i="1" dirty="0">
                <a:solidFill>
                  <a:srgbClr val="C00000"/>
                </a:solidFill>
                <a:cs typeface="Calibri" panose="020F0502020204030204" pitchFamily="34" charset="0"/>
              </a:rPr>
              <a:t>structures.</a:t>
            </a:r>
            <a:endParaRPr lang="en-US" altLang="en-US" sz="2000" dirty="0">
              <a:cs typeface="Calibri" panose="020F0502020204030204" pitchFamily="34" charset="0"/>
            </a:endParaRPr>
          </a:p>
          <a:p>
            <a:pPr>
              <a:lnSpc>
                <a:spcPts val="2233"/>
              </a:lnSpc>
              <a:spcBef>
                <a:spcPts val="67"/>
              </a:spcBef>
            </a:pPr>
            <a:r>
              <a:rPr lang="en-US" altLang="en-US" sz="1733" dirty="0">
                <a:solidFill>
                  <a:srgbClr val="00AE50"/>
                </a:solidFill>
                <a:latin typeface="Wingdings" panose="05000000000000000000" pitchFamily="2" charset="2"/>
              </a:rPr>
              <a:t></a:t>
            </a:r>
            <a:r>
              <a:rPr lang="en-US" altLang="en-US" sz="1733" dirty="0">
                <a:solidFill>
                  <a:srgbClr val="00AE50"/>
                </a:solidFill>
                <a:latin typeface="Times New Roman" panose="02020603050405020304" pitchFamily="18" charset="0"/>
                <a:cs typeface="Times New Roman" panose="02020603050405020304" pitchFamily="18" charset="0"/>
              </a:rPr>
              <a:t> </a:t>
            </a:r>
            <a:r>
              <a:rPr lang="en-US" altLang="en-US" sz="1867" b="1" dirty="0">
                <a:solidFill>
                  <a:srgbClr val="00AE50"/>
                </a:solidFill>
                <a:cs typeface="Calibri" panose="020F0502020204030204" pitchFamily="34" charset="0"/>
              </a:rPr>
              <a:t>Example</a:t>
            </a:r>
            <a:r>
              <a:rPr lang="en-US" altLang="en-US" sz="1867" b="1" dirty="0">
                <a:solidFill>
                  <a:srgbClr val="00AE50"/>
                </a:solidFill>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suppose,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have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some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and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need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perform</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for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particular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record.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that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case,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if</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organize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our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in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array,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will</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have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to</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sequentially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element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element.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Hence,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using</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array</a:t>
            </a:r>
            <a:r>
              <a:rPr lang="en-US" altLang="en-US" sz="1867" b="1" dirty="0">
                <a:latin typeface="Times New Roman" panose="02020603050405020304" pitchFamily="18" charset="0"/>
                <a:cs typeface="Times New Roman" panose="02020603050405020304" pitchFamily="18" charset="0"/>
              </a:rPr>
              <a:t> </a:t>
            </a:r>
            <a:r>
              <a:rPr lang="en-US" altLang="en-US" sz="1867" b="1" dirty="0" err="1">
                <a:cs typeface="Calibri" panose="020F0502020204030204" pitchFamily="34" charset="0"/>
              </a:rPr>
              <a:t>maynot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very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efficient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here.</a:t>
            </a:r>
            <a:endParaRPr lang="en-US" altLang="en-US" sz="1867" dirty="0">
              <a:cs typeface="Calibri" panose="020F0502020204030204" pitchFamily="34" charset="0"/>
            </a:endParaRPr>
          </a:p>
          <a:p>
            <a:pPr>
              <a:lnSpc>
                <a:spcPts val="2217"/>
              </a:lnSpc>
              <a:spcBef>
                <a:spcPts val="84"/>
              </a:spcBef>
            </a:pPr>
            <a:r>
              <a:rPr lang="en-US" altLang="en-US" sz="1733" dirty="0">
                <a:latin typeface="Wingdings" panose="05000000000000000000" pitchFamily="2" charset="2"/>
              </a:rPr>
              <a:t></a:t>
            </a:r>
            <a:r>
              <a:rPr lang="en-US" altLang="en-US" sz="1733"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better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data</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structures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which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can</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make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the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process</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efficient</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like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ordered</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array,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binary</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search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tree</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or</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hash</a:t>
            </a:r>
            <a:r>
              <a:rPr lang="en-US" altLang="en-US" sz="1867" b="1" dirty="0">
                <a:latin typeface="Times New Roman" panose="02020603050405020304" pitchFamily="18" charset="0"/>
                <a:cs typeface="Times New Roman" panose="02020603050405020304" pitchFamily="18" charset="0"/>
              </a:rPr>
              <a:t> </a:t>
            </a:r>
            <a:r>
              <a:rPr lang="en-US" altLang="en-US" sz="1867" b="1" dirty="0">
                <a:cs typeface="Calibri" panose="020F0502020204030204" pitchFamily="34" charset="0"/>
              </a:rPr>
              <a:t>tables.</a:t>
            </a:r>
            <a:endParaRPr lang="en-US" altLang="en-US" sz="1867" dirty="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4">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9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297">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297">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97">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2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bject 2">
            <a:extLst>
              <a:ext uri="{FF2B5EF4-FFF2-40B4-BE49-F238E27FC236}">
                <a16:creationId xmlns:a16="http://schemas.microsoft.com/office/drawing/2014/main" id="{4E121C4A-A20F-E3C6-F78D-F68A6D2E3D7B}"/>
              </a:ext>
            </a:extLst>
          </p:cNvPr>
          <p:cNvSpPr>
            <a:spLocks/>
          </p:cNvSpPr>
          <p:nvPr/>
        </p:nvSpPr>
        <p:spPr bwMode="auto">
          <a:xfrm>
            <a:off x="1128185" y="184151"/>
            <a:ext cx="10568516" cy="747183"/>
          </a:xfrm>
          <a:custGeom>
            <a:avLst/>
            <a:gdLst>
              <a:gd name="T0" fmla="*/ 7841827 w 7926070"/>
              <a:gd name="T1" fmla="*/ 0 h 560705"/>
              <a:gd name="T2" fmla="*/ 86437 w 7926070"/>
              <a:gd name="T3" fmla="*/ 0 h 560705"/>
              <a:gd name="T4" fmla="*/ 53091 w 7926070"/>
              <a:gd name="T5" fmla="*/ 7348 h 560705"/>
              <a:gd name="T6" fmla="*/ 25320 w 7926070"/>
              <a:gd name="T7" fmla="*/ 27205 h 560705"/>
              <a:gd name="T8" fmla="*/ 6787 w 7926070"/>
              <a:gd name="T9" fmla="*/ 56560 h 560705"/>
              <a:gd name="T10" fmla="*/ 0 w 7926070"/>
              <a:gd name="T11" fmla="*/ 93111 h 560705"/>
              <a:gd name="T12" fmla="*/ 0 w 7926070"/>
              <a:gd name="T13" fmla="*/ 465375 h 560705"/>
              <a:gd name="T14" fmla="*/ 6787 w 7926070"/>
              <a:gd name="T15" fmla="*/ 501322 h 560705"/>
              <a:gd name="T16" fmla="*/ 25320 w 7926070"/>
              <a:gd name="T17" fmla="*/ 531285 h 560705"/>
              <a:gd name="T18" fmla="*/ 53091 w 7926070"/>
              <a:gd name="T19" fmla="*/ 551140 h 560705"/>
              <a:gd name="T20" fmla="*/ 86437 w 7926070"/>
              <a:gd name="T21" fmla="*/ 558488 h 560705"/>
              <a:gd name="T22" fmla="*/ 7841827 w 7926070"/>
              <a:gd name="T23" fmla="*/ 558488 h 560705"/>
              <a:gd name="T24" fmla="*/ 7875728 w 7926070"/>
              <a:gd name="T25" fmla="*/ 551140 h 560705"/>
              <a:gd name="T26" fmla="*/ 7902923 w 7926070"/>
              <a:gd name="T27" fmla="*/ 531285 h 560705"/>
              <a:gd name="T28" fmla="*/ 7921462 w 7926070"/>
              <a:gd name="T29" fmla="*/ 501322 h 560705"/>
              <a:gd name="T30" fmla="*/ 7928198 w 7926070"/>
              <a:gd name="T31" fmla="*/ 465375 h 560705"/>
              <a:gd name="T32" fmla="*/ 7928198 w 7926070"/>
              <a:gd name="T33" fmla="*/ 93111 h 560705"/>
              <a:gd name="T34" fmla="*/ 7921462 w 7926070"/>
              <a:gd name="T35" fmla="*/ 56560 h 560705"/>
              <a:gd name="T36" fmla="*/ 7902923 w 7926070"/>
              <a:gd name="T37" fmla="*/ 27205 h 560705"/>
              <a:gd name="T38" fmla="*/ 7875728 w 7926070"/>
              <a:gd name="T39" fmla="*/ 7348 h 560705"/>
              <a:gd name="T40" fmla="*/ 7841827 w 7926070"/>
              <a:gd name="T41" fmla="*/ 0 h 5607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26070" h="560705">
                <a:moveTo>
                  <a:pt x="7839629" y="0"/>
                </a:moveTo>
                <a:lnTo>
                  <a:pt x="86416" y="0"/>
                </a:lnTo>
                <a:lnTo>
                  <a:pt x="53077" y="7376"/>
                </a:lnTo>
                <a:lnTo>
                  <a:pt x="25313" y="27310"/>
                </a:lnTo>
                <a:lnTo>
                  <a:pt x="6787" y="56784"/>
                </a:lnTo>
                <a:lnTo>
                  <a:pt x="0" y="93482"/>
                </a:lnTo>
                <a:lnTo>
                  <a:pt x="0" y="467227"/>
                </a:lnTo>
                <a:lnTo>
                  <a:pt x="6787" y="503316"/>
                </a:lnTo>
                <a:lnTo>
                  <a:pt x="25313" y="533399"/>
                </a:lnTo>
                <a:lnTo>
                  <a:pt x="53077" y="553333"/>
                </a:lnTo>
                <a:lnTo>
                  <a:pt x="86416" y="560710"/>
                </a:lnTo>
                <a:lnTo>
                  <a:pt x="7839629" y="560710"/>
                </a:lnTo>
                <a:lnTo>
                  <a:pt x="7873523" y="553333"/>
                </a:lnTo>
                <a:lnTo>
                  <a:pt x="7900711" y="533399"/>
                </a:lnTo>
                <a:lnTo>
                  <a:pt x="7919243" y="503316"/>
                </a:lnTo>
                <a:lnTo>
                  <a:pt x="7925979" y="467227"/>
                </a:lnTo>
                <a:lnTo>
                  <a:pt x="7925979" y="93482"/>
                </a:lnTo>
                <a:lnTo>
                  <a:pt x="7919243" y="56784"/>
                </a:lnTo>
                <a:lnTo>
                  <a:pt x="7900711" y="27310"/>
                </a:lnTo>
                <a:lnTo>
                  <a:pt x="7873523" y="7376"/>
                </a:lnTo>
                <a:lnTo>
                  <a:pt x="783962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39" name="object 3">
            <a:extLst>
              <a:ext uri="{FF2B5EF4-FFF2-40B4-BE49-F238E27FC236}">
                <a16:creationId xmlns:a16="http://schemas.microsoft.com/office/drawing/2014/main" id="{314F9BF2-4691-3504-D527-137031C71386}"/>
              </a:ext>
            </a:extLst>
          </p:cNvPr>
          <p:cNvSpPr>
            <a:spLocks/>
          </p:cNvSpPr>
          <p:nvPr/>
        </p:nvSpPr>
        <p:spPr bwMode="auto">
          <a:xfrm>
            <a:off x="1128185" y="184151"/>
            <a:ext cx="10568516" cy="747183"/>
          </a:xfrm>
          <a:custGeom>
            <a:avLst/>
            <a:gdLst>
              <a:gd name="T0" fmla="*/ 0 w 7926070"/>
              <a:gd name="T1" fmla="*/ 93111 h 560705"/>
              <a:gd name="T2" fmla="*/ 6787 w 7926070"/>
              <a:gd name="T3" fmla="*/ 56560 h 560705"/>
              <a:gd name="T4" fmla="*/ 25320 w 7926070"/>
              <a:gd name="T5" fmla="*/ 27205 h 560705"/>
              <a:gd name="T6" fmla="*/ 53091 w 7926070"/>
              <a:gd name="T7" fmla="*/ 7348 h 560705"/>
              <a:gd name="T8" fmla="*/ 86437 w 7926070"/>
              <a:gd name="T9" fmla="*/ 0 h 560705"/>
              <a:gd name="T10" fmla="*/ 7841827 w 7926070"/>
              <a:gd name="T11" fmla="*/ 0 h 560705"/>
              <a:gd name="T12" fmla="*/ 7875728 w 7926070"/>
              <a:gd name="T13" fmla="*/ 7348 h 560705"/>
              <a:gd name="T14" fmla="*/ 7902923 w 7926070"/>
              <a:gd name="T15" fmla="*/ 27205 h 560705"/>
              <a:gd name="T16" fmla="*/ 7921462 w 7926070"/>
              <a:gd name="T17" fmla="*/ 56560 h 560705"/>
              <a:gd name="T18" fmla="*/ 7928198 w 7926070"/>
              <a:gd name="T19" fmla="*/ 93111 h 560705"/>
              <a:gd name="T20" fmla="*/ 7928198 w 7926070"/>
              <a:gd name="T21" fmla="*/ 465375 h 560705"/>
              <a:gd name="T22" fmla="*/ 7921462 w 7926070"/>
              <a:gd name="T23" fmla="*/ 501322 h 560705"/>
              <a:gd name="T24" fmla="*/ 7902923 w 7926070"/>
              <a:gd name="T25" fmla="*/ 531285 h 560705"/>
              <a:gd name="T26" fmla="*/ 7875728 w 7926070"/>
              <a:gd name="T27" fmla="*/ 551140 h 560705"/>
              <a:gd name="T28" fmla="*/ 7841827 w 7926070"/>
              <a:gd name="T29" fmla="*/ 558488 h 560705"/>
              <a:gd name="T30" fmla="*/ 86437 w 7926070"/>
              <a:gd name="T31" fmla="*/ 558488 h 560705"/>
              <a:gd name="T32" fmla="*/ 53091 w 7926070"/>
              <a:gd name="T33" fmla="*/ 551140 h 560705"/>
              <a:gd name="T34" fmla="*/ 25320 w 7926070"/>
              <a:gd name="T35" fmla="*/ 531285 h 560705"/>
              <a:gd name="T36" fmla="*/ 6787 w 7926070"/>
              <a:gd name="T37" fmla="*/ 501322 h 560705"/>
              <a:gd name="T38" fmla="*/ 0 w 7926070"/>
              <a:gd name="T39" fmla="*/ 465375 h 560705"/>
              <a:gd name="T40" fmla="*/ 0 w 7926070"/>
              <a:gd name="T41" fmla="*/ 93111 h 5607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926070" h="560705">
                <a:moveTo>
                  <a:pt x="0" y="93482"/>
                </a:moveTo>
                <a:lnTo>
                  <a:pt x="6787" y="56784"/>
                </a:lnTo>
                <a:lnTo>
                  <a:pt x="25313" y="27310"/>
                </a:lnTo>
                <a:lnTo>
                  <a:pt x="53077" y="7376"/>
                </a:lnTo>
                <a:lnTo>
                  <a:pt x="86416" y="0"/>
                </a:lnTo>
                <a:lnTo>
                  <a:pt x="7839629" y="0"/>
                </a:lnTo>
                <a:lnTo>
                  <a:pt x="7873523" y="7376"/>
                </a:lnTo>
                <a:lnTo>
                  <a:pt x="7900711" y="27310"/>
                </a:lnTo>
                <a:lnTo>
                  <a:pt x="7919243" y="56784"/>
                </a:lnTo>
                <a:lnTo>
                  <a:pt x="7925979" y="93482"/>
                </a:lnTo>
                <a:lnTo>
                  <a:pt x="7925979" y="467227"/>
                </a:lnTo>
                <a:lnTo>
                  <a:pt x="7919243" y="503316"/>
                </a:lnTo>
                <a:lnTo>
                  <a:pt x="7900711" y="533399"/>
                </a:lnTo>
                <a:lnTo>
                  <a:pt x="7873523" y="553333"/>
                </a:lnTo>
                <a:lnTo>
                  <a:pt x="7839629" y="560710"/>
                </a:lnTo>
                <a:lnTo>
                  <a:pt x="86416" y="560710"/>
                </a:lnTo>
                <a:lnTo>
                  <a:pt x="53077" y="553333"/>
                </a:lnTo>
                <a:lnTo>
                  <a:pt x="25313" y="533399"/>
                </a:lnTo>
                <a:lnTo>
                  <a:pt x="6787" y="503316"/>
                </a:lnTo>
                <a:lnTo>
                  <a:pt x="0" y="467227"/>
                </a:lnTo>
                <a:lnTo>
                  <a:pt x="0" y="93482"/>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40" name="object 4">
            <a:extLst>
              <a:ext uri="{FF2B5EF4-FFF2-40B4-BE49-F238E27FC236}">
                <a16:creationId xmlns:a16="http://schemas.microsoft.com/office/drawing/2014/main" id="{7F71A46C-2F8F-23B6-26DF-44FFDC4B8892}"/>
              </a:ext>
            </a:extLst>
          </p:cNvPr>
          <p:cNvSpPr>
            <a:spLocks noChangeArrowheads="1"/>
          </p:cNvSpPr>
          <p:nvPr/>
        </p:nvSpPr>
        <p:spPr bwMode="auto">
          <a:xfrm>
            <a:off x="1227667" y="2117"/>
            <a:ext cx="10532533" cy="1318683"/>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41" name="object 5">
            <a:extLst>
              <a:ext uri="{FF2B5EF4-FFF2-40B4-BE49-F238E27FC236}">
                <a16:creationId xmlns:a16="http://schemas.microsoft.com/office/drawing/2014/main" id="{049DD630-3FCF-9E26-90C4-01D95891627E}"/>
              </a:ext>
            </a:extLst>
          </p:cNvPr>
          <p:cNvSpPr>
            <a:spLocks/>
          </p:cNvSpPr>
          <p:nvPr/>
        </p:nvSpPr>
        <p:spPr bwMode="auto">
          <a:xfrm>
            <a:off x="4290484" y="1145118"/>
            <a:ext cx="3556000" cy="641349"/>
          </a:xfrm>
          <a:custGeom>
            <a:avLst/>
            <a:gdLst>
              <a:gd name="T0" fmla="*/ 2592598 w 2667000"/>
              <a:gd name="T1" fmla="*/ 0 h 480694"/>
              <a:gd name="T2" fmla="*/ 74035 w 2667000"/>
              <a:gd name="T3" fmla="*/ 0 h 480694"/>
              <a:gd name="T4" fmla="*/ 45079 w 2667000"/>
              <a:gd name="T5" fmla="*/ 6123 h 480694"/>
              <a:gd name="T6" fmla="*/ 21610 w 2667000"/>
              <a:gd name="T7" fmla="*/ 23486 h 480694"/>
              <a:gd name="T8" fmla="*/ 5608 w 2667000"/>
              <a:gd name="T9" fmla="*/ 48991 h 480694"/>
              <a:gd name="T10" fmla="*/ 0 w 2667000"/>
              <a:gd name="T11" fmla="*/ 80502 h 480694"/>
              <a:gd name="T12" fmla="*/ 0 w 2667000"/>
              <a:gd name="T13" fmla="*/ 402427 h 480694"/>
              <a:gd name="T14" fmla="*/ 5608 w 2667000"/>
              <a:gd name="T15" fmla="*/ 433292 h 480694"/>
              <a:gd name="T16" fmla="*/ 21610 w 2667000"/>
              <a:gd name="T17" fmla="*/ 459444 h 480694"/>
              <a:gd name="T18" fmla="*/ 45079 w 2667000"/>
              <a:gd name="T19" fmla="*/ 476163 h 480694"/>
              <a:gd name="T20" fmla="*/ 74035 w 2667000"/>
              <a:gd name="T21" fmla="*/ 482930 h 480694"/>
              <a:gd name="T22" fmla="*/ 2592598 w 2667000"/>
              <a:gd name="T23" fmla="*/ 482930 h 480694"/>
              <a:gd name="T24" fmla="*/ 2621676 w 2667000"/>
              <a:gd name="T25" fmla="*/ 476163 h 480694"/>
              <a:gd name="T26" fmla="*/ 2645176 w 2667000"/>
              <a:gd name="T27" fmla="*/ 459444 h 480694"/>
              <a:gd name="T28" fmla="*/ 2661178 w 2667000"/>
              <a:gd name="T29" fmla="*/ 433292 h 480694"/>
              <a:gd name="T30" fmla="*/ 2666756 w 2667000"/>
              <a:gd name="T31" fmla="*/ 402427 h 480694"/>
              <a:gd name="T32" fmla="*/ 2666756 w 2667000"/>
              <a:gd name="T33" fmla="*/ 80502 h 480694"/>
              <a:gd name="T34" fmla="*/ 2661178 w 2667000"/>
              <a:gd name="T35" fmla="*/ 48991 h 480694"/>
              <a:gd name="T36" fmla="*/ 2645176 w 2667000"/>
              <a:gd name="T37" fmla="*/ 23486 h 480694"/>
              <a:gd name="T38" fmla="*/ 2621676 w 2667000"/>
              <a:gd name="T39" fmla="*/ 6123 h 480694"/>
              <a:gd name="T40" fmla="*/ 2592598 w 2667000"/>
              <a:gd name="T41" fmla="*/ 0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67000" h="480694">
                <a:moveTo>
                  <a:pt x="2592598" y="0"/>
                </a:moveTo>
                <a:lnTo>
                  <a:pt x="74035" y="0"/>
                </a:lnTo>
                <a:lnTo>
                  <a:pt x="45079" y="6095"/>
                </a:lnTo>
                <a:lnTo>
                  <a:pt x="21610" y="23378"/>
                </a:lnTo>
                <a:lnTo>
                  <a:pt x="5608" y="48767"/>
                </a:lnTo>
                <a:lnTo>
                  <a:pt x="0" y="80131"/>
                </a:lnTo>
                <a:lnTo>
                  <a:pt x="0" y="400568"/>
                </a:lnTo>
                <a:lnTo>
                  <a:pt x="5608" y="431291"/>
                </a:lnTo>
                <a:lnTo>
                  <a:pt x="21610" y="457321"/>
                </a:lnTo>
                <a:lnTo>
                  <a:pt x="45079" y="473963"/>
                </a:lnTo>
                <a:lnTo>
                  <a:pt x="74035" y="480700"/>
                </a:lnTo>
                <a:lnTo>
                  <a:pt x="2592598" y="480700"/>
                </a:lnTo>
                <a:lnTo>
                  <a:pt x="2621676" y="473963"/>
                </a:lnTo>
                <a:lnTo>
                  <a:pt x="2645176" y="457321"/>
                </a:lnTo>
                <a:lnTo>
                  <a:pt x="2661178" y="431291"/>
                </a:lnTo>
                <a:lnTo>
                  <a:pt x="2666756" y="400568"/>
                </a:lnTo>
                <a:lnTo>
                  <a:pt x="2666756" y="80131"/>
                </a:lnTo>
                <a:lnTo>
                  <a:pt x="2661178" y="48767"/>
                </a:lnTo>
                <a:lnTo>
                  <a:pt x="2645176" y="23378"/>
                </a:lnTo>
                <a:lnTo>
                  <a:pt x="2621676" y="6095"/>
                </a:lnTo>
                <a:lnTo>
                  <a:pt x="2592598" y="0"/>
                </a:ln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42" name="object 6">
            <a:extLst>
              <a:ext uri="{FF2B5EF4-FFF2-40B4-BE49-F238E27FC236}">
                <a16:creationId xmlns:a16="http://schemas.microsoft.com/office/drawing/2014/main" id="{0CFA0EBE-BCBB-9D46-3DB6-78816534A698}"/>
              </a:ext>
            </a:extLst>
          </p:cNvPr>
          <p:cNvSpPr>
            <a:spLocks/>
          </p:cNvSpPr>
          <p:nvPr/>
        </p:nvSpPr>
        <p:spPr bwMode="auto">
          <a:xfrm>
            <a:off x="4290484" y="1145118"/>
            <a:ext cx="3556000" cy="641349"/>
          </a:xfrm>
          <a:custGeom>
            <a:avLst/>
            <a:gdLst>
              <a:gd name="T0" fmla="*/ 0 w 2667000"/>
              <a:gd name="T1" fmla="*/ 80502 h 480694"/>
              <a:gd name="T2" fmla="*/ 5608 w 2667000"/>
              <a:gd name="T3" fmla="*/ 48991 h 480694"/>
              <a:gd name="T4" fmla="*/ 21610 w 2667000"/>
              <a:gd name="T5" fmla="*/ 23486 h 480694"/>
              <a:gd name="T6" fmla="*/ 45079 w 2667000"/>
              <a:gd name="T7" fmla="*/ 6123 h 480694"/>
              <a:gd name="T8" fmla="*/ 74035 w 2667000"/>
              <a:gd name="T9" fmla="*/ 0 h 480694"/>
              <a:gd name="T10" fmla="*/ 2592598 w 2667000"/>
              <a:gd name="T11" fmla="*/ 0 h 480694"/>
              <a:gd name="T12" fmla="*/ 2621676 w 2667000"/>
              <a:gd name="T13" fmla="*/ 6123 h 480694"/>
              <a:gd name="T14" fmla="*/ 2645176 w 2667000"/>
              <a:gd name="T15" fmla="*/ 23486 h 480694"/>
              <a:gd name="T16" fmla="*/ 2661178 w 2667000"/>
              <a:gd name="T17" fmla="*/ 48991 h 480694"/>
              <a:gd name="T18" fmla="*/ 2666756 w 2667000"/>
              <a:gd name="T19" fmla="*/ 80502 h 480694"/>
              <a:gd name="T20" fmla="*/ 2666756 w 2667000"/>
              <a:gd name="T21" fmla="*/ 402427 h 480694"/>
              <a:gd name="T22" fmla="*/ 2661178 w 2667000"/>
              <a:gd name="T23" fmla="*/ 433292 h 480694"/>
              <a:gd name="T24" fmla="*/ 2645176 w 2667000"/>
              <a:gd name="T25" fmla="*/ 459444 h 480694"/>
              <a:gd name="T26" fmla="*/ 2621676 w 2667000"/>
              <a:gd name="T27" fmla="*/ 476163 h 480694"/>
              <a:gd name="T28" fmla="*/ 2592598 w 2667000"/>
              <a:gd name="T29" fmla="*/ 482930 h 480694"/>
              <a:gd name="T30" fmla="*/ 74035 w 2667000"/>
              <a:gd name="T31" fmla="*/ 482930 h 480694"/>
              <a:gd name="T32" fmla="*/ 45079 w 2667000"/>
              <a:gd name="T33" fmla="*/ 476163 h 480694"/>
              <a:gd name="T34" fmla="*/ 21610 w 2667000"/>
              <a:gd name="T35" fmla="*/ 459444 h 480694"/>
              <a:gd name="T36" fmla="*/ 5608 w 2667000"/>
              <a:gd name="T37" fmla="*/ 433292 h 480694"/>
              <a:gd name="T38" fmla="*/ 0 w 2667000"/>
              <a:gd name="T39" fmla="*/ 402427 h 480694"/>
              <a:gd name="T40" fmla="*/ 0 w 2667000"/>
              <a:gd name="T41" fmla="*/ 80502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67000" h="480694">
                <a:moveTo>
                  <a:pt x="0" y="80131"/>
                </a:moveTo>
                <a:lnTo>
                  <a:pt x="5608" y="48767"/>
                </a:lnTo>
                <a:lnTo>
                  <a:pt x="21610" y="23378"/>
                </a:lnTo>
                <a:lnTo>
                  <a:pt x="45079" y="6095"/>
                </a:lnTo>
                <a:lnTo>
                  <a:pt x="74035" y="0"/>
                </a:lnTo>
                <a:lnTo>
                  <a:pt x="2592598" y="0"/>
                </a:lnTo>
                <a:lnTo>
                  <a:pt x="2621676" y="6095"/>
                </a:lnTo>
                <a:lnTo>
                  <a:pt x="2645176" y="23378"/>
                </a:lnTo>
                <a:lnTo>
                  <a:pt x="2661178" y="48767"/>
                </a:lnTo>
                <a:lnTo>
                  <a:pt x="2666756" y="80131"/>
                </a:lnTo>
                <a:lnTo>
                  <a:pt x="2666756" y="400568"/>
                </a:lnTo>
                <a:lnTo>
                  <a:pt x="2661178" y="431291"/>
                </a:lnTo>
                <a:lnTo>
                  <a:pt x="2645176" y="457321"/>
                </a:lnTo>
                <a:lnTo>
                  <a:pt x="2621676" y="473963"/>
                </a:lnTo>
                <a:lnTo>
                  <a:pt x="2592598" y="480700"/>
                </a:lnTo>
                <a:lnTo>
                  <a:pt x="74035" y="480700"/>
                </a:lnTo>
                <a:lnTo>
                  <a:pt x="45079" y="473963"/>
                </a:lnTo>
                <a:lnTo>
                  <a:pt x="21610" y="457321"/>
                </a:lnTo>
                <a:lnTo>
                  <a:pt x="5608" y="431291"/>
                </a:lnTo>
                <a:lnTo>
                  <a:pt x="0" y="400568"/>
                </a:lnTo>
                <a:lnTo>
                  <a:pt x="0" y="80131"/>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43" name="object 7">
            <a:extLst>
              <a:ext uri="{FF2B5EF4-FFF2-40B4-BE49-F238E27FC236}">
                <a16:creationId xmlns:a16="http://schemas.microsoft.com/office/drawing/2014/main" id="{0BF144AD-2BB1-6ACC-8447-22DB779E532E}"/>
              </a:ext>
            </a:extLst>
          </p:cNvPr>
          <p:cNvSpPr>
            <a:spLocks/>
          </p:cNvSpPr>
          <p:nvPr/>
        </p:nvSpPr>
        <p:spPr bwMode="auto">
          <a:xfrm>
            <a:off x="8339667" y="2000251"/>
            <a:ext cx="2370667" cy="641349"/>
          </a:xfrm>
          <a:custGeom>
            <a:avLst/>
            <a:gdLst>
              <a:gd name="T0" fmla="*/ 1703710 w 1778000"/>
              <a:gd name="T1" fmla="*/ 0 h 480694"/>
              <a:gd name="T2" fmla="*/ 74035 w 1778000"/>
              <a:gd name="T3" fmla="*/ 0 h 480694"/>
              <a:gd name="T4" fmla="*/ 45079 w 1778000"/>
              <a:gd name="T5" fmla="*/ 6123 h 480694"/>
              <a:gd name="T6" fmla="*/ 21579 w 1778000"/>
              <a:gd name="T7" fmla="*/ 23486 h 480694"/>
              <a:gd name="T8" fmla="*/ 5577 w 1778000"/>
              <a:gd name="T9" fmla="*/ 48991 h 480694"/>
              <a:gd name="T10" fmla="*/ 0 w 1778000"/>
              <a:gd name="T11" fmla="*/ 80502 h 480694"/>
              <a:gd name="T12" fmla="*/ 0 w 1778000"/>
              <a:gd name="T13" fmla="*/ 402427 h 480694"/>
              <a:gd name="T14" fmla="*/ 5577 w 1778000"/>
              <a:gd name="T15" fmla="*/ 433292 h 480694"/>
              <a:gd name="T16" fmla="*/ 21579 w 1778000"/>
              <a:gd name="T17" fmla="*/ 459444 h 480694"/>
              <a:gd name="T18" fmla="*/ 45079 w 1778000"/>
              <a:gd name="T19" fmla="*/ 476163 h 480694"/>
              <a:gd name="T20" fmla="*/ 74035 w 1778000"/>
              <a:gd name="T21" fmla="*/ 482930 h 480694"/>
              <a:gd name="T22" fmla="*/ 1703710 w 1778000"/>
              <a:gd name="T23" fmla="*/ 482930 h 480694"/>
              <a:gd name="T24" fmla="*/ 1732787 w 1778000"/>
              <a:gd name="T25" fmla="*/ 476163 h 480694"/>
              <a:gd name="T26" fmla="*/ 1756166 w 1778000"/>
              <a:gd name="T27" fmla="*/ 459444 h 480694"/>
              <a:gd name="T28" fmla="*/ 1772290 w 1778000"/>
              <a:gd name="T29" fmla="*/ 433292 h 480694"/>
              <a:gd name="T30" fmla="*/ 1777745 w 1778000"/>
              <a:gd name="T31" fmla="*/ 402427 h 480694"/>
              <a:gd name="T32" fmla="*/ 1777745 w 1778000"/>
              <a:gd name="T33" fmla="*/ 80502 h 480694"/>
              <a:gd name="T34" fmla="*/ 1772290 w 1778000"/>
              <a:gd name="T35" fmla="*/ 48991 h 480694"/>
              <a:gd name="T36" fmla="*/ 1756166 w 1778000"/>
              <a:gd name="T37" fmla="*/ 23486 h 480694"/>
              <a:gd name="T38" fmla="*/ 1732787 w 1778000"/>
              <a:gd name="T39" fmla="*/ 6123 h 480694"/>
              <a:gd name="T40" fmla="*/ 1703710 w 1778000"/>
              <a:gd name="T41" fmla="*/ 0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778000" h="480694">
                <a:moveTo>
                  <a:pt x="1703710" y="0"/>
                </a:moveTo>
                <a:lnTo>
                  <a:pt x="74035" y="0"/>
                </a:lnTo>
                <a:lnTo>
                  <a:pt x="45079" y="6095"/>
                </a:lnTo>
                <a:lnTo>
                  <a:pt x="21579" y="23378"/>
                </a:lnTo>
                <a:lnTo>
                  <a:pt x="5577" y="48767"/>
                </a:lnTo>
                <a:lnTo>
                  <a:pt x="0" y="80131"/>
                </a:lnTo>
                <a:lnTo>
                  <a:pt x="0" y="400568"/>
                </a:lnTo>
                <a:lnTo>
                  <a:pt x="5577" y="431291"/>
                </a:lnTo>
                <a:lnTo>
                  <a:pt x="21579" y="457321"/>
                </a:lnTo>
                <a:lnTo>
                  <a:pt x="45079" y="473963"/>
                </a:lnTo>
                <a:lnTo>
                  <a:pt x="74035" y="480700"/>
                </a:lnTo>
                <a:lnTo>
                  <a:pt x="1703710" y="480700"/>
                </a:lnTo>
                <a:lnTo>
                  <a:pt x="1732787" y="473963"/>
                </a:lnTo>
                <a:lnTo>
                  <a:pt x="1756166" y="457321"/>
                </a:lnTo>
                <a:lnTo>
                  <a:pt x="1772290" y="431291"/>
                </a:lnTo>
                <a:lnTo>
                  <a:pt x="1777745" y="400568"/>
                </a:lnTo>
                <a:lnTo>
                  <a:pt x="1777745" y="80131"/>
                </a:lnTo>
                <a:lnTo>
                  <a:pt x="1772290" y="48767"/>
                </a:lnTo>
                <a:lnTo>
                  <a:pt x="1756166" y="23378"/>
                </a:lnTo>
                <a:lnTo>
                  <a:pt x="1732787" y="6095"/>
                </a:lnTo>
                <a:lnTo>
                  <a:pt x="1703710" y="0"/>
                </a:lnTo>
                <a:close/>
              </a:path>
            </a:pathLst>
          </a:custGeom>
          <a:solidFill>
            <a:srgbClr val="00AEF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44" name="object 8">
            <a:extLst>
              <a:ext uri="{FF2B5EF4-FFF2-40B4-BE49-F238E27FC236}">
                <a16:creationId xmlns:a16="http://schemas.microsoft.com/office/drawing/2014/main" id="{9F593B98-4D17-08DD-FFA6-7CDBEF088A96}"/>
              </a:ext>
            </a:extLst>
          </p:cNvPr>
          <p:cNvSpPr>
            <a:spLocks/>
          </p:cNvSpPr>
          <p:nvPr/>
        </p:nvSpPr>
        <p:spPr bwMode="auto">
          <a:xfrm>
            <a:off x="8339667" y="2000251"/>
            <a:ext cx="2370667" cy="641349"/>
          </a:xfrm>
          <a:custGeom>
            <a:avLst/>
            <a:gdLst>
              <a:gd name="T0" fmla="*/ 0 w 1778000"/>
              <a:gd name="T1" fmla="*/ 80502 h 480694"/>
              <a:gd name="T2" fmla="*/ 5577 w 1778000"/>
              <a:gd name="T3" fmla="*/ 48991 h 480694"/>
              <a:gd name="T4" fmla="*/ 21579 w 1778000"/>
              <a:gd name="T5" fmla="*/ 23486 h 480694"/>
              <a:gd name="T6" fmla="*/ 45079 w 1778000"/>
              <a:gd name="T7" fmla="*/ 6123 h 480694"/>
              <a:gd name="T8" fmla="*/ 74035 w 1778000"/>
              <a:gd name="T9" fmla="*/ 0 h 480694"/>
              <a:gd name="T10" fmla="*/ 1703710 w 1778000"/>
              <a:gd name="T11" fmla="*/ 0 h 480694"/>
              <a:gd name="T12" fmla="*/ 1732787 w 1778000"/>
              <a:gd name="T13" fmla="*/ 6123 h 480694"/>
              <a:gd name="T14" fmla="*/ 1756166 w 1778000"/>
              <a:gd name="T15" fmla="*/ 23486 h 480694"/>
              <a:gd name="T16" fmla="*/ 1772290 w 1778000"/>
              <a:gd name="T17" fmla="*/ 48991 h 480694"/>
              <a:gd name="T18" fmla="*/ 1777745 w 1778000"/>
              <a:gd name="T19" fmla="*/ 80502 h 480694"/>
              <a:gd name="T20" fmla="*/ 1777745 w 1778000"/>
              <a:gd name="T21" fmla="*/ 402427 h 480694"/>
              <a:gd name="T22" fmla="*/ 1772290 w 1778000"/>
              <a:gd name="T23" fmla="*/ 433292 h 480694"/>
              <a:gd name="T24" fmla="*/ 1756166 w 1778000"/>
              <a:gd name="T25" fmla="*/ 459444 h 480694"/>
              <a:gd name="T26" fmla="*/ 1732787 w 1778000"/>
              <a:gd name="T27" fmla="*/ 476163 h 480694"/>
              <a:gd name="T28" fmla="*/ 1703710 w 1778000"/>
              <a:gd name="T29" fmla="*/ 482930 h 480694"/>
              <a:gd name="T30" fmla="*/ 74035 w 1778000"/>
              <a:gd name="T31" fmla="*/ 482930 h 480694"/>
              <a:gd name="T32" fmla="*/ 45079 w 1778000"/>
              <a:gd name="T33" fmla="*/ 476163 h 480694"/>
              <a:gd name="T34" fmla="*/ 21579 w 1778000"/>
              <a:gd name="T35" fmla="*/ 459444 h 480694"/>
              <a:gd name="T36" fmla="*/ 5577 w 1778000"/>
              <a:gd name="T37" fmla="*/ 433292 h 480694"/>
              <a:gd name="T38" fmla="*/ 0 w 1778000"/>
              <a:gd name="T39" fmla="*/ 402427 h 480694"/>
              <a:gd name="T40" fmla="*/ 0 w 1778000"/>
              <a:gd name="T41" fmla="*/ 80502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778000" h="480694">
                <a:moveTo>
                  <a:pt x="0" y="80131"/>
                </a:moveTo>
                <a:lnTo>
                  <a:pt x="5577" y="48767"/>
                </a:lnTo>
                <a:lnTo>
                  <a:pt x="21579" y="23378"/>
                </a:lnTo>
                <a:lnTo>
                  <a:pt x="45079" y="6095"/>
                </a:lnTo>
                <a:lnTo>
                  <a:pt x="74035" y="0"/>
                </a:lnTo>
                <a:lnTo>
                  <a:pt x="1703710" y="0"/>
                </a:lnTo>
                <a:lnTo>
                  <a:pt x="1732787" y="6095"/>
                </a:lnTo>
                <a:lnTo>
                  <a:pt x="1756166" y="23378"/>
                </a:lnTo>
                <a:lnTo>
                  <a:pt x="1772290" y="48767"/>
                </a:lnTo>
                <a:lnTo>
                  <a:pt x="1777745" y="80131"/>
                </a:lnTo>
                <a:lnTo>
                  <a:pt x="1777745" y="400568"/>
                </a:lnTo>
                <a:lnTo>
                  <a:pt x="1772290" y="431291"/>
                </a:lnTo>
                <a:lnTo>
                  <a:pt x="1756166" y="457321"/>
                </a:lnTo>
                <a:lnTo>
                  <a:pt x="1732787" y="473963"/>
                </a:lnTo>
                <a:lnTo>
                  <a:pt x="1703710" y="480700"/>
                </a:lnTo>
                <a:lnTo>
                  <a:pt x="74035" y="480700"/>
                </a:lnTo>
                <a:lnTo>
                  <a:pt x="45079" y="473963"/>
                </a:lnTo>
                <a:lnTo>
                  <a:pt x="21579" y="457321"/>
                </a:lnTo>
                <a:lnTo>
                  <a:pt x="5577" y="431291"/>
                </a:lnTo>
                <a:lnTo>
                  <a:pt x="0" y="400568"/>
                </a:lnTo>
                <a:lnTo>
                  <a:pt x="0" y="80131"/>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45" name="object 9">
            <a:extLst>
              <a:ext uri="{FF2B5EF4-FFF2-40B4-BE49-F238E27FC236}">
                <a16:creationId xmlns:a16="http://schemas.microsoft.com/office/drawing/2014/main" id="{396F8A73-1FDC-1C44-DC2E-848A28FCDF89}"/>
              </a:ext>
            </a:extLst>
          </p:cNvPr>
          <p:cNvSpPr>
            <a:spLocks noChangeArrowheads="1"/>
          </p:cNvSpPr>
          <p:nvPr/>
        </p:nvSpPr>
        <p:spPr bwMode="auto">
          <a:xfrm>
            <a:off x="9351434" y="2561167"/>
            <a:ext cx="505884" cy="5461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46" name="object 10">
            <a:extLst>
              <a:ext uri="{FF2B5EF4-FFF2-40B4-BE49-F238E27FC236}">
                <a16:creationId xmlns:a16="http://schemas.microsoft.com/office/drawing/2014/main" id="{9D535BCF-3274-B393-3CD5-679861149633}"/>
              </a:ext>
            </a:extLst>
          </p:cNvPr>
          <p:cNvSpPr>
            <a:spLocks/>
          </p:cNvSpPr>
          <p:nvPr/>
        </p:nvSpPr>
        <p:spPr bwMode="auto">
          <a:xfrm>
            <a:off x="8140701" y="2961217"/>
            <a:ext cx="3359151" cy="0"/>
          </a:xfrm>
          <a:custGeom>
            <a:avLst/>
            <a:gdLst>
              <a:gd name="T0" fmla="*/ 0 w 2519045"/>
              <a:gd name="T1" fmla="*/ 2520788 w 2519045"/>
              <a:gd name="T2" fmla="*/ 0 60000 65536"/>
              <a:gd name="T3" fmla="*/ 0 60000 65536"/>
            </a:gdLst>
            <a:ahLst/>
            <a:cxnLst>
              <a:cxn ang="T2">
                <a:pos x="T0" y="0"/>
              </a:cxn>
              <a:cxn ang="T3">
                <a:pos x="T1" y="0"/>
              </a:cxn>
            </a:cxnLst>
            <a:rect l="0" t="0" r="r" b="b"/>
            <a:pathLst>
              <a:path w="2519045">
                <a:moveTo>
                  <a:pt x="0" y="0"/>
                </a:moveTo>
                <a:lnTo>
                  <a:pt x="2518562" y="0"/>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47" name="object 11">
            <a:extLst>
              <a:ext uri="{FF2B5EF4-FFF2-40B4-BE49-F238E27FC236}">
                <a16:creationId xmlns:a16="http://schemas.microsoft.com/office/drawing/2014/main" id="{88E9283C-24C0-5F22-D7AC-39A72FE58B93}"/>
              </a:ext>
            </a:extLst>
          </p:cNvPr>
          <p:cNvSpPr>
            <a:spLocks noChangeArrowheads="1"/>
          </p:cNvSpPr>
          <p:nvPr/>
        </p:nvSpPr>
        <p:spPr bwMode="auto">
          <a:xfrm>
            <a:off x="7969251" y="2880784"/>
            <a:ext cx="505883" cy="54821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48" name="object 12">
            <a:extLst>
              <a:ext uri="{FF2B5EF4-FFF2-40B4-BE49-F238E27FC236}">
                <a16:creationId xmlns:a16="http://schemas.microsoft.com/office/drawing/2014/main" id="{025EFD33-E026-0890-AB1D-63D5F64A22B6}"/>
              </a:ext>
            </a:extLst>
          </p:cNvPr>
          <p:cNvSpPr>
            <a:spLocks noChangeArrowheads="1"/>
          </p:cNvSpPr>
          <p:nvPr/>
        </p:nvSpPr>
        <p:spPr bwMode="auto">
          <a:xfrm>
            <a:off x="11228917" y="2880784"/>
            <a:ext cx="505883" cy="54821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49" name="object 13">
            <a:extLst>
              <a:ext uri="{FF2B5EF4-FFF2-40B4-BE49-F238E27FC236}">
                <a16:creationId xmlns:a16="http://schemas.microsoft.com/office/drawing/2014/main" id="{E23695BF-81D5-6F59-C0F9-B413CCAB030A}"/>
              </a:ext>
            </a:extLst>
          </p:cNvPr>
          <p:cNvSpPr>
            <a:spLocks/>
          </p:cNvSpPr>
          <p:nvPr/>
        </p:nvSpPr>
        <p:spPr bwMode="auto">
          <a:xfrm>
            <a:off x="7251700" y="3280834"/>
            <a:ext cx="1185333" cy="641351"/>
          </a:xfrm>
          <a:custGeom>
            <a:avLst/>
            <a:gdLst>
              <a:gd name="T0" fmla="*/ 814821 w 889000"/>
              <a:gd name="T1" fmla="*/ 0 h 480694"/>
              <a:gd name="T2" fmla="*/ 74035 w 889000"/>
              <a:gd name="T3" fmla="*/ 0 h 480694"/>
              <a:gd name="T4" fmla="*/ 45079 w 889000"/>
              <a:gd name="T5" fmla="*/ 6005 h 480694"/>
              <a:gd name="T6" fmla="*/ 21579 w 889000"/>
              <a:gd name="T7" fmla="*/ 23484 h 480694"/>
              <a:gd name="T8" fmla="*/ 5577 w 889000"/>
              <a:gd name="T9" fmla="*/ 48991 h 480694"/>
              <a:gd name="T10" fmla="*/ 0 w 889000"/>
              <a:gd name="T11" fmla="*/ 80512 h 480694"/>
              <a:gd name="T12" fmla="*/ 0 w 889000"/>
              <a:gd name="T13" fmla="*/ 402294 h 480694"/>
              <a:gd name="T14" fmla="*/ 5577 w 889000"/>
              <a:gd name="T15" fmla="*/ 433180 h 480694"/>
              <a:gd name="T16" fmla="*/ 21579 w 889000"/>
              <a:gd name="T17" fmla="*/ 459327 h 480694"/>
              <a:gd name="T18" fmla="*/ 45079 w 889000"/>
              <a:gd name="T19" fmla="*/ 476170 h 480694"/>
              <a:gd name="T20" fmla="*/ 74035 w 889000"/>
              <a:gd name="T21" fmla="*/ 482809 h 480694"/>
              <a:gd name="T22" fmla="*/ 814821 w 889000"/>
              <a:gd name="T23" fmla="*/ 482809 h 480694"/>
              <a:gd name="T24" fmla="*/ 843777 w 889000"/>
              <a:gd name="T25" fmla="*/ 476170 h 480694"/>
              <a:gd name="T26" fmla="*/ 867277 w 889000"/>
              <a:gd name="T27" fmla="*/ 459327 h 480694"/>
              <a:gd name="T28" fmla="*/ 883401 w 889000"/>
              <a:gd name="T29" fmla="*/ 433180 h 480694"/>
              <a:gd name="T30" fmla="*/ 888857 w 889000"/>
              <a:gd name="T31" fmla="*/ 402294 h 480694"/>
              <a:gd name="T32" fmla="*/ 888857 w 889000"/>
              <a:gd name="T33" fmla="*/ 80512 h 480694"/>
              <a:gd name="T34" fmla="*/ 883401 w 889000"/>
              <a:gd name="T35" fmla="*/ 48991 h 480694"/>
              <a:gd name="T36" fmla="*/ 867277 w 889000"/>
              <a:gd name="T37" fmla="*/ 23484 h 480694"/>
              <a:gd name="T38" fmla="*/ 843777 w 889000"/>
              <a:gd name="T39" fmla="*/ 6005 h 480694"/>
              <a:gd name="T40" fmla="*/ 814821 w 889000"/>
              <a:gd name="T41" fmla="*/ 0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9000" h="480694">
                <a:moveTo>
                  <a:pt x="814821" y="0"/>
                </a:moveTo>
                <a:lnTo>
                  <a:pt x="74035" y="0"/>
                </a:lnTo>
                <a:lnTo>
                  <a:pt x="45079" y="5977"/>
                </a:lnTo>
                <a:lnTo>
                  <a:pt x="21579" y="23372"/>
                </a:lnTo>
                <a:lnTo>
                  <a:pt x="5577" y="48767"/>
                </a:lnTo>
                <a:lnTo>
                  <a:pt x="0" y="80141"/>
                </a:lnTo>
                <a:lnTo>
                  <a:pt x="0" y="400430"/>
                </a:lnTo>
                <a:lnTo>
                  <a:pt x="5577" y="431173"/>
                </a:lnTo>
                <a:lnTo>
                  <a:pt x="21579" y="457199"/>
                </a:lnTo>
                <a:lnTo>
                  <a:pt x="45079" y="473963"/>
                </a:lnTo>
                <a:lnTo>
                  <a:pt x="74035" y="480572"/>
                </a:lnTo>
                <a:lnTo>
                  <a:pt x="814821" y="480572"/>
                </a:lnTo>
                <a:lnTo>
                  <a:pt x="843777" y="473963"/>
                </a:lnTo>
                <a:lnTo>
                  <a:pt x="867277" y="457199"/>
                </a:lnTo>
                <a:lnTo>
                  <a:pt x="883401" y="431173"/>
                </a:lnTo>
                <a:lnTo>
                  <a:pt x="888857" y="400430"/>
                </a:lnTo>
                <a:lnTo>
                  <a:pt x="888857" y="80141"/>
                </a:lnTo>
                <a:lnTo>
                  <a:pt x="883401" y="48767"/>
                </a:lnTo>
                <a:lnTo>
                  <a:pt x="867277" y="23372"/>
                </a:lnTo>
                <a:lnTo>
                  <a:pt x="843777" y="5977"/>
                </a:lnTo>
                <a:lnTo>
                  <a:pt x="8148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50" name="object 14">
            <a:extLst>
              <a:ext uri="{FF2B5EF4-FFF2-40B4-BE49-F238E27FC236}">
                <a16:creationId xmlns:a16="http://schemas.microsoft.com/office/drawing/2014/main" id="{D4489B2A-EE01-EEA5-A572-F59254FEAFC0}"/>
              </a:ext>
            </a:extLst>
          </p:cNvPr>
          <p:cNvSpPr>
            <a:spLocks/>
          </p:cNvSpPr>
          <p:nvPr/>
        </p:nvSpPr>
        <p:spPr bwMode="auto">
          <a:xfrm>
            <a:off x="7251700" y="3280834"/>
            <a:ext cx="1185333" cy="641351"/>
          </a:xfrm>
          <a:custGeom>
            <a:avLst/>
            <a:gdLst>
              <a:gd name="T0" fmla="*/ 0 w 889000"/>
              <a:gd name="T1" fmla="*/ 80512 h 480694"/>
              <a:gd name="T2" fmla="*/ 5577 w 889000"/>
              <a:gd name="T3" fmla="*/ 48991 h 480694"/>
              <a:gd name="T4" fmla="*/ 21579 w 889000"/>
              <a:gd name="T5" fmla="*/ 23484 h 480694"/>
              <a:gd name="T6" fmla="*/ 45079 w 889000"/>
              <a:gd name="T7" fmla="*/ 6005 h 480694"/>
              <a:gd name="T8" fmla="*/ 74035 w 889000"/>
              <a:gd name="T9" fmla="*/ 0 h 480694"/>
              <a:gd name="T10" fmla="*/ 814821 w 889000"/>
              <a:gd name="T11" fmla="*/ 0 h 480694"/>
              <a:gd name="T12" fmla="*/ 843777 w 889000"/>
              <a:gd name="T13" fmla="*/ 6005 h 480694"/>
              <a:gd name="T14" fmla="*/ 867277 w 889000"/>
              <a:gd name="T15" fmla="*/ 23484 h 480694"/>
              <a:gd name="T16" fmla="*/ 883401 w 889000"/>
              <a:gd name="T17" fmla="*/ 48991 h 480694"/>
              <a:gd name="T18" fmla="*/ 888857 w 889000"/>
              <a:gd name="T19" fmla="*/ 80512 h 480694"/>
              <a:gd name="T20" fmla="*/ 888857 w 889000"/>
              <a:gd name="T21" fmla="*/ 402294 h 480694"/>
              <a:gd name="T22" fmla="*/ 883401 w 889000"/>
              <a:gd name="T23" fmla="*/ 433180 h 480694"/>
              <a:gd name="T24" fmla="*/ 867277 w 889000"/>
              <a:gd name="T25" fmla="*/ 459327 h 480694"/>
              <a:gd name="T26" fmla="*/ 843777 w 889000"/>
              <a:gd name="T27" fmla="*/ 476170 h 480694"/>
              <a:gd name="T28" fmla="*/ 814821 w 889000"/>
              <a:gd name="T29" fmla="*/ 482809 h 480694"/>
              <a:gd name="T30" fmla="*/ 74035 w 889000"/>
              <a:gd name="T31" fmla="*/ 482809 h 480694"/>
              <a:gd name="T32" fmla="*/ 45079 w 889000"/>
              <a:gd name="T33" fmla="*/ 476170 h 480694"/>
              <a:gd name="T34" fmla="*/ 21579 w 889000"/>
              <a:gd name="T35" fmla="*/ 459327 h 480694"/>
              <a:gd name="T36" fmla="*/ 5577 w 889000"/>
              <a:gd name="T37" fmla="*/ 433180 h 480694"/>
              <a:gd name="T38" fmla="*/ 0 w 889000"/>
              <a:gd name="T39" fmla="*/ 402294 h 480694"/>
              <a:gd name="T40" fmla="*/ 0 w 889000"/>
              <a:gd name="T41" fmla="*/ 80512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9000" h="480694">
                <a:moveTo>
                  <a:pt x="0" y="80141"/>
                </a:moveTo>
                <a:lnTo>
                  <a:pt x="5577" y="48767"/>
                </a:lnTo>
                <a:lnTo>
                  <a:pt x="21579" y="23372"/>
                </a:lnTo>
                <a:lnTo>
                  <a:pt x="45079" y="5977"/>
                </a:lnTo>
                <a:lnTo>
                  <a:pt x="74035" y="0"/>
                </a:lnTo>
                <a:lnTo>
                  <a:pt x="814821" y="0"/>
                </a:lnTo>
                <a:lnTo>
                  <a:pt x="843777" y="5977"/>
                </a:lnTo>
                <a:lnTo>
                  <a:pt x="867277" y="23372"/>
                </a:lnTo>
                <a:lnTo>
                  <a:pt x="883401" y="48767"/>
                </a:lnTo>
                <a:lnTo>
                  <a:pt x="888857" y="80141"/>
                </a:lnTo>
                <a:lnTo>
                  <a:pt x="888857" y="400430"/>
                </a:lnTo>
                <a:lnTo>
                  <a:pt x="883401" y="431173"/>
                </a:lnTo>
                <a:lnTo>
                  <a:pt x="867277" y="457199"/>
                </a:lnTo>
                <a:lnTo>
                  <a:pt x="843777" y="473963"/>
                </a:lnTo>
                <a:lnTo>
                  <a:pt x="814821" y="480572"/>
                </a:lnTo>
                <a:lnTo>
                  <a:pt x="74035" y="480572"/>
                </a:lnTo>
                <a:lnTo>
                  <a:pt x="45079" y="473963"/>
                </a:lnTo>
                <a:lnTo>
                  <a:pt x="21579" y="457199"/>
                </a:lnTo>
                <a:lnTo>
                  <a:pt x="5577" y="431173"/>
                </a:lnTo>
                <a:lnTo>
                  <a:pt x="0" y="400430"/>
                </a:lnTo>
                <a:lnTo>
                  <a:pt x="0" y="80141"/>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51" name="object 15">
            <a:extLst>
              <a:ext uri="{FF2B5EF4-FFF2-40B4-BE49-F238E27FC236}">
                <a16:creationId xmlns:a16="http://schemas.microsoft.com/office/drawing/2014/main" id="{AB102D15-6D0F-3FF6-6D50-2482172AE024}"/>
              </a:ext>
            </a:extLst>
          </p:cNvPr>
          <p:cNvSpPr>
            <a:spLocks/>
          </p:cNvSpPr>
          <p:nvPr/>
        </p:nvSpPr>
        <p:spPr bwMode="auto">
          <a:xfrm>
            <a:off x="9918700" y="3280834"/>
            <a:ext cx="2074333" cy="641351"/>
          </a:xfrm>
          <a:custGeom>
            <a:avLst/>
            <a:gdLst>
              <a:gd name="T0" fmla="*/ 1481602 w 1555750"/>
              <a:gd name="T1" fmla="*/ 0 h 480694"/>
              <a:gd name="T2" fmla="*/ 74188 w 1555750"/>
              <a:gd name="T3" fmla="*/ 0 h 480694"/>
              <a:gd name="T4" fmla="*/ 45079 w 1555750"/>
              <a:gd name="T5" fmla="*/ 6005 h 480694"/>
              <a:gd name="T6" fmla="*/ 21610 w 1555750"/>
              <a:gd name="T7" fmla="*/ 23484 h 480694"/>
              <a:gd name="T8" fmla="*/ 5608 w 1555750"/>
              <a:gd name="T9" fmla="*/ 48991 h 480694"/>
              <a:gd name="T10" fmla="*/ 0 w 1555750"/>
              <a:gd name="T11" fmla="*/ 80512 h 480694"/>
              <a:gd name="T12" fmla="*/ 0 w 1555750"/>
              <a:gd name="T13" fmla="*/ 402294 h 480694"/>
              <a:gd name="T14" fmla="*/ 5608 w 1555750"/>
              <a:gd name="T15" fmla="*/ 433180 h 480694"/>
              <a:gd name="T16" fmla="*/ 21610 w 1555750"/>
              <a:gd name="T17" fmla="*/ 459327 h 480694"/>
              <a:gd name="T18" fmla="*/ 45079 w 1555750"/>
              <a:gd name="T19" fmla="*/ 476170 h 480694"/>
              <a:gd name="T20" fmla="*/ 74188 w 1555750"/>
              <a:gd name="T21" fmla="*/ 482809 h 480694"/>
              <a:gd name="T22" fmla="*/ 1481602 w 1555750"/>
              <a:gd name="T23" fmla="*/ 482809 h 480694"/>
              <a:gd name="T24" fmla="*/ 1510558 w 1555750"/>
              <a:gd name="T25" fmla="*/ 476170 h 480694"/>
              <a:gd name="T26" fmla="*/ 1534027 w 1555750"/>
              <a:gd name="T27" fmla="*/ 459327 h 480694"/>
              <a:gd name="T28" fmla="*/ 1550029 w 1555750"/>
              <a:gd name="T29" fmla="*/ 433180 h 480694"/>
              <a:gd name="T30" fmla="*/ 1555638 w 1555750"/>
              <a:gd name="T31" fmla="*/ 402294 h 480694"/>
              <a:gd name="T32" fmla="*/ 1555638 w 1555750"/>
              <a:gd name="T33" fmla="*/ 80512 h 480694"/>
              <a:gd name="T34" fmla="*/ 1550029 w 1555750"/>
              <a:gd name="T35" fmla="*/ 48991 h 480694"/>
              <a:gd name="T36" fmla="*/ 1534027 w 1555750"/>
              <a:gd name="T37" fmla="*/ 23484 h 480694"/>
              <a:gd name="T38" fmla="*/ 1510558 w 1555750"/>
              <a:gd name="T39" fmla="*/ 6005 h 480694"/>
              <a:gd name="T40" fmla="*/ 1481602 w 1555750"/>
              <a:gd name="T41" fmla="*/ 0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55750" h="480694">
                <a:moveTo>
                  <a:pt x="1481602" y="0"/>
                </a:moveTo>
                <a:lnTo>
                  <a:pt x="74188" y="0"/>
                </a:lnTo>
                <a:lnTo>
                  <a:pt x="45079" y="5977"/>
                </a:lnTo>
                <a:lnTo>
                  <a:pt x="21610" y="23372"/>
                </a:lnTo>
                <a:lnTo>
                  <a:pt x="5608" y="48767"/>
                </a:lnTo>
                <a:lnTo>
                  <a:pt x="0" y="80141"/>
                </a:lnTo>
                <a:lnTo>
                  <a:pt x="0" y="400430"/>
                </a:lnTo>
                <a:lnTo>
                  <a:pt x="5608" y="431173"/>
                </a:lnTo>
                <a:lnTo>
                  <a:pt x="21610" y="457199"/>
                </a:lnTo>
                <a:lnTo>
                  <a:pt x="45079" y="473963"/>
                </a:lnTo>
                <a:lnTo>
                  <a:pt x="74188" y="480572"/>
                </a:lnTo>
                <a:lnTo>
                  <a:pt x="1481602" y="480572"/>
                </a:lnTo>
                <a:lnTo>
                  <a:pt x="1510558" y="473963"/>
                </a:lnTo>
                <a:lnTo>
                  <a:pt x="1534027" y="457199"/>
                </a:lnTo>
                <a:lnTo>
                  <a:pt x="1550029" y="431173"/>
                </a:lnTo>
                <a:lnTo>
                  <a:pt x="1555638" y="400430"/>
                </a:lnTo>
                <a:lnTo>
                  <a:pt x="1555638" y="80141"/>
                </a:lnTo>
                <a:lnTo>
                  <a:pt x="1550029" y="48767"/>
                </a:lnTo>
                <a:lnTo>
                  <a:pt x="1534027" y="23372"/>
                </a:lnTo>
                <a:lnTo>
                  <a:pt x="1510558" y="5977"/>
                </a:lnTo>
                <a:lnTo>
                  <a:pt x="148160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52" name="object 16">
            <a:extLst>
              <a:ext uri="{FF2B5EF4-FFF2-40B4-BE49-F238E27FC236}">
                <a16:creationId xmlns:a16="http://schemas.microsoft.com/office/drawing/2014/main" id="{9532704A-7F60-12B5-0EDB-FB888F2DED18}"/>
              </a:ext>
            </a:extLst>
          </p:cNvPr>
          <p:cNvSpPr>
            <a:spLocks/>
          </p:cNvSpPr>
          <p:nvPr/>
        </p:nvSpPr>
        <p:spPr bwMode="auto">
          <a:xfrm>
            <a:off x="9918700" y="3280834"/>
            <a:ext cx="2074333" cy="641351"/>
          </a:xfrm>
          <a:custGeom>
            <a:avLst/>
            <a:gdLst>
              <a:gd name="T0" fmla="*/ 0 w 1555750"/>
              <a:gd name="T1" fmla="*/ 80512 h 480694"/>
              <a:gd name="T2" fmla="*/ 5608 w 1555750"/>
              <a:gd name="T3" fmla="*/ 48991 h 480694"/>
              <a:gd name="T4" fmla="*/ 21610 w 1555750"/>
              <a:gd name="T5" fmla="*/ 23484 h 480694"/>
              <a:gd name="T6" fmla="*/ 45079 w 1555750"/>
              <a:gd name="T7" fmla="*/ 6005 h 480694"/>
              <a:gd name="T8" fmla="*/ 74188 w 1555750"/>
              <a:gd name="T9" fmla="*/ 0 h 480694"/>
              <a:gd name="T10" fmla="*/ 1481602 w 1555750"/>
              <a:gd name="T11" fmla="*/ 0 h 480694"/>
              <a:gd name="T12" fmla="*/ 1510558 w 1555750"/>
              <a:gd name="T13" fmla="*/ 6005 h 480694"/>
              <a:gd name="T14" fmla="*/ 1534027 w 1555750"/>
              <a:gd name="T15" fmla="*/ 23484 h 480694"/>
              <a:gd name="T16" fmla="*/ 1550029 w 1555750"/>
              <a:gd name="T17" fmla="*/ 48991 h 480694"/>
              <a:gd name="T18" fmla="*/ 1555638 w 1555750"/>
              <a:gd name="T19" fmla="*/ 80512 h 480694"/>
              <a:gd name="T20" fmla="*/ 1555638 w 1555750"/>
              <a:gd name="T21" fmla="*/ 402294 h 480694"/>
              <a:gd name="T22" fmla="*/ 1550029 w 1555750"/>
              <a:gd name="T23" fmla="*/ 433180 h 480694"/>
              <a:gd name="T24" fmla="*/ 1534027 w 1555750"/>
              <a:gd name="T25" fmla="*/ 459327 h 480694"/>
              <a:gd name="T26" fmla="*/ 1510558 w 1555750"/>
              <a:gd name="T27" fmla="*/ 476170 h 480694"/>
              <a:gd name="T28" fmla="*/ 1481602 w 1555750"/>
              <a:gd name="T29" fmla="*/ 482809 h 480694"/>
              <a:gd name="T30" fmla="*/ 74188 w 1555750"/>
              <a:gd name="T31" fmla="*/ 482809 h 480694"/>
              <a:gd name="T32" fmla="*/ 45079 w 1555750"/>
              <a:gd name="T33" fmla="*/ 476170 h 480694"/>
              <a:gd name="T34" fmla="*/ 21610 w 1555750"/>
              <a:gd name="T35" fmla="*/ 459327 h 480694"/>
              <a:gd name="T36" fmla="*/ 5608 w 1555750"/>
              <a:gd name="T37" fmla="*/ 433180 h 480694"/>
              <a:gd name="T38" fmla="*/ 0 w 1555750"/>
              <a:gd name="T39" fmla="*/ 402294 h 480694"/>
              <a:gd name="T40" fmla="*/ 0 w 1555750"/>
              <a:gd name="T41" fmla="*/ 80512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55750" h="480694">
                <a:moveTo>
                  <a:pt x="0" y="80141"/>
                </a:moveTo>
                <a:lnTo>
                  <a:pt x="5608" y="48767"/>
                </a:lnTo>
                <a:lnTo>
                  <a:pt x="21610" y="23372"/>
                </a:lnTo>
                <a:lnTo>
                  <a:pt x="45079" y="5977"/>
                </a:lnTo>
                <a:lnTo>
                  <a:pt x="74188" y="0"/>
                </a:lnTo>
                <a:lnTo>
                  <a:pt x="1481602" y="0"/>
                </a:lnTo>
                <a:lnTo>
                  <a:pt x="1510558" y="5977"/>
                </a:lnTo>
                <a:lnTo>
                  <a:pt x="1534027" y="23372"/>
                </a:lnTo>
                <a:lnTo>
                  <a:pt x="1550029" y="48767"/>
                </a:lnTo>
                <a:lnTo>
                  <a:pt x="1555638" y="80141"/>
                </a:lnTo>
                <a:lnTo>
                  <a:pt x="1555638" y="400430"/>
                </a:lnTo>
                <a:lnTo>
                  <a:pt x="1550029" y="431173"/>
                </a:lnTo>
                <a:lnTo>
                  <a:pt x="1534027" y="457199"/>
                </a:lnTo>
                <a:lnTo>
                  <a:pt x="1510558" y="473963"/>
                </a:lnTo>
                <a:lnTo>
                  <a:pt x="1481602" y="480572"/>
                </a:lnTo>
                <a:lnTo>
                  <a:pt x="74188" y="480572"/>
                </a:lnTo>
                <a:lnTo>
                  <a:pt x="45079" y="473963"/>
                </a:lnTo>
                <a:lnTo>
                  <a:pt x="21610" y="457199"/>
                </a:lnTo>
                <a:lnTo>
                  <a:pt x="5608" y="431173"/>
                </a:lnTo>
                <a:lnTo>
                  <a:pt x="0" y="400430"/>
                </a:lnTo>
                <a:lnTo>
                  <a:pt x="0" y="80141"/>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53" name="object 17">
            <a:extLst>
              <a:ext uri="{FF2B5EF4-FFF2-40B4-BE49-F238E27FC236}">
                <a16:creationId xmlns:a16="http://schemas.microsoft.com/office/drawing/2014/main" id="{3498D067-7746-E67F-6814-CC4F37E6443B}"/>
              </a:ext>
            </a:extLst>
          </p:cNvPr>
          <p:cNvSpPr>
            <a:spLocks/>
          </p:cNvSpPr>
          <p:nvPr/>
        </p:nvSpPr>
        <p:spPr bwMode="auto">
          <a:xfrm>
            <a:off x="7840134" y="1449918"/>
            <a:ext cx="1682751" cy="596900"/>
          </a:xfrm>
          <a:custGeom>
            <a:avLst/>
            <a:gdLst>
              <a:gd name="T0" fmla="*/ 1177034 w 1263015"/>
              <a:gd name="T1" fmla="*/ 401267 h 448309"/>
              <a:gd name="T2" fmla="*/ 1126129 w 1263015"/>
              <a:gd name="T3" fmla="*/ 415088 h 448309"/>
              <a:gd name="T4" fmla="*/ 1121823 w 1263015"/>
              <a:gd name="T5" fmla="*/ 423027 h 448309"/>
              <a:gd name="T6" fmla="*/ 1123612 w 1263015"/>
              <a:gd name="T7" fmla="*/ 430933 h 448309"/>
              <a:gd name="T8" fmla="*/ 1125491 w 1263015"/>
              <a:gd name="T9" fmla="*/ 438871 h 448309"/>
              <a:gd name="T10" fmla="*/ 1132829 w 1263015"/>
              <a:gd name="T11" fmla="*/ 443518 h 448309"/>
              <a:gd name="T12" fmla="*/ 1234126 w 1263015"/>
              <a:gd name="T13" fmla="*/ 417111 h 448309"/>
              <a:gd name="T14" fmla="*/ 1226183 w 1263015"/>
              <a:gd name="T15" fmla="*/ 417111 h 448309"/>
              <a:gd name="T16" fmla="*/ 1177034 w 1263015"/>
              <a:gd name="T17" fmla="*/ 401267 h 448309"/>
              <a:gd name="T18" fmla="*/ 1203443 w 1263015"/>
              <a:gd name="T19" fmla="*/ 394596 h 448309"/>
              <a:gd name="T20" fmla="*/ 1177034 w 1263015"/>
              <a:gd name="T21" fmla="*/ 401267 h 448309"/>
              <a:gd name="T22" fmla="*/ 1226183 w 1263015"/>
              <a:gd name="T23" fmla="*/ 417111 h 448309"/>
              <a:gd name="T24" fmla="*/ 1227281 w 1263015"/>
              <a:gd name="T25" fmla="*/ 413097 h 448309"/>
              <a:gd name="T26" fmla="*/ 1220119 w 1263015"/>
              <a:gd name="T27" fmla="*/ 413097 h 448309"/>
              <a:gd name="T28" fmla="*/ 1203443 w 1263015"/>
              <a:gd name="T29" fmla="*/ 394596 h 448309"/>
              <a:gd name="T30" fmla="*/ 1169090 w 1263015"/>
              <a:gd name="T31" fmla="*/ 311362 h 448309"/>
              <a:gd name="T32" fmla="*/ 1160480 w 1263015"/>
              <a:gd name="T33" fmla="*/ 311362 h 448309"/>
              <a:gd name="T34" fmla="*/ 1154932 w 1263015"/>
              <a:gd name="T35" fmla="*/ 316644 h 448309"/>
              <a:gd name="T36" fmla="*/ 1148867 w 1263015"/>
              <a:gd name="T37" fmla="*/ 322559 h 448309"/>
              <a:gd name="T38" fmla="*/ 1148867 w 1263015"/>
              <a:gd name="T39" fmla="*/ 331854 h 448309"/>
              <a:gd name="T40" fmla="*/ 1185008 w 1263015"/>
              <a:gd name="T41" fmla="*/ 372836 h 448309"/>
              <a:gd name="T42" fmla="*/ 1234126 w 1263015"/>
              <a:gd name="T43" fmla="*/ 388078 h 448309"/>
              <a:gd name="T44" fmla="*/ 1227456 w 1263015"/>
              <a:gd name="T45" fmla="*/ 413097 h 448309"/>
              <a:gd name="T46" fmla="*/ 1226183 w 1263015"/>
              <a:gd name="T47" fmla="*/ 417111 h 448309"/>
              <a:gd name="T48" fmla="*/ 1234126 w 1263015"/>
              <a:gd name="T49" fmla="*/ 417111 h 448309"/>
              <a:gd name="T50" fmla="*/ 1256260 w 1263015"/>
              <a:gd name="T51" fmla="*/ 411076 h 448309"/>
              <a:gd name="T52" fmla="*/ 1169090 w 1263015"/>
              <a:gd name="T53" fmla="*/ 311362 h 448309"/>
              <a:gd name="T54" fmla="*/ 1226819 w 1263015"/>
              <a:gd name="T55" fmla="*/ 388078 h 448309"/>
              <a:gd name="T56" fmla="*/ 1203443 w 1263015"/>
              <a:gd name="T57" fmla="*/ 394596 h 448309"/>
              <a:gd name="T58" fmla="*/ 1220119 w 1263015"/>
              <a:gd name="T59" fmla="*/ 413097 h 448309"/>
              <a:gd name="T60" fmla="*/ 1226819 w 1263015"/>
              <a:gd name="T61" fmla="*/ 388078 h 448309"/>
              <a:gd name="T62" fmla="*/ 1234126 w 1263015"/>
              <a:gd name="T63" fmla="*/ 388078 h 448309"/>
              <a:gd name="T64" fmla="*/ 1226819 w 1263015"/>
              <a:gd name="T65" fmla="*/ 388078 h 448309"/>
              <a:gd name="T66" fmla="*/ 1220119 w 1263015"/>
              <a:gd name="T67" fmla="*/ 413097 h 448309"/>
              <a:gd name="T68" fmla="*/ 1227281 w 1263015"/>
              <a:gd name="T69" fmla="*/ 413097 h 448309"/>
              <a:gd name="T70" fmla="*/ 1234126 w 1263015"/>
              <a:gd name="T71" fmla="*/ 388078 h 448309"/>
              <a:gd name="T72" fmla="*/ 7334 w 1263015"/>
              <a:gd name="T73" fmla="*/ 0 h 448309"/>
              <a:gd name="T74" fmla="*/ 0 w 1263015"/>
              <a:gd name="T75" fmla="*/ 28430 h 448309"/>
              <a:gd name="T76" fmla="*/ 1177034 w 1263015"/>
              <a:gd name="T77" fmla="*/ 401267 h 448309"/>
              <a:gd name="T78" fmla="*/ 1203443 w 1263015"/>
              <a:gd name="T79" fmla="*/ 394596 h 448309"/>
              <a:gd name="T80" fmla="*/ 1185008 w 1263015"/>
              <a:gd name="T81" fmla="*/ 372836 h 448309"/>
              <a:gd name="T82" fmla="*/ 7334 w 1263015"/>
              <a:gd name="T83" fmla="*/ 0 h 448309"/>
              <a:gd name="T84" fmla="*/ 1185008 w 1263015"/>
              <a:gd name="T85" fmla="*/ 372836 h 448309"/>
              <a:gd name="T86" fmla="*/ 1203443 w 1263015"/>
              <a:gd name="T87" fmla="*/ 394596 h 448309"/>
              <a:gd name="T88" fmla="*/ 1226819 w 1263015"/>
              <a:gd name="T89" fmla="*/ 388078 h 448309"/>
              <a:gd name="T90" fmla="*/ 1233520 w 1263015"/>
              <a:gd name="T91" fmla="*/ 388078 h 448309"/>
              <a:gd name="T92" fmla="*/ 1185008 w 1263015"/>
              <a:gd name="T93" fmla="*/ 372836 h 4483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63015" h="448309">
                <a:moveTo>
                  <a:pt x="1183264" y="405262"/>
                </a:moveTo>
                <a:lnTo>
                  <a:pt x="1132088" y="419221"/>
                </a:lnTo>
                <a:lnTo>
                  <a:pt x="1127759" y="427238"/>
                </a:lnTo>
                <a:lnTo>
                  <a:pt x="1129558" y="435223"/>
                </a:lnTo>
                <a:lnTo>
                  <a:pt x="1131448" y="443240"/>
                </a:lnTo>
                <a:lnTo>
                  <a:pt x="1138824" y="447934"/>
                </a:lnTo>
                <a:lnTo>
                  <a:pt x="1240657" y="421264"/>
                </a:lnTo>
                <a:lnTo>
                  <a:pt x="1232672" y="421264"/>
                </a:lnTo>
                <a:lnTo>
                  <a:pt x="1183264" y="405262"/>
                </a:lnTo>
                <a:close/>
              </a:path>
              <a:path w="1263015" h="448309">
                <a:moveTo>
                  <a:pt x="1209812" y="398525"/>
                </a:moveTo>
                <a:lnTo>
                  <a:pt x="1183264" y="405262"/>
                </a:lnTo>
                <a:lnTo>
                  <a:pt x="1232672" y="421264"/>
                </a:lnTo>
                <a:lnTo>
                  <a:pt x="1233776" y="417210"/>
                </a:lnTo>
                <a:lnTo>
                  <a:pt x="1226576" y="417210"/>
                </a:lnTo>
                <a:lnTo>
                  <a:pt x="1209812" y="398525"/>
                </a:lnTo>
                <a:close/>
              </a:path>
              <a:path w="1263015" h="448309">
                <a:moveTo>
                  <a:pt x="1175278" y="314462"/>
                </a:moveTo>
                <a:lnTo>
                  <a:pt x="1166621" y="314462"/>
                </a:lnTo>
                <a:lnTo>
                  <a:pt x="1161044" y="319796"/>
                </a:lnTo>
                <a:lnTo>
                  <a:pt x="1154948" y="325770"/>
                </a:lnTo>
                <a:lnTo>
                  <a:pt x="1154948" y="335158"/>
                </a:lnTo>
                <a:lnTo>
                  <a:pt x="1191280" y="376549"/>
                </a:lnTo>
                <a:lnTo>
                  <a:pt x="1240657" y="391942"/>
                </a:lnTo>
                <a:lnTo>
                  <a:pt x="1233952" y="417210"/>
                </a:lnTo>
                <a:lnTo>
                  <a:pt x="1232672" y="421264"/>
                </a:lnTo>
                <a:lnTo>
                  <a:pt x="1240657" y="421264"/>
                </a:lnTo>
                <a:lnTo>
                  <a:pt x="1262908" y="415168"/>
                </a:lnTo>
                <a:lnTo>
                  <a:pt x="1175278" y="314462"/>
                </a:lnTo>
                <a:close/>
              </a:path>
              <a:path w="1263015" h="448309">
                <a:moveTo>
                  <a:pt x="1233312" y="391942"/>
                </a:moveTo>
                <a:lnTo>
                  <a:pt x="1209812" y="398525"/>
                </a:lnTo>
                <a:lnTo>
                  <a:pt x="1226576" y="417210"/>
                </a:lnTo>
                <a:lnTo>
                  <a:pt x="1233312" y="391942"/>
                </a:lnTo>
                <a:close/>
              </a:path>
              <a:path w="1263015" h="448309">
                <a:moveTo>
                  <a:pt x="1240657" y="391942"/>
                </a:moveTo>
                <a:lnTo>
                  <a:pt x="1233312" y="391942"/>
                </a:lnTo>
                <a:lnTo>
                  <a:pt x="1226576" y="417210"/>
                </a:lnTo>
                <a:lnTo>
                  <a:pt x="1233776" y="417210"/>
                </a:lnTo>
                <a:lnTo>
                  <a:pt x="1240657" y="391942"/>
                </a:lnTo>
                <a:close/>
              </a:path>
              <a:path w="1263015" h="448309">
                <a:moveTo>
                  <a:pt x="7376" y="0"/>
                </a:moveTo>
                <a:lnTo>
                  <a:pt x="0" y="28712"/>
                </a:lnTo>
                <a:lnTo>
                  <a:pt x="1183264" y="405262"/>
                </a:lnTo>
                <a:lnTo>
                  <a:pt x="1209812" y="398525"/>
                </a:lnTo>
                <a:lnTo>
                  <a:pt x="1191280" y="376549"/>
                </a:lnTo>
                <a:lnTo>
                  <a:pt x="7376" y="0"/>
                </a:lnTo>
                <a:close/>
              </a:path>
              <a:path w="1263015" h="448309">
                <a:moveTo>
                  <a:pt x="1191280" y="376549"/>
                </a:moveTo>
                <a:lnTo>
                  <a:pt x="1209812" y="398525"/>
                </a:lnTo>
                <a:lnTo>
                  <a:pt x="1233312" y="391942"/>
                </a:lnTo>
                <a:lnTo>
                  <a:pt x="1240048" y="391942"/>
                </a:lnTo>
                <a:lnTo>
                  <a:pt x="1191280" y="3765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54" name="object 18">
            <a:extLst>
              <a:ext uri="{FF2B5EF4-FFF2-40B4-BE49-F238E27FC236}">
                <a16:creationId xmlns:a16="http://schemas.microsoft.com/office/drawing/2014/main" id="{6A62E025-B7B9-0064-E093-FA1F1977DC5C}"/>
              </a:ext>
            </a:extLst>
          </p:cNvPr>
          <p:cNvSpPr>
            <a:spLocks/>
          </p:cNvSpPr>
          <p:nvPr/>
        </p:nvSpPr>
        <p:spPr bwMode="auto">
          <a:xfrm>
            <a:off x="1820334" y="2000251"/>
            <a:ext cx="2074333" cy="641349"/>
          </a:xfrm>
          <a:custGeom>
            <a:avLst/>
            <a:gdLst>
              <a:gd name="T0" fmla="*/ 1481459 w 1555750"/>
              <a:gd name="T1" fmla="*/ 0 h 480694"/>
              <a:gd name="T2" fmla="*/ 74045 w 1555750"/>
              <a:gd name="T3" fmla="*/ 0 h 480694"/>
              <a:gd name="T4" fmla="*/ 44957 w 1555750"/>
              <a:gd name="T5" fmla="*/ 6123 h 480694"/>
              <a:gd name="T6" fmla="*/ 21585 w 1555750"/>
              <a:gd name="T7" fmla="*/ 23486 h 480694"/>
              <a:gd name="T8" fmla="*/ 5465 w 1555750"/>
              <a:gd name="T9" fmla="*/ 48991 h 480694"/>
              <a:gd name="T10" fmla="*/ 0 w 1555750"/>
              <a:gd name="T11" fmla="*/ 80502 h 480694"/>
              <a:gd name="T12" fmla="*/ 0 w 1555750"/>
              <a:gd name="T13" fmla="*/ 402427 h 480694"/>
              <a:gd name="T14" fmla="*/ 5465 w 1555750"/>
              <a:gd name="T15" fmla="*/ 433292 h 480694"/>
              <a:gd name="T16" fmla="*/ 21585 w 1555750"/>
              <a:gd name="T17" fmla="*/ 459444 h 480694"/>
              <a:gd name="T18" fmla="*/ 44957 w 1555750"/>
              <a:gd name="T19" fmla="*/ 476163 h 480694"/>
              <a:gd name="T20" fmla="*/ 74045 w 1555750"/>
              <a:gd name="T21" fmla="*/ 482930 h 480694"/>
              <a:gd name="T22" fmla="*/ 1481459 w 1555750"/>
              <a:gd name="T23" fmla="*/ 482930 h 480694"/>
              <a:gd name="T24" fmla="*/ 1510415 w 1555750"/>
              <a:gd name="T25" fmla="*/ 476163 h 480694"/>
              <a:gd name="T26" fmla="*/ 1533905 w 1555750"/>
              <a:gd name="T27" fmla="*/ 459444 h 480694"/>
              <a:gd name="T28" fmla="*/ 1549907 w 1555750"/>
              <a:gd name="T29" fmla="*/ 433292 h 480694"/>
              <a:gd name="T30" fmla="*/ 1555491 w 1555750"/>
              <a:gd name="T31" fmla="*/ 402427 h 480694"/>
              <a:gd name="T32" fmla="*/ 1555491 w 1555750"/>
              <a:gd name="T33" fmla="*/ 80502 h 480694"/>
              <a:gd name="T34" fmla="*/ 1549907 w 1555750"/>
              <a:gd name="T35" fmla="*/ 48991 h 480694"/>
              <a:gd name="T36" fmla="*/ 1533905 w 1555750"/>
              <a:gd name="T37" fmla="*/ 23486 h 480694"/>
              <a:gd name="T38" fmla="*/ 1510415 w 1555750"/>
              <a:gd name="T39" fmla="*/ 6123 h 480694"/>
              <a:gd name="T40" fmla="*/ 1481459 w 1555750"/>
              <a:gd name="T41" fmla="*/ 0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55750" h="480694">
                <a:moveTo>
                  <a:pt x="1481459" y="0"/>
                </a:moveTo>
                <a:lnTo>
                  <a:pt x="74045" y="0"/>
                </a:lnTo>
                <a:lnTo>
                  <a:pt x="44957" y="6095"/>
                </a:lnTo>
                <a:lnTo>
                  <a:pt x="21585" y="23378"/>
                </a:lnTo>
                <a:lnTo>
                  <a:pt x="5465" y="48767"/>
                </a:lnTo>
                <a:lnTo>
                  <a:pt x="0" y="80131"/>
                </a:lnTo>
                <a:lnTo>
                  <a:pt x="0" y="400568"/>
                </a:lnTo>
                <a:lnTo>
                  <a:pt x="5465" y="431291"/>
                </a:lnTo>
                <a:lnTo>
                  <a:pt x="21585" y="457321"/>
                </a:lnTo>
                <a:lnTo>
                  <a:pt x="44957" y="473963"/>
                </a:lnTo>
                <a:lnTo>
                  <a:pt x="74045" y="480700"/>
                </a:lnTo>
                <a:lnTo>
                  <a:pt x="1481459" y="480700"/>
                </a:lnTo>
                <a:lnTo>
                  <a:pt x="1510415" y="473963"/>
                </a:lnTo>
                <a:lnTo>
                  <a:pt x="1533905" y="457321"/>
                </a:lnTo>
                <a:lnTo>
                  <a:pt x="1549907" y="431291"/>
                </a:lnTo>
                <a:lnTo>
                  <a:pt x="1555491" y="400568"/>
                </a:lnTo>
                <a:lnTo>
                  <a:pt x="1555491" y="80131"/>
                </a:lnTo>
                <a:lnTo>
                  <a:pt x="1549907" y="48767"/>
                </a:lnTo>
                <a:lnTo>
                  <a:pt x="1533905" y="23378"/>
                </a:lnTo>
                <a:lnTo>
                  <a:pt x="1510415" y="6095"/>
                </a:lnTo>
                <a:lnTo>
                  <a:pt x="1481459" y="0"/>
                </a:lnTo>
                <a:close/>
              </a:path>
            </a:pathLst>
          </a:custGeom>
          <a:solidFill>
            <a:srgbClr val="00AEF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55" name="object 19">
            <a:extLst>
              <a:ext uri="{FF2B5EF4-FFF2-40B4-BE49-F238E27FC236}">
                <a16:creationId xmlns:a16="http://schemas.microsoft.com/office/drawing/2014/main" id="{85F19243-6558-19B8-B19A-F83AE7016644}"/>
              </a:ext>
            </a:extLst>
          </p:cNvPr>
          <p:cNvSpPr>
            <a:spLocks/>
          </p:cNvSpPr>
          <p:nvPr/>
        </p:nvSpPr>
        <p:spPr bwMode="auto">
          <a:xfrm>
            <a:off x="1820334" y="2000251"/>
            <a:ext cx="2074333" cy="641349"/>
          </a:xfrm>
          <a:custGeom>
            <a:avLst/>
            <a:gdLst>
              <a:gd name="T0" fmla="*/ 0 w 1555750"/>
              <a:gd name="T1" fmla="*/ 80502 h 480694"/>
              <a:gd name="T2" fmla="*/ 5465 w 1555750"/>
              <a:gd name="T3" fmla="*/ 48991 h 480694"/>
              <a:gd name="T4" fmla="*/ 21585 w 1555750"/>
              <a:gd name="T5" fmla="*/ 23486 h 480694"/>
              <a:gd name="T6" fmla="*/ 44957 w 1555750"/>
              <a:gd name="T7" fmla="*/ 6123 h 480694"/>
              <a:gd name="T8" fmla="*/ 74045 w 1555750"/>
              <a:gd name="T9" fmla="*/ 0 h 480694"/>
              <a:gd name="T10" fmla="*/ 1481459 w 1555750"/>
              <a:gd name="T11" fmla="*/ 0 h 480694"/>
              <a:gd name="T12" fmla="*/ 1510415 w 1555750"/>
              <a:gd name="T13" fmla="*/ 6123 h 480694"/>
              <a:gd name="T14" fmla="*/ 1533905 w 1555750"/>
              <a:gd name="T15" fmla="*/ 23486 h 480694"/>
              <a:gd name="T16" fmla="*/ 1549907 w 1555750"/>
              <a:gd name="T17" fmla="*/ 48991 h 480694"/>
              <a:gd name="T18" fmla="*/ 1555491 w 1555750"/>
              <a:gd name="T19" fmla="*/ 80502 h 480694"/>
              <a:gd name="T20" fmla="*/ 1555491 w 1555750"/>
              <a:gd name="T21" fmla="*/ 402427 h 480694"/>
              <a:gd name="T22" fmla="*/ 1549907 w 1555750"/>
              <a:gd name="T23" fmla="*/ 433292 h 480694"/>
              <a:gd name="T24" fmla="*/ 1533905 w 1555750"/>
              <a:gd name="T25" fmla="*/ 459444 h 480694"/>
              <a:gd name="T26" fmla="*/ 1510415 w 1555750"/>
              <a:gd name="T27" fmla="*/ 476163 h 480694"/>
              <a:gd name="T28" fmla="*/ 1481459 w 1555750"/>
              <a:gd name="T29" fmla="*/ 482930 h 480694"/>
              <a:gd name="T30" fmla="*/ 74045 w 1555750"/>
              <a:gd name="T31" fmla="*/ 482930 h 480694"/>
              <a:gd name="T32" fmla="*/ 44957 w 1555750"/>
              <a:gd name="T33" fmla="*/ 476163 h 480694"/>
              <a:gd name="T34" fmla="*/ 21585 w 1555750"/>
              <a:gd name="T35" fmla="*/ 459444 h 480694"/>
              <a:gd name="T36" fmla="*/ 5465 w 1555750"/>
              <a:gd name="T37" fmla="*/ 433292 h 480694"/>
              <a:gd name="T38" fmla="*/ 0 w 1555750"/>
              <a:gd name="T39" fmla="*/ 402427 h 480694"/>
              <a:gd name="T40" fmla="*/ 0 w 1555750"/>
              <a:gd name="T41" fmla="*/ 80502 h 4806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555750" h="480694">
                <a:moveTo>
                  <a:pt x="0" y="80131"/>
                </a:moveTo>
                <a:lnTo>
                  <a:pt x="5465" y="48767"/>
                </a:lnTo>
                <a:lnTo>
                  <a:pt x="21585" y="23378"/>
                </a:lnTo>
                <a:lnTo>
                  <a:pt x="44957" y="6095"/>
                </a:lnTo>
                <a:lnTo>
                  <a:pt x="74045" y="0"/>
                </a:lnTo>
                <a:lnTo>
                  <a:pt x="1481459" y="0"/>
                </a:lnTo>
                <a:lnTo>
                  <a:pt x="1510415" y="6095"/>
                </a:lnTo>
                <a:lnTo>
                  <a:pt x="1533905" y="23378"/>
                </a:lnTo>
                <a:lnTo>
                  <a:pt x="1549907" y="48767"/>
                </a:lnTo>
                <a:lnTo>
                  <a:pt x="1555491" y="80131"/>
                </a:lnTo>
                <a:lnTo>
                  <a:pt x="1555491" y="400568"/>
                </a:lnTo>
                <a:lnTo>
                  <a:pt x="1549907" y="431291"/>
                </a:lnTo>
                <a:lnTo>
                  <a:pt x="1533905" y="457321"/>
                </a:lnTo>
                <a:lnTo>
                  <a:pt x="1510415" y="473963"/>
                </a:lnTo>
                <a:lnTo>
                  <a:pt x="1481459" y="480700"/>
                </a:lnTo>
                <a:lnTo>
                  <a:pt x="74045" y="480700"/>
                </a:lnTo>
                <a:lnTo>
                  <a:pt x="44957" y="473963"/>
                </a:lnTo>
                <a:lnTo>
                  <a:pt x="21585" y="457321"/>
                </a:lnTo>
                <a:lnTo>
                  <a:pt x="5465" y="431291"/>
                </a:lnTo>
                <a:lnTo>
                  <a:pt x="0" y="400568"/>
                </a:lnTo>
                <a:lnTo>
                  <a:pt x="0" y="80131"/>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56" name="object 20">
            <a:extLst>
              <a:ext uri="{FF2B5EF4-FFF2-40B4-BE49-F238E27FC236}">
                <a16:creationId xmlns:a16="http://schemas.microsoft.com/office/drawing/2014/main" id="{3B963872-B797-778E-E14C-BC90984457F6}"/>
              </a:ext>
            </a:extLst>
          </p:cNvPr>
          <p:cNvSpPr>
            <a:spLocks/>
          </p:cNvSpPr>
          <p:nvPr/>
        </p:nvSpPr>
        <p:spPr bwMode="auto">
          <a:xfrm>
            <a:off x="2857500" y="1447801"/>
            <a:ext cx="1439333" cy="588433"/>
          </a:xfrm>
          <a:custGeom>
            <a:avLst/>
            <a:gdLst>
              <a:gd name="T0" fmla="*/ 92317 w 1078864"/>
              <a:gd name="T1" fmla="*/ 309128 h 441325"/>
              <a:gd name="T2" fmla="*/ 83650 w 1078864"/>
              <a:gd name="T3" fmla="*/ 309768 h 441325"/>
              <a:gd name="T4" fmla="*/ 78676 w 1078864"/>
              <a:gd name="T5" fmla="*/ 315742 h 441325"/>
              <a:gd name="T6" fmla="*/ 0 w 1078864"/>
              <a:gd name="T7" fmla="*/ 414527 h 441325"/>
              <a:gd name="T8" fmla="*/ 125866 w 1078864"/>
              <a:gd name="T9" fmla="*/ 441197 h 441325"/>
              <a:gd name="T10" fmla="*/ 133253 w 1078864"/>
              <a:gd name="T11" fmla="*/ 435863 h 441325"/>
              <a:gd name="T12" fmla="*/ 134533 w 1078864"/>
              <a:gd name="T13" fmla="*/ 427878 h 441325"/>
              <a:gd name="T14" fmla="*/ 136314 w 1078864"/>
              <a:gd name="T15" fmla="*/ 419861 h 441325"/>
              <a:gd name="T16" fmla="*/ 135683 w 1078864"/>
              <a:gd name="T17" fmla="*/ 419221 h 441325"/>
              <a:gd name="T18" fmla="*/ 30343 w 1078864"/>
              <a:gd name="T19" fmla="*/ 419221 h 441325"/>
              <a:gd name="T20" fmla="*/ 21676 w 1078864"/>
              <a:gd name="T21" fmla="*/ 390540 h 441325"/>
              <a:gd name="T22" fmla="*/ 70009 w 1078864"/>
              <a:gd name="T23" fmla="*/ 372496 h 441325"/>
              <a:gd name="T24" fmla="*/ 99722 w 1078864"/>
              <a:gd name="T25" fmla="*/ 335158 h 441325"/>
              <a:gd name="T26" fmla="*/ 104694 w 1078864"/>
              <a:gd name="T27" fmla="*/ 329062 h 441325"/>
              <a:gd name="T28" fmla="*/ 104058 w 1078864"/>
              <a:gd name="T29" fmla="*/ 319796 h 441325"/>
              <a:gd name="T30" fmla="*/ 98572 w 1078864"/>
              <a:gd name="T31" fmla="*/ 314462 h 441325"/>
              <a:gd name="T32" fmla="*/ 92317 w 1078864"/>
              <a:gd name="T33" fmla="*/ 309128 h 441325"/>
              <a:gd name="T34" fmla="*/ 70009 w 1078864"/>
              <a:gd name="T35" fmla="*/ 372496 h 441325"/>
              <a:gd name="T36" fmla="*/ 21676 w 1078864"/>
              <a:gd name="T37" fmla="*/ 390540 h 441325"/>
              <a:gd name="T38" fmla="*/ 30343 w 1078864"/>
              <a:gd name="T39" fmla="*/ 419221 h 441325"/>
              <a:gd name="T40" fmla="*/ 42664 w 1078864"/>
              <a:gd name="T41" fmla="*/ 414527 h 441325"/>
              <a:gd name="T42" fmla="*/ 36596 w 1078864"/>
              <a:gd name="T43" fmla="*/ 414527 h 441325"/>
              <a:gd name="T44" fmla="*/ 28431 w 1078864"/>
              <a:gd name="T45" fmla="*/ 389900 h 441325"/>
              <a:gd name="T46" fmla="*/ 56247 w 1078864"/>
              <a:gd name="T47" fmla="*/ 389900 h 441325"/>
              <a:gd name="T48" fmla="*/ 70009 w 1078864"/>
              <a:gd name="T49" fmla="*/ 372496 h 441325"/>
              <a:gd name="T50" fmla="*/ 79314 w 1078864"/>
              <a:gd name="T51" fmla="*/ 400568 h 441325"/>
              <a:gd name="T52" fmla="*/ 30343 w 1078864"/>
              <a:gd name="T53" fmla="*/ 419221 h 441325"/>
              <a:gd name="T54" fmla="*/ 135683 w 1078864"/>
              <a:gd name="T55" fmla="*/ 419221 h 441325"/>
              <a:gd name="T56" fmla="*/ 131340 w 1078864"/>
              <a:gd name="T57" fmla="*/ 411876 h 441325"/>
              <a:gd name="T58" fmla="*/ 79314 w 1078864"/>
              <a:gd name="T59" fmla="*/ 400568 h 441325"/>
              <a:gd name="T60" fmla="*/ 28431 w 1078864"/>
              <a:gd name="T61" fmla="*/ 389900 h 441325"/>
              <a:gd name="T62" fmla="*/ 36596 w 1078864"/>
              <a:gd name="T63" fmla="*/ 414527 h 441325"/>
              <a:gd name="T64" fmla="*/ 52032 w 1078864"/>
              <a:gd name="T65" fmla="*/ 395234 h 441325"/>
              <a:gd name="T66" fmla="*/ 28431 w 1078864"/>
              <a:gd name="T67" fmla="*/ 389900 h 441325"/>
              <a:gd name="T68" fmla="*/ 52032 w 1078864"/>
              <a:gd name="T69" fmla="*/ 395234 h 441325"/>
              <a:gd name="T70" fmla="*/ 36596 w 1078864"/>
              <a:gd name="T71" fmla="*/ 414527 h 441325"/>
              <a:gd name="T72" fmla="*/ 42664 w 1078864"/>
              <a:gd name="T73" fmla="*/ 414527 h 441325"/>
              <a:gd name="T74" fmla="*/ 79314 w 1078864"/>
              <a:gd name="T75" fmla="*/ 400568 h 441325"/>
              <a:gd name="T76" fmla="*/ 52032 w 1078864"/>
              <a:gd name="T77" fmla="*/ 395234 h 441325"/>
              <a:gd name="T78" fmla="*/ 1074154 w 1078864"/>
              <a:gd name="T79" fmla="*/ 0 h 441325"/>
              <a:gd name="T80" fmla="*/ 70009 w 1078864"/>
              <a:gd name="T81" fmla="*/ 372496 h 441325"/>
              <a:gd name="T82" fmla="*/ 56356 w 1078864"/>
              <a:gd name="T83" fmla="*/ 389900 h 441325"/>
              <a:gd name="T84" fmla="*/ 52032 w 1078864"/>
              <a:gd name="T85" fmla="*/ 395234 h 441325"/>
              <a:gd name="T86" fmla="*/ 79314 w 1078864"/>
              <a:gd name="T87" fmla="*/ 400568 h 441325"/>
              <a:gd name="T88" fmla="*/ 1082815 w 1078864"/>
              <a:gd name="T89" fmla="*/ 28072 h 441325"/>
              <a:gd name="T90" fmla="*/ 1074154 w 1078864"/>
              <a:gd name="T91" fmla="*/ 0 h 441325"/>
              <a:gd name="T92" fmla="*/ 56247 w 1078864"/>
              <a:gd name="T93" fmla="*/ 389900 h 441325"/>
              <a:gd name="T94" fmla="*/ 28431 w 1078864"/>
              <a:gd name="T95" fmla="*/ 389900 h 441325"/>
              <a:gd name="T96" fmla="*/ 52032 w 1078864"/>
              <a:gd name="T97" fmla="*/ 395234 h 441325"/>
              <a:gd name="T98" fmla="*/ 56247 w 1078864"/>
              <a:gd name="T99" fmla="*/ 389900 h 44132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78864" h="441325">
                <a:moveTo>
                  <a:pt x="91939" y="309128"/>
                </a:moveTo>
                <a:lnTo>
                  <a:pt x="83307" y="309768"/>
                </a:lnTo>
                <a:lnTo>
                  <a:pt x="78354" y="315742"/>
                </a:lnTo>
                <a:lnTo>
                  <a:pt x="0" y="414527"/>
                </a:lnTo>
                <a:lnTo>
                  <a:pt x="125348" y="441197"/>
                </a:lnTo>
                <a:lnTo>
                  <a:pt x="132706" y="435863"/>
                </a:lnTo>
                <a:lnTo>
                  <a:pt x="133980" y="427878"/>
                </a:lnTo>
                <a:lnTo>
                  <a:pt x="135754" y="419861"/>
                </a:lnTo>
                <a:lnTo>
                  <a:pt x="135123" y="419221"/>
                </a:lnTo>
                <a:lnTo>
                  <a:pt x="30217" y="419221"/>
                </a:lnTo>
                <a:lnTo>
                  <a:pt x="21585" y="390540"/>
                </a:lnTo>
                <a:lnTo>
                  <a:pt x="69722" y="372496"/>
                </a:lnTo>
                <a:lnTo>
                  <a:pt x="99309" y="335158"/>
                </a:lnTo>
                <a:lnTo>
                  <a:pt x="104262" y="329062"/>
                </a:lnTo>
                <a:lnTo>
                  <a:pt x="103631" y="319796"/>
                </a:lnTo>
                <a:lnTo>
                  <a:pt x="98166" y="314462"/>
                </a:lnTo>
                <a:lnTo>
                  <a:pt x="91939" y="309128"/>
                </a:lnTo>
                <a:close/>
              </a:path>
              <a:path w="1078864" h="441325">
                <a:moveTo>
                  <a:pt x="69722" y="372496"/>
                </a:moveTo>
                <a:lnTo>
                  <a:pt x="21585" y="390540"/>
                </a:lnTo>
                <a:lnTo>
                  <a:pt x="30217" y="419221"/>
                </a:lnTo>
                <a:lnTo>
                  <a:pt x="42489" y="414527"/>
                </a:lnTo>
                <a:lnTo>
                  <a:pt x="36444" y="414527"/>
                </a:lnTo>
                <a:lnTo>
                  <a:pt x="28312" y="389900"/>
                </a:lnTo>
                <a:lnTo>
                  <a:pt x="56016" y="389900"/>
                </a:lnTo>
                <a:lnTo>
                  <a:pt x="69722" y="372496"/>
                </a:lnTo>
                <a:close/>
              </a:path>
              <a:path w="1078864" h="441325">
                <a:moveTo>
                  <a:pt x="78985" y="400568"/>
                </a:moveTo>
                <a:lnTo>
                  <a:pt x="30217" y="419221"/>
                </a:lnTo>
                <a:lnTo>
                  <a:pt x="135123" y="419221"/>
                </a:lnTo>
                <a:lnTo>
                  <a:pt x="130801" y="411876"/>
                </a:lnTo>
                <a:lnTo>
                  <a:pt x="78985" y="400568"/>
                </a:lnTo>
                <a:close/>
              </a:path>
              <a:path w="1078864" h="441325">
                <a:moveTo>
                  <a:pt x="28312" y="389900"/>
                </a:moveTo>
                <a:lnTo>
                  <a:pt x="36444" y="414527"/>
                </a:lnTo>
                <a:lnTo>
                  <a:pt x="51815" y="395234"/>
                </a:lnTo>
                <a:lnTo>
                  <a:pt x="28312" y="389900"/>
                </a:lnTo>
                <a:close/>
              </a:path>
              <a:path w="1078864" h="441325">
                <a:moveTo>
                  <a:pt x="51815" y="395234"/>
                </a:moveTo>
                <a:lnTo>
                  <a:pt x="36444" y="414527"/>
                </a:lnTo>
                <a:lnTo>
                  <a:pt x="42489" y="414527"/>
                </a:lnTo>
                <a:lnTo>
                  <a:pt x="78985" y="400568"/>
                </a:lnTo>
                <a:lnTo>
                  <a:pt x="51815" y="395234"/>
                </a:lnTo>
                <a:close/>
              </a:path>
              <a:path w="1078864" h="441325">
                <a:moveTo>
                  <a:pt x="1069732" y="0"/>
                </a:moveTo>
                <a:lnTo>
                  <a:pt x="69722" y="372496"/>
                </a:lnTo>
                <a:lnTo>
                  <a:pt x="56125" y="389900"/>
                </a:lnTo>
                <a:lnTo>
                  <a:pt x="51815" y="395234"/>
                </a:lnTo>
                <a:lnTo>
                  <a:pt x="78985" y="400568"/>
                </a:lnTo>
                <a:lnTo>
                  <a:pt x="1078357" y="28072"/>
                </a:lnTo>
                <a:lnTo>
                  <a:pt x="1069732" y="0"/>
                </a:lnTo>
                <a:close/>
              </a:path>
              <a:path w="1078864" h="441325">
                <a:moveTo>
                  <a:pt x="56016" y="389900"/>
                </a:moveTo>
                <a:lnTo>
                  <a:pt x="28312" y="389900"/>
                </a:lnTo>
                <a:lnTo>
                  <a:pt x="51815" y="395234"/>
                </a:lnTo>
                <a:lnTo>
                  <a:pt x="56016" y="3899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57" name="object 21">
            <a:extLst>
              <a:ext uri="{FF2B5EF4-FFF2-40B4-BE49-F238E27FC236}">
                <a16:creationId xmlns:a16="http://schemas.microsoft.com/office/drawing/2014/main" id="{AAB613DE-BC95-440F-94EE-2AA60C3379FF}"/>
              </a:ext>
            </a:extLst>
          </p:cNvPr>
          <p:cNvSpPr>
            <a:spLocks/>
          </p:cNvSpPr>
          <p:nvPr/>
        </p:nvSpPr>
        <p:spPr bwMode="auto">
          <a:xfrm>
            <a:off x="6561667" y="4135967"/>
            <a:ext cx="2567517" cy="0"/>
          </a:xfrm>
          <a:custGeom>
            <a:avLst/>
            <a:gdLst>
              <a:gd name="T0" fmla="*/ 0 w 1926590"/>
              <a:gd name="T1" fmla="*/ 1919318 w 1926590"/>
              <a:gd name="T2" fmla="*/ 0 60000 65536"/>
              <a:gd name="T3" fmla="*/ 0 60000 65536"/>
            </a:gdLst>
            <a:ahLst/>
            <a:cxnLst>
              <a:cxn ang="T2">
                <a:pos x="T0" y="0"/>
              </a:cxn>
              <a:cxn ang="T3">
                <a:pos x="T1" y="0"/>
              </a:cxn>
            </a:cxnLst>
            <a:rect l="0" t="0" r="r" b="b"/>
            <a:pathLst>
              <a:path w="1926590">
                <a:moveTo>
                  <a:pt x="0" y="0"/>
                </a:moveTo>
                <a:lnTo>
                  <a:pt x="1925970" y="0"/>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58" name="object 22">
            <a:extLst>
              <a:ext uri="{FF2B5EF4-FFF2-40B4-BE49-F238E27FC236}">
                <a16:creationId xmlns:a16="http://schemas.microsoft.com/office/drawing/2014/main" id="{2F654674-532D-34CF-E1C0-FD1D44BE9B71}"/>
              </a:ext>
            </a:extLst>
          </p:cNvPr>
          <p:cNvSpPr>
            <a:spLocks noChangeArrowheads="1"/>
          </p:cNvSpPr>
          <p:nvPr/>
        </p:nvSpPr>
        <p:spPr bwMode="auto">
          <a:xfrm>
            <a:off x="7573434" y="3735918"/>
            <a:ext cx="505884" cy="5461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59" name="object 23">
            <a:extLst>
              <a:ext uri="{FF2B5EF4-FFF2-40B4-BE49-F238E27FC236}">
                <a16:creationId xmlns:a16="http://schemas.microsoft.com/office/drawing/2014/main" id="{B04B2BD3-F263-9F7B-2CE7-9878A14E0CE4}"/>
              </a:ext>
            </a:extLst>
          </p:cNvPr>
          <p:cNvSpPr>
            <a:spLocks noChangeArrowheads="1"/>
          </p:cNvSpPr>
          <p:nvPr/>
        </p:nvSpPr>
        <p:spPr bwMode="auto">
          <a:xfrm>
            <a:off x="8858251" y="4055534"/>
            <a:ext cx="505883" cy="54821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60" name="object 24">
            <a:extLst>
              <a:ext uri="{FF2B5EF4-FFF2-40B4-BE49-F238E27FC236}">
                <a16:creationId xmlns:a16="http://schemas.microsoft.com/office/drawing/2014/main" id="{CA862B29-8DFA-E1AA-9AA6-B79065FC32D6}"/>
              </a:ext>
            </a:extLst>
          </p:cNvPr>
          <p:cNvSpPr>
            <a:spLocks noChangeArrowheads="1"/>
          </p:cNvSpPr>
          <p:nvPr/>
        </p:nvSpPr>
        <p:spPr bwMode="auto">
          <a:xfrm>
            <a:off x="6388101" y="4055534"/>
            <a:ext cx="505884" cy="54821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61" name="object 25">
            <a:extLst>
              <a:ext uri="{FF2B5EF4-FFF2-40B4-BE49-F238E27FC236}">
                <a16:creationId xmlns:a16="http://schemas.microsoft.com/office/drawing/2014/main" id="{0FE589FE-0EDA-8F07-3D30-6B6C53F59672}"/>
              </a:ext>
            </a:extLst>
          </p:cNvPr>
          <p:cNvSpPr>
            <a:spLocks/>
          </p:cNvSpPr>
          <p:nvPr/>
        </p:nvSpPr>
        <p:spPr bwMode="auto">
          <a:xfrm>
            <a:off x="5672667" y="4455585"/>
            <a:ext cx="1185333" cy="427567"/>
          </a:xfrm>
          <a:custGeom>
            <a:avLst/>
            <a:gdLst>
              <a:gd name="T0" fmla="*/ 839480 w 889000"/>
              <a:gd name="T1" fmla="*/ 0 h 320675"/>
              <a:gd name="T2" fmla="*/ 49408 w 889000"/>
              <a:gd name="T3" fmla="*/ 0 h 320675"/>
              <a:gd name="T4" fmla="*/ 30236 w 889000"/>
              <a:gd name="T5" fmla="*/ 3928 h 320675"/>
              <a:gd name="T6" fmla="*/ 14234 w 889000"/>
              <a:gd name="T7" fmla="*/ 15358 h 320675"/>
              <a:gd name="T8" fmla="*/ 3688 w 889000"/>
              <a:gd name="T9" fmla="*/ 32634 h 320675"/>
              <a:gd name="T10" fmla="*/ 0 w 889000"/>
              <a:gd name="T11" fmla="*/ 53339 h 320675"/>
              <a:gd name="T12" fmla="*/ 0 w 889000"/>
              <a:gd name="T13" fmla="*/ 266949 h 320675"/>
              <a:gd name="T14" fmla="*/ 3688 w 889000"/>
              <a:gd name="T15" fmla="*/ 287654 h 320675"/>
              <a:gd name="T16" fmla="*/ 14234 w 889000"/>
              <a:gd name="T17" fmla="*/ 304287 h 320675"/>
              <a:gd name="T18" fmla="*/ 30236 w 889000"/>
              <a:gd name="T19" fmla="*/ 315717 h 320675"/>
              <a:gd name="T20" fmla="*/ 49408 w 889000"/>
              <a:gd name="T21" fmla="*/ 320420 h 320675"/>
              <a:gd name="T22" fmla="*/ 839480 w 889000"/>
              <a:gd name="T23" fmla="*/ 320420 h 320675"/>
              <a:gd name="T24" fmla="*/ 858652 w 889000"/>
              <a:gd name="T25" fmla="*/ 315717 h 320675"/>
              <a:gd name="T26" fmla="*/ 874654 w 889000"/>
              <a:gd name="T27" fmla="*/ 304287 h 320675"/>
              <a:gd name="T28" fmla="*/ 885200 w 889000"/>
              <a:gd name="T29" fmla="*/ 287654 h 320675"/>
              <a:gd name="T30" fmla="*/ 888888 w 889000"/>
              <a:gd name="T31" fmla="*/ 266949 h 320675"/>
              <a:gd name="T32" fmla="*/ 888888 w 889000"/>
              <a:gd name="T33" fmla="*/ 53339 h 320675"/>
              <a:gd name="T34" fmla="*/ 885200 w 889000"/>
              <a:gd name="T35" fmla="*/ 32634 h 320675"/>
              <a:gd name="T36" fmla="*/ 874654 w 889000"/>
              <a:gd name="T37" fmla="*/ 15358 h 320675"/>
              <a:gd name="T38" fmla="*/ 858652 w 889000"/>
              <a:gd name="T39" fmla="*/ 3928 h 320675"/>
              <a:gd name="T40" fmla="*/ 839480 w 889000"/>
              <a:gd name="T41" fmla="*/ 0 h 3206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9000" h="320675">
                <a:moveTo>
                  <a:pt x="839480" y="0"/>
                </a:moveTo>
                <a:lnTo>
                  <a:pt x="49408" y="0"/>
                </a:lnTo>
                <a:lnTo>
                  <a:pt x="30236" y="3928"/>
                </a:lnTo>
                <a:lnTo>
                  <a:pt x="14234" y="15358"/>
                </a:lnTo>
                <a:lnTo>
                  <a:pt x="3688" y="32634"/>
                </a:lnTo>
                <a:lnTo>
                  <a:pt x="0" y="53339"/>
                </a:lnTo>
                <a:lnTo>
                  <a:pt x="0" y="266949"/>
                </a:lnTo>
                <a:lnTo>
                  <a:pt x="3688" y="287654"/>
                </a:lnTo>
                <a:lnTo>
                  <a:pt x="14234" y="304287"/>
                </a:lnTo>
                <a:lnTo>
                  <a:pt x="30236" y="315717"/>
                </a:lnTo>
                <a:lnTo>
                  <a:pt x="49408" y="320420"/>
                </a:lnTo>
                <a:lnTo>
                  <a:pt x="839480" y="320420"/>
                </a:lnTo>
                <a:lnTo>
                  <a:pt x="858652" y="315717"/>
                </a:lnTo>
                <a:lnTo>
                  <a:pt x="874654" y="304287"/>
                </a:lnTo>
                <a:lnTo>
                  <a:pt x="885200" y="287654"/>
                </a:lnTo>
                <a:lnTo>
                  <a:pt x="888888" y="266949"/>
                </a:lnTo>
                <a:lnTo>
                  <a:pt x="888888" y="53339"/>
                </a:lnTo>
                <a:lnTo>
                  <a:pt x="885200" y="32634"/>
                </a:lnTo>
                <a:lnTo>
                  <a:pt x="874654" y="15358"/>
                </a:lnTo>
                <a:lnTo>
                  <a:pt x="858652" y="3928"/>
                </a:lnTo>
                <a:lnTo>
                  <a:pt x="839480" y="0"/>
                </a:lnTo>
                <a:close/>
              </a:path>
            </a:pathLst>
          </a:custGeom>
          <a:solidFill>
            <a:srgbClr val="E46C0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62" name="object 26">
            <a:extLst>
              <a:ext uri="{FF2B5EF4-FFF2-40B4-BE49-F238E27FC236}">
                <a16:creationId xmlns:a16="http://schemas.microsoft.com/office/drawing/2014/main" id="{41F686FC-7300-C60F-407F-AB2B17913948}"/>
              </a:ext>
            </a:extLst>
          </p:cNvPr>
          <p:cNvSpPr>
            <a:spLocks/>
          </p:cNvSpPr>
          <p:nvPr/>
        </p:nvSpPr>
        <p:spPr bwMode="auto">
          <a:xfrm>
            <a:off x="5672667" y="4455585"/>
            <a:ext cx="1185333" cy="427567"/>
          </a:xfrm>
          <a:custGeom>
            <a:avLst/>
            <a:gdLst>
              <a:gd name="T0" fmla="*/ 0 w 889000"/>
              <a:gd name="T1" fmla="*/ 53339 h 320675"/>
              <a:gd name="T2" fmla="*/ 3688 w 889000"/>
              <a:gd name="T3" fmla="*/ 32634 h 320675"/>
              <a:gd name="T4" fmla="*/ 14234 w 889000"/>
              <a:gd name="T5" fmla="*/ 15358 h 320675"/>
              <a:gd name="T6" fmla="*/ 30236 w 889000"/>
              <a:gd name="T7" fmla="*/ 3928 h 320675"/>
              <a:gd name="T8" fmla="*/ 49408 w 889000"/>
              <a:gd name="T9" fmla="*/ 0 h 320675"/>
              <a:gd name="T10" fmla="*/ 839480 w 889000"/>
              <a:gd name="T11" fmla="*/ 0 h 320675"/>
              <a:gd name="T12" fmla="*/ 858652 w 889000"/>
              <a:gd name="T13" fmla="*/ 3928 h 320675"/>
              <a:gd name="T14" fmla="*/ 874654 w 889000"/>
              <a:gd name="T15" fmla="*/ 15358 h 320675"/>
              <a:gd name="T16" fmla="*/ 885200 w 889000"/>
              <a:gd name="T17" fmla="*/ 32634 h 320675"/>
              <a:gd name="T18" fmla="*/ 888888 w 889000"/>
              <a:gd name="T19" fmla="*/ 53339 h 320675"/>
              <a:gd name="T20" fmla="*/ 888888 w 889000"/>
              <a:gd name="T21" fmla="*/ 266949 h 320675"/>
              <a:gd name="T22" fmla="*/ 885200 w 889000"/>
              <a:gd name="T23" fmla="*/ 287654 h 320675"/>
              <a:gd name="T24" fmla="*/ 874654 w 889000"/>
              <a:gd name="T25" fmla="*/ 304287 h 320675"/>
              <a:gd name="T26" fmla="*/ 858652 w 889000"/>
              <a:gd name="T27" fmla="*/ 315717 h 320675"/>
              <a:gd name="T28" fmla="*/ 839480 w 889000"/>
              <a:gd name="T29" fmla="*/ 320420 h 320675"/>
              <a:gd name="T30" fmla="*/ 49408 w 889000"/>
              <a:gd name="T31" fmla="*/ 320420 h 320675"/>
              <a:gd name="T32" fmla="*/ 30236 w 889000"/>
              <a:gd name="T33" fmla="*/ 315717 h 320675"/>
              <a:gd name="T34" fmla="*/ 14234 w 889000"/>
              <a:gd name="T35" fmla="*/ 304287 h 320675"/>
              <a:gd name="T36" fmla="*/ 3688 w 889000"/>
              <a:gd name="T37" fmla="*/ 287654 h 320675"/>
              <a:gd name="T38" fmla="*/ 0 w 889000"/>
              <a:gd name="T39" fmla="*/ 266949 h 320675"/>
              <a:gd name="T40" fmla="*/ 0 w 889000"/>
              <a:gd name="T41" fmla="*/ 53339 h 3206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89000" h="320675">
                <a:moveTo>
                  <a:pt x="0" y="53339"/>
                </a:moveTo>
                <a:lnTo>
                  <a:pt x="3688" y="32634"/>
                </a:lnTo>
                <a:lnTo>
                  <a:pt x="14234" y="15358"/>
                </a:lnTo>
                <a:lnTo>
                  <a:pt x="30236" y="3928"/>
                </a:lnTo>
                <a:lnTo>
                  <a:pt x="49408" y="0"/>
                </a:lnTo>
                <a:lnTo>
                  <a:pt x="839480" y="0"/>
                </a:lnTo>
                <a:lnTo>
                  <a:pt x="858652" y="3928"/>
                </a:lnTo>
                <a:lnTo>
                  <a:pt x="874654" y="15358"/>
                </a:lnTo>
                <a:lnTo>
                  <a:pt x="885200" y="32634"/>
                </a:lnTo>
                <a:lnTo>
                  <a:pt x="888888" y="53339"/>
                </a:lnTo>
                <a:lnTo>
                  <a:pt x="888888" y="266949"/>
                </a:lnTo>
                <a:lnTo>
                  <a:pt x="885200" y="287654"/>
                </a:lnTo>
                <a:lnTo>
                  <a:pt x="874654" y="304287"/>
                </a:lnTo>
                <a:lnTo>
                  <a:pt x="858652" y="315717"/>
                </a:lnTo>
                <a:lnTo>
                  <a:pt x="839480" y="320420"/>
                </a:lnTo>
                <a:lnTo>
                  <a:pt x="49408" y="320420"/>
                </a:lnTo>
                <a:lnTo>
                  <a:pt x="30236" y="315717"/>
                </a:lnTo>
                <a:lnTo>
                  <a:pt x="14234" y="304287"/>
                </a:lnTo>
                <a:lnTo>
                  <a:pt x="3688" y="287654"/>
                </a:lnTo>
                <a:lnTo>
                  <a:pt x="0" y="266949"/>
                </a:lnTo>
                <a:lnTo>
                  <a:pt x="0" y="53339"/>
                </a:lnTo>
                <a:close/>
              </a:path>
            </a:pathLst>
          </a:custGeom>
          <a:noFill/>
          <a:ln w="25399">
            <a:solidFill>
              <a:srgbClr val="E46C0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63" name="object 27">
            <a:extLst>
              <a:ext uri="{FF2B5EF4-FFF2-40B4-BE49-F238E27FC236}">
                <a16:creationId xmlns:a16="http://schemas.microsoft.com/office/drawing/2014/main" id="{F2FBE0A9-5F17-2756-2578-B51EF086EDA6}"/>
              </a:ext>
            </a:extLst>
          </p:cNvPr>
          <p:cNvSpPr>
            <a:spLocks/>
          </p:cNvSpPr>
          <p:nvPr/>
        </p:nvSpPr>
        <p:spPr bwMode="auto">
          <a:xfrm>
            <a:off x="8339667" y="4455585"/>
            <a:ext cx="1481667" cy="427567"/>
          </a:xfrm>
          <a:custGeom>
            <a:avLst/>
            <a:gdLst>
              <a:gd name="T0" fmla="*/ 1061709 w 1111250"/>
              <a:gd name="T1" fmla="*/ 0 h 320675"/>
              <a:gd name="T2" fmla="*/ 49408 w 1111250"/>
              <a:gd name="T3" fmla="*/ 0 h 320675"/>
              <a:gd name="T4" fmla="*/ 30236 w 1111250"/>
              <a:gd name="T5" fmla="*/ 3928 h 320675"/>
              <a:gd name="T6" fmla="*/ 14234 w 1111250"/>
              <a:gd name="T7" fmla="*/ 15358 h 320675"/>
              <a:gd name="T8" fmla="*/ 3688 w 1111250"/>
              <a:gd name="T9" fmla="*/ 32634 h 320675"/>
              <a:gd name="T10" fmla="*/ 0 w 1111250"/>
              <a:gd name="T11" fmla="*/ 53339 h 320675"/>
              <a:gd name="T12" fmla="*/ 0 w 1111250"/>
              <a:gd name="T13" fmla="*/ 266949 h 320675"/>
              <a:gd name="T14" fmla="*/ 3688 w 1111250"/>
              <a:gd name="T15" fmla="*/ 287654 h 320675"/>
              <a:gd name="T16" fmla="*/ 14234 w 1111250"/>
              <a:gd name="T17" fmla="*/ 304287 h 320675"/>
              <a:gd name="T18" fmla="*/ 30236 w 1111250"/>
              <a:gd name="T19" fmla="*/ 315717 h 320675"/>
              <a:gd name="T20" fmla="*/ 49408 w 1111250"/>
              <a:gd name="T21" fmla="*/ 320420 h 320675"/>
              <a:gd name="T22" fmla="*/ 1061709 w 1111250"/>
              <a:gd name="T23" fmla="*/ 320420 h 320675"/>
              <a:gd name="T24" fmla="*/ 1080881 w 1111250"/>
              <a:gd name="T25" fmla="*/ 315717 h 320675"/>
              <a:gd name="T26" fmla="*/ 1096883 w 1111250"/>
              <a:gd name="T27" fmla="*/ 304287 h 320675"/>
              <a:gd name="T28" fmla="*/ 1107429 w 1111250"/>
              <a:gd name="T29" fmla="*/ 287654 h 320675"/>
              <a:gd name="T30" fmla="*/ 1111117 w 1111250"/>
              <a:gd name="T31" fmla="*/ 266949 h 320675"/>
              <a:gd name="T32" fmla="*/ 1111117 w 1111250"/>
              <a:gd name="T33" fmla="*/ 53339 h 320675"/>
              <a:gd name="T34" fmla="*/ 1107429 w 1111250"/>
              <a:gd name="T35" fmla="*/ 32634 h 320675"/>
              <a:gd name="T36" fmla="*/ 1096883 w 1111250"/>
              <a:gd name="T37" fmla="*/ 15358 h 320675"/>
              <a:gd name="T38" fmla="*/ 1080881 w 1111250"/>
              <a:gd name="T39" fmla="*/ 3928 h 320675"/>
              <a:gd name="T40" fmla="*/ 1061709 w 1111250"/>
              <a:gd name="T41" fmla="*/ 0 h 3206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11250" h="320675">
                <a:moveTo>
                  <a:pt x="1061709" y="0"/>
                </a:moveTo>
                <a:lnTo>
                  <a:pt x="49408" y="0"/>
                </a:lnTo>
                <a:lnTo>
                  <a:pt x="30236" y="3928"/>
                </a:lnTo>
                <a:lnTo>
                  <a:pt x="14234" y="15358"/>
                </a:lnTo>
                <a:lnTo>
                  <a:pt x="3688" y="32634"/>
                </a:lnTo>
                <a:lnTo>
                  <a:pt x="0" y="53339"/>
                </a:lnTo>
                <a:lnTo>
                  <a:pt x="0" y="266949"/>
                </a:lnTo>
                <a:lnTo>
                  <a:pt x="3688" y="287654"/>
                </a:lnTo>
                <a:lnTo>
                  <a:pt x="14234" y="304287"/>
                </a:lnTo>
                <a:lnTo>
                  <a:pt x="30236" y="315717"/>
                </a:lnTo>
                <a:lnTo>
                  <a:pt x="49408" y="320420"/>
                </a:lnTo>
                <a:lnTo>
                  <a:pt x="1061709" y="320420"/>
                </a:lnTo>
                <a:lnTo>
                  <a:pt x="1080881" y="315717"/>
                </a:lnTo>
                <a:lnTo>
                  <a:pt x="1096883" y="304287"/>
                </a:lnTo>
                <a:lnTo>
                  <a:pt x="1107429" y="287654"/>
                </a:lnTo>
                <a:lnTo>
                  <a:pt x="1111117" y="266949"/>
                </a:lnTo>
                <a:lnTo>
                  <a:pt x="1111117" y="53339"/>
                </a:lnTo>
                <a:lnTo>
                  <a:pt x="1107429" y="32634"/>
                </a:lnTo>
                <a:lnTo>
                  <a:pt x="1096883" y="15358"/>
                </a:lnTo>
                <a:lnTo>
                  <a:pt x="1080881" y="3928"/>
                </a:lnTo>
                <a:lnTo>
                  <a:pt x="1061709" y="0"/>
                </a:lnTo>
                <a:close/>
              </a:path>
            </a:pathLst>
          </a:custGeom>
          <a:solidFill>
            <a:srgbClr val="E46C09"/>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64" name="object 28">
            <a:extLst>
              <a:ext uri="{FF2B5EF4-FFF2-40B4-BE49-F238E27FC236}">
                <a16:creationId xmlns:a16="http://schemas.microsoft.com/office/drawing/2014/main" id="{FAA3CBB7-7B56-10C9-C382-67510F2C673B}"/>
              </a:ext>
            </a:extLst>
          </p:cNvPr>
          <p:cNvSpPr>
            <a:spLocks/>
          </p:cNvSpPr>
          <p:nvPr/>
        </p:nvSpPr>
        <p:spPr bwMode="auto">
          <a:xfrm>
            <a:off x="8339667" y="4455585"/>
            <a:ext cx="1481667" cy="427567"/>
          </a:xfrm>
          <a:custGeom>
            <a:avLst/>
            <a:gdLst>
              <a:gd name="T0" fmla="*/ 0 w 1111250"/>
              <a:gd name="T1" fmla="*/ 53339 h 320675"/>
              <a:gd name="T2" fmla="*/ 3688 w 1111250"/>
              <a:gd name="T3" fmla="*/ 32634 h 320675"/>
              <a:gd name="T4" fmla="*/ 14234 w 1111250"/>
              <a:gd name="T5" fmla="*/ 15358 h 320675"/>
              <a:gd name="T6" fmla="*/ 30236 w 1111250"/>
              <a:gd name="T7" fmla="*/ 3928 h 320675"/>
              <a:gd name="T8" fmla="*/ 49408 w 1111250"/>
              <a:gd name="T9" fmla="*/ 0 h 320675"/>
              <a:gd name="T10" fmla="*/ 1061709 w 1111250"/>
              <a:gd name="T11" fmla="*/ 0 h 320675"/>
              <a:gd name="T12" fmla="*/ 1080881 w 1111250"/>
              <a:gd name="T13" fmla="*/ 3928 h 320675"/>
              <a:gd name="T14" fmla="*/ 1096883 w 1111250"/>
              <a:gd name="T15" fmla="*/ 15358 h 320675"/>
              <a:gd name="T16" fmla="*/ 1107429 w 1111250"/>
              <a:gd name="T17" fmla="*/ 32634 h 320675"/>
              <a:gd name="T18" fmla="*/ 1111117 w 1111250"/>
              <a:gd name="T19" fmla="*/ 53339 h 320675"/>
              <a:gd name="T20" fmla="*/ 1111117 w 1111250"/>
              <a:gd name="T21" fmla="*/ 266949 h 320675"/>
              <a:gd name="T22" fmla="*/ 1107429 w 1111250"/>
              <a:gd name="T23" fmla="*/ 287654 h 320675"/>
              <a:gd name="T24" fmla="*/ 1096883 w 1111250"/>
              <a:gd name="T25" fmla="*/ 304287 h 320675"/>
              <a:gd name="T26" fmla="*/ 1080881 w 1111250"/>
              <a:gd name="T27" fmla="*/ 315717 h 320675"/>
              <a:gd name="T28" fmla="*/ 1061709 w 1111250"/>
              <a:gd name="T29" fmla="*/ 320420 h 320675"/>
              <a:gd name="T30" fmla="*/ 49408 w 1111250"/>
              <a:gd name="T31" fmla="*/ 320420 h 320675"/>
              <a:gd name="T32" fmla="*/ 30236 w 1111250"/>
              <a:gd name="T33" fmla="*/ 315717 h 320675"/>
              <a:gd name="T34" fmla="*/ 14234 w 1111250"/>
              <a:gd name="T35" fmla="*/ 304287 h 320675"/>
              <a:gd name="T36" fmla="*/ 3688 w 1111250"/>
              <a:gd name="T37" fmla="*/ 287654 h 320675"/>
              <a:gd name="T38" fmla="*/ 0 w 1111250"/>
              <a:gd name="T39" fmla="*/ 266949 h 320675"/>
              <a:gd name="T40" fmla="*/ 0 w 1111250"/>
              <a:gd name="T41" fmla="*/ 53339 h 32067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111250" h="320675">
                <a:moveTo>
                  <a:pt x="0" y="53339"/>
                </a:moveTo>
                <a:lnTo>
                  <a:pt x="3688" y="32634"/>
                </a:lnTo>
                <a:lnTo>
                  <a:pt x="14234" y="15358"/>
                </a:lnTo>
                <a:lnTo>
                  <a:pt x="30236" y="3928"/>
                </a:lnTo>
                <a:lnTo>
                  <a:pt x="49408" y="0"/>
                </a:lnTo>
                <a:lnTo>
                  <a:pt x="1061709" y="0"/>
                </a:lnTo>
                <a:lnTo>
                  <a:pt x="1080881" y="3928"/>
                </a:lnTo>
                <a:lnTo>
                  <a:pt x="1096883" y="15358"/>
                </a:lnTo>
                <a:lnTo>
                  <a:pt x="1107429" y="32634"/>
                </a:lnTo>
                <a:lnTo>
                  <a:pt x="1111117" y="53339"/>
                </a:lnTo>
                <a:lnTo>
                  <a:pt x="1111117" y="266949"/>
                </a:lnTo>
                <a:lnTo>
                  <a:pt x="1107429" y="287654"/>
                </a:lnTo>
                <a:lnTo>
                  <a:pt x="1096883" y="304287"/>
                </a:lnTo>
                <a:lnTo>
                  <a:pt x="1080881" y="315717"/>
                </a:lnTo>
                <a:lnTo>
                  <a:pt x="1061709" y="320420"/>
                </a:lnTo>
                <a:lnTo>
                  <a:pt x="49408" y="320420"/>
                </a:lnTo>
                <a:lnTo>
                  <a:pt x="30236" y="315717"/>
                </a:lnTo>
                <a:lnTo>
                  <a:pt x="14234" y="304287"/>
                </a:lnTo>
                <a:lnTo>
                  <a:pt x="3688" y="287654"/>
                </a:lnTo>
                <a:lnTo>
                  <a:pt x="0" y="266949"/>
                </a:lnTo>
                <a:lnTo>
                  <a:pt x="0" y="53339"/>
                </a:lnTo>
                <a:close/>
              </a:path>
            </a:pathLst>
          </a:custGeom>
          <a:noFill/>
          <a:ln w="25399">
            <a:solidFill>
              <a:srgbClr val="E46C0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9" name="object 29">
            <a:extLst>
              <a:ext uri="{FF2B5EF4-FFF2-40B4-BE49-F238E27FC236}">
                <a16:creationId xmlns:a16="http://schemas.microsoft.com/office/drawing/2014/main" id="{8D14FACC-60FA-3041-53FA-52CEB257E672}"/>
              </a:ext>
            </a:extLst>
          </p:cNvPr>
          <p:cNvSpPr txBox="1"/>
          <p:nvPr/>
        </p:nvSpPr>
        <p:spPr>
          <a:xfrm>
            <a:off x="4457701" y="1140884"/>
            <a:ext cx="3001433" cy="656655"/>
          </a:xfrm>
          <a:prstGeom prst="rect">
            <a:avLst/>
          </a:prstGeom>
        </p:spPr>
        <p:txBody>
          <a:bodyPr lIns="0" tIns="0" rIns="0" bIns="0">
            <a:spAutoFit/>
          </a:bodyPr>
          <a:lstStyle/>
          <a:p>
            <a:pPr marL="16933">
              <a:defRPr/>
            </a:pPr>
            <a:r>
              <a:rPr sz="4267" b="1" spc="-773" dirty="0">
                <a:latin typeface="Tahoma"/>
                <a:cs typeface="Tahoma"/>
              </a:rPr>
              <a:t>Da</a:t>
            </a:r>
            <a:r>
              <a:rPr sz="4267" b="1" spc="-660" dirty="0">
                <a:latin typeface="Tahoma"/>
                <a:cs typeface="Tahoma"/>
              </a:rPr>
              <a:t>t</a:t>
            </a:r>
            <a:r>
              <a:rPr sz="4267" b="1" spc="-727" dirty="0">
                <a:latin typeface="Tahoma"/>
                <a:cs typeface="Tahoma"/>
              </a:rPr>
              <a:t>a</a:t>
            </a:r>
            <a:r>
              <a:rPr sz="4267" b="1" spc="-707" dirty="0">
                <a:latin typeface="Tahoma"/>
                <a:cs typeface="Tahoma"/>
              </a:rPr>
              <a:t>St</a:t>
            </a:r>
            <a:r>
              <a:rPr sz="4267" b="1" spc="-653" dirty="0">
                <a:latin typeface="Tahoma"/>
                <a:cs typeface="Tahoma"/>
              </a:rPr>
              <a:t>r</a:t>
            </a:r>
            <a:r>
              <a:rPr sz="4267" b="1" spc="-740" dirty="0">
                <a:latin typeface="Tahoma"/>
                <a:cs typeface="Tahoma"/>
              </a:rPr>
              <a:t>u</a:t>
            </a:r>
            <a:r>
              <a:rPr sz="4267" b="1" spc="-707" dirty="0">
                <a:latin typeface="Tahoma"/>
                <a:cs typeface="Tahoma"/>
              </a:rPr>
              <a:t>c</a:t>
            </a:r>
            <a:r>
              <a:rPr sz="4267" b="1" spc="-640" dirty="0">
                <a:latin typeface="Tahoma"/>
                <a:cs typeface="Tahoma"/>
              </a:rPr>
              <a:t>t</a:t>
            </a:r>
            <a:r>
              <a:rPr sz="4267" b="1" spc="-760" dirty="0">
                <a:latin typeface="Tahoma"/>
                <a:cs typeface="Tahoma"/>
              </a:rPr>
              <a:t>u</a:t>
            </a:r>
            <a:r>
              <a:rPr sz="4267" b="1" spc="-653" dirty="0">
                <a:latin typeface="Tahoma"/>
                <a:cs typeface="Tahoma"/>
              </a:rPr>
              <a:t>r</a:t>
            </a:r>
            <a:r>
              <a:rPr sz="4267" b="1" spc="-733" dirty="0">
                <a:latin typeface="Tahoma"/>
                <a:cs typeface="Tahoma"/>
              </a:rPr>
              <a:t>e</a:t>
            </a:r>
            <a:r>
              <a:rPr sz="4267" b="1" spc="-247" dirty="0">
                <a:latin typeface="Tahoma"/>
                <a:cs typeface="Tahoma"/>
              </a:rPr>
              <a:t>s</a:t>
            </a:r>
            <a:endParaRPr sz="4267">
              <a:latin typeface="Tahoma"/>
              <a:cs typeface="Tahoma"/>
            </a:endParaRPr>
          </a:p>
        </p:txBody>
      </p:sp>
      <p:sp>
        <p:nvSpPr>
          <p:cNvPr id="30" name="object 30">
            <a:extLst>
              <a:ext uri="{FF2B5EF4-FFF2-40B4-BE49-F238E27FC236}">
                <a16:creationId xmlns:a16="http://schemas.microsoft.com/office/drawing/2014/main" id="{40BE4B8E-8ED0-0D03-DF0F-8764E40385D4}"/>
              </a:ext>
            </a:extLst>
          </p:cNvPr>
          <p:cNvSpPr txBox="1"/>
          <p:nvPr/>
        </p:nvSpPr>
        <p:spPr>
          <a:xfrm>
            <a:off x="1968501" y="2023534"/>
            <a:ext cx="1485900" cy="492443"/>
          </a:xfrm>
          <a:prstGeom prst="rect">
            <a:avLst/>
          </a:prstGeom>
        </p:spPr>
        <p:txBody>
          <a:bodyPr lIns="0" tIns="0" rIns="0" bIns="0">
            <a:spAutoFit/>
          </a:bodyPr>
          <a:lstStyle/>
          <a:p>
            <a:pPr marL="16933">
              <a:defRPr/>
            </a:pPr>
            <a:r>
              <a:rPr sz="3200" b="1" spc="-413" dirty="0">
                <a:latin typeface="Tahoma"/>
                <a:cs typeface="Tahoma"/>
              </a:rPr>
              <a:t>P</a:t>
            </a:r>
            <a:r>
              <a:rPr sz="3200" b="1" spc="-400" dirty="0">
                <a:latin typeface="Tahoma"/>
                <a:cs typeface="Tahoma"/>
              </a:rPr>
              <a:t>r</a:t>
            </a:r>
            <a:r>
              <a:rPr sz="3200" b="1" spc="-347" dirty="0">
                <a:latin typeface="Tahoma"/>
                <a:cs typeface="Tahoma"/>
              </a:rPr>
              <a:t>i</a:t>
            </a:r>
            <a:r>
              <a:rPr sz="3200" b="1" spc="-467" dirty="0">
                <a:latin typeface="Tahoma"/>
                <a:cs typeface="Tahoma"/>
              </a:rPr>
              <a:t>m</a:t>
            </a:r>
            <a:r>
              <a:rPr sz="3200" b="1" spc="-347" dirty="0">
                <a:latin typeface="Tahoma"/>
                <a:cs typeface="Tahoma"/>
              </a:rPr>
              <a:t>i</a:t>
            </a:r>
            <a:r>
              <a:rPr sz="3200" b="1" spc="-387" dirty="0">
                <a:latin typeface="Tahoma"/>
                <a:cs typeface="Tahoma"/>
              </a:rPr>
              <a:t>t</a:t>
            </a:r>
            <a:r>
              <a:rPr sz="3200" b="1" spc="-347" dirty="0">
                <a:latin typeface="Tahoma"/>
                <a:cs typeface="Tahoma"/>
              </a:rPr>
              <a:t>i</a:t>
            </a:r>
            <a:r>
              <a:rPr sz="3200" b="1" spc="-420" dirty="0">
                <a:latin typeface="Tahoma"/>
                <a:cs typeface="Tahoma"/>
              </a:rPr>
              <a:t>v</a:t>
            </a:r>
            <a:r>
              <a:rPr sz="3200" b="1" spc="-120" dirty="0">
                <a:latin typeface="Tahoma"/>
                <a:cs typeface="Tahoma"/>
              </a:rPr>
              <a:t>e</a:t>
            </a:r>
            <a:endParaRPr sz="3200" dirty="0">
              <a:latin typeface="Tahoma"/>
              <a:cs typeface="Tahoma"/>
            </a:endParaRPr>
          </a:p>
        </p:txBody>
      </p:sp>
      <p:sp>
        <p:nvSpPr>
          <p:cNvPr id="31" name="object 31">
            <a:extLst>
              <a:ext uri="{FF2B5EF4-FFF2-40B4-BE49-F238E27FC236}">
                <a16:creationId xmlns:a16="http://schemas.microsoft.com/office/drawing/2014/main" id="{E8CDA2F1-0B2B-4A29-094C-E86C9BF1A40B}"/>
              </a:ext>
            </a:extLst>
          </p:cNvPr>
          <p:cNvSpPr txBox="1"/>
          <p:nvPr/>
        </p:nvSpPr>
        <p:spPr>
          <a:xfrm>
            <a:off x="8415867" y="2023534"/>
            <a:ext cx="2159000" cy="492443"/>
          </a:xfrm>
          <a:prstGeom prst="rect">
            <a:avLst/>
          </a:prstGeom>
        </p:spPr>
        <p:txBody>
          <a:bodyPr lIns="0" tIns="0" rIns="0" bIns="0">
            <a:spAutoFit/>
          </a:bodyPr>
          <a:lstStyle/>
          <a:p>
            <a:pPr marL="16933">
              <a:defRPr/>
            </a:pPr>
            <a:r>
              <a:rPr sz="3200" b="1" spc="-653" dirty="0">
                <a:latin typeface="Tahoma"/>
                <a:cs typeface="Tahoma"/>
              </a:rPr>
              <a:t>N</a:t>
            </a:r>
            <a:r>
              <a:rPr sz="3200" b="1" spc="-560" dirty="0">
                <a:latin typeface="Tahoma"/>
                <a:cs typeface="Tahoma"/>
              </a:rPr>
              <a:t>o</a:t>
            </a:r>
            <a:r>
              <a:rPr sz="3200" b="1" spc="-567" dirty="0">
                <a:latin typeface="Tahoma"/>
                <a:cs typeface="Tahoma"/>
              </a:rPr>
              <a:t>n</a:t>
            </a:r>
            <a:r>
              <a:rPr sz="3200" b="1" spc="-347" dirty="0">
                <a:latin typeface="Tahoma"/>
                <a:cs typeface="Tahoma"/>
              </a:rPr>
              <a:t>–</a:t>
            </a:r>
            <a:r>
              <a:rPr sz="3200" b="1" spc="-593" dirty="0">
                <a:latin typeface="Tahoma"/>
                <a:cs typeface="Tahoma"/>
              </a:rPr>
              <a:t>P</a:t>
            </a:r>
            <a:r>
              <a:rPr sz="3200" b="1" spc="-467" dirty="0">
                <a:latin typeface="Tahoma"/>
                <a:cs typeface="Tahoma"/>
              </a:rPr>
              <a:t>r</a:t>
            </a:r>
            <a:r>
              <a:rPr sz="3200" b="1" spc="-387" dirty="0">
                <a:latin typeface="Tahoma"/>
                <a:cs typeface="Tahoma"/>
              </a:rPr>
              <a:t>i</a:t>
            </a:r>
            <a:r>
              <a:rPr sz="3200" b="1" spc="-747" dirty="0">
                <a:latin typeface="Tahoma"/>
                <a:cs typeface="Tahoma"/>
              </a:rPr>
              <a:t>m</a:t>
            </a:r>
            <a:r>
              <a:rPr sz="3200" b="1" spc="-400" dirty="0">
                <a:latin typeface="Tahoma"/>
                <a:cs typeface="Tahoma"/>
              </a:rPr>
              <a:t>i</a:t>
            </a:r>
            <a:r>
              <a:rPr sz="3200" b="1" spc="-473" dirty="0">
                <a:latin typeface="Tahoma"/>
                <a:cs typeface="Tahoma"/>
              </a:rPr>
              <a:t>t</a:t>
            </a:r>
            <a:r>
              <a:rPr sz="3200" b="1" spc="-400" dirty="0">
                <a:latin typeface="Tahoma"/>
                <a:cs typeface="Tahoma"/>
              </a:rPr>
              <a:t>i</a:t>
            </a:r>
            <a:r>
              <a:rPr sz="3200" b="1" spc="-533" dirty="0">
                <a:latin typeface="Tahoma"/>
                <a:cs typeface="Tahoma"/>
              </a:rPr>
              <a:t>v</a:t>
            </a:r>
            <a:r>
              <a:rPr sz="3200" b="1" spc="-305" dirty="0">
                <a:latin typeface="Tahoma"/>
                <a:cs typeface="Tahoma"/>
              </a:rPr>
              <a:t>e</a:t>
            </a:r>
            <a:endParaRPr sz="3200">
              <a:latin typeface="Tahoma"/>
              <a:cs typeface="Tahoma"/>
            </a:endParaRPr>
          </a:p>
        </p:txBody>
      </p:sp>
      <p:sp>
        <p:nvSpPr>
          <p:cNvPr id="32" name="object 32">
            <a:extLst>
              <a:ext uri="{FF2B5EF4-FFF2-40B4-BE49-F238E27FC236}">
                <a16:creationId xmlns:a16="http://schemas.microsoft.com/office/drawing/2014/main" id="{7142E237-374D-DB69-A2FD-BCBC5565FC2E}"/>
              </a:ext>
            </a:extLst>
          </p:cNvPr>
          <p:cNvSpPr txBox="1"/>
          <p:nvPr/>
        </p:nvSpPr>
        <p:spPr>
          <a:xfrm>
            <a:off x="7281334" y="3246967"/>
            <a:ext cx="1079500" cy="492443"/>
          </a:xfrm>
          <a:prstGeom prst="rect">
            <a:avLst/>
          </a:prstGeom>
        </p:spPr>
        <p:txBody>
          <a:bodyPr lIns="0" tIns="0" rIns="0" bIns="0">
            <a:spAutoFit/>
          </a:bodyPr>
          <a:lstStyle/>
          <a:p>
            <a:pPr marL="16933">
              <a:defRPr/>
            </a:pPr>
            <a:r>
              <a:rPr sz="3200" b="1" spc="-360" dirty="0">
                <a:solidFill>
                  <a:srgbClr val="FFFFFF"/>
                </a:solidFill>
                <a:latin typeface="Tahoma"/>
                <a:cs typeface="Tahoma"/>
              </a:rPr>
              <a:t>L</a:t>
            </a:r>
            <a:r>
              <a:rPr sz="3200" b="1" spc="-393" dirty="0">
                <a:solidFill>
                  <a:srgbClr val="FFFFFF"/>
                </a:solidFill>
                <a:latin typeface="Tahoma"/>
                <a:cs typeface="Tahoma"/>
              </a:rPr>
              <a:t>i</a:t>
            </a:r>
            <a:r>
              <a:rPr sz="3200" b="1" spc="-353" dirty="0">
                <a:solidFill>
                  <a:srgbClr val="FFFFFF"/>
                </a:solidFill>
                <a:latin typeface="Tahoma"/>
                <a:cs typeface="Tahoma"/>
              </a:rPr>
              <a:t>n</a:t>
            </a:r>
            <a:r>
              <a:rPr sz="3200" b="1" spc="-387" dirty="0">
                <a:solidFill>
                  <a:srgbClr val="FFFFFF"/>
                </a:solidFill>
                <a:latin typeface="Tahoma"/>
                <a:cs typeface="Tahoma"/>
              </a:rPr>
              <a:t>ea</a:t>
            </a:r>
            <a:r>
              <a:rPr sz="3200" b="1" spc="-20" dirty="0">
                <a:solidFill>
                  <a:srgbClr val="FFFFFF"/>
                </a:solidFill>
                <a:latin typeface="Tahoma"/>
                <a:cs typeface="Tahoma"/>
              </a:rPr>
              <a:t>r</a:t>
            </a:r>
            <a:endParaRPr sz="3200" dirty="0">
              <a:latin typeface="Tahoma"/>
              <a:cs typeface="Tahoma"/>
            </a:endParaRPr>
          </a:p>
        </p:txBody>
      </p:sp>
      <p:sp>
        <p:nvSpPr>
          <p:cNvPr id="33" name="object 33">
            <a:extLst>
              <a:ext uri="{FF2B5EF4-FFF2-40B4-BE49-F238E27FC236}">
                <a16:creationId xmlns:a16="http://schemas.microsoft.com/office/drawing/2014/main" id="{D1C68B93-FC07-B85D-7F0A-DB14B70727FF}"/>
              </a:ext>
            </a:extLst>
          </p:cNvPr>
          <p:cNvSpPr txBox="1"/>
          <p:nvPr/>
        </p:nvSpPr>
        <p:spPr>
          <a:xfrm>
            <a:off x="10064751" y="3246967"/>
            <a:ext cx="1811867" cy="492443"/>
          </a:xfrm>
          <a:prstGeom prst="rect">
            <a:avLst/>
          </a:prstGeom>
        </p:spPr>
        <p:txBody>
          <a:bodyPr lIns="0" tIns="0" rIns="0" bIns="0">
            <a:spAutoFit/>
          </a:bodyPr>
          <a:lstStyle/>
          <a:p>
            <a:pPr marL="16933">
              <a:defRPr/>
            </a:pPr>
            <a:r>
              <a:rPr sz="3200" b="1" spc="-540" dirty="0">
                <a:solidFill>
                  <a:srgbClr val="FFFFFF"/>
                </a:solidFill>
                <a:latin typeface="Tahoma"/>
                <a:cs typeface="Tahoma"/>
              </a:rPr>
              <a:t>N</a:t>
            </a:r>
            <a:r>
              <a:rPr sz="3200" b="1" spc="-493" dirty="0">
                <a:solidFill>
                  <a:srgbClr val="FFFFFF"/>
                </a:solidFill>
                <a:latin typeface="Tahoma"/>
                <a:cs typeface="Tahoma"/>
              </a:rPr>
              <a:t>o</a:t>
            </a:r>
            <a:r>
              <a:rPr sz="3200" b="1" spc="-487" dirty="0">
                <a:solidFill>
                  <a:srgbClr val="FFFFFF"/>
                </a:solidFill>
                <a:latin typeface="Tahoma"/>
                <a:cs typeface="Tahoma"/>
              </a:rPr>
              <a:t>n</a:t>
            </a:r>
            <a:r>
              <a:rPr sz="3200" b="1" spc="-287" dirty="0">
                <a:solidFill>
                  <a:srgbClr val="FFFFFF"/>
                </a:solidFill>
                <a:latin typeface="Tahoma"/>
                <a:cs typeface="Tahoma"/>
              </a:rPr>
              <a:t>–</a:t>
            </a:r>
            <a:r>
              <a:rPr sz="3200" b="1" spc="-513" dirty="0">
                <a:solidFill>
                  <a:srgbClr val="FFFFFF"/>
                </a:solidFill>
                <a:latin typeface="Tahoma"/>
                <a:cs typeface="Tahoma"/>
              </a:rPr>
              <a:t>Li</a:t>
            </a:r>
            <a:r>
              <a:rPr sz="3200" b="1" spc="-567" dirty="0">
                <a:solidFill>
                  <a:srgbClr val="FFFFFF"/>
                </a:solidFill>
                <a:latin typeface="Tahoma"/>
                <a:cs typeface="Tahoma"/>
              </a:rPr>
              <a:t>ne</a:t>
            </a:r>
            <a:r>
              <a:rPr sz="3200" b="1" spc="-545" dirty="0">
                <a:solidFill>
                  <a:srgbClr val="FFFFFF"/>
                </a:solidFill>
                <a:latin typeface="Tahoma"/>
                <a:cs typeface="Tahoma"/>
              </a:rPr>
              <a:t>a</a:t>
            </a:r>
            <a:r>
              <a:rPr sz="3200" b="1" spc="-152" dirty="0">
                <a:solidFill>
                  <a:srgbClr val="FFFFFF"/>
                </a:solidFill>
                <a:latin typeface="Tahoma"/>
                <a:cs typeface="Tahoma"/>
              </a:rPr>
              <a:t>r</a:t>
            </a:r>
            <a:endParaRPr sz="3200">
              <a:latin typeface="Tahoma"/>
              <a:cs typeface="Tahoma"/>
            </a:endParaRPr>
          </a:p>
        </p:txBody>
      </p:sp>
      <p:sp>
        <p:nvSpPr>
          <p:cNvPr id="34" name="object 34">
            <a:extLst>
              <a:ext uri="{FF2B5EF4-FFF2-40B4-BE49-F238E27FC236}">
                <a16:creationId xmlns:a16="http://schemas.microsoft.com/office/drawing/2014/main" id="{4517C2AD-CB72-C4DE-ADD2-875A0FC4945E}"/>
              </a:ext>
            </a:extLst>
          </p:cNvPr>
          <p:cNvSpPr txBox="1"/>
          <p:nvPr/>
        </p:nvSpPr>
        <p:spPr>
          <a:xfrm>
            <a:off x="5695951" y="4262967"/>
            <a:ext cx="1037167" cy="492443"/>
          </a:xfrm>
          <a:prstGeom prst="rect">
            <a:avLst/>
          </a:prstGeom>
        </p:spPr>
        <p:txBody>
          <a:bodyPr lIns="0" tIns="0" rIns="0" bIns="0">
            <a:spAutoFit/>
          </a:bodyPr>
          <a:lstStyle/>
          <a:p>
            <a:pPr marL="16933">
              <a:defRPr/>
            </a:pPr>
            <a:r>
              <a:rPr sz="3200" b="1" spc="-293" dirty="0">
                <a:solidFill>
                  <a:srgbClr val="FFFFFF"/>
                </a:solidFill>
                <a:latin typeface="Tahoma"/>
                <a:cs typeface="Tahoma"/>
              </a:rPr>
              <a:t>S</a:t>
            </a:r>
            <a:r>
              <a:rPr sz="3200" b="1" spc="-260" dirty="0">
                <a:solidFill>
                  <a:srgbClr val="FFFFFF"/>
                </a:solidFill>
                <a:latin typeface="Tahoma"/>
                <a:cs typeface="Tahoma"/>
              </a:rPr>
              <a:t>t</a:t>
            </a:r>
            <a:r>
              <a:rPr sz="3200" b="1" spc="-293" dirty="0">
                <a:solidFill>
                  <a:srgbClr val="FFFFFF"/>
                </a:solidFill>
                <a:latin typeface="Tahoma"/>
                <a:cs typeface="Tahoma"/>
              </a:rPr>
              <a:t>a</a:t>
            </a:r>
            <a:r>
              <a:rPr sz="3200" b="1" spc="-260" dirty="0">
                <a:solidFill>
                  <a:srgbClr val="FFFFFF"/>
                </a:solidFill>
                <a:latin typeface="Tahoma"/>
                <a:cs typeface="Tahoma"/>
              </a:rPr>
              <a:t>t</a:t>
            </a:r>
            <a:r>
              <a:rPr sz="3200" b="1" spc="-233" dirty="0">
                <a:solidFill>
                  <a:srgbClr val="FFFFFF"/>
                </a:solidFill>
                <a:latin typeface="Tahoma"/>
                <a:cs typeface="Tahoma"/>
              </a:rPr>
              <a:t>i</a:t>
            </a:r>
            <a:r>
              <a:rPr sz="3200" b="1" spc="-107" dirty="0">
                <a:solidFill>
                  <a:srgbClr val="FFFFFF"/>
                </a:solidFill>
                <a:latin typeface="Tahoma"/>
                <a:cs typeface="Tahoma"/>
              </a:rPr>
              <a:t>c</a:t>
            </a:r>
            <a:endParaRPr sz="3200" dirty="0">
              <a:latin typeface="Tahoma"/>
              <a:cs typeface="Tahoma"/>
            </a:endParaRPr>
          </a:p>
        </p:txBody>
      </p:sp>
      <p:sp>
        <p:nvSpPr>
          <p:cNvPr id="35" name="object 35">
            <a:extLst>
              <a:ext uri="{FF2B5EF4-FFF2-40B4-BE49-F238E27FC236}">
                <a16:creationId xmlns:a16="http://schemas.microsoft.com/office/drawing/2014/main" id="{5066E8DC-F3C0-EE84-1F63-3EE7BF795822}"/>
              </a:ext>
            </a:extLst>
          </p:cNvPr>
          <p:cNvSpPr txBox="1"/>
          <p:nvPr/>
        </p:nvSpPr>
        <p:spPr>
          <a:xfrm>
            <a:off x="8415867" y="4262967"/>
            <a:ext cx="1390651" cy="492443"/>
          </a:xfrm>
          <a:prstGeom prst="rect">
            <a:avLst/>
          </a:prstGeom>
        </p:spPr>
        <p:txBody>
          <a:bodyPr lIns="0" tIns="0" rIns="0" bIns="0">
            <a:spAutoFit/>
          </a:bodyPr>
          <a:lstStyle/>
          <a:p>
            <a:pPr marL="16933">
              <a:defRPr/>
            </a:pPr>
            <a:r>
              <a:rPr sz="3200" b="1" spc="-560" dirty="0">
                <a:solidFill>
                  <a:srgbClr val="FFFFFF"/>
                </a:solidFill>
                <a:latin typeface="Tahoma"/>
                <a:cs typeface="Tahoma"/>
              </a:rPr>
              <a:t>D</a:t>
            </a:r>
            <a:r>
              <a:rPr sz="3200" b="1" spc="-520" dirty="0">
                <a:solidFill>
                  <a:srgbClr val="FFFFFF"/>
                </a:solidFill>
                <a:latin typeface="Tahoma"/>
                <a:cs typeface="Tahoma"/>
              </a:rPr>
              <a:t>yn</a:t>
            </a:r>
            <a:r>
              <a:rPr sz="3200" b="1" spc="-533" dirty="0">
                <a:solidFill>
                  <a:srgbClr val="FFFFFF"/>
                </a:solidFill>
                <a:latin typeface="Tahoma"/>
                <a:cs typeface="Tahoma"/>
              </a:rPr>
              <a:t>a</a:t>
            </a:r>
            <a:r>
              <a:rPr sz="3200" b="1" spc="-593" dirty="0">
                <a:solidFill>
                  <a:srgbClr val="FFFFFF"/>
                </a:solidFill>
                <a:latin typeface="Tahoma"/>
                <a:cs typeface="Tahoma"/>
              </a:rPr>
              <a:t>m</a:t>
            </a:r>
            <a:r>
              <a:rPr sz="3200" b="1" spc="-473" dirty="0">
                <a:solidFill>
                  <a:srgbClr val="FFFFFF"/>
                </a:solidFill>
                <a:latin typeface="Tahoma"/>
                <a:cs typeface="Tahoma"/>
              </a:rPr>
              <a:t>i</a:t>
            </a:r>
            <a:r>
              <a:rPr sz="3200" b="1" spc="-107" dirty="0">
                <a:solidFill>
                  <a:srgbClr val="FFFFFF"/>
                </a:solidFill>
                <a:latin typeface="Tahoma"/>
                <a:cs typeface="Tahoma"/>
              </a:rPr>
              <a:t>c</a:t>
            </a:r>
            <a:endParaRPr sz="3200" dirty="0">
              <a:latin typeface="Tahoma"/>
              <a:cs typeface="Tahoma"/>
            </a:endParaRPr>
          </a:p>
        </p:txBody>
      </p:sp>
      <p:sp>
        <p:nvSpPr>
          <p:cNvPr id="14372" name="object 36">
            <a:extLst>
              <a:ext uri="{FF2B5EF4-FFF2-40B4-BE49-F238E27FC236}">
                <a16:creationId xmlns:a16="http://schemas.microsoft.com/office/drawing/2014/main" id="{3A326C17-58EA-F1AC-148B-5210F9BEBDD2}"/>
              </a:ext>
            </a:extLst>
          </p:cNvPr>
          <p:cNvSpPr>
            <a:spLocks/>
          </p:cNvSpPr>
          <p:nvPr/>
        </p:nvSpPr>
        <p:spPr bwMode="auto">
          <a:xfrm>
            <a:off x="1828800" y="2616200"/>
            <a:ext cx="0" cy="3149600"/>
          </a:xfrm>
          <a:custGeom>
            <a:avLst/>
            <a:gdLst>
              <a:gd name="T0" fmla="*/ 0 h 2362200"/>
              <a:gd name="T1" fmla="*/ 2362169 h 2362200"/>
              <a:gd name="T2" fmla="*/ 0 60000 65536"/>
              <a:gd name="T3" fmla="*/ 0 60000 65536"/>
            </a:gdLst>
            <a:ahLst/>
            <a:cxnLst>
              <a:cxn ang="T2">
                <a:pos x="0" y="T0"/>
              </a:cxn>
              <a:cxn ang="T3">
                <a:pos x="0" y="T1"/>
              </a:cxn>
            </a:cxnLst>
            <a:rect l="0" t="0" r="r" b="b"/>
            <a:pathLst>
              <a:path h="2362200">
                <a:moveTo>
                  <a:pt x="0" y="0"/>
                </a:moveTo>
                <a:lnTo>
                  <a:pt x="0" y="2362169"/>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73" name="object 37">
            <a:extLst>
              <a:ext uri="{FF2B5EF4-FFF2-40B4-BE49-F238E27FC236}">
                <a16:creationId xmlns:a16="http://schemas.microsoft.com/office/drawing/2014/main" id="{75D80E7B-E67A-2298-31D6-EC38EF93FD65}"/>
              </a:ext>
            </a:extLst>
          </p:cNvPr>
          <p:cNvSpPr>
            <a:spLocks noChangeArrowheads="1"/>
          </p:cNvSpPr>
          <p:nvPr/>
        </p:nvSpPr>
        <p:spPr bwMode="auto">
          <a:xfrm>
            <a:off x="2006601" y="29210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74" name="object 38">
            <a:extLst>
              <a:ext uri="{FF2B5EF4-FFF2-40B4-BE49-F238E27FC236}">
                <a16:creationId xmlns:a16="http://schemas.microsoft.com/office/drawing/2014/main" id="{E845821D-2933-A2AC-2196-6E45438A6274}"/>
              </a:ext>
            </a:extLst>
          </p:cNvPr>
          <p:cNvSpPr>
            <a:spLocks noChangeArrowheads="1"/>
          </p:cNvSpPr>
          <p:nvPr/>
        </p:nvSpPr>
        <p:spPr bwMode="auto">
          <a:xfrm>
            <a:off x="2006601" y="36322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75" name="object 39">
            <a:extLst>
              <a:ext uri="{FF2B5EF4-FFF2-40B4-BE49-F238E27FC236}">
                <a16:creationId xmlns:a16="http://schemas.microsoft.com/office/drawing/2014/main" id="{5AF560F3-3053-9966-02E5-40D614FD962C}"/>
              </a:ext>
            </a:extLst>
          </p:cNvPr>
          <p:cNvSpPr>
            <a:spLocks noChangeArrowheads="1"/>
          </p:cNvSpPr>
          <p:nvPr/>
        </p:nvSpPr>
        <p:spPr bwMode="auto">
          <a:xfrm>
            <a:off x="2006601" y="45466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76" name="object 40">
            <a:extLst>
              <a:ext uri="{FF2B5EF4-FFF2-40B4-BE49-F238E27FC236}">
                <a16:creationId xmlns:a16="http://schemas.microsoft.com/office/drawing/2014/main" id="{14C0925A-F2EB-6F31-073E-6A7E1AB99E77}"/>
              </a:ext>
            </a:extLst>
          </p:cNvPr>
          <p:cNvSpPr>
            <a:spLocks noChangeArrowheads="1"/>
          </p:cNvSpPr>
          <p:nvPr/>
        </p:nvSpPr>
        <p:spPr bwMode="auto">
          <a:xfrm>
            <a:off x="2006601" y="53594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77" name="object 41">
            <a:extLst>
              <a:ext uri="{FF2B5EF4-FFF2-40B4-BE49-F238E27FC236}">
                <a16:creationId xmlns:a16="http://schemas.microsoft.com/office/drawing/2014/main" id="{62B74B60-144C-91D1-DA63-2A65EED126B8}"/>
              </a:ext>
            </a:extLst>
          </p:cNvPr>
          <p:cNvSpPr>
            <a:spLocks/>
          </p:cNvSpPr>
          <p:nvPr/>
        </p:nvSpPr>
        <p:spPr bwMode="auto">
          <a:xfrm>
            <a:off x="2438400" y="2717800"/>
            <a:ext cx="1016000" cy="609600"/>
          </a:xfrm>
          <a:custGeom>
            <a:avLst/>
            <a:gdLst>
              <a:gd name="T0" fmla="*/ 685799 w 762000"/>
              <a:gd name="T1" fmla="*/ 0 h 457835"/>
              <a:gd name="T2" fmla="*/ 76199 w 762000"/>
              <a:gd name="T3" fmla="*/ 0 h 457835"/>
              <a:gd name="T4" fmla="*/ 46350 w 762000"/>
              <a:gd name="T5" fmla="*/ 5674 h 457835"/>
              <a:gd name="T6" fmla="*/ 22229 w 762000"/>
              <a:gd name="T7" fmla="*/ 22033 h 457835"/>
              <a:gd name="T8" fmla="*/ 5714 w 762000"/>
              <a:gd name="T9" fmla="*/ 45912 h 457835"/>
              <a:gd name="T10" fmla="*/ 0 w 762000"/>
              <a:gd name="T11" fmla="*/ 75478 h 457835"/>
              <a:gd name="T12" fmla="*/ 0 w 762000"/>
              <a:gd name="T13" fmla="*/ 377331 h 457835"/>
              <a:gd name="T14" fmla="*/ 5714 w 762000"/>
              <a:gd name="T15" fmla="*/ 406255 h 457835"/>
              <a:gd name="T16" fmla="*/ 22229 w 762000"/>
              <a:gd name="T17" fmla="*/ 430156 h 457835"/>
              <a:gd name="T18" fmla="*/ 46350 w 762000"/>
              <a:gd name="T19" fmla="*/ 446510 h 457835"/>
              <a:gd name="T20" fmla="*/ 76199 w 762000"/>
              <a:gd name="T21" fmla="*/ 452794 h 457835"/>
              <a:gd name="T22" fmla="*/ 685799 w 762000"/>
              <a:gd name="T23" fmla="*/ 452794 h 457835"/>
              <a:gd name="T24" fmla="*/ 715649 w 762000"/>
              <a:gd name="T25" fmla="*/ 446510 h 457835"/>
              <a:gd name="T26" fmla="*/ 739770 w 762000"/>
              <a:gd name="T27" fmla="*/ 430156 h 457835"/>
              <a:gd name="T28" fmla="*/ 756284 w 762000"/>
              <a:gd name="T29" fmla="*/ 406255 h 457835"/>
              <a:gd name="T30" fmla="*/ 761999 w 762000"/>
              <a:gd name="T31" fmla="*/ 377331 h 457835"/>
              <a:gd name="T32" fmla="*/ 761999 w 762000"/>
              <a:gd name="T33" fmla="*/ 75478 h 457835"/>
              <a:gd name="T34" fmla="*/ 756284 w 762000"/>
              <a:gd name="T35" fmla="*/ 45912 h 457835"/>
              <a:gd name="T36" fmla="*/ 739770 w 762000"/>
              <a:gd name="T37" fmla="*/ 22033 h 457835"/>
              <a:gd name="T38" fmla="*/ 715649 w 762000"/>
              <a:gd name="T39" fmla="*/ 5674 h 457835"/>
              <a:gd name="T40" fmla="*/ 685799 w 762000"/>
              <a:gd name="T41" fmla="*/ 0 h 4578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835">
                <a:moveTo>
                  <a:pt x="685799" y="0"/>
                </a:moveTo>
                <a:lnTo>
                  <a:pt x="76199" y="0"/>
                </a:lnTo>
                <a:lnTo>
                  <a:pt x="46350" y="5730"/>
                </a:lnTo>
                <a:lnTo>
                  <a:pt x="22229" y="22250"/>
                </a:lnTo>
                <a:lnTo>
                  <a:pt x="5714" y="46360"/>
                </a:lnTo>
                <a:lnTo>
                  <a:pt x="0" y="76215"/>
                </a:lnTo>
                <a:lnTo>
                  <a:pt x="0" y="381015"/>
                </a:lnTo>
                <a:lnTo>
                  <a:pt x="5714" y="410221"/>
                </a:lnTo>
                <a:lnTo>
                  <a:pt x="22229" y="434355"/>
                </a:lnTo>
                <a:lnTo>
                  <a:pt x="46350" y="450869"/>
                </a:lnTo>
                <a:lnTo>
                  <a:pt x="76199" y="457215"/>
                </a:lnTo>
                <a:lnTo>
                  <a:pt x="685799" y="457215"/>
                </a:lnTo>
                <a:lnTo>
                  <a:pt x="715649" y="450869"/>
                </a:lnTo>
                <a:lnTo>
                  <a:pt x="739770" y="434355"/>
                </a:lnTo>
                <a:lnTo>
                  <a:pt x="756284" y="410221"/>
                </a:lnTo>
                <a:lnTo>
                  <a:pt x="761999" y="381015"/>
                </a:lnTo>
                <a:lnTo>
                  <a:pt x="761999" y="76215"/>
                </a:lnTo>
                <a:lnTo>
                  <a:pt x="756284" y="46360"/>
                </a:lnTo>
                <a:lnTo>
                  <a:pt x="739770" y="22250"/>
                </a:lnTo>
                <a:lnTo>
                  <a:pt x="715649" y="5730"/>
                </a:lnTo>
                <a:lnTo>
                  <a:pt x="6857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78" name="object 42">
            <a:extLst>
              <a:ext uri="{FF2B5EF4-FFF2-40B4-BE49-F238E27FC236}">
                <a16:creationId xmlns:a16="http://schemas.microsoft.com/office/drawing/2014/main" id="{C6C54E4B-03B7-48D3-AF73-CE21374AB1C0}"/>
              </a:ext>
            </a:extLst>
          </p:cNvPr>
          <p:cNvSpPr>
            <a:spLocks/>
          </p:cNvSpPr>
          <p:nvPr/>
        </p:nvSpPr>
        <p:spPr bwMode="auto">
          <a:xfrm>
            <a:off x="2438400" y="2717800"/>
            <a:ext cx="1016000" cy="609600"/>
          </a:xfrm>
          <a:custGeom>
            <a:avLst/>
            <a:gdLst>
              <a:gd name="T0" fmla="*/ 0 w 762000"/>
              <a:gd name="T1" fmla="*/ 75478 h 457835"/>
              <a:gd name="T2" fmla="*/ 5714 w 762000"/>
              <a:gd name="T3" fmla="*/ 45912 h 457835"/>
              <a:gd name="T4" fmla="*/ 22229 w 762000"/>
              <a:gd name="T5" fmla="*/ 22033 h 457835"/>
              <a:gd name="T6" fmla="*/ 46350 w 762000"/>
              <a:gd name="T7" fmla="*/ 5674 h 457835"/>
              <a:gd name="T8" fmla="*/ 76199 w 762000"/>
              <a:gd name="T9" fmla="*/ 0 h 457835"/>
              <a:gd name="T10" fmla="*/ 685799 w 762000"/>
              <a:gd name="T11" fmla="*/ 0 h 457835"/>
              <a:gd name="T12" fmla="*/ 715649 w 762000"/>
              <a:gd name="T13" fmla="*/ 5674 h 457835"/>
              <a:gd name="T14" fmla="*/ 739770 w 762000"/>
              <a:gd name="T15" fmla="*/ 22033 h 457835"/>
              <a:gd name="T16" fmla="*/ 756284 w 762000"/>
              <a:gd name="T17" fmla="*/ 45912 h 457835"/>
              <a:gd name="T18" fmla="*/ 761999 w 762000"/>
              <a:gd name="T19" fmla="*/ 75478 h 457835"/>
              <a:gd name="T20" fmla="*/ 761999 w 762000"/>
              <a:gd name="T21" fmla="*/ 377331 h 457835"/>
              <a:gd name="T22" fmla="*/ 756284 w 762000"/>
              <a:gd name="T23" fmla="*/ 406255 h 457835"/>
              <a:gd name="T24" fmla="*/ 739770 w 762000"/>
              <a:gd name="T25" fmla="*/ 430156 h 457835"/>
              <a:gd name="T26" fmla="*/ 715649 w 762000"/>
              <a:gd name="T27" fmla="*/ 446510 h 457835"/>
              <a:gd name="T28" fmla="*/ 685799 w 762000"/>
              <a:gd name="T29" fmla="*/ 452794 h 457835"/>
              <a:gd name="T30" fmla="*/ 76199 w 762000"/>
              <a:gd name="T31" fmla="*/ 452794 h 457835"/>
              <a:gd name="T32" fmla="*/ 46350 w 762000"/>
              <a:gd name="T33" fmla="*/ 446510 h 457835"/>
              <a:gd name="T34" fmla="*/ 22229 w 762000"/>
              <a:gd name="T35" fmla="*/ 430156 h 457835"/>
              <a:gd name="T36" fmla="*/ 5714 w 762000"/>
              <a:gd name="T37" fmla="*/ 406255 h 457835"/>
              <a:gd name="T38" fmla="*/ 0 w 762000"/>
              <a:gd name="T39" fmla="*/ 377331 h 457835"/>
              <a:gd name="T40" fmla="*/ 0 w 762000"/>
              <a:gd name="T41" fmla="*/ 75478 h 4578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835">
                <a:moveTo>
                  <a:pt x="0" y="76215"/>
                </a:moveTo>
                <a:lnTo>
                  <a:pt x="5714" y="46360"/>
                </a:lnTo>
                <a:lnTo>
                  <a:pt x="22229" y="22250"/>
                </a:lnTo>
                <a:lnTo>
                  <a:pt x="46350" y="5730"/>
                </a:lnTo>
                <a:lnTo>
                  <a:pt x="76199" y="0"/>
                </a:lnTo>
                <a:lnTo>
                  <a:pt x="685799" y="0"/>
                </a:lnTo>
                <a:lnTo>
                  <a:pt x="715649" y="5730"/>
                </a:lnTo>
                <a:lnTo>
                  <a:pt x="739770" y="22250"/>
                </a:lnTo>
                <a:lnTo>
                  <a:pt x="756284" y="46360"/>
                </a:lnTo>
                <a:lnTo>
                  <a:pt x="761999" y="76215"/>
                </a:lnTo>
                <a:lnTo>
                  <a:pt x="761999" y="381015"/>
                </a:lnTo>
                <a:lnTo>
                  <a:pt x="756284" y="410221"/>
                </a:lnTo>
                <a:lnTo>
                  <a:pt x="739770" y="434355"/>
                </a:lnTo>
                <a:lnTo>
                  <a:pt x="715649" y="450869"/>
                </a:lnTo>
                <a:lnTo>
                  <a:pt x="685799" y="457215"/>
                </a:lnTo>
                <a:lnTo>
                  <a:pt x="76199" y="457215"/>
                </a:lnTo>
                <a:lnTo>
                  <a:pt x="46350" y="450869"/>
                </a:lnTo>
                <a:lnTo>
                  <a:pt x="22229" y="434355"/>
                </a:lnTo>
                <a:lnTo>
                  <a:pt x="5714" y="410221"/>
                </a:lnTo>
                <a:lnTo>
                  <a:pt x="0" y="381015"/>
                </a:lnTo>
                <a:lnTo>
                  <a:pt x="0" y="76215"/>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79" name="object 43">
            <a:extLst>
              <a:ext uri="{FF2B5EF4-FFF2-40B4-BE49-F238E27FC236}">
                <a16:creationId xmlns:a16="http://schemas.microsoft.com/office/drawing/2014/main" id="{015411A8-1D74-1719-8F83-7C0BD9471C2D}"/>
              </a:ext>
            </a:extLst>
          </p:cNvPr>
          <p:cNvSpPr>
            <a:spLocks noChangeArrowheads="1"/>
          </p:cNvSpPr>
          <p:nvPr/>
        </p:nvSpPr>
        <p:spPr bwMode="auto">
          <a:xfrm>
            <a:off x="2421467" y="2700867"/>
            <a:ext cx="1049867" cy="64135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80" name="object 44">
            <a:extLst>
              <a:ext uri="{FF2B5EF4-FFF2-40B4-BE49-F238E27FC236}">
                <a16:creationId xmlns:a16="http://schemas.microsoft.com/office/drawing/2014/main" id="{170D25DE-AC38-5897-0CC7-30FECC2111B3}"/>
              </a:ext>
            </a:extLst>
          </p:cNvPr>
          <p:cNvSpPr>
            <a:spLocks/>
          </p:cNvSpPr>
          <p:nvPr/>
        </p:nvSpPr>
        <p:spPr bwMode="auto">
          <a:xfrm>
            <a:off x="2787651" y="2895601"/>
            <a:ext cx="514349" cy="300567"/>
          </a:xfrm>
          <a:custGeom>
            <a:avLst/>
            <a:gdLst>
              <a:gd name="T0" fmla="*/ 0 w 386080"/>
              <a:gd name="T1" fmla="*/ 182879 h 225425"/>
              <a:gd name="T2" fmla="*/ 100881 w 386080"/>
              <a:gd name="T3" fmla="*/ 221610 h 225425"/>
              <a:gd name="T4" fmla="*/ 73867 w 386080"/>
              <a:gd name="T5" fmla="*/ 38730 h 225425"/>
              <a:gd name="T6" fmla="*/ 26896 w 386080"/>
              <a:gd name="T7" fmla="*/ 182879 h 225425"/>
              <a:gd name="T8" fmla="*/ 73867 w 386080"/>
              <a:gd name="T9" fmla="*/ 38730 h 225425"/>
              <a:gd name="T10" fmla="*/ 0 w 386080"/>
              <a:gd name="T11" fmla="*/ 0 h 225425"/>
              <a:gd name="T12" fmla="*/ 100881 w 386080"/>
              <a:gd name="T13" fmla="*/ 38730 h 225425"/>
              <a:gd name="T14" fmla="*/ 173233 w 386080"/>
              <a:gd name="T15" fmla="*/ 54482 h 225425"/>
              <a:gd name="T16" fmla="*/ 129172 w 386080"/>
              <a:gd name="T17" fmla="*/ 221610 h 225425"/>
              <a:gd name="T18" fmla="*/ 173233 w 386080"/>
              <a:gd name="T19" fmla="*/ 103119 h 225425"/>
              <a:gd name="T20" fmla="*/ 181448 w 386080"/>
              <a:gd name="T21" fmla="*/ 97154 h 225425"/>
              <a:gd name="T22" fmla="*/ 188764 w 386080"/>
              <a:gd name="T23" fmla="*/ 93975 h 225425"/>
              <a:gd name="T24" fmla="*/ 259809 w 386080"/>
              <a:gd name="T25" fmla="*/ 93213 h 225425"/>
              <a:gd name="T26" fmla="*/ 256349 w 386080"/>
              <a:gd name="T27" fmla="*/ 81163 h 225425"/>
              <a:gd name="T28" fmla="*/ 173233 w 386080"/>
              <a:gd name="T29" fmla="*/ 72889 h 225425"/>
              <a:gd name="T30" fmla="*/ 259809 w 386080"/>
              <a:gd name="T31" fmla="*/ 93213 h 225425"/>
              <a:gd name="T32" fmla="*/ 204556 w 386080"/>
              <a:gd name="T33" fmla="*/ 93975 h 225425"/>
              <a:gd name="T34" fmla="*/ 216547 w 386080"/>
              <a:gd name="T35" fmla="*/ 118490 h 225425"/>
              <a:gd name="T36" fmla="*/ 217305 w 386080"/>
              <a:gd name="T37" fmla="*/ 131944 h 225425"/>
              <a:gd name="T38" fmla="*/ 261495 w 386080"/>
              <a:gd name="T39" fmla="*/ 221610 h 225425"/>
              <a:gd name="T40" fmla="*/ 259809 w 386080"/>
              <a:gd name="T41" fmla="*/ 93213 h 225425"/>
              <a:gd name="T42" fmla="*/ 208723 w 386080"/>
              <a:gd name="T43" fmla="*/ 49910 h 225425"/>
              <a:gd name="T44" fmla="*/ 193031 w 386080"/>
              <a:gd name="T45" fmla="*/ 56795 h 225425"/>
              <a:gd name="T46" fmla="*/ 173233 w 386080"/>
              <a:gd name="T47" fmla="*/ 72889 h 225425"/>
              <a:gd name="T48" fmla="*/ 250578 w 386080"/>
              <a:gd name="T49" fmla="*/ 69605 h 225425"/>
              <a:gd name="T50" fmla="*/ 230691 w 386080"/>
              <a:gd name="T51" fmla="*/ 51804 h 225425"/>
              <a:gd name="T52" fmla="*/ 341045 w 386080"/>
              <a:gd name="T53" fmla="*/ 90796 h 225425"/>
              <a:gd name="T54" fmla="*/ 297470 w 386080"/>
              <a:gd name="T55" fmla="*/ 179817 h 225425"/>
              <a:gd name="T56" fmla="*/ 348503 w 386080"/>
              <a:gd name="T57" fmla="*/ 224908 h 225425"/>
              <a:gd name="T58" fmla="*/ 383472 w 386080"/>
              <a:gd name="T59" fmla="*/ 220086 h 225425"/>
              <a:gd name="T60" fmla="*/ 356706 w 386080"/>
              <a:gd name="T61" fmla="*/ 188463 h 225425"/>
              <a:gd name="T62" fmla="*/ 349380 w 386080"/>
              <a:gd name="T63" fmla="*/ 185415 h 225425"/>
              <a:gd name="T64" fmla="*/ 344336 w 386080"/>
              <a:gd name="T65" fmla="*/ 180593 h 225425"/>
              <a:gd name="T66" fmla="*/ 341933 w 386080"/>
              <a:gd name="T67" fmla="*/ 173604 h 225425"/>
              <a:gd name="T68" fmla="*/ 341045 w 386080"/>
              <a:gd name="T69" fmla="*/ 161031 h 225425"/>
              <a:gd name="T70" fmla="*/ 383472 w 386080"/>
              <a:gd name="T71" fmla="*/ 183379 h 225425"/>
              <a:gd name="T72" fmla="*/ 378168 w 386080"/>
              <a:gd name="T73" fmla="*/ 184403 h 225425"/>
              <a:gd name="T74" fmla="*/ 371729 w 386080"/>
              <a:gd name="T75" fmla="*/ 186689 h 225425"/>
              <a:gd name="T76" fmla="*/ 364792 w 386080"/>
              <a:gd name="T77" fmla="*/ 188463 h 225425"/>
              <a:gd name="T78" fmla="*/ 383472 w 386080"/>
              <a:gd name="T79" fmla="*/ 183379 h 225425"/>
              <a:gd name="T80" fmla="*/ 280187 w 386080"/>
              <a:gd name="T81" fmla="*/ 54482 h 225425"/>
              <a:gd name="T82" fmla="*/ 383472 w 386080"/>
              <a:gd name="T83" fmla="*/ 90796 h 225425"/>
              <a:gd name="T84" fmla="*/ 341045 w 386080"/>
              <a:gd name="T85" fmla="*/ 6726 h 225425"/>
              <a:gd name="T86" fmla="*/ 296985 w 386080"/>
              <a:gd name="T87" fmla="*/ 54482 h 225425"/>
              <a:gd name="T88" fmla="*/ 341045 w 386080"/>
              <a:gd name="T89" fmla="*/ 6726 h 2254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86080" h="225425">
                <a:moveTo>
                  <a:pt x="101464" y="182879"/>
                </a:moveTo>
                <a:lnTo>
                  <a:pt x="0" y="182879"/>
                </a:lnTo>
                <a:lnTo>
                  <a:pt x="0" y="221610"/>
                </a:lnTo>
                <a:lnTo>
                  <a:pt x="101464" y="221610"/>
                </a:lnTo>
                <a:lnTo>
                  <a:pt x="101464" y="182879"/>
                </a:lnTo>
                <a:close/>
              </a:path>
              <a:path w="386080" h="225425">
                <a:moveTo>
                  <a:pt x="74294" y="38730"/>
                </a:moveTo>
                <a:lnTo>
                  <a:pt x="27050" y="38730"/>
                </a:lnTo>
                <a:lnTo>
                  <a:pt x="27050" y="182879"/>
                </a:lnTo>
                <a:lnTo>
                  <a:pt x="74294" y="182879"/>
                </a:lnTo>
                <a:lnTo>
                  <a:pt x="74294" y="38730"/>
                </a:lnTo>
                <a:close/>
              </a:path>
              <a:path w="386080" h="225425">
                <a:moveTo>
                  <a:pt x="101464" y="0"/>
                </a:moveTo>
                <a:lnTo>
                  <a:pt x="0" y="0"/>
                </a:lnTo>
                <a:lnTo>
                  <a:pt x="0" y="38730"/>
                </a:lnTo>
                <a:lnTo>
                  <a:pt x="101464" y="38730"/>
                </a:lnTo>
                <a:lnTo>
                  <a:pt x="101464" y="0"/>
                </a:lnTo>
                <a:close/>
              </a:path>
              <a:path w="386080" h="225425">
                <a:moveTo>
                  <a:pt x="174235" y="54482"/>
                </a:moveTo>
                <a:lnTo>
                  <a:pt x="129920" y="54482"/>
                </a:lnTo>
                <a:lnTo>
                  <a:pt x="129920" y="221610"/>
                </a:lnTo>
                <a:lnTo>
                  <a:pt x="174235" y="221610"/>
                </a:lnTo>
                <a:lnTo>
                  <a:pt x="174235" y="103119"/>
                </a:lnTo>
                <a:lnTo>
                  <a:pt x="178426" y="99690"/>
                </a:lnTo>
                <a:lnTo>
                  <a:pt x="182498" y="97154"/>
                </a:lnTo>
                <a:lnTo>
                  <a:pt x="186177" y="95499"/>
                </a:lnTo>
                <a:lnTo>
                  <a:pt x="189856" y="93975"/>
                </a:lnTo>
                <a:lnTo>
                  <a:pt x="193547" y="93213"/>
                </a:lnTo>
                <a:lnTo>
                  <a:pt x="261312" y="93213"/>
                </a:lnTo>
                <a:lnTo>
                  <a:pt x="261249" y="92714"/>
                </a:lnTo>
                <a:lnTo>
                  <a:pt x="257831" y="81163"/>
                </a:lnTo>
                <a:lnTo>
                  <a:pt x="253677" y="72889"/>
                </a:lnTo>
                <a:lnTo>
                  <a:pt x="174235" y="72889"/>
                </a:lnTo>
                <a:lnTo>
                  <a:pt x="174235" y="54482"/>
                </a:lnTo>
                <a:close/>
              </a:path>
              <a:path w="386080" h="225425">
                <a:moveTo>
                  <a:pt x="261312" y="93213"/>
                </a:moveTo>
                <a:lnTo>
                  <a:pt x="201929" y="93213"/>
                </a:lnTo>
                <a:lnTo>
                  <a:pt x="205739" y="93975"/>
                </a:lnTo>
                <a:lnTo>
                  <a:pt x="211573" y="97273"/>
                </a:lnTo>
                <a:lnTo>
                  <a:pt x="217800" y="118490"/>
                </a:lnTo>
                <a:lnTo>
                  <a:pt x="218312" y="125217"/>
                </a:lnTo>
                <a:lnTo>
                  <a:pt x="218562" y="131944"/>
                </a:lnTo>
                <a:lnTo>
                  <a:pt x="218562" y="221610"/>
                </a:lnTo>
                <a:lnTo>
                  <a:pt x="263008" y="221610"/>
                </a:lnTo>
                <a:lnTo>
                  <a:pt x="262783" y="104793"/>
                </a:lnTo>
                <a:lnTo>
                  <a:pt x="261312" y="93213"/>
                </a:lnTo>
                <a:close/>
              </a:path>
              <a:path w="386080" h="225425">
                <a:moveTo>
                  <a:pt x="218312" y="49910"/>
                </a:moveTo>
                <a:lnTo>
                  <a:pt x="209930" y="49910"/>
                </a:lnTo>
                <a:lnTo>
                  <a:pt x="202310" y="51934"/>
                </a:lnTo>
                <a:lnTo>
                  <a:pt x="194148" y="56795"/>
                </a:lnTo>
                <a:lnTo>
                  <a:pt x="184314" y="63793"/>
                </a:lnTo>
                <a:lnTo>
                  <a:pt x="174235" y="72889"/>
                </a:lnTo>
                <a:lnTo>
                  <a:pt x="253677" y="72889"/>
                </a:lnTo>
                <a:lnTo>
                  <a:pt x="252028" y="69605"/>
                </a:lnTo>
                <a:lnTo>
                  <a:pt x="243338" y="57504"/>
                </a:lnTo>
                <a:lnTo>
                  <a:pt x="232025" y="51804"/>
                </a:lnTo>
                <a:lnTo>
                  <a:pt x="218312" y="49910"/>
                </a:lnTo>
                <a:close/>
              </a:path>
              <a:path w="386080" h="225425">
                <a:moveTo>
                  <a:pt x="343018" y="90796"/>
                </a:moveTo>
                <a:lnTo>
                  <a:pt x="298703" y="90796"/>
                </a:lnTo>
                <a:lnTo>
                  <a:pt x="299190" y="179817"/>
                </a:lnTo>
                <a:lnTo>
                  <a:pt x="322880" y="219972"/>
                </a:lnTo>
                <a:lnTo>
                  <a:pt x="350519" y="224908"/>
                </a:lnTo>
                <a:lnTo>
                  <a:pt x="358389" y="224908"/>
                </a:lnTo>
                <a:lnTo>
                  <a:pt x="385690" y="220086"/>
                </a:lnTo>
                <a:lnTo>
                  <a:pt x="385690" y="188463"/>
                </a:lnTo>
                <a:lnTo>
                  <a:pt x="358770" y="188463"/>
                </a:lnTo>
                <a:lnTo>
                  <a:pt x="354448" y="187451"/>
                </a:lnTo>
                <a:lnTo>
                  <a:pt x="351400" y="185415"/>
                </a:lnTo>
                <a:lnTo>
                  <a:pt x="348483" y="183379"/>
                </a:lnTo>
                <a:lnTo>
                  <a:pt x="346328" y="180593"/>
                </a:lnTo>
                <a:lnTo>
                  <a:pt x="345185" y="177164"/>
                </a:lnTo>
                <a:lnTo>
                  <a:pt x="343911" y="173604"/>
                </a:lnTo>
                <a:lnTo>
                  <a:pt x="343280" y="169663"/>
                </a:lnTo>
                <a:lnTo>
                  <a:pt x="343018" y="161031"/>
                </a:lnTo>
                <a:lnTo>
                  <a:pt x="343018" y="90796"/>
                </a:lnTo>
                <a:close/>
              </a:path>
              <a:path w="386080" h="225425">
                <a:moveTo>
                  <a:pt x="385690" y="183379"/>
                </a:moveTo>
                <a:lnTo>
                  <a:pt x="381880" y="183379"/>
                </a:lnTo>
                <a:lnTo>
                  <a:pt x="380356" y="184403"/>
                </a:lnTo>
                <a:lnTo>
                  <a:pt x="377689" y="185415"/>
                </a:lnTo>
                <a:lnTo>
                  <a:pt x="373879" y="186689"/>
                </a:lnTo>
                <a:lnTo>
                  <a:pt x="369950" y="187832"/>
                </a:lnTo>
                <a:lnTo>
                  <a:pt x="366902" y="188463"/>
                </a:lnTo>
                <a:lnTo>
                  <a:pt x="385690" y="188463"/>
                </a:lnTo>
                <a:lnTo>
                  <a:pt x="385690" y="183379"/>
                </a:lnTo>
                <a:close/>
              </a:path>
              <a:path w="386080" h="225425">
                <a:moveTo>
                  <a:pt x="385690" y="54482"/>
                </a:moveTo>
                <a:lnTo>
                  <a:pt x="281808" y="54482"/>
                </a:lnTo>
                <a:lnTo>
                  <a:pt x="281808" y="90796"/>
                </a:lnTo>
                <a:lnTo>
                  <a:pt x="385690" y="90796"/>
                </a:lnTo>
                <a:lnTo>
                  <a:pt x="385690" y="54482"/>
                </a:lnTo>
                <a:close/>
              </a:path>
              <a:path w="386080" h="225425">
                <a:moveTo>
                  <a:pt x="343018" y="6726"/>
                </a:moveTo>
                <a:lnTo>
                  <a:pt x="298703" y="6726"/>
                </a:lnTo>
                <a:lnTo>
                  <a:pt x="298703" y="54482"/>
                </a:lnTo>
                <a:lnTo>
                  <a:pt x="343018" y="54482"/>
                </a:lnTo>
                <a:lnTo>
                  <a:pt x="343018" y="672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81" name="object 45">
            <a:extLst>
              <a:ext uri="{FF2B5EF4-FFF2-40B4-BE49-F238E27FC236}">
                <a16:creationId xmlns:a16="http://schemas.microsoft.com/office/drawing/2014/main" id="{BF414A35-EA59-7C31-94F7-AA7C1D71D5E8}"/>
              </a:ext>
            </a:extLst>
          </p:cNvPr>
          <p:cNvSpPr>
            <a:spLocks/>
          </p:cNvSpPr>
          <p:nvPr/>
        </p:nvSpPr>
        <p:spPr bwMode="auto">
          <a:xfrm>
            <a:off x="2438400" y="3530600"/>
            <a:ext cx="1016000" cy="609600"/>
          </a:xfrm>
          <a:custGeom>
            <a:avLst/>
            <a:gdLst>
              <a:gd name="T0" fmla="*/ 685799 w 762000"/>
              <a:gd name="T1" fmla="*/ 0 h 457200"/>
              <a:gd name="T2" fmla="*/ 76199 w 762000"/>
              <a:gd name="T3" fmla="*/ 0 h 457200"/>
              <a:gd name="T4" fmla="*/ 46350 w 762000"/>
              <a:gd name="T5" fmla="*/ 5714 h 457200"/>
              <a:gd name="T6" fmla="*/ 22229 w 762000"/>
              <a:gd name="T7" fmla="*/ 22229 h 457200"/>
              <a:gd name="T8" fmla="*/ 5714 w 762000"/>
              <a:gd name="T9" fmla="*/ 46350 h 457200"/>
              <a:gd name="T10" fmla="*/ 0 w 762000"/>
              <a:gd name="T11" fmla="*/ 76199 h 457200"/>
              <a:gd name="T12" fmla="*/ 0 w 762000"/>
              <a:gd name="T13" fmla="*/ 380999 h 457200"/>
              <a:gd name="T14" fmla="*/ 5714 w 762000"/>
              <a:gd name="T15" fmla="*/ 410205 h 457200"/>
              <a:gd name="T16" fmla="*/ 22229 w 762000"/>
              <a:gd name="T17" fmla="*/ 434339 h 457200"/>
              <a:gd name="T18" fmla="*/ 46350 w 762000"/>
              <a:gd name="T19" fmla="*/ 450854 h 457200"/>
              <a:gd name="T20" fmla="*/ 76199 w 762000"/>
              <a:gd name="T21" fmla="*/ 457199 h 457200"/>
              <a:gd name="T22" fmla="*/ 685799 w 762000"/>
              <a:gd name="T23" fmla="*/ 457199 h 457200"/>
              <a:gd name="T24" fmla="*/ 715649 w 762000"/>
              <a:gd name="T25" fmla="*/ 450854 h 457200"/>
              <a:gd name="T26" fmla="*/ 739770 w 762000"/>
              <a:gd name="T27" fmla="*/ 434339 h 457200"/>
              <a:gd name="T28" fmla="*/ 756284 w 762000"/>
              <a:gd name="T29" fmla="*/ 410205 h 457200"/>
              <a:gd name="T30" fmla="*/ 761999 w 762000"/>
              <a:gd name="T31" fmla="*/ 380999 h 457200"/>
              <a:gd name="T32" fmla="*/ 761999 w 762000"/>
              <a:gd name="T33" fmla="*/ 76199 h 457200"/>
              <a:gd name="T34" fmla="*/ 756284 w 762000"/>
              <a:gd name="T35" fmla="*/ 46350 h 457200"/>
              <a:gd name="T36" fmla="*/ 739770 w 762000"/>
              <a:gd name="T37" fmla="*/ 22229 h 457200"/>
              <a:gd name="T38" fmla="*/ 715649 w 762000"/>
              <a:gd name="T39" fmla="*/ 5714 h 457200"/>
              <a:gd name="T40" fmla="*/ 685799 w 7620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200">
                <a:moveTo>
                  <a:pt x="685799" y="0"/>
                </a:moveTo>
                <a:lnTo>
                  <a:pt x="76199" y="0"/>
                </a:lnTo>
                <a:lnTo>
                  <a:pt x="46350" y="5714"/>
                </a:lnTo>
                <a:lnTo>
                  <a:pt x="22229" y="22229"/>
                </a:lnTo>
                <a:lnTo>
                  <a:pt x="5714" y="46350"/>
                </a:lnTo>
                <a:lnTo>
                  <a:pt x="0" y="76199"/>
                </a:lnTo>
                <a:lnTo>
                  <a:pt x="0" y="380999"/>
                </a:lnTo>
                <a:lnTo>
                  <a:pt x="5714" y="410205"/>
                </a:lnTo>
                <a:lnTo>
                  <a:pt x="22229" y="434339"/>
                </a:lnTo>
                <a:lnTo>
                  <a:pt x="46350" y="450854"/>
                </a:lnTo>
                <a:lnTo>
                  <a:pt x="76199" y="457199"/>
                </a:lnTo>
                <a:lnTo>
                  <a:pt x="685799" y="457199"/>
                </a:lnTo>
                <a:lnTo>
                  <a:pt x="715649" y="450854"/>
                </a:lnTo>
                <a:lnTo>
                  <a:pt x="739770" y="434339"/>
                </a:lnTo>
                <a:lnTo>
                  <a:pt x="756284" y="410205"/>
                </a:lnTo>
                <a:lnTo>
                  <a:pt x="761999" y="380999"/>
                </a:lnTo>
                <a:lnTo>
                  <a:pt x="761999" y="76199"/>
                </a:lnTo>
                <a:lnTo>
                  <a:pt x="756284" y="46350"/>
                </a:lnTo>
                <a:lnTo>
                  <a:pt x="739770" y="22229"/>
                </a:lnTo>
                <a:lnTo>
                  <a:pt x="715649" y="5714"/>
                </a:lnTo>
                <a:lnTo>
                  <a:pt x="6857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82" name="object 46">
            <a:extLst>
              <a:ext uri="{FF2B5EF4-FFF2-40B4-BE49-F238E27FC236}">
                <a16:creationId xmlns:a16="http://schemas.microsoft.com/office/drawing/2014/main" id="{A4E6232E-2671-00F5-B90B-0A8D17B67CF1}"/>
              </a:ext>
            </a:extLst>
          </p:cNvPr>
          <p:cNvSpPr>
            <a:spLocks/>
          </p:cNvSpPr>
          <p:nvPr/>
        </p:nvSpPr>
        <p:spPr bwMode="auto">
          <a:xfrm>
            <a:off x="2438400" y="3530600"/>
            <a:ext cx="1016000" cy="609600"/>
          </a:xfrm>
          <a:custGeom>
            <a:avLst/>
            <a:gdLst>
              <a:gd name="T0" fmla="*/ 0 w 762000"/>
              <a:gd name="T1" fmla="*/ 76199 h 457200"/>
              <a:gd name="T2" fmla="*/ 5714 w 762000"/>
              <a:gd name="T3" fmla="*/ 46350 h 457200"/>
              <a:gd name="T4" fmla="*/ 22229 w 762000"/>
              <a:gd name="T5" fmla="*/ 22229 h 457200"/>
              <a:gd name="T6" fmla="*/ 46350 w 762000"/>
              <a:gd name="T7" fmla="*/ 5714 h 457200"/>
              <a:gd name="T8" fmla="*/ 76199 w 762000"/>
              <a:gd name="T9" fmla="*/ 0 h 457200"/>
              <a:gd name="T10" fmla="*/ 685799 w 762000"/>
              <a:gd name="T11" fmla="*/ 0 h 457200"/>
              <a:gd name="T12" fmla="*/ 715649 w 762000"/>
              <a:gd name="T13" fmla="*/ 5714 h 457200"/>
              <a:gd name="T14" fmla="*/ 739770 w 762000"/>
              <a:gd name="T15" fmla="*/ 22229 h 457200"/>
              <a:gd name="T16" fmla="*/ 756284 w 762000"/>
              <a:gd name="T17" fmla="*/ 46350 h 457200"/>
              <a:gd name="T18" fmla="*/ 761999 w 762000"/>
              <a:gd name="T19" fmla="*/ 76199 h 457200"/>
              <a:gd name="T20" fmla="*/ 761999 w 762000"/>
              <a:gd name="T21" fmla="*/ 380999 h 457200"/>
              <a:gd name="T22" fmla="*/ 756284 w 762000"/>
              <a:gd name="T23" fmla="*/ 410205 h 457200"/>
              <a:gd name="T24" fmla="*/ 739770 w 762000"/>
              <a:gd name="T25" fmla="*/ 434339 h 457200"/>
              <a:gd name="T26" fmla="*/ 715649 w 762000"/>
              <a:gd name="T27" fmla="*/ 450854 h 457200"/>
              <a:gd name="T28" fmla="*/ 685799 w 762000"/>
              <a:gd name="T29" fmla="*/ 457199 h 457200"/>
              <a:gd name="T30" fmla="*/ 76199 w 762000"/>
              <a:gd name="T31" fmla="*/ 457199 h 457200"/>
              <a:gd name="T32" fmla="*/ 46350 w 762000"/>
              <a:gd name="T33" fmla="*/ 450854 h 457200"/>
              <a:gd name="T34" fmla="*/ 22229 w 762000"/>
              <a:gd name="T35" fmla="*/ 434339 h 457200"/>
              <a:gd name="T36" fmla="*/ 5714 w 762000"/>
              <a:gd name="T37" fmla="*/ 410205 h 457200"/>
              <a:gd name="T38" fmla="*/ 0 w 762000"/>
              <a:gd name="T39" fmla="*/ 380999 h 457200"/>
              <a:gd name="T40" fmla="*/ 0 w 7620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200">
                <a:moveTo>
                  <a:pt x="0" y="76199"/>
                </a:moveTo>
                <a:lnTo>
                  <a:pt x="5714" y="46350"/>
                </a:lnTo>
                <a:lnTo>
                  <a:pt x="22229" y="22229"/>
                </a:lnTo>
                <a:lnTo>
                  <a:pt x="46350" y="5714"/>
                </a:lnTo>
                <a:lnTo>
                  <a:pt x="76199" y="0"/>
                </a:lnTo>
                <a:lnTo>
                  <a:pt x="685799" y="0"/>
                </a:lnTo>
                <a:lnTo>
                  <a:pt x="715649" y="5714"/>
                </a:lnTo>
                <a:lnTo>
                  <a:pt x="739770" y="22229"/>
                </a:lnTo>
                <a:lnTo>
                  <a:pt x="756284" y="46350"/>
                </a:lnTo>
                <a:lnTo>
                  <a:pt x="761999" y="76199"/>
                </a:lnTo>
                <a:lnTo>
                  <a:pt x="761999" y="380999"/>
                </a:lnTo>
                <a:lnTo>
                  <a:pt x="756284" y="410205"/>
                </a:lnTo>
                <a:lnTo>
                  <a:pt x="739770" y="434339"/>
                </a:lnTo>
                <a:lnTo>
                  <a:pt x="715649" y="450854"/>
                </a:lnTo>
                <a:lnTo>
                  <a:pt x="685799" y="457199"/>
                </a:lnTo>
                <a:lnTo>
                  <a:pt x="76199" y="457199"/>
                </a:lnTo>
                <a:lnTo>
                  <a:pt x="46350" y="450854"/>
                </a:lnTo>
                <a:lnTo>
                  <a:pt x="22229" y="434339"/>
                </a:lnTo>
                <a:lnTo>
                  <a:pt x="5714" y="410205"/>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83" name="object 47">
            <a:extLst>
              <a:ext uri="{FF2B5EF4-FFF2-40B4-BE49-F238E27FC236}">
                <a16:creationId xmlns:a16="http://schemas.microsoft.com/office/drawing/2014/main" id="{29A99046-F5A3-F0F6-B56F-9CD135802F01}"/>
              </a:ext>
            </a:extLst>
          </p:cNvPr>
          <p:cNvSpPr>
            <a:spLocks noChangeArrowheads="1"/>
          </p:cNvSpPr>
          <p:nvPr/>
        </p:nvSpPr>
        <p:spPr bwMode="auto">
          <a:xfrm>
            <a:off x="2421467" y="3513667"/>
            <a:ext cx="1049867" cy="64135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84" name="object 48">
            <a:extLst>
              <a:ext uri="{FF2B5EF4-FFF2-40B4-BE49-F238E27FC236}">
                <a16:creationId xmlns:a16="http://schemas.microsoft.com/office/drawing/2014/main" id="{7A84396D-420B-A7D6-F8A1-9DE8668B2281}"/>
              </a:ext>
            </a:extLst>
          </p:cNvPr>
          <p:cNvSpPr>
            <a:spLocks/>
          </p:cNvSpPr>
          <p:nvPr/>
        </p:nvSpPr>
        <p:spPr bwMode="auto">
          <a:xfrm>
            <a:off x="2540000" y="4343400"/>
            <a:ext cx="1016000" cy="609600"/>
          </a:xfrm>
          <a:custGeom>
            <a:avLst/>
            <a:gdLst>
              <a:gd name="T0" fmla="*/ 685799 w 762000"/>
              <a:gd name="T1" fmla="*/ 0 h 457200"/>
              <a:gd name="T2" fmla="*/ 76199 w 762000"/>
              <a:gd name="T3" fmla="*/ 0 h 457200"/>
              <a:gd name="T4" fmla="*/ 46350 w 762000"/>
              <a:gd name="T5" fmla="*/ 6345 h 457200"/>
              <a:gd name="T6" fmla="*/ 22229 w 762000"/>
              <a:gd name="T7" fmla="*/ 22229 h 457200"/>
              <a:gd name="T8" fmla="*/ 5714 w 762000"/>
              <a:gd name="T9" fmla="*/ 46994 h 457200"/>
              <a:gd name="T10" fmla="*/ 0 w 762000"/>
              <a:gd name="T11" fmla="*/ 76199 h 457200"/>
              <a:gd name="T12" fmla="*/ 0 w 762000"/>
              <a:gd name="T13" fmla="*/ 380999 h 457200"/>
              <a:gd name="T14" fmla="*/ 5714 w 762000"/>
              <a:gd name="T15" fmla="*/ 410849 h 457200"/>
              <a:gd name="T16" fmla="*/ 22229 w 762000"/>
              <a:gd name="T17" fmla="*/ 434970 h 457200"/>
              <a:gd name="T18" fmla="*/ 46350 w 762000"/>
              <a:gd name="T19" fmla="*/ 451484 h 457200"/>
              <a:gd name="T20" fmla="*/ 76199 w 762000"/>
              <a:gd name="T21" fmla="*/ 457199 h 457200"/>
              <a:gd name="T22" fmla="*/ 685799 w 762000"/>
              <a:gd name="T23" fmla="*/ 457199 h 457200"/>
              <a:gd name="T24" fmla="*/ 715649 w 762000"/>
              <a:gd name="T25" fmla="*/ 451484 h 457200"/>
              <a:gd name="T26" fmla="*/ 739770 w 762000"/>
              <a:gd name="T27" fmla="*/ 434970 h 457200"/>
              <a:gd name="T28" fmla="*/ 756284 w 762000"/>
              <a:gd name="T29" fmla="*/ 410849 h 457200"/>
              <a:gd name="T30" fmla="*/ 761999 w 762000"/>
              <a:gd name="T31" fmla="*/ 380999 h 457200"/>
              <a:gd name="T32" fmla="*/ 761999 w 762000"/>
              <a:gd name="T33" fmla="*/ 76199 h 457200"/>
              <a:gd name="T34" fmla="*/ 756284 w 762000"/>
              <a:gd name="T35" fmla="*/ 46994 h 457200"/>
              <a:gd name="T36" fmla="*/ 739770 w 762000"/>
              <a:gd name="T37" fmla="*/ 22229 h 457200"/>
              <a:gd name="T38" fmla="*/ 715649 w 762000"/>
              <a:gd name="T39" fmla="*/ 6345 h 457200"/>
              <a:gd name="T40" fmla="*/ 685799 w 7620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200">
                <a:moveTo>
                  <a:pt x="685799" y="0"/>
                </a:moveTo>
                <a:lnTo>
                  <a:pt x="76199" y="0"/>
                </a:lnTo>
                <a:lnTo>
                  <a:pt x="46350" y="6345"/>
                </a:lnTo>
                <a:lnTo>
                  <a:pt x="22229" y="22229"/>
                </a:lnTo>
                <a:lnTo>
                  <a:pt x="5714" y="46994"/>
                </a:lnTo>
                <a:lnTo>
                  <a:pt x="0" y="76199"/>
                </a:lnTo>
                <a:lnTo>
                  <a:pt x="0" y="380999"/>
                </a:lnTo>
                <a:lnTo>
                  <a:pt x="5714" y="410849"/>
                </a:lnTo>
                <a:lnTo>
                  <a:pt x="22229" y="434970"/>
                </a:lnTo>
                <a:lnTo>
                  <a:pt x="46350" y="451484"/>
                </a:lnTo>
                <a:lnTo>
                  <a:pt x="76199" y="457199"/>
                </a:lnTo>
                <a:lnTo>
                  <a:pt x="685799" y="457199"/>
                </a:lnTo>
                <a:lnTo>
                  <a:pt x="715649" y="451484"/>
                </a:lnTo>
                <a:lnTo>
                  <a:pt x="739770" y="434970"/>
                </a:lnTo>
                <a:lnTo>
                  <a:pt x="756284" y="410849"/>
                </a:lnTo>
                <a:lnTo>
                  <a:pt x="761999" y="380999"/>
                </a:lnTo>
                <a:lnTo>
                  <a:pt x="761999" y="76199"/>
                </a:lnTo>
                <a:lnTo>
                  <a:pt x="756284" y="46994"/>
                </a:lnTo>
                <a:lnTo>
                  <a:pt x="739770" y="22229"/>
                </a:lnTo>
                <a:lnTo>
                  <a:pt x="715649" y="6345"/>
                </a:lnTo>
                <a:lnTo>
                  <a:pt x="6857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85" name="object 49">
            <a:extLst>
              <a:ext uri="{FF2B5EF4-FFF2-40B4-BE49-F238E27FC236}">
                <a16:creationId xmlns:a16="http://schemas.microsoft.com/office/drawing/2014/main" id="{DA98C09C-11E7-3F3B-9FAE-B7ECB8DF102B}"/>
              </a:ext>
            </a:extLst>
          </p:cNvPr>
          <p:cNvSpPr>
            <a:spLocks/>
          </p:cNvSpPr>
          <p:nvPr/>
        </p:nvSpPr>
        <p:spPr bwMode="auto">
          <a:xfrm>
            <a:off x="2540000" y="4343400"/>
            <a:ext cx="1016000" cy="609600"/>
          </a:xfrm>
          <a:custGeom>
            <a:avLst/>
            <a:gdLst>
              <a:gd name="T0" fmla="*/ 0 w 762000"/>
              <a:gd name="T1" fmla="*/ 76199 h 457200"/>
              <a:gd name="T2" fmla="*/ 5714 w 762000"/>
              <a:gd name="T3" fmla="*/ 46994 h 457200"/>
              <a:gd name="T4" fmla="*/ 22229 w 762000"/>
              <a:gd name="T5" fmla="*/ 22229 h 457200"/>
              <a:gd name="T6" fmla="*/ 46350 w 762000"/>
              <a:gd name="T7" fmla="*/ 6345 h 457200"/>
              <a:gd name="T8" fmla="*/ 76199 w 762000"/>
              <a:gd name="T9" fmla="*/ 0 h 457200"/>
              <a:gd name="T10" fmla="*/ 685799 w 762000"/>
              <a:gd name="T11" fmla="*/ 0 h 457200"/>
              <a:gd name="T12" fmla="*/ 715649 w 762000"/>
              <a:gd name="T13" fmla="*/ 6345 h 457200"/>
              <a:gd name="T14" fmla="*/ 739770 w 762000"/>
              <a:gd name="T15" fmla="*/ 22229 h 457200"/>
              <a:gd name="T16" fmla="*/ 756284 w 762000"/>
              <a:gd name="T17" fmla="*/ 46994 h 457200"/>
              <a:gd name="T18" fmla="*/ 761999 w 762000"/>
              <a:gd name="T19" fmla="*/ 76199 h 457200"/>
              <a:gd name="T20" fmla="*/ 761999 w 762000"/>
              <a:gd name="T21" fmla="*/ 380999 h 457200"/>
              <a:gd name="T22" fmla="*/ 756284 w 762000"/>
              <a:gd name="T23" fmla="*/ 410849 h 457200"/>
              <a:gd name="T24" fmla="*/ 739770 w 762000"/>
              <a:gd name="T25" fmla="*/ 434970 h 457200"/>
              <a:gd name="T26" fmla="*/ 715649 w 762000"/>
              <a:gd name="T27" fmla="*/ 451484 h 457200"/>
              <a:gd name="T28" fmla="*/ 685799 w 762000"/>
              <a:gd name="T29" fmla="*/ 457199 h 457200"/>
              <a:gd name="T30" fmla="*/ 76199 w 762000"/>
              <a:gd name="T31" fmla="*/ 457199 h 457200"/>
              <a:gd name="T32" fmla="*/ 46350 w 762000"/>
              <a:gd name="T33" fmla="*/ 451484 h 457200"/>
              <a:gd name="T34" fmla="*/ 22229 w 762000"/>
              <a:gd name="T35" fmla="*/ 434970 h 457200"/>
              <a:gd name="T36" fmla="*/ 5714 w 762000"/>
              <a:gd name="T37" fmla="*/ 410849 h 457200"/>
              <a:gd name="T38" fmla="*/ 0 w 762000"/>
              <a:gd name="T39" fmla="*/ 380999 h 457200"/>
              <a:gd name="T40" fmla="*/ 0 w 7620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457200">
                <a:moveTo>
                  <a:pt x="0" y="76199"/>
                </a:moveTo>
                <a:lnTo>
                  <a:pt x="5714" y="46994"/>
                </a:lnTo>
                <a:lnTo>
                  <a:pt x="22229" y="22229"/>
                </a:lnTo>
                <a:lnTo>
                  <a:pt x="46350" y="6345"/>
                </a:lnTo>
                <a:lnTo>
                  <a:pt x="76199" y="0"/>
                </a:lnTo>
                <a:lnTo>
                  <a:pt x="685799" y="0"/>
                </a:lnTo>
                <a:lnTo>
                  <a:pt x="715649" y="6345"/>
                </a:lnTo>
                <a:lnTo>
                  <a:pt x="739770" y="22229"/>
                </a:lnTo>
                <a:lnTo>
                  <a:pt x="756284" y="46994"/>
                </a:lnTo>
                <a:lnTo>
                  <a:pt x="761999" y="76199"/>
                </a:lnTo>
                <a:lnTo>
                  <a:pt x="761999" y="380999"/>
                </a:lnTo>
                <a:lnTo>
                  <a:pt x="756284" y="410849"/>
                </a:lnTo>
                <a:lnTo>
                  <a:pt x="739770" y="434970"/>
                </a:lnTo>
                <a:lnTo>
                  <a:pt x="715649" y="451484"/>
                </a:lnTo>
                <a:lnTo>
                  <a:pt x="685799" y="457199"/>
                </a:lnTo>
                <a:lnTo>
                  <a:pt x="76199" y="457199"/>
                </a:lnTo>
                <a:lnTo>
                  <a:pt x="46350" y="451484"/>
                </a:lnTo>
                <a:lnTo>
                  <a:pt x="22229" y="434970"/>
                </a:lnTo>
                <a:lnTo>
                  <a:pt x="5714" y="410849"/>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86" name="object 50">
            <a:extLst>
              <a:ext uri="{FF2B5EF4-FFF2-40B4-BE49-F238E27FC236}">
                <a16:creationId xmlns:a16="http://schemas.microsoft.com/office/drawing/2014/main" id="{15FA080E-D564-1ED2-DA85-59119F161DA6}"/>
              </a:ext>
            </a:extLst>
          </p:cNvPr>
          <p:cNvSpPr>
            <a:spLocks noChangeArrowheads="1"/>
          </p:cNvSpPr>
          <p:nvPr/>
        </p:nvSpPr>
        <p:spPr bwMode="auto">
          <a:xfrm>
            <a:off x="2523067" y="4326467"/>
            <a:ext cx="1049867" cy="64135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51" name="object 51">
            <a:extLst>
              <a:ext uri="{FF2B5EF4-FFF2-40B4-BE49-F238E27FC236}">
                <a16:creationId xmlns:a16="http://schemas.microsoft.com/office/drawing/2014/main" id="{98A82EBD-C7FD-18AC-23ED-BA8D02A72D26}"/>
              </a:ext>
            </a:extLst>
          </p:cNvPr>
          <p:cNvSpPr txBox="1"/>
          <p:nvPr/>
        </p:nvSpPr>
        <p:spPr>
          <a:xfrm>
            <a:off x="2614084" y="3653367"/>
            <a:ext cx="963083" cy="1318310"/>
          </a:xfrm>
          <a:prstGeom prst="rect">
            <a:avLst/>
          </a:prstGeom>
        </p:spPr>
        <p:txBody>
          <a:bodyPr lIns="0" tIns="0" rIns="0" bIns="0">
            <a:spAutoFit/>
          </a:bodyPr>
          <a:lstStyle/>
          <a:p>
            <a:pPr marL="16933">
              <a:defRPr/>
            </a:pPr>
            <a:r>
              <a:rPr sz="3200" b="1" spc="-413" dirty="0">
                <a:solidFill>
                  <a:srgbClr val="FFFFFF"/>
                </a:solidFill>
                <a:latin typeface="Tahoma"/>
                <a:cs typeface="Tahoma"/>
              </a:rPr>
              <a:t>C</a:t>
            </a:r>
            <a:r>
              <a:rPr sz="3200" b="1" spc="-407" dirty="0">
                <a:solidFill>
                  <a:srgbClr val="FFFFFF"/>
                </a:solidFill>
                <a:latin typeface="Tahoma"/>
                <a:cs typeface="Tahoma"/>
              </a:rPr>
              <a:t>h</a:t>
            </a:r>
            <a:r>
              <a:rPr sz="3200" b="1" spc="-420" dirty="0">
                <a:solidFill>
                  <a:srgbClr val="FFFFFF"/>
                </a:solidFill>
                <a:latin typeface="Tahoma"/>
                <a:cs typeface="Tahoma"/>
              </a:rPr>
              <a:t>a</a:t>
            </a:r>
            <a:r>
              <a:rPr sz="3200" b="1" spc="-20" dirty="0">
                <a:solidFill>
                  <a:srgbClr val="FFFFFF"/>
                </a:solidFill>
                <a:latin typeface="Tahoma"/>
                <a:cs typeface="Tahoma"/>
              </a:rPr>
              <a:t>r</a:t>
            </a:r>
            <a:endParaRPr sz="3200" dirty="0">
              <a:latin typeface="Tahoma"/>
              <a:cs typeface="Tahoma"/>
            </a:endParaRPr>
          </a:p>
          <a:p>
            <a:pPr marL="105831">
              <a:spcBef>
                <a:spcPts val="2573"/>
              </a:spcBef>
              <a:defRPr/>
            </a:pPr>
            <a:r>
              <a:rPr sz="3200" b="1" spc="-360" dirty="0">
                <a:solidFill>
                  <a:srgbClr val="FFFFFF"/>
                </a:solidFill>
                <a:latin typeface="Tahoma"/>
                <a:cs typeface="Tahoma"/>
              </a:rPr>
              <a:t>Fl</a:t>
            </a:r>
            <a:r>
              <a:rPr sz="3200" b="1" spc="-380" dirty="0">
                <a:solidFill>
                  <a:srgbClr val="FFFFFF"/>
                </a:solidFill>
                <a:latin typeface="Tahoma"/>
                <a:cs typeface="Tahoma"/>
              </a:rPr>
              <a:t>o</a:t>
            </a:r>
            <a:r>
              <a:rPr sz="3200" b="1" spc="-367" dirty="0">
                <a:solidFill>
                  <a:srgbClr val="FFFFFF"/>
                </a:solidFill>
                <a:latin typeface="Tahoma"/>
                <a:cs typeface="Tahoma"/>
              </a:rPr>
              <a:t>a</a:t>
            </a:r>
            <a:r>
              <a:rPr sz="3200" b="1" spc="-13" dirty="0">
                <a:solidFill>
                  <a:srgbClr val="FFFFFF"/>
                </a:solidFill>
                <a:latin typeface="Tahoma"/>
                <a:cs typeface="Tahoma"/>
              </a:rPr>
              <a:t>t</a:t>
            </a:r>
            <a:endParaRPr sz="3200" dirty="0">
              <a:latin typeface="Tahoma"/>
              <a:cs typeface="Tahoma"/>
            </a:endParaRPr>
          </a:p>
        </p:txBody>
      </p:sp>
      <p:sp>
        <p:nvSpPr>
          <p:cNvPr id="14388" name="object 52">
            <a:extLst>
              <a:ext uri="{FF2B5EF4-FFF2-40B4-BE49-F238E27FC236}">
                <a16:creationId xmlns:a16="http://schemas.microsoft.com/office/drawing/2014/main" id="{13550554-82B1-BE65-026B-BADBA4ABA7CD}"/>
              </a:ext>
            </a:extLst>
          </p:cNvPr>
          <p:cNvSpPr>
            <a:spLocks/>
          </p:cNvSpPr>
          <p:nvPr/>
        </p:nvSpPr>
        <p:spPr bwMode="auto">
          <a:xfrm>
            <a:off x="2540000" y="5257800"/>
            <a:ext cx="1320800" cy="609600"/>
          </a:xfrm>
          <a:custGeom>
            <a:avLst/>
            <a:gdLst>
              <a:gd name="T0" fmla="*/ 914399 w 990600"/>
              <a:gd name="T1" fmla="*/ 0 h 457200"/>
              <a:gd name="T2" fmla="*/ 76199 w 990600"/>
              <a:gd name="T3" fmla="*/ 0 h 457200"/>
              <a:gd name="T4" fmla="*/ 46350 w 990600"/>
              <a:gd name="T5" fmla="*/ 6345 h 457200"/>
              <a:gd name="T6" fmla="*/ 22229 w 990600"/>
              <a:gd name="T7" fmla="*/ 22219 h 457200"/>
              <a:gd name="T8" fmla="*/ 5714 w 990600"/>
              <a:gd name="T9" fmla="*/ 46984 h 457200"/>
              <a:gd name="T10" fmla="*/ 0 w 990600"/>
              <a:gd name="T11" fmla="*/ 76199 h 457200"/>
              <a:gd name="T12" fmla="*/ 0 w 990600"/>
              <a:gd name="T13" fmla="*/ 380999 h 457200"/>
              <a:gd name="T14" fmla="*/ 5714 w 990600"/>
              <a:gd name="T15" fmla="*/ 410839 h 457200"/>
              <a:gd name="T16" fmla="*/ 22229 w 990600"/>
              <a:gd name="T17" fmla="*/ 434970 h 457200"/>
              <a:gd name="T18" fmla="*/ 46350 w 990600"/>
              <a:gd name="T19" fmla="*/ 451484 h 457200"/>
              <a:gd name="T20" fmla="*/ 76199 w 990600"/>
              <a:gd name="T21" fmla="*/ 457199 h 457200"/>
              <a:gd name="T22" fmla="*/ 914399 w 990600"/>
              <a:gd name="T23" fmla="*/ 457199 h 457200"/>
              <a:gd name="T24" fmla="*/ 944249 w 990600"/>
              <a:gd name="T25" fmla="*/ 451484 h 457200"/>
              <a:gd name="T26" fmla="*/ 968370 w 990600"/>
              <a:gd name="T27" fmla="*/ 434970 h 457200"/>
              <a:gd name="T28" fmla="*/ 984884 w 990600"/>
              <a:gd name="T29" fmla="*/ 410839 h 457200"/>
              <a:gd name="T30" fmla="*/ 990599 w 990600"/>
              <a:gd name="T31" fmla="*/ 380999 h 457200"/>
              <a:gd name="T32" fmla="*/ 990599 w 990600"/>
              <a:gd name="T33" fmla="*/ 76199 h 457200"/>
              <a:gd name="T34" fmla="*/ 984884 w 990600"/>
              <a:gd name="T35" fmla="*/ 46984 h 457200"/>
              <a:gd name="T36" fmla="*/ 968370 w 990600"/>
              <a:gd name="T37" fmla="*/ 22219 h 457200"/>
              <a:gd name="T38" fmla="*/ 944249 w 990600"/>
              <a:gd name="T39" fmla="*/ 6345 h 457200"/>
              <a:gd name="T40" fmla="*/ 914399 w 9906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90600" h="457200">
                <a:moveTo>
                  <a:pt x="914399" y="0"/>
                </a:moveTo>
                <a:lnTo>
                  <a:pt x="76199" y="0"/>
                </a:lnTo>
                <a:lnTo>
                  <a:pt x="46350" y="6345"/>
                </a:lnTo>
                <a:lnTo>
                  <a:pt x="22229" y="22219"/>
                </a:lnTo>
                <a:lnTo>
                  <a:pt x="5714" y="46984"/>
                </a:lnTo>
                <a:lnTo>
                  <a:pt x="0" y="76199"/>
                </a:lnTo>
                <a:lnTo>
                  <a:pt x="0" y="380999"/>
                </a:lnTo>
                <a:lnTo>
                  <a:pt x="5714" y="410839"/>
                </a:lnTo>
                <a:lnTo>
                  <a:pt x="22229" y="434970"/>
                </a:lnTo>
                <a:lnTo>
                  <a:pt x="46350" y="451484"/>
                </a:lnTo>
                <a:lnTo>
                  <a:pt x="76199" y="457199"/>
                </a:lnTo>
                <a:lnTo>
                  <a:pt x="914399" y="457199"/>
                </a:lnTo>
                <a:lnTo>
                  <a:pt x="944249" y="451484"/>
                </a:lnTo>
                <a:lnTo>
                  <a:pt x="968370" y="434970"/>
                </a:lnTo>
                <a:lnTo>
                  <a:pt x="984884" y="410839"/>
                </a:lnTo>
                <a:lnTo>
                  <a:pt x="990599" y="380999"/>
                </a:lnTo>
                <a:lnTo>
                  <a:pt x="990599" y="76199"/>
                </a:lnTo>
                <a:lnTo>
                  <a:pt x="984884" y="46984"/>
                </a:lnTo>
                <a:lnTo>
                  <a:pt x="968370" y="22219"/>
                </a:lnTo>
                <a:lnTo>
                  <a:pt x="944249" y="6345"/>
                </a:lnTo>
                <a:lnTo>
                  <a:pt x="9143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89" name="object 53">
            <a:extLst>
              <a:ext uri="{FF2B5EF4-FFF2-40B4-BE49-F238E27FC236}">
                <a16:creationId xmlns:a16="http://schemas.microsoft.com/office/drawing/2014/main" id="{782BA694-E708-7103-7457-296677B5D1A1}"/>
              </a:ext>
            </a:extLst>
          </p:cNvPr>
          <p:cNvSpPr>
            <a:spLocks/>
          </p:cNvSpPr>
          <p:nvPr/>
        </p:nvSpPr>
        <p:spPr bwMode="auto">
          <a:xfrm>
            <a:off x="2540000" y="5257800"/>
            <a:ext cx="1320800" cy="609600"/>
          </a:xfrm>
          <a:custGeom>
            <a:avLst/>
            <a:gdLst>
              <a:gd name="T0" fmla="*/ 0 w 990600"/>
              <a:gd name="T1" fmla="*/ 76199 h 457200"/>
              <a:gd name="T2" fmla="*/ 5714 w 990600"/>
              <a:gd name="T3" fmla="*/ 46984 h 457200"/>
              <a:gd name="T4" fmla="*/ 22229 w 990600"/>
              <a:gd name="T5" fmla="*/ 22219 h 457200"/>
              <a:gd name="T6" fmla="*/ 46350 w 990600"/>
              <a:gd name="T7" fmla="*/ 6345 h 457200"/>
              <a:gd name="T8" fmla="*/ 76199 w 990600"/>
              <a:gd name="T9" fmla="*/ 0 h 457200"/>
              <a:gd name="T10" fmla="*/ 914399 w 990600"/>
              <a:gd name="T11" fmla="*/ 0 h 457200"/>
              <a:gd name="T12" fmla="*/ 944249 w 990600"/>
              <a:gd name="T13" fmla="*/ 6345 h 457200"/>
              <a:gd name="T14" fmla="*/ 968370 w 990600"/>
              <a:gd name="T15" fmla="*/ 22219 h 457200"/>
              <a:gd name="T16" fmla="*/ 984884 w 990600"/>
              <a:gd name="T17" fmla="*/ 46984 h 457200"/>
              <a:gd name="T18" fmla="*/ 990599 w 990600"/>
              <a:gd name="T19" fmla="*/ 76199 h 457200"/>
              <a:gd name="T20" fmla="*/ 990599 w 990600"/>
              <a:gd name="T21" fmla="*/ 380999 h 457200"/>
              <a:gd name="T22" fmla="*/ 984884 w 990600"/>
              <a:gd name="T23" fmla="*/ 410839 h 457200"/>
              <a:gd name="T24" fmla="*/ 968370 w 990600"/>
              <a:gd name="T25" fmla="*/ 434970 h 457200"/>
              <a:gd name="T26" fmla="*/ 944249 w 990600"/>
              <a:gd name="T27" fmla="*/ 451484 h 457200"/>
              <a:gd name="T28" fmla="*/ 914399 w 990600"/>
              <a:gd name="T29" fmla="*/ 457199 h 457200"/>
              <a:gd name="T30" fmla="*/ 76199 w 990600"/>
              <a:gd name="T31" fmla="*/ 457199 h 457200"/>
              <a:gd name="T32" fmla="*/ 46350 w 990600"/>
              <a:gd name="T33" fmla="*/ 451484 h 457200"/>
              <a:gd name="T34" fmla="*/ 22229 w 990600"/>
              <a:gd name="T35" fmla="*/ 434970 h 457200"/>
              <a:gd name="T36" fmla="*/ 5714 w 990600"/>
              <a:gd name="T37" fmla="*/ 410839 h 457200"/>
              <a:gd name="T38" fmla="*/ 0 w 990600"/>
              <a:gd name="T39" fmla="*/ 380999 h 457200"/>
              <a:gd name="T40" fmla="*/ 0 w 9906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90600" h="457200">
                <a:moveTo>
                  <a:pt x="0" y="76199"/>
                </a:moveTo>
                <a:lnTo>
                  <a:pt x="5714" y="46984"/>
                </a:lnTo>
                <a:lnTo>
                  <a:pt x="22229" y="22219"/>
                </a:lnTo>
                <a:lnTo>
                  <a:pt x="46350" y="6345"/>
                </a:lnTo>
                <a:lnTo>
                  <a:pt x="76199" y="0"/>
                </a:lnTo>
                <a:lnTo>
                  <a:pt x="914399" y="0"/>
                </a:lnTo>
                <a:lnTo>
                  <a:pt x="944249" y="6345"/>
                </a:lnTo>
                <a:lnTo>
                  <a:pt x="968370" y="22219"/>
                </a:lnTo>
                <a:lnTo>
                  <a:pt x="984884" y="46984"/>
                </a:lnTo>
                <a:lnTo>
                  <a:pt x="990599" y="76199"/>
                </a:lnTo>
                <a:lnTo>
                  <a:pt x="990599" y="380999"/>
                </a:lnTo>
                <a:lnTo>
                  <a:pt x="984884" y="410839"/>
                </a:lnTo>
                <a:lnTo>
                  <a:pt x="968370" y="434970"/>
                </a:lnTo>
                <a:lnTo>
                  <a:pt x="944249" y="451484"/>
                </a:lnTo>
                <a:lnTo>
                  <a:pt x="914399" y="457199"/>
                </a:lnTo>
                <a:lnTo>
                  <a:pt x="76199" y="457199"/>
                </a:lnTo>
                <a:lnTo>
                  <a:pt x="46350" y="451484"/>
                </a:lnTo>
                <a:lnTo>
                  <a:pt x="22229" y="434970"/>
                </a:lnTo>
                <a:lnTo>
                  <a:pt x="5714" y="410839"/>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90" name="object 54">
            <a:extLst>
              <a:ext uri="{FF2B5EF4-FFF2-40B4-BE49-F238E27FC236}">
                <a16:creationId xmlns:a16="http://schemas.microsoft.com/office/drawing/2014/main" id="{1FEAA63B-48FE-78D6-9375-B53A9E12363D}"/>
              </a:ext>
            </a:extLst>
          </p:cNvPr>
          <p:cNvSpPr>
            <a:spLocks noChangeArrowheads="1"/>
          </p:cNvSpPr>
          <p:nvPr/>
        </p:nvSpPr>
        <p:spPr bwMode="auto">
          <a:xfrm>
            <a:off x="2523067" y="5240867"/>
            <a:ext cx="1354667" cy="641351"/>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91" name="object 55">
            <a:extLst>
              <a:ext uri="{FF2B5EF4-FFF2-40B4-BE49-F238E27FC236}">
                <a16:creationId xmlns:a16="http://schemas.microsoft.com/office/drawing/2014/main" id="{AC1EFD05-9F01-E58F-0F50-9CE30566B3E1}"/>
              </a:ext>
            </a:extLst>
          </p:cNvPr>
          <p:cNvSpPr>
            <a:spLocks/>
          </p:cNvSpPr>
          <p:nvPr/>
        </p:nvSpPr>
        <p:spPr bwMode="auto">
          <a:xfrm>
            <a:off x="2749551" y="5425018"/>
            <a:ext cx="1104900" cy="315383"/>
          </a:xfrm>
          <a:custGeom>
            <a:avLst/>
            <a:gdLst>
              <a:gd name="T0" fmla="*/ 147945 w 828039"/>
              <a:gd name="T1" fmla="*/ 127863 h 236854"/>
              <a:gd name="T2" fmla="*/ 229050 w 828039"/>
              <a:gd name="T3" fmla="*/ 234415 h 236854"/>
              <a:gd name="T4" fmla="*/ 192159 w 828039"/>
              <a:gd name="T5" fmla="*/ 165299 h 236854"/>
              <a:gd name="T6" fmla="*/ 288261 w 828039"/>
              <a:gd name="T7" fmla="*/ 88686 h 236854"/>
              <a:gd name="T8" fmla="*/ 0 w 828039"/>
              <a:gd name="T9" fmla="*/ 229416 h 236854"/>
              <a:gd name="T10" fmla="*/ 144568 w 828039"/>
              <a:gd name="T11" fmla="*/ 116620 h 236854"/>
              <a:gd name="T12" fmla="*/ 96116 w 828039"/>
              <a:gd name="T13" fmla="*/ 10442 h 236854"/>
              <a:gd name="T14" fmla="*/ 303005 w 828039"/>
              <a:gd name="T15" fmla="*/ 122970 h 236854"/>
              <a:gd name="T16" fmla="*/ 295967 w 828039"/>
              <a:gd name="T17" fmla="*/ 192217 h 236854"/>
              <a:gd name="T18" fmla="*/ 231746 w 828039"/>
              <a:gd name="T19" fmla="*/ 96508 h 236854"/>
              <a:gd name="T20" fmla="*/ 253449 w 828039"/>
              <a:gd name="T21" fmla="*/ 165746 h 236854"/>
              <a:gd name="T22" fmla="*/ 231231 w 828039"/>
              <a:gd name="T23" fmla="*/ 196684 h 236854"/>
              <a:gd name="T24" fmla="*/ 292552 w 828039"/>
              <a:gd name="T25" fmla="*/ 95684 h 236854"/>
              <a:gd name="T26" fmla="*/ 305160 w 828039"/>
              <a:gd name="T27" fmla="*/ 146708 h 236854"/>
              <a:gd name="T28" fmla="*/ 142644 w 828039"/>
              <a:gd name="T29" fmla="*/ 126004 h 236854"/>
              <a:gd name="T30" fmla="*/ 162762 w 828039"/>
              <a:gd name="T31" fmla="*/ 81755 h 236854"/>
              <a:gd name="T32" fmla="*/ 93848 w 828039"/>
              <a:gd name="T33" fmla="*/ 55285 h 236854"/>
              <a:gd name="T34" fmla="*/ 108403 w 828039"/>
              <a:gd name="T35" fmla="*/ 87180 h 236854"/>
              <a:gd name="T36" fmla="*/ 61920 w 828039"/>
              <a:gd name="T37" fmla="*/ 116620 h 236854"/>
              <a:gd name="T38" fmla="*/ 158585 w 828039"/>
              <a:gd name="T39" fmla="*/ 53181 h 236854"/>
              <a:gd name="T40" fmla="*/ 347177 w 828039"/>
              <a:gd name="T41" fmla="*/ 0 h 236854"/>
              <a:gd name="T42" fmla="*/ 675573 w 828039"/>
              <a:gd name="T43" fmla="*/ 233841 h 236854"/>
              <a:gd name="T44" fmla="*/ 715542 w 828039"/>
              <a:gd name="T45" fmla="*/ 226197 h 236854"/>
              <a:gd name="T46" fmla="*/ 648258 w 828039"/>
              <a:gd name="T47" fmla="*/ 193218 h 236854"/>
              <a:gd name="T48" fmla="*/ 560923 w 828039"/>
              <a:gd name="T49" fmla="*/ 232660 h 236854"/>
              <a:gd name="T50" fmla="*/ 600376 w 828039"/>
              <a:gd name="T51" fmla="*/ 212609 h 236854"/>
              <a:gd name="T52" fmla="*/ 552612 w 828039"/>
              <a:gd name="T53" fmla="*/ 169366 h 236854"/>
              <a:gd name="T54" fmla="*/ 399392 w 828039"/>
              <a:gd name="T55" fmla="*/ 229416 h 236854"/>
              <a:gd name="T56" fmla="*/ 420975 w 828039"/>
              <a:gd name="T57" fmla="*/ 102182 h 236854"/>
              <a:gd name="T58" fmla="*/ 399392 w 828039"/>
              <a:gd name="T59" fmla="*/ 63847 h 236854"/>
              <a:gd name="T60" fmla="*/ 449070 w 828039"/>
              <a:gd name="T61" fmla="*/ 229416 h 236854"/>
              <a:gd name="T62" fmla="*/ 729967 w 828039"/>
              <a:gd name="T63" fmla="*/ 177516 h 236854"/>
              <a:gd name="T64" fmla="*/ 724987 w 828039"/>
              <a:gd name="T65" fmla="*/ 96367 h 236854"/>
              <a:gd name="T66" fmla="*/ 732913 w 828039"/>
              <a:gd name="T67" fmla="*/ 156428 h 236854"/>
              <a:gd name="T68" fmla="*/ 600376 w 828039"/>
              <a:gd name="T69" fmla="*/ 191518 h 236854"/>
              <a:gd name="T70" fmla="*/ 586477 w 828039"/>
              <a:gd name="T71" fmla="*/ 195851 h 236854"/>
              <a:gd name="T72" fmla="*/ 579309 w 828039"/>
              <a:gd name="T73" fmla="*/ 196543 h 236854"/>
              <a:gd name="T74" fmla="*/ 722570 w 828039"/>
              <a:gd name="T75" fmla="*/ 179193 h 236854"/>
              <a:gd name="T76" fmla="*/ 695241 w 828039"/>
              <a:gd name="T77" fmla="*/ 193218 h 236854"/>
              <a:gd name="T78" fmla="*/ 578929 w 828039"/>
              <a:gd name="T79" fmla="*/ 115395 h 236854"/>
              <a:gd name="T80" fmla="*/ 591434 w 828039"/>
              <a:gd name="T81" fmla="*/ 193584 h 236854"/>
              <a:gd name="T82" fmla="*/ 634718 w 828039"/>
              <a:gd name="T83" fmla="*/ 184937 h 236854"/>
              <a:gd name="T84" fmla="*/ 626532 w 828039"/>
              <a:gd name="T85" fmla="*/ 111072 h 236854"/>
              <a:gd name="T86" fmla="*/ 724987 w 828039"/>
              <a:gd name="T87" fmla="*/ 63847 h 236854"/>
              <a:gd name="T88" fmla="*/ 732913 w 828039"/>
              <a:gd name="T89" fmla="*/ 156428 h 236854"/>
              <a:gd name="T90" fmla="*/ 802629 w 828039"/>
              <a:gd name="T91" fmla="*/ 110582 h 236854"/>
              <a:gd name="T92" fmla="*/ 664847 w 828039"/>
              <a:gd name="T93" fmla="*/ 91849 h 236854"/>
              <a:gd name="T94" fmla="*/ 724987 w 828039"/>
              <a:gd name="T95" fmla="*/ 96367 h 236854"/>
              <a:gd name="T96" fmla="*/ 826114 w 828039"/>
              <a:gd name="T97" fmla="*/ 111962 h 236854"/>
              <a:gd name="T98" fmla="*/ 496666 w 828039"/>
              <a:gd name="T99" fmla="*/ 99811 h 236854"/>
              <a:gd name="T100" fmla="*/ 483664 w 828039"/>
              <a:gd name="T101" fmla="*/ 72867 h 236854"/>
              <a:gd name="T102" fmla="*/ 593419 w 828039"/>
              <a:gd name="T103" fmla="*/ 86291 h 236854"/>
              <a:gd name="T104" fmla="*/ 600376 w 828039"/>
              <a:gd name="T105" fmla="*/ 99811 h 236854"/>
              <a:gd name="T106" fmla="*/ 682472 w 828039"/>
              <a:gd name="T107" fmla="*/ 61726 h 236854"/>
              <a:gd name="T108" fmla="*/ 803010 w 828039"/>
              <a:gd name="T109" fmla="*/ 67302 h 236854"/>
              <a:gd name="T110" fmla="*/ 780146 w 828039"/>
              <a:gd name="T111" fmla="*/ 82696 h 236854"/>
              <a:gd name="T112" fmla="*/ 828795 w 828039"/>
              <a:gd name="T113" fmla="*/ 63495 h 236854"/>
              <a:gd name="T114" fmla="*/ 409950 w 828039"/>
              <a:gd name="T115" fmla="*/ 73631 h 236854"/>
              <a:gd name="T116" fmla="*/ 460585 w 828039"/>
              <a:gd name="T117" fmla="*/ 60639 h 236854"/>
              <a:gd name="T118" fmla="*/ 552494 w 828039"/>
              <a:gd name="T119" fmla="*/ 16515 h 23685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28039" h="236854">
                <a:moveTo>
                  <a:pt x="216883" y="59324"/>
                </a:moveTo>
                <a:lnTo>
                  <a:pt x="179257" y="69004"/>
                </a:lnTo>
                <a:lnTo>
                  <a:pt x="161226" y="92839"/>
                </a:lnTo>
                <a:lnTo>
                  <a:pt x="158739" y="105215"/>
                </a:lnTo>
                <a:lnTo>
                  <a:pt x="153231" y="119135"/>
                </a:lnTo>
                <a:lnTo>
                  <a:pt x="147153" y="129068"/>
                </a:lnTo>
                <a:lnTo>
                  <a:pt x="141015" y="135997"/>
                </a:lnTo>
                <a:lnTo>
                  <a:pt x="140395" y="142293"/>
                </a:lnTo>
                <a:lnTo>
                  <a:pt x="145218" y="184685"/>
                </a:lnTo>
                <a:lnTo>
                  <a:pt x="165796" y="217699"/>
                </a:lnTo>
                <a:lnTo>
                  <a:pt x="211613" y="235930"/>
                </a:lnTo>
                <a:lnTo>
                  <a:pt x="227822" y="236623"/>
                </a:lnTo>
                <a:lnTo>
                  <a:pt x="241119" y="235053"/>
                </a:lnTo>
                <a:lnTo>
                  <a:pt x="285125" y="209577"/>
                </a:lnTo>
                <a:lnTo>
                  <a:pt x="291872" y="199430"/>
                </a:lnTo>
                <a:lnTo>
                  <a:pt x="217169" y="199430"/>
                </a:lnTo>
                <a:lnTo>
                  <a:pt x="212847" y="198537"/>
                </a:lnTo>
                <a:lnTo>
                  <a:pt x="191130" y="166856"/>
                </a:lnTo>
                <a:lnTo>
                  <a:pt x="190368" y="158605"/>
                </a:lnTo>
                <a:lnTo>
                  <a:pt x="190372" y="148090"/>
                </a:lnTo>
                <a:lnTo>
                  <a:pt x="199643" y="107003"/>
                </a:lnTo>
                <a:lnTo>
                  <a:pt x="217169" y="96585"/>
                </a:lnTo>
                <a:lnTo>
                  <a:pt x="290984" y="96585"/>
                </a:lnTo>
                <a:lnTo>
                  <a:pt x="286716" y="89521"/>
                </a:lnTo>
                <a:lnTo>
                  <a:pt x="246547" y="62438"/>
                </a:lnTo>
                <a:lnTo>
                  <a:pt x="232679" y="60078"/>
                </a:lnTo>
                <a:lnTo>
                  <a:pt x="216883" y="59324"/>
                </a:lnTo>
                <a:close/>
              </a:path>
              <a:path w="828039" h="236854">
                <a:moveTo>
                  <a:pt x="81783" y="9979"/>
                </a:moveTo>
                <a:lnTo>
                  <a:pt x="0" y="9979"/>
                </a:lnTo>
                <a:lnTo>
                  <a:pt x="0" y="231577"/>
                </a:lnTo>
                <a:lnTo>
                  <a:pt x="52958" y="231577"/>
                </a:lnTo>
                <a:lnTo>
                  <a:pt x="52958" y="159105"/>
                </a:lnTo>
                <a:lnTo>
                  <a:pt x="88142" y="159105"/>
                </a:lnTo>
                <a:lnTo>
                  <a:pt x="127884" y="146745"/>
                </a:lnTo>
                <a:lnTo>
                  <a:pt x="141881" y="127191"/>
                </a:lnTo>
                <a:lnTo>
                  <a:pt x="143792" y="117719"/>
                </a:lnTo>
                <a:lnTo>
                  <a:pt x="52958" y="117719"/>
                </a:lnTo>
                <a:lnTo>
                  <a:pt x="52958" y="51352"/>
                </a:lnTo>
                <a:lnTo>
                  <a:pt x="156733" y="51352"/>
                </a:lnTo>
                <a:lnTo>
                  <a:pt x="151879" y="40069"/>
                </a:lnTo>
                <a:lnTo>
                  <a:pt x="107805" y="12220"/>
                </a:lnTo>
                <a:lnTo>
                  <a:pt x="95600" y="10540"/>
                </a:lnTo>
                <a:lnTo>
                  <a:pt x="81783" y="9979"/>
                </a:lnTo>
                <a:close/>
              </a:path>
              <a:path w="828039" h="236854">
                <a:moveTo>
                  <a:pt x="343911" y="64449"/>
                </a:moveTo>
                <a:lnTo>
                  <a:pt x="294381" y="64449"/>
                </a:lnTo>
                <a:lnTo>
                  <a:pt x="294381" y="102982"/>
                </a:lnTo>
                <a:lnTo>
                  <a:pt x="298147" y="111911"/>
                </a:lnTo>
                <a:lnTo>
                  <a:pt x="301381" y="124128"/>
                </a:lnTo>
                <a:lnTo>
                  <a:pt x="303124" y="137185"/>
                </a:lnTo>
                <a:lnTo>
                  <a:pt x="303525" y="148090"/>
                </a:lnTo>
                <a:lnTo>
                  <a:pt x="302790" y="162799"/>
                </a:lnTo>
                <a:lnTo>
                  <a:pt x="300582" y="176303"/>
                </a:lnTo>
                <a:lnTo>
                  <a:pt x="296903" y="188601"/>
                </a:lnTo>
                <a:lnTo>
                  <a:pt x="294381" y="194028"/>
                </a:lnTo>
                <a:lnTo>
                  <a:pt x="294381" y="231577"/>
                </a:lnTo>
                <a:lnTo>
                  <a:pt x="343911" y="231577"/>
                </a:lnTo>
                <a:lnTo>
                  <a:pt x="343911" y="64449"/>
                </a:lnTo>
                <a:close/>
              </a:path>
              <a:path w="828039" h="236854">
                <a:moveTo>
                  <a:pt x="290984" y="96585"/>
                </a:moveTo>
                <a:lnTo>
                  <a:pt x="226313" y="96585"/>
                </a:lnTo>
                <a:lnTo>
                  <a:pt x="230504" y="97417"/>
                </a:lnTo>
                <a:lnTo>
                  <a:pt x="237875" y="100681"/>
                </a:lnTo>
                <a:lnTo>
                  <a:pt x="250448" y="123599"/>
                </a:lnTo>
                <a:lnTo>
                  <a:pt x="252090" y="130207"/>
                </a:lnTo>
                <a:lnTo>
                  <a:pt x="252852" y="138458"/>
                </a:lnTo>
                <a:lnTo>
                  <a:pt x="252842" y="159105"/>
                </a:lnTo>
                <a:lnTo>
                  <a:pt x="252090" y="167307"/>
                </a:lnTo>
                <a:lnTo>
                  <a:pt x="249042" y="179319"/>
                </a:lnTo>
                <a:lnTo>
                  <a:pt x="246887" y="184452"/>
                </a:lnTo>
                <a:lnTo>
                  <a:pt x="243839" y="188713"/>
                </a:lnTo>
                <a:lnTo>
                  <a:pt x="241422" y="192286"/>
                </a:lnTo>
                <a:lnTo>
                  <a:pt x="238124" y="194965"/>
                </a:lnTo>
                <a:lnTo>
                  <a:pt x="229992" y="198537"/>
                </a:lnTo>
                <a:lnTo>
                  <a:pt x="225932" y="199430"/>
                </a:lnTo>
                <a:lnTo>
                  <a:pt x="291872" y="199430"/>
                </a:lnTo>
                <a:lnTo>
                  <a:pt x="294381" y="194028"/>
                </a:lnTo>
                <a:lnTo>
                  <a:pt x="294365" y="102943"/>
                </a:lnTo>
                <a:lnTo>
                  <a:pt x="293299" y="100415"/>
                </a:lnTo>
                <a:lnTo>
                  <a:pt x="290984" y="96585"/>
                </a:lnTo>
                <a:close/>
              </a:path>
              <a:path w="828039" h="236854">
                <a:moveTo>
                  <a:pt x="294381" y="102982"/>
                </a:moveTo>
                <a:lnTo>
                  <a:pt x="294381" y="194028"/>
                </a:lnTo>
                <a:lnTo>
                  <a:pt x="296903" y="188601"/>
                </a:lnTo>
                <a:lnTo>
                  <a:pt x="300582" y="176303"/>
                </a:lnTo>
                <a:lnTo>
                  <a:pt x="302790" y="162799"/>
                </a:lnTo>
                <a:lnTo>
                  <a:pt x="303525" y="148090"/>
                </a:lnTo>
                <a:lnTo>
                  <a:pt x="303124" y="137185"/>
                </a:lnTo>
                <a:lnTo>
                  <a:pt x="301381" y="124128"/>
                </a:lnTo>
                <a:lnTo>
                  <a:pt x="298147" y="111911"/>
                </a:lnTo>
                <a:lnTo>
                  <a:pt x="294381" y="102982"/>
                </a:lnTo>
                <a:close/>
              </a:path>
              <a:path w="828039" h="236854">
                <a:moveTo>
                  <a:pt x="161889" y="82525"/>
                </a:moveTo>
                <a:lnTo>
                  <a:pt x="141881" y="127191"/>
                </a:lnTo>
                <a:lnTo>
                  <a:pt x="141015" y="135997"/>
                </a:lnTo>
                <a:lnTo>
                  <a:pt x="147153" y="129068"/>
                </a:lnTo>
                <a:lnTo>
                  <a:pt x="153231" y="119135"/>
                </a:lnTo>
                <a:lnTo>
                  <a:pt x="158739" y="105215"/>
                </a:lnTo>
                <a:lnTo>
                  <a:pt x="161226" y="92839"/>
                </a:lnTo>
                <a:lnTo>
                  <a:pt x="161889" y="82525"/>
                </a:lnTo>
                <a:close/>
              </a:path>
              <a:path w="828039" h="236854">
                <a:moveTo>
                  <a:pt x="156733" y="51352"/>
                </a:moveTo>
                <a:lnTo>
                  <a:pt x="68198" y="51352"/>
                </a:lnTo>
                <a:lnTo>
                  <a:pt x="74426" y="51520"/>
                </a:lnTo>
                <a:lnTo>
                  <a:pt x="83570" y="52209"/>
                </a:lnTo>
                <a:lnTo>
                  <a:pt x="88391" y="53519"/>
                </a:lnTo>
                <a:lnTo>
                  <a:pt x="93344" y="55805"/>
                </a:lnTo>
                <a:lnTo>
                  <a:pt x="97286" y="57497"/>
                </a:lnTo>
                <a:lnTo>
                  <a:pt x="100715" y="60591"/>
                </a:lnTo>
                <a:lnTo>
                  <a:pt x="103500" y="65117"/>
                </a:lnTo>
                <a:lnTo>
                  <a:pt x="106430" y="69628"/>
                </a:lnTo>
                <a:lnTo>
                  <a:pt x="107822" y="75011"/>
                </a:lnTo>
                <a:lnTo>
                  <a:pt x="107822" y="88001"/>
                </a:lnTo>
                <a:lnTo>
                  <a:pt x="107192" y="93357"/>
                </a:lnTo>
                <a:lnTo>
                  <a:pt x="104643" y="101300"/>
                </a:lnTo>
                <a:lnTo>
                  <a:pt x="102239" y="105122"/>
                </a:lnTo>
                <a:lnTo>
                  <a:pt x="98547" y="108789"/>
                </a:lnTo>
                <a:lnTo>
                  <a:pt x="96905" y="110587"/>
                </a:lnTo>
                <a:lnTo>
                  <a:pt x="61590" y="117719"/>
                </a:lnTo>
                <a:lnTo>
                  <a:pt x="143792" y="117719"/>
                </a:lnTo>
                <a:lnTo>
                  <a:pt x="161889" y="82525"/>
                </a:lnTo>
                <a:lnTo>
                  <a:pt x="162056" y="79927"/>
                </a:lnTo>
                <a:lnTo>
                  <a:pt x="162019" y="77119"/>
                </a:lnTo>
                <a:lnTo>
                  <a:pt x="160898" y="65635"/>
                </a:lnTo>
                <a:lnTo>
                  <a:pt x="157735" y="53682"/>
                </a:lnTo>
                <a:lnTo>
                  <a:pt x="156733" y="51352"/>
                </a:lnTo>
                <a:close/>
              </a:path>
              <a:path w="828039" h="236854">
                <a:moveTo>
                  <a:pt x="345317" y="0"/>
                </a:moveTo>
                <a:lnTo>
                  <a:pt x="292988" y="0"/>
                </a:lnTo>
                <a:lnTo>
                  <a:pt x="292988" y="40635"/>
                </a:lnTo>
                <a:lnTo>
                  <a:pt x="345317" y="40635"/>
                </a:lnTo>
                <a:lnTo>
                  <a:pt x="345317" y="0"/>
                </a:lnTo>
                <a:close/>
              </a:path>
              <a:path w="828039" h="236854">
                <a:moveTo>
                  <a:pt x="640926" y="193322"/>
                </a:moveTo>
                <a:lnTo>
                  <a:pt x="597158" y="193322"/>
                </a:lnTo>
                <a:lnTo>
                  <a:pt x="597158" y="214611"/>
                </a:lnTo>
                <a:lnTo>
                  <a:pt x="634762" y="233263"/>
                </a:lnTo>
                <a:lnTo>
                  <a:pt x="663701" y="236043"/>
                </a:lnTo>
                <a:lnTo>
                  <a:pt x="671952" y="236043"/>
                </a:lnTo>
                <a:lnTo>
                  <a:pt x="678941" y="235613"/>
                </a:lnTo>
                <a:lnTo>
                  <a:pt x="690240" y="233933"/>
                </a:lnTo>
                <a:lnTo>
                  <a:pt x="695837" y="232769"/>
                </a:lnTo>
                <a:lnTo>
                  <a:pt x="701171" y="231279"/>
                </a:lnTo>
                <a:lnTo>
                  <a:pt x="707015" y="229788"/>
                </a:lnTo>
                <a:lnTo>
                  <a:pt x="711707" y="228328"/>
                </a:lnTo>
                <a:lnTo>
                  <a:pt x="718316" y="225457"/>
                </a:lnTo>
                <a:lnTo>
                  <a:pt x="721101" y="224275"/>
                </a:lnTo>
                <a:lnTo>
                  <a:pt x="721101" y="198394"/>
                </a:lnTo>
                <a:lnTo>
                  <a:pt x="662309" y="198394"/>
                </a:lnTo>
                <a:lnTo>
                  <a:pt x="656081" y="197717"/>
                </a:lnTo>
                <a:lnTo>
                  <a:pt x="644783" y="195038"/>
                </a:lnTo>
                <a:lnTo>
                  <a:pt x="640926" y="193322"/>
                </a:lnTo>
                <a:close/>
              </a:path>
              <a:path w="828039" h="236854">
                <a:moveTo>
                  <a:pt x="549533" y="100751"/>
                </a:moveTo>
                <a:lnTo>
                  <a:pt x="500121" y="100751"/>
                </a:lnTo>
                <a:lnTo>
                  <a:pt x="501040" y="192669"/>
                </a:lnTo>
                <a:lnTo>
                  <a:pt x="529467" y="230854"/>
                </a:lnTo>
                <a:lnTo>
                  <a:pt x="557915" y="234851"/>
                </a:lnTo>
                <a:lnTo>
                  <a:pt x="566678" y="234851"/>
                </a:lnTo>
                <a:lnTo>
                  <a:pt x="574035" y="234433"/>
                </a:lnTo>
                <a:lnTo>
                  <a:pt x="586109" y="232745"/>
                </a:lnTo>
                <a:lnTo>
                  <a:pt x="591824" y="231577"/>
                </a:lnTo>
                <a:lnTo>
                  <a:pt x="597158" y="230090"/>
                </a:lnTo>
                <a:lnTo>
                  <a:pt x="597158" y="214611"/>
                </a:lnTo>
                <a:lnTo>
                  <a:pt x="591103" y="208353"/>
                </a:lnTo>
                <a:lnTo>
                  <a:pt x="583843" y="198394"/>
                </a:lnTo>
                <a:lnTo>
                  <a:pt x="567177" y="198394"/>
                </a:lnTo>
                <a:lnTo>
                  <a:pt x="562355" y="197370"/>
                </a:lnTo>
                <a:lnTo>
                  <a:pt x="549651" y="175320"/>
                </a:lnTo>
                <a:lnTo>
                  <a:pt x="549651" y="170962"/>
                </a:lnTo>
                <a:lnTo>
                  <a:pt x="549533" y="165844"/>
                </a:lnTo>
                <a:lnTo>
                  <a:pt x="549533" y="100751"/>
                </a:lnTo>
                <a:close/>
              </a:path>
              <a:path w="828039" h="236854">
                <a:moveTo>
                  <a:pt x="397251" y="64449"/>
                </a:moveTo>
                <a:lnTo>
                  <a:pt x="347721" y="64449"/>
                </a:lnTo>
                <a:lnTo>
                  <a:pt x="347721" y="231577"/>
                </a:lnTo>
                <a:lnTo>
                  <a:pt x="397251" y="231577"/>
                </a:lnTo>
                <a:lnTo>
                  <a:pt x="397251" y="113111"/>
                </a:lnTo>
                <a:lnTo>
                  <a:pt x="401954" y="109633"/>
                </a:lnTo>
                <a:lnTo>
                  <a:pt x="406395" y="107109"/>
                </a:lnTo>
                <a:lnTo>
                  <a:pt x="410468" y="105515"/>
                </a:lnTo>
                <a:lnTo>
                  <a:pt x="414659" y="103930"/>
                </a:lnTo>
                <a:lnTo>
                  <a:pt x="418718" y="103144"/>
                </a:lnTo>
                <a:lnTo>
                  <a:pt x="494572" y="103144"/>
                </a:lnTo>
                <a:lnTo>
                  <a:pt x="494004" y="100751"/>
                </a:lnTo>
                <a:lnTo>
                  <a:pt x="481071" y="100751"/>
                </a:lnTo>
                <a:lnTo>
                  <a:pt x="481071" y="82905"/>
                </a:lnTo>
                <a:lnTo>
                  <a:pt x="397251" y="82905"/>
                </a:lnTo>
                <a:lnTo>
                  <a:pt x="397251" y="64449"/>
                </a:lnTo>
                <a:close/>
              </a:path>
              <a:path w="828039" h="236854">
                <a:moveTo>
                  <a:pt x="494572" y="103144"/>
                </a:moveTo>
                <a:lnTo>
                  <a:pt x="428243" y="103144"/>
                </a:lnTo>
                <a:lnTo>
                  <a:pt x="432434" y="103955"/>
                </a:lnTo>
                <a:lnTo>
                  <a:pt x="435732" y="105597"/>
                </a:lnTo>
                <a:lnTo>
                  <a:pt x="446663" y="141924"/>
                </a:lnTo>
                <a:lnTo>
                  <a:pt x="446663" y="231577"/>
                </a:lnTo>
                <a:lnTo>
                  <a:pt x="496442" y="231577"/>
                </a:lnTo>
                <a:lnTo>
                  <a:pt x="496406" y="119646"/>
                </a:lnTo>
                <a:lnTo>
                  <a:pt x="495301" y="106210"/>
                </a:lnTo>
                <a:lnTo>
                  <a:pt x="494572" y="103144"/>
                </a:lnTo>
                <a:close/>
              </a:path>
              <a:path w="828039" h="236854">
                <a:moveTo>
                  <a:pt x="770631" y="179188"/>
                </a:moveTo>
                <a:lnTo>
                  <a:pt x="726054" y="179188"/>
                </a:lnTo>
                <a:lnTo>
                  <a:pt x="726054" y="222208"/>
                </a:lnTo>
                <a:lnTo>
                  <a:pt x="721101" y="224275"/>
                </a:lnTo>
                <a:lnTo>
                  <a:pt x="721101" y="231577"/>
                </a:lnTo>
                <a:lnTo>
                  <a:pt x="770631" y="231577"/>
                </a:lnTo>
                <a:lnTo>
                  <a:pt x="770631" y="179188"/>
                </a:lnTo>
                <a:close/>
              </a:path>
              <a:path w="828039" h="236854">
                <a:moveTo>
                  <a:pt x="721101" y="97274"/>
                </a:moveTo>
                <a:lnTo>
                  <a:pt x="721101" y="224275"/>
                </a:lnTo>
                <a:lnTo>
                  <a:pt x="726054" y="222208"/>
                </a:lnTo>
                <a:lnTo>
                  <a:pt x="726054" y="179188"/>
                </a:lnTo>
                <a:lnTo>
                  <a:pt x="770631" y="179188"/>
                </a:lnTo>
                <a:lnTo>
                  <a:pt x="770631" y="157901"/>
                </a:lnTo>
                <a:lnTo>
                  <a:pt x="728984" y="157901"/>
                </a:lnTo>
                <a:lnTo>
                  <a:pt x="728980" y="138060"/>
                </a:lnTo>
                <a:lnTo>
                  <a:pt x="728134" y="123636"/>
                </a:lnTo>
                <a:lnTo>
                  <a:pt x="725759" y="110507"/>
                </a:lnTo>
                <a:lnTo>
                  <a:pt x="721785" y="98584"/>
                </a:lnTo>
                <a:lnTo>
                  <a:pt x="721101" y="97274"/>
                </a:lnTo>
                <a:close/>
              </a:path>
              <a:path w="828039" h="236854">
                <a:moveTo>
                  <a:pt x="597158" y="193322"/>
                </a:moveTo>
                <a:lnTo>
                  <a:pt x="592967" y="193322"/>
                </a:lnTo>
                <a:lnTo>
                  <a:pt x="591311" y="194309"/>
                </a:lnTo>
                <a:lnTo>
                  <a:pt x="588263" y="195407"/>
                </a:lnTo>
                <a:lnTo>
                  <a:pt x="583941" y="196595"/>
                </a:lnTo>
                <a:lnTo>
                  <a:pt x="582919" y="196889"/>
                </a:lnTo>
                <a:lnTo>
                  <a:pt x="583334" y="197696"/>
                </a:lnTo>
                <a:lnTo>
                  <a:pt x="591103" y="208353"/>
                </a:lnTo>
                <a:lnTo>
                  <a:pt x="597158" y="214611"/>
                </a:lnTo>
                <a:lnTo>
                  <a:pt x="597158" y="193322"/>
                </a:lnTo>
                <a:close/>
              </a:path>
              <a:path w="828039" h="236854">
                <a:moveTo>
                  <a:pt x="582919" y="196889"/>
                </a:moveTo>
                <a:lnTo>
                  <a:pt x="579750" y="197799"/>
                </a:lnTo>
                <a:lnTo>
                  <a:pt x="576203" y="198394"/>
                </a:lnTo>
                <a:lnTo>
                  <a:pt x="583843" y="198394"/>
                </a:lnTo>
                <a:lnTo>
                  <a:pt x="583334" y="197696"/>
                </a:lnTo>
                <a:lnTo>
                  <a:pt x="582919" y="196889"/>
                </a:lnTo>
                <a:close/>
              </a:path>
              <a:path w="828039" h="236854">
                <a:moveTo>
                  <a:pt x="721101" y="179188"/>
                </a:moveTo>
                <a:lnTo>
                  <a:pt x="720851" y="179188"/>
                </a:lnTo>
                <a:lnTo>
                  <a:pt x="718697" y="180880"/>
                </a:lnTo>
                <a:lnTo>
                  <a:pt x="715898" y="182809"/>
                </a:lnTo>
                <a:lnTo>
                  <a:pt x="709040" y="187180"/>
                </a:lnTo>
                <a:lnTo>
                  <a:pt x="705230" y="189216"/>
                </a:lnTo>
                <a:lnTo>
                  <a:pt x="701171" y="191085"/>
                </a:lnTo>
                <a:lnTo>
                  <a:pt x="696599" y="193276"/>
                </a:lnTo>
                <a:lnTo>
                  <a:pt x="691514" y="195038"/>
                </a:lnTo>
                <a:lnTo>
                  <a:pt x="680334" y="197717"/>
                </a:lnTo>
                <a:lnTo>
                  <a:pt x="674750" y="198394"/>
                </a:lnTo>
                <a:lnTo>
                  <a:pt x="721101" y="198394"/>
                </a:lnTo>
                <a:lnTo>
                  <a:pt x="721101" y="179188"/>
                </a:lnTo>
                <a:close/>
              </a:path>
              <a:path w="828039" h="236854">
                <a:moveTo>
                  <a:pt x="597158" y="80448"/>
                </a:moveTo>
                <a:lnTo>
                  <a:pt x="575826" y="116482"/>
                </a:lnTo>
                <a:lnTo>
                  <a:pt x="571542" y="162202"/>
                </a:lnTo>
                <a:lnTo>
                  <a:pt x="573728" y="174767"/>
                </a:lnTo>
                <a:lnTo>
                  <a:pt x="577601" y="186549"/>
                </a:lnTo>
                <a:lnTo>
                  <a:pt x="582919" y="196889"/>
                </a:lnTo>
                <a:lnTo>
                  <a:pt x="583941" y="196595"/>
                </a:lnTo>
                <a:lnTo>
                  <a:pt x="588263" y="195407"/>
                </a:lnTo>
                <a:lnTo>
                  <a:pt x="591311" y="194309"/>
                </a:lnTo>
                <a:lnTo>
                  <a:pt x="592967" y="193322"/>
                </a:lnTo>
                <a:lnTo>
                  <a:pt x="640926" y="193322"/>
                </a:lnTo>
                <a:lnTo>
                  <a:pt x="639830" y="192834"/>
                </a:lnTo>
                <a:lnTo>
                  <a:pt x="635639" y="189750"/>
                </a:lnTo>
                <a:lnTo>
                  <a:pt x="631316" y="186680"/>
                </a:lnTo>
                <a:lnTo>
                  <a:pt x="620517" y="157901"/>
                </a:lnTo>
                <a:lnTo>
                  <a:pt x="721101" y="157901"/>
                </a:lnTo>
                <a:lnTo>
                  <a:pt x="721101" y="126504"/>
                </a:lnTo>
                <a:lnTo>
                  <a:pt x="680084" y="126504"/>
                </a:lnTo>
                <a:lnTo>
                  <a:pt x="620455" y="125496"/>
                </a:lnTo>
                <a:lnTo>
                  <a:pt x="623174" y="112118"/>
                </a:lnTo>
                <a:lnTo>
                  <a:pt x="629280" y="101800"/>
                </a:lnTo>
                <a:lnTo>
                  <a:pt x="630228" y="100751"/>
                </a:lnTo>
                <a:lnTo>
                  <a:pt x="597158" y="100751"/>
                </a:lnTo>
                <a:lnTo>
                  <a:pt x="597158" y="80448"/>
                </a:lnTo>
                <a:close/>
              </a:path>
              <a:path w="828039" h="236854">
                <a:moveTo>
                  <a:pt x="770631" y="64449"/>
                </a:moveTo>
                <a:lnTo>
                  <a:pt x="721101" y="64449"/>
                </a:lnTo>
                <a:lnTo>
                  <a:pt x="721101" y="97274"/>
                </a:lnTo>
                <a:lnTo>
                  <a:pt x="721785" y="98584"/>
                </a:lnTo>
                <a:lnTo>
                  <a:pt x="725759" y="110507"/>
                </a:lnTo>
                <a:lnTo>
                  <a:pt x="728134" y="123636"/>
                </a:lnTo>
                <a:lnTo>
                  <a:pt x="728980" y="138060"/>
                </a:lnTo>
                <a:lnTo>
                  <a:pt x="728984" y="157901"/>
                </a:lnTo>
                <a:lnTo>
                  <a:pt x="770631" y="157901"/>
                </a:lnTo>
                <a:lnTo>
                  <a:pt x="770631" y="119646"/>
                </a:lnTo>
                <a:lnTo>
                  <a:pt x="775965" y="117479"/>
                </a:lnTo>
                <a:lnTo>
                  <a:pt x="781562" y="115586"/>
                </a:lnTo>
                <a:lnTo>
                  <a:pt x="792992" y="112407"/>
                </a:lnTo>
                <a:lnTo>
                  <a:pt x="798326" y="111623"/>
                </a:lnTo>
                <a:lnTo>
                  <a:pt x="827781" y="111623"/>
                </a:lnTo>
                <a:lnTo>
                  <a:pt x="827781" y="88404"/>
                </a:lnTo>
                <a:lnTo>
                  <a:pt x="770631" y="88404"/>
                </a:lnTo>
                <a:lnTo>
                  <a:pt x="770631" y="64449"/>
                </a:lnTo>
                <a:close/>
              </a:path>
              <a:path w="828039" h="236854">
                <a:moveTo>
                  <a:pt x="718719" y="92714"/>
                </a:moveTo>
                <a:lnTo>
                  <a:pt x="661284" y="92714"/>
                </a:lnTo>
                <a:lnTo>
                  <a:pt x="668273" y="95597"/>
                </a:lnTo>
                <a:lnTo>
                  <a:pt x="673248" y="101867"/>
                </a:lnTo>
                <a:lnTo>
                  <a:pt x="678192" y="112332"/>
                </a:lnTo>
                <a:lnTo>
                  <a:pt x="680084" y="126504"/>
                </a:lnTo>
                <a:lnTo>
                  <a:pt x="721101" y="126504"/>
                </a:lnTo>
                <a:lnTo>
                  <a:pt x="721101" y="97274"/>
                </a:lnTo>
                <a:lnTo>
                  <a:pt x="718719" y="92714"/>
                </a:lnTo>
                <a:close/>
              </a:path>
              <a:path w="828039" h="236854">
                <a:moveTo>
                  <a:pt x="827781" y="111623"/>
                </a:moveTo>
                <a:lnTo>
                  <a:pt x="807851" y="111623"/>
                </a:lnTo>
                <a:lnTo>
                  <a:pt x="811910" y="111788"/>
                </a:lnTo>
                <a:lnTo>
                  <a:pt x="819018" y="112492"/>
                </a:lnTo>
                <a:lnTo>
                  <a:pt x="821685" y="113016"/>
                </a:lnTo>
                <a:lnTo>
                  <a:pt x="823590" y="113705"/>
                </a:lnTo>
                <a:lnTo>
                  <a:pt x="827781" y="113705"/>
                </a:lnTo>
                <a:lnTo>
                  <a:pt x="827781" y="111623"/>
                </a:lnTo>
                <a:close/>
              </a:path>
              <a:path w="828039" h="236854">
                <a:moveTo>
                  <a:pt x="481071" y="73553"/>
                </a:moveTo>
                <a:lnTo>
                  <a:pt x="481071" y="100751"/>
                </a:lnTo>
                <a:lnTo>
                  <a:pt x="494004" y="100751"/>
                </a:lnTo>
                <a:lnTo>
                  <a:pt x="492392" y="93969"/>
                </a:lnTo>
                <a:lnTo>
                  <a:pt x="487365" y="82631"/>
                </a:lnTo>
                <a:lnTo>
                  <a:pt x="481071" y="73553"/>
                </a:lnTo>
                <a:close/>
              </a:path>
              <a:path w="828039" h="236854">
                <a:moveTo>
                  <a:pt x="597158" y="64449"/>
                </a:moveTo>
                <a:lnTo>
                  <a:pt x="481071" y="64449"/>
                </a:lnTo>
                <a:lnTo>
                  <a:pt x="481071" y="73553"/>
                </a:lnTo>
                <a:lnTo>
                  <a:pt x="487365" y="82631"/>
                </a:lnTo>
                <a:lnTo>
                  <a:pt x="492392" y="93969"/>
                </a:lnTo>
                <a:lnTo>
                  <a:pt x="494004" y="100751"/>
                </a:lnTo>
                <a:lnTo>
                  <a:pt x="581770" y="100751"/>
                </a:lnTo>
                <a:lnTo>
                  <a:pt x="584339" y="95575"/>
                </a:lnTo>
                <a:lnTo>
                  <a:pt x="590239" y="87104"/>
                </a:lnTo>
                <a:lnTo>
                  <a:pt x="597158" y="80448"/>
                </a:lnTo>
                <a:lnTo>
                  <a:pt x="597158" y="64449"/>
                </a:lnTo>
                <a:close/>
              </a:path>
              <a:path w="828039" h="236854">
                <a:moveTo>
                  <a:pt x="647262" y="59520"/>
                </a:moveTo>
                <a:lnTo>
                  <a:pt x="610620" y="70244"/>
                </a:lnTo>
                <a:lnTo>
                  <a:pt x="597158" y="80448"/>
                </a:lnTo>
                <a:lnTo>
                  <a:pt x="597158" y="100751"/>
                </a:lnTo>
                <a:lnTo>
                  <a:pt x="630228" y="100751"/>
                </a:lnTo>
                <a:lnTo>
                  <a:pt x="634745" y="95749"/>
                </a:lnTo>
                <a:lnTo>
                  <a:pt x="642234" y="92714"/>
                </a:lnTo>
                <a:lnTo>
                  <a:pt x="718719" y="92714"/>
                </a:lnTo>
                <a:lnTo>
                  <a:pt x="716141" y="87777"/>
                </a:lnTo>
                <a:lnTo>
                  <a:pt x="678814" y="62307"/>
                </a:lnTo>
                <a:lnTo>
                  <a:pt x="664430" y="60137"/>
                </a:lnTo>
                <a:lnTo>
                  <a:pt x="647262" y="59520"/>
                </a:lnTo>
                <a:close/>
              </a:path>
              <a:path w="828039" h="236854">
                <a:moveTo>
                  <a:pt x="818637" y="63855"/>
                </a:moveTo>
                <a:lnTo>
                  <a:pt x="812804" y="63855"/>
                </a:lnTo>
                <a:lnTo>
                  <a:pt x="808232" y="64663"/>
                </a:lnTo>
                <a:lnTo>
                  <a:pt x="798707" y="67936"/>
                </a:lnTo>
                <a:lnTo>
                  <a:pt x="794516" y="69902"/>
                </a:lnTo>
                <a:lnTo>
                  <a:pt x="790955" y="72176"/>
                </a:lnTo>
                <a:lnTo>
                  <a:pt x="787658" y="74163"/>
                </a:lnTo>
                <a:lnTo>
                  <a:pt x="783966" y="76821"/>
                </a:lnTo>
                <a:lnTo>
                  <a:pt x="780038" y="80141"/>
                </a:lnTo>
                <a:lnTo>
                  <a:pt x="775965" y="83475"/>
                </a:lnTo>
                <a:lnTo>
                  <a:pt x="772917" y="86224"/>
                </a:lnTo>
                <a:lnTo>
                  <a:pt x="770631" y="88404"/>
                </a:lnTo>
                <a:lnTo>
                  <a:pt x="827781" y="88404"/>
                </a:lnTo>
                <a:lnTo>
                  <a:pt x="827781" y="64449"/>
                </a:lnTo>
                <a:lnTo>
                  <a:pt x="826139" y="64248"/>
                </a:lnTo>
                <a:lnTo>
                  <a:pt x="824352" y="64093"/>
                </a:lnTo>
                <a:lnTo>
                  <a:pt x="820424" y="63901"/>
                </a:lnTo>
                <a:lnTo>
                  <a:pt x="818637" y="63855"/>
                </a:lnTo>
                <a:close/>
              </a:path>
              <a:path w="828039" h="236854">
                <a:moveTo>
                  <a:pt x="442598" y="59949"/>
                </a:moveTo>
                <a:lnTo>
                  <a:pt x="430781" y="62104"/>
                </a:lnTo>
                <a:lnTo>
                  <a:pt x="417960" y="67552"/>
                </a:lnTo>
                <a:lnTo>
                  <a:pt x="407753" y="74324"/>
                </a:lnTo>
                <a:lnTo>
                  <a:pt x="397251" y="82905"/>
                </a:lnTo>
                <a:lnTo>
                  <a:pt x="481071" y="82905"/>
                </a:lnTo>
                <a:lnTo>
                  <a:pt x="481071" y="73553"/>
                </a:lnTo>
                <a:lnTo>
                  <a:pt x="479901" y="71864"/>
                </a:lnTo>
                <a:lnTo>
                  <a:pt x="470375" y="65187"/>
                </a:lnTo>
                <a:lnTo>
                  <a:pt x="458117" y="61210"/>
                </a:lnTo>
                <a:lnTo>
                  <a:pt x="442598" y="59949"/>
                </a:lnTo>
                <a:close/>
              </a:path>
              <a:path w="828039" h="236854">
                <a:moveTo>
                  <a:pt x="549533" y="16669"/>
                </a:moveTo>
                <a:lnTo>
                  <a:pt x="500121" y="16669"/>
                </a:lnTo>
                <a:lnTo>
                  <a:pt x="500121" y="64449"/>
                </a:lnTo>
                <a:lnTo>
                  <a:pt x="549533" y="64449"/>
                </a:lnTo>
                <a:lnTo>
                  <a:pt x="549533" y="1666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92" name="object 56">
            <a:extLst>
              <a:ext uri="{FF2B5EF4-FFF2-40B4-BE49-F238E27FC236}">
                <a16:creationId xmlns:a16="http://schemas.microsoft.com/office/drawing/2014/main" id="{8A5E8727-B162-5C97-FB33-7D8F4AAA4345}"/>
              </a:ext>
            </a:extLst>
          </p:cNvPr>
          <p:cNvSpPr>
            <a:spLocks/>
          </p:cNvSpPr>
          <p:nvPr/>
        </p:nvSpPr>
        <p:spPr bwMode="auto">
          <a:xfrm>
            <a:off x="5588000" y="5765800"/>
            <a:ext cx="4978400" cy="0"/>
          </a:xfrm>
          <a:custGeom>
            <a:avLst/>
            <a:gdLst>
              <a:gd name="T0" fmla="*/ 0 w 3733800"/>
              <a:gd name="T1" fmla="*/ 3733799 w 3733800"/>
              <a:gd name="T2" fmla="*/ 0 60000 65536"/>
              <a:gd name="T3" fmla="*/ 0 60000 65536"/>
            </a:gdLst>
            <a:ahLst/>
            <a:cxnLst>
              <a:cxn ang="T2">
                <a:pos x="T0" y="0"/>
              </a:cxn>
              <a:cxn ang="T3">
                <a:pos x="T1" y="0"/>
              </a:cxn>
            </a:cxnLst>
            <a:rect l="0" t="0" r="r" b="b"/>
            <a:pathLst>
              <a:path w="3733800">
                <a:moveTo>
                  <a:pt x="0" y="0"/>
                </a:moveTo>
                <a:lnTo>
                  <a:pt x="3733799" y="0"/>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93" name="object 57">
            <a:extLst>
              <a:ext uri="{FF2B5EF4-FFF2-40B4-BE49-F238E27FC236}">
                <a16:creationId xmlns:a16="http://schemas.microsoft.com/office/drawing/2014/main" id="{59AF33C0-918A-03FE-272D-1212AECAB35A}"/>
              </a:ext>
            </a:extLst>
          </p:cNvPr>
          <p:cNvSpPr>
            <a:spLocks noChangeArrowheads="1"/>
          </p:cNvSpPr>
          <p:nvPr/>
        </p:nvSpPr>
        <p:spPr bwMode="auto">
          <a:xfrm>
            <a:off x="6934201" y="5689601"/>
            <a:ext cx="520700" cy="5207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94" name="object 58">
            <a:extLst>
              <a:ext uri="{FF2B5EF4-FFF2-40B4-BE49-F238E27FC236}">
                <a16:creationId xmlns:a16="http://schemas.microsoft.com/office/drawing/2014/main" id="{585EC9E6-0F7D-30A6-3650-03BD97177741}"/>
              </a:ext>
            </a:extLst>
          </p:cNvPr>
          <p:cNvSpPr>
            <a:spLocks noChangeArrowheads="1"/>
          </p:cNvSpPr>
          <p:nvPr/>
        </p:nvSpPr>
        <p:spPr bwMode="auto">
          <a:xfrm>
            <a:off x="8559801" y="5689601"/>
            <a:ext cx="520700" cy="5207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95" name="object 59">
            <a:extLst>
              <a:ext uri="{FF2B5EF4-FFF2-40B4-BE49-F238E27FC236}">
                <a16:creationId xmlns:a16="http://schemas.microsoft.com/office/drawing/2014/main" id="{4A84123A-6B28-079C-E1BF-253674D12DFC}"/>
              </a:ext>
            </a:extLst>
          </p:cNvPr>
          <p:cNvSpPr>
            <a:spLocks noChangeArrowheads="1"/>
          </p:cNvSpPr>
          <p:nvPr/>
        </p:nvSpPr>
        <p:spPr bwMode="auto">
          <a:xfrm>
            <a:off x="10287001" y="5689601"/>
            <a:ext cx="520700" cy="5207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396" name="object 60">
            <a:extLst>
              <a:ext uri="{FF2B5EF4-FFF2-40B4-BE49-F238E27FC236}">
                <a16:creationId xmlns:a16="http://schemas.microsoft.com/office/drawing/2014/main" id="{D0973C5F-B157-53D4-4BCD-9E36D81BC1F7}"/>
              </a:ext>
            </a:extLst>
          </p:cNvPr>
          <p:cNvSpPr>
            <a:spLocks/>
          </p:cNvSpPr>
          <p:nvPr/>
        </p:nvSpPr>
        <p:spPr bwMode="auto">
          <a:xfrm>
            <a:off x="8026400" y="6172200"/>
            <a:ext cx="1930400" cy="508000"/>
          </a:xfrm>
          <a:custGeom>
            <a:avLst/>
            <a:gdLst>
              <a:gd name="T0" fmla="*/ 1384310 w 1447800"/>
              <a:gd name="T1" fmla="*/ 0 h 381000"/>
              <a:gd name="T2" fmla="*/ 63489 w 1447800"/>
              <a:gd name="T3" fmla="*/ 0 h 381000"/>
              <a:gd name="T4" fmla="*/ 38740 w 1447800"/>
              <a:gd name="T5" fmla="*/ 5074 h 381000"/>
              <a:gd name="T6" fmla="*/ 18409 w 1447800"/>
              <a:gd name="T7" fmla="*/ 19049 h 381000"/>
              <a:gd name="T8" fmla="*/ 5090 w 1447800"/>
              <a:gd name="T9" fmla="*/ 38730 h 381000"/>
              <a:gd name="T10" fmla="*/ 0 w 1447800"/>
              <a:gd name="T11" fmla="*/ 63495 h 381000"/>
              <a:gd name="T12" fmla="*/ 0 w 1447800"/>
              <a:gd name="T13" fmla="*/ 317493 h 381000"/>
              <a:gd name="T14" fmla="*/ 5090 w 1447800"/>
              <a:gd name="T15" fmla="*/ 342258 h 381000"/>
              <a:gd name="T16" fmla="*/ 18409 w 1447800"/>
              <a:gd name="T17" fmla="*/ 362582 h 381000"/>
              <a:gd name="T18" fmla="*/ 38740 w 1447800"/>
              <a:gd name="T19" fmla="*/ 375917 h 381000"/>
              <a:gd name="T20" fmla="*/ 63489 w 1447800"/>
              <a:gd name="T21" fmla="*/ 381001 h 381000"/>
              <a:gd name="T22" fmla="*/ 1384310 w 1447800"/>
              <a:gd name="T23" fmla="*/ 381001 h 381000"/>
              <a:gd name="T24" fmla="*/ 1409059 w 1447800"/>
              <a:gd name="T25" fmla="*/ 375917 h 381000"/>
              <a:gd name="T26" fmla="*/ 1429390 w 1447800"/>
              <a:gd name="T27" fmla="*/ 362582 h 381000"/>
              <a:gd name="T28" fmla="*/ 1442709 w 1447800"/>
              <a:gd name="T29" fmla="*/ 342258 h 381000"/>
              <a:gd name="T30" fmla="*/ 1447799 w 1447800"/>
              <a:gd name="T31" fmla="*/ 317493 h 381000"/>
              <a:gd name="T32" fmla="*/ 1447799 w 1447800"/>
              <a:gd name="T33" fmla="*/ 63495 h 381000"/>
              <a:gd name="T34" fmla="*/ 1442709 w 1447800"/>
              <a:gd name="T35" fmla="*/ 38730 h 381000"/>
              <a:gd name="T36" fmla="*/ 1429390 w 1447800"/>
              <a:gd name="T37" fmla="*/ 19049 h 381000"/>
              <a:gd name="T38" fmla="*/ 1409059 w 1447800"/>
              <a:gd name="T39" fmla="*/ 5074 h 381000"/>
              <a:gd name="T40" fmla="*/ 1384310 w 1447800"/>
              <a:gd name="T41" fmla="*/ 0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47800" h="381000">
                <a:moveTo>
                  <a:pt x="1384310" y="0"/>
                </a:moveTo>
                <a:lnTo>
                  <a:pt x="63489" y="0"/>
                </a:lnTo>
                <a:lnTo>
                  <a:pt x="38740" y="5074"/>
                </a:lnTo>
                <a:lnTo>
                  <a:pt x="18409" y="19049"/>
                </a:lnTo>
                <a:lnTo>
                  <a:pt x="5090" y="38730"/>
                </a:lnTo>
                <a:lnTo>
                  <a:pt x="0" y="63495"/>
                </a:lnTo>
                <a:lnTo>
                  <a:pt x="0" y="317493"/>
                </a:lnTo>
                <a:lnTo>
                  <a:pt x="5090" y="342258"/>
                </a:lnTo>
                <a:lnTo>
                  <a:pt x="18409" y="362582"/>
                </a:lnTo>
                <a:lnTo>
                  <a:pt x="38740" y="375917"/>
                </a:lnTo>
                <a:lnTo>
                  <a:pt x="63489" y="381001"/>
                </a:lnTo>
                <a:lnTo>
                  <a:pt x="1384310" y="381001"/>
                </a:lnTo>
                <a:lnTo>
                  <a:pt x="1409059" y="375917"/>
                </a:lnTo>
                <a:lnTo>
                  <a:pt x="1429390" y="362582"/>
                </a:lnTo>
                <a:lnTo>
                  <a:pt x="1442709" y="342258"/>
                </a:lnTo>
                <a:lnTo>
                  <a:pt x="1447799" y="317493"/>
                </a:lnTo>
                <a:lnTo>
                  <a:pt x="1447799" y="63495"/>
                </a:lnTo>
                <a:lnTo>
                  <a:pt x="1442709" y="38730"/>
                </a:lnTo>
                <a:lnTo>
                  <a:pt x="1429390" y="19049"/>
                </a:lnTo>
                <a:lnTo>
                  <a:pt x="1409059" y="5074"/>
                </a:lnTo>
                <a:lnTo>
                  <a:pt x="1384310"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97" name="object 61">
            <a:extLst>
              <a:ext uri="{FF2B5EF4-FFF2-40B4-BE49-F238E27FC236}">
                <a16:creationId xmlns:a16="http://schemas.microsoft.com/office/drawing/2014/main" id="{1C081B3E-0104-3406-2C29-710E15F9D77F}"/>
              </a:ext>
            </a:extLst>
          </p:cNvPr>
          <p:cNvSpPr>
            <a:spLocks/>
          </p:cNvSpPr>
          <p:nvPr/>
        </p:nvSpPr>
        <p:spPr bwMode="auto">
          <a:xfrm>
            <a:off x="8026400" y="6172200"/>
            <a:ext cx="1930400" cy="508000"/>
          </a:xfrm>
          <a:custGeom>
            <a:avLst/>
            <a:gdLst>
              <a:gd name="T0" fmla="*/ 0 w 1447800"/>
              <a:gd name="T1" fmla="*/ 63495 h 381000"/>
              <a:gd name="T2" fmla="*/ 5090 w 1447800"/>
              <a:gd name="T3" fmla="*/ 38730 h 381000"/>
              <a:gd name="T4" fmla="*/ 18409 w 1447800"/>
              <a:gd name="T5" fmla="*/ 19049 h 381000"/>
              <a:gd name="T6" fmla="*/ 38740 w 1447800"/>
              <a:gd name="T7" fmla="*/ 5074 h 381000"/>
              <a:gd name="T8" fmla="*/ 63489 w 1447800"/>
              <a:gd name="T9" fmla="*/ 0 h 381000"/>
              <a:gd name="T10" fmla="*/ 1384310 w 1447800"/>
              <a:gd name="T11" fmla="*/ 0 h 381000"/>
              <a:gd name="T12" fmla="*/ 1409059 w 1447800"/>
              <a:gd name="T13" fmla="*/ 5074 h 381000"/>
              <a:gd name="T14" fmla="*/ 1429390 w 1447800"/>
              <a:gd name="T15" fmla="*/ 19049 h 381000"/>
              <a:gd name="T16" fmla="*/ 1442709 w 1447800"/>
              <a:gd name="T17" fmla="*/ 38730 h 381000"/>
              <a:gd name="T18" fmla="*/ 1447799 w 1447800"/>
              <a:gd name="T19" fmla="*/ 63495 h 381000"/>
              <a:gd name="T20" fmla="*/ 1447799 w 1447800"/>
              <a:gd name="T21" fmla="*/ 317493 h 381000"/>
              <a:gd name="T22" fmla="*/ 1442709 w 1447800"/>
              <a:gd name="T23" fmla="*/ 342258 h 381000"/>
              <a:gd name="T24" fmla="*/ 1429390 w 1447800"/>
              <a:gd name="T25" fmla="*/ 362582 h 381000"/>
              <a:gd name="T26" fmla="*/ 1409059 w 1447800"/>
              <a:gd name="T27" fmla="*/ 375917 h 381000"/>
              <a:gd name="T28" fmla="*/ 1384310 w 1447800"/>
              <a:gd name="T29" fmla="*/ 381001 h 381000"/>
              <a:gd name="T30" fmla="*/ 63489 w 1447800"/>
              <a:gd name="T31" fmla="*/ 381001 h 381000"/>
              <a:gd name="T32" fmla="*/ 38740 w 1447800"/>
              <a:gd name="T33" fmla="*/ 375917 h 381000"/>
              <a:gd name="T34" fmla="*/ 18409 w 1447800"/>
              <a:gd name="T35" fmla="*/ 362582 h 381000"/>
              <a:gd name="T36" fmla="*/ 5090 w 1447800"/>
              <a:gd name="T37" fmla="*/ 342258 h 381000"/>
              <a:gd name="T38" fmla="*/ 0 w 1447800"/>
              <a:gd name="T39" fmla="*/ 317493 h 381000"/>
              <a:gd name="T40" fmla="*/ 0 w 1447800"/>
              <a:gd name="T41" fmla="*/ 63495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447800" h="381000">
                <a:moveTo>
                  <a:pt x="0" y="63495"/>
                </a:moveTo>
                <a:lnTo>
                  <a:pt x="5090" y="38730"/>
                </a:lnTo>
                <a:lnTo>
                  <a:pt x="18409" y="19049"/>
                </a:lnTo>
                <a:lnTo>
                  <a:pt x="38740" y="5074"/>
                </a:lnTo>
                <a:lnTo>
                  <a:pt x="63489" y="0"/>
                </a:lnTo>
                <a:lnTo>
                  <a:pt x="1384310" y="0"/>
                </a:lnTo>
                <a:lnTo>
                  <a:pt x="1409059" y="5074"/>
                </a:lnTo>
                <a:lnTo>
                  <a:pt x="1429390" y="19049"/>
                </a:lnTo>
                <a:lnTo>
                  <a:pt x="1442709" y="38730"/>
                </a:lnTo>
                <a:lnTo>
                  <a:pt x="1447799" y="63495"/>
                </a:lnTo>
                <a:lnTo>
                  <a:pt x="1447799" y="317493"/>
                </a:lnTo>
                <a:lnTo>
                  <a:pt x="1442709" y="342258"/>
                </a:lnTo>
                <a:lnTo>
                  <a:pt x="1429390" y="362582"/>
                </a:lnTo>
                <a:lnTo>
                  <a:pt x="1409059" y="375917"/>
                </a:lnTo>
                <a:lnTo>
                  <a:pt x="1384310" y="381001"/>
                </a:lnTo>
                <a:lnTo>
                  <a:pt x="63489" y="381001"/>
                </a:lnTo>
                <a:lnTo>
                  <a:pt x="38740" y="375917"/>
                </a:lnTo>
                <a:lnTo>
                  <a:pt x="18409" y="362582"/>
                </a:lnTo>
                <a:lnTo>
                  <a:pt x="5090" y="342258"/>
                </a:lnTo>
                <a:lnTo>
                  <a:pt x="0" y="317493"/>
                </a:lnTo>
                <a:lnTo>
                  <a:pt x="0" y="63495"/>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398" name="object 62">
            <a:extLst>
              <a:ext uri="{FF2B5EF4-FFF2-40B4-BE49-F238E27FC236}">
                <a16:creationId xmlns:a16="http://schemas.microsoft.com/office/drawing/2014/main" id="{5FA1F7D0-1557-1BEA-D637-EEB8D6F23F3E}"/>
              </a:ext>
            </a:extLst>
          </p:cNvPr>
          <p:cNvSpPr>
            <a:spLocks/>
          </p:cNvSpPr>
          <p:nvPr/>
        </p:nvSpPr>
        <p:spPr bwMode="auto">
          <a:xfrm>
            <a:off x="10160000" y="6172200"/>
            <a:ext cx="1016000" cy="508000"/>
          </a:xfrm>
          <a:custGeom>
            <a:avLst/>
            <a:gdLst>
              <a:gd name="T0" fmla="*/ 698510 w 762000"/>
              <a:gd name="T1" fmla="*/ 0 h 381000"/>
              <a:gd name="T2" fmla="*/ 63489 w 762000"/>
              <a:gd name="T3" fmla="*/ 0 h 381000"/>
              <a:gd name="T4" fmla="*/ 38740 w 762000"/>
              <a:gd name="T5" fmla="*/ 5074 h 381000"/>
              <a:gd name="T6" fmla="*/ 18409 w 762000"/>
              <a:gd name="T7" fmla="*/ 19049 h 381000"/>
              <a:gd name="T8" fmla="*/ 5090 w 762000"/>
              <a:gd name="T9" fmla="*/ 38730 h 381000"/>
              <a:gd name="T10" fmla="*/ 0 w 762000"/>
              <a:gd name="T11" fmla="*/ 63495 h 381000"/>
              <a:gd name="T12" fmla="*/ 0 w 762000"/>
              <a:gd name="T13" fmla="*/ 317493 h 381000"/>
              <a:gd name="T14" fmla="*/ 5090 w 762000"/>
              <a:gd name="T15" fmla="*/ 342258 h 381000"/>
              <a:gd name="T16" fmla="*/ 18409 w 762000"/>
              <a:gd name="T17" fmla="*/ 362582 h 381000"/>
              <a:gd name="T18" fmla="*/ 38740 w 762000"/>
              <a:gd name="T19" fmla="*/ 375917 h 381000"/>
              <a:gd name="T20" fmla="*/ 63489 w 762000"/>
              <a:gd name="T21" fmla="*/ 381001 h 381000"/>
              <a:gd name="T22" fmla="*/ 698510 w 762000"/>
              <a:gd name="T23" fmla="*/ 381001 h 381000"/>
              <a:gd name="T24" fmla="*/ 723259 w 762000"/>
              <a:gd name="T25" fmla="*/ 375917 h 381000"/>
              <a:gd name="T26" fmla="*/ 743590 w 762000"/>
              <a:gd name="T27" fmla="*/ 362582 h 381000"/>
              <a:gd name="T28" fmla="*/ 756909 w 762000"/>
              <a:gd name="T29" fmla="*/ 342258 h 381000"/>
              <a:gd name="T30" fmla="*/ 761999 w 762000"/>
              <a:gd name="T31" fmla="*/ 317493 h 381000"/>
              <a:gd name="T32" fmla="*/ 761999 w 762000"/>
              <a:gd name="T33" fmla="*/ 63495 h 381000"/>
              <a:gd name="T34" fmla="*/ 756909 w 762000"/>
              <a:gd name="T35" fmla="*/ 38730 h 381000"/>
              <a:gd name="T36" fmla="*/ 743590 w 762000"/>
              <a:gd name="T37" fmla="*/ 19049 h 381000"/>
              <a:gd name="T38" fmla="*/ 723259 w 762000"/>
              <a:gd name="T39" fmla="*/ 5074 h 381000"/>
              <a:gd name="T40" fmla="*/ 698510 w 762000"/>
              <a:gd name="T41" fmla="*/ 0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381000">
                <a:moveTo>
                  <a:pt x="698510" y="0"/>
                </a:moveTo>
                <a:lnTo>
                  <a:pt x="63489" y="0"/>
                </a:lnTo>
                <a:lnTo>
                  <a:pt x="38740" y="5074"/>
                </a:lnTo>
                <a:lnTo>
                  <a:pt x="18409" y="19049"/>
                </a:lnTo>
                <a:lnTo>
                  <a:pt x="5090" y="38730"/>
                </a:lnTo>
                <a:lnTo>
                  <a:pt x="0" y="63495"/>
                </a:lnTo>
                <a:lnTo>
                  <a:pt x="0" y="317493"/>
                </a:lnTo>
                <a:lnTo>
                  <a:pt x="5090" y="342258"/>
                </a:lnTo>
                <a:lnTo>
                  <a:pt x="18409" y="362582"/>
                </a:lnTo>
                <a:lnTo>
                  <a:pt x="38740" y="375917"/>
                </a:lnTo>
                <a:lnTo>
                  <a:pt x="63489" y="381001"/>
                </a:lnTo>
                <a:lnTo>
                  <a:pt x="698510" y="381001"/>
                </a:lnTo>
                <a:lnTo>
                  <a:pt x="723259" y="375917"/>
                </a:lnTo>
                <a:lnTo>
                  <a:pt x="743590" y="362582"/>
                </a:lnTo>
                <a:lnTo>
                  <a:pt x="756909" y="342258"/>
                </a:lnTo>
                <a:lnTo>
                  <a:pt x="761999" y="317493"/>
                </a:lnTo>
                <a:lnTo>
                  <a:pt x="761999" y="63495"/>
                </a:lnTo>
                <a:lnTo>
                  <a:pt x="756909" y="38730"/>
                </a:lnTo>
                <a:lnTo>
                  <a:pt x="743590" y="19049"/>
                </a:lnTo>
                <a:lnTo>
                  <a:pt x="723259" y="5074"/>
                </a:lnTo>
                <a:lnTo>
                  <a:pt x="698510"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399" name="object 63">
            <a:extLst>
              <a:ext uri="{FF2B5EF4-FFF2-40B4-BE49-F238E27FC236}">
                <a16:creationId xmlns:a16="http://schemas.microsoft.com/office/drawing/2014/main" id="{49CC427B-D45D-DD76-A806-7BE379C406BD}"/>
              </a:ext>
            </a:extLst>
          </p:cNvPr>
          <p:cNvSpPr>
            <a:spLocks/>
          </p:cNvSpPr>
          <p:nvPr/>
        </p:nvSpPr>
        <p:spPr bwMode="auto">
          <a:xfrm>
            <a:off x="10160000" y="6172200"/>
            <a:ext cx="1016000" cy="508000"/>
          </a:xfrm>
          <a:custGeom>
            <a:avLst/>
            <a:gdLst>
              <a:gd name="T0" fmla="*/ 0 w 762000"/>
              <a:gd name="T1" fmla="*/ 63495 h 381000"/>
              <a:gd name="T2" fmla="*/ 5090 w 762000"/>
              <a:gd name="T3" fmla="*/ 38730 h 381000"/>
              <a:gd name="T4" fmla="*/ 18409 w 762000"/>
              <a:gd name="T5" fmla="*/ 19049 h 381000"/>
              <a:gd name="T6" fmla="*/ 38740 w 762000"/>
              <a:gd name="T7" fmla="*/ 5074 h 381000"/>
              <a:gd name="T8" fmla="*/ 63489 w 762000"/>
              <a:gd name="T9" fmla="*/ 0 h 381000"/>
              <a:gd name="T10" fmla="*/ 698510 w 762000"/>
              <a:gd name="T11" fmla="*/ 0 h 381000"/>
              <a:gd name="T12" fmla="*/ 723259 w 762000"/>
              <a:gd name="T13" fmla="*/ 5074 h 381000"/>
              <a:gd name="T14" fmla="*/ 743590 w 762000"/>
              <a:gd name="T15" fmla="*/ 19049 h 381000"/>
              <a:gd name="T16" fmla="*/ 756909 w 762000"/>
              <a:gd name="T17" fmla="*/ 38730 h 381000"/>
              <a:gd name="T18" fmla="*/ 761999 w 762000"/>
              <a:gd name="T19" fmla="*/ 63495 h 381000"/>
              <a:gd name="T20" fmla="*/ 761999 w 762000"/>
              <a:gd name="T21" fmla="*/ 317493 h 381000"/>
              <a:gd name="T22" fmla="*/ 756909 w 762000"/>
              <a:gd name="T23" fmla="*/ 342258 h 381000"/>
              <a:gd name="T24" fmla="*/ 743590 w 762000"/>
              <a:gd name="T25" fmla="*/ 362582 h 381000"/>
              <a:gd name="T26" fmla="*/ 723259 w 762000"/>
              <a:gd name="T27" fmla="*/ 375917 h 381000"/>
              <a:gd name="T28" fmla="*/ 698510 w 762000"/>
              <a:gd name="T29" fmla="*/ 381001 h 381000"/>
              <a:gd name="T30" fmla="*/ 63489 w 762000"/>
              <a:gd name="T31" fmla="*/ 381001 h 381000"/>
              <a:gd name="T32" fmla="*/ 38740 w 762000"/>
              <a:gd name="T33" fmla="*/ 375917 h 381000"/>
              <a:gd name="T34" fmla="*/ 18409 w 762000"/>
              <a:gd name="T35" fmla="*/ 362582 h 381000"/>
              <a:gd name="T36" fmla="*/ 5090 w 762000"/>
              <a:gd name="T37" fmla="*/ 342258 h 381000"/>
              <a:gd name="T38" fmla="*/ 0 w 762000"/>
              <a:gd name="T39" fmla="*/ 317493 h 381000"/>
              <a:gd name="T40" fmla="*/ 0 w 762000"/>
              <a:gd name="T41" fmla="*/ 63495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62000" h="381000">
                <a:moveTo>
                  <a:pt x="0" y="63495"/>
                </a:moveTo>
                <a:lnTo>
                  <a:pt x="5090" y="38730"/>
                </a:lnTo>
                <a:lnTo>
                  <a:pt x="18409" y="19049"/>
                </a:lnTo>
                <a:lnTo>
                  <a:pt x="38740" y="5074"/>
                </a:lnTo>
                <a:lnTo>
                  <a:pt x="63489" y="0"/>
                </a:lnTo>
                <a:lnTo>
                  <a:pt x="698510" y="0"/>
                </a:lnTo>
                <a:lnTo>
                  <a:pt x="723259" y="5074"/>
                </a:lnTo>
                <a:lnTo>
                  <a:pt x="743590" y="19049"/>
                </a:lnTo>
                <a:lnTo>
                  <a:pt x="756909" y="38730"/>
                </a:lnTo>
                <a:lnTo>
                  <a:pt x="761999" y="63495"/>
                </a:lnTo>
                <a:lnTo>
                  <a:pt x="761999" y="317493"/>
                </a:lnTo>
                <a:lnTo>
                  <a:pt x="756909" y="342258"/>
                </a:lnTo>
                <a:lnTo>
                  <a:pt x="743590" y="362582"/>
                </a:lnTo>
                <a:lnTo>
                  <a:pt x="723259" y="375917"/>
                </a:lnTo>
                <a:lnTo>
                  <a:pt x="698510" y="381001"/>
                </a:lnTo>
                <a:lnTo>
                  <a:pt x="63489" y="381001"/>
                </a:lnTo>
                <a:lnTo>
                  <a:pt x="38740" y="375917"/>
                </a:lnTo>
                <a:lnTo>
                  <a:pt x="18409" y="362582"/>
                </a:lnTo>
                <a:lnTo>
                  <a:pt x="5090" y="342258"/>
                </a:lnTo>
                <a:lnTo>
                  <a:pt x="0" y="317493"/>
                </a:lnTo>
                <a:lnTo>
                  <a:pt x="0" y="63495"/>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00" name="object 64">
            <a:extLst>
              <a:ext uri="{FF2B5EF4-FFF2-40B4-BE49-F238E27FC236}">
                <a16:creationId xmlns:a16="http://schemas.microsoft.com/office/drawing/2014/main" id="{74CEA69F-BCD6-3578-4271-928DC393D609}"/>
              </a:ext>
            </a:extLst>
          </p:cNvPr>
          <p:cNvSpPr>
            <a:spLocks/>
          </p:cNvSpPr>
          <p:nvPr/>
        </p:nvSpPr>
        <p:spPr bwMode="auto">
          <a:xfrm>
            <a:off x="6502400" y="6172200"/>
            <a:ext cx="1219200" cy="508000"/>
          </a:xfrm>
          <a:custGeom>
            <a:avLst/>
            <a:gdLst>
              <a:gd name="T0" fmla="*/ 850910 w 914400"/>
              <a:gd name="T1" fmla="*/ 0 h 381000"/>
              <a:gd name="T2" fmla="*/ 63489 w 914400"/>
              <a:gd name="T3" fmla="*/ 0 h 381000"/>
              <a:gd name="T4" fmla="*/ 38740 w 914400"/>
              <a:gd name="T5" fmla="*/ 5074 h 381000"/>
              <a:gd name="T6" fmla="*/ 18409 w 914400"/>
              <a:gd name="T7" fmla="*/ 19049 h 381000"/>
              <a:gd name="T8" fmla="*/ 5090 w 914400"/>
              <a:gd name="T9" fmla="*/ 38730 h 381000"/>
              <a:gd name="T10" fmla="*/ 0 w 914400"/>
              <a:gd name="T11" fmla="*/ 63495 h 381000"/>
              <a:gd name="T12" fmla="*/ 0 w 914400"/>
              <a:gd name="T13" fmla="*/ 317493 h 381000"/>
              <a:gd name="T14" fmla="*/ 5090 w 914400"/>
              <a:gd name="T15" fmla="*/ 342258 h 381000"/>
              <a:gd name="T16" fmla="*/ 18409 w 914400"/>
              <a:gd name="T17" fmla="*/ 362582 h 381000"/>
              <a:gd name="T18" fmla="*/ 38740 w 914400"/>
              <a:gd name="T19" fmla="*/ 375917 h 381000"/>
              <a:gd name="T20" fmla="*/ 63489 w 914400"/>
              <a:gd name="T21" fmla="*/ 381001 h 381000"/>
              <a:gd name="T22" fmla="*/ 850910 w 914400"/>
              <a:gd name="T23" fmla="*/ 381001 h 381000"/>
              <a:gd name="T24" fmla="*/ 875659 w 914400"/>
              <a:gd name="T25" fmla="*/ 375917 h 381000"/>
              <a:gd name="T26" fmla="*/ 895990 w 914400"/>
              <a:gd name="T27" fmla="*/ 362582 h 381000"/>
              <a:gd name="T28" fmla="*/ 909309 w 914400"/>
              <a:gd name="T29" fmla="*/ 342258 h 381000"/>
              <a:gd name="T30" fmla="*/ 914399 w 914400"/>
              <a:gd name="T31" fmla="*/ 317493 h 381000"/>
              <a:gd name="T32" fmla="*/ 914399 w 914400"/>
              <a:gd name="T33" fmla="*/ 63495 h 381000"/>
              <a:gd name="T34" fmla="*/ 909309 w 914400"/>
              <a:gd name="T35" fmla="*/ 38730 h 381000"/>
              <a:gd name="T36" fmla="*/ 895990 w 914400"/>
              <a:gd name="T37" fmla="*/ 19049 h 381000"/>
              <a:gd name="T38" fmla="*/ 875659 w 914400"/>
              <a:gd name="T39" fmla="*/ 5074 h 381000"/>
              <a:gd name="T40" fmla="*/ 850910 w 914400"/>
              <a:gd name="T41" fmla="*/ 0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381000">
                <a:moveTo>
                  <a:pt x="850910" y="0"/>
                </a:moveTo>
                <a:lnTo>
                  <a:pt x="63489" y="0"/>
                </a:lnTo>
                <a:lnTo>
                  <a:pt x="38740" y="5074"/>
                </a:lnTo>
                <a:lnTo>
                  <a:pt x="18409" y="19049"/>
                </a:lnTo>
                <a:lnTo>
                  <a:pt x="5090" y="38730"/>
                </a:lnTo>
                <a:lnTo>
                  <a:pt x="0" y="63495"/>
                </a:lnTo>
                <a:lnTo>
                  <a:pt x="0" y="317493"/>
                </a:lnTo>
                <a:lnTo>
                  <a:pt x="5090" y="342258"/>
                </a:lnTo>
                <a:lnTo>
                  <a:pt x="18409" y="362582"/>
                </a:lnTo>
                <a:lnTo>
                  <a:pt x="38740" y="375917"/>
                </a:lnTo>
                <a:lnTo>
                  <a:pt x="63489" y="381001"/>
                </a:lnTo>
                <a:lnTo>
                  <a:pt x="850910" y="381001"/>
                </a:lnTo>
                <a:lnTo>
                  <a:pt x="875659" y="375917"/>
                </a:lnTo>
                <a:lnTo>
                  <a:pt x="895990" y="362582"/>
                </a:lnTo>
                <a:lnTo>
                  <a:pt x="909309" y="342258"/>
                </a:lnTo>
                <a:lnTo>
                  <a:pt x="914399" y="317493"/>
                </a:lnTo>
                <a:lnTo>
                  <a:pt x="914399" y="63495"/>
                </a:lnTo>
                <a:lnTo>
                  <a:pt x="909309" y="38730"/>
                </a:lnTo>
                <a:lnTo>
                  <a:pt x="895990" y="19049"/>
                </a:lnTo>
                <a:lnTo>
                  <a:pt x="875659" y="5074"/>
                </a:lnTo>
                <a:lnTo>
                  <a:pt x="850910"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01" name="object 65">
            <a:extLst>
              <a:ext uri="{FF2B5EF4-FFF2-40B4-BE49-F238E27FC236}">
                <a16:creationId xmlns:a16="http://schemas.microsoft.com/office/drawing/2014/main" id="{90C8F679-1653-D3AB-FC31-6AB0A5D2CCF5}"/>
              </a:ext>
            </a:extLst>
          </p:cNvPr>
          <p:cNvSpPr>
            <a:spLocks/>
          </p:cNvSpPr>
          <p:nvPr/>
        </p:nvSpPr>
        <p:spPr bwMode="auto">
          <a:xfrm>
            <a:off x="6502400" y="6172200"/>
            <a:ext cx="1219200" cy="508000"/>
          </a:xfrm>
          <a:custGeom>
            <a:avLst/>
            <a:gdLst>
              <a:gd name="T0" fmla="*/ 0 w 914400"/>
              <a:gd name="T1" fmla="*/ 63495 h 381000"/>
              <a:gd name="T2" fmla="*/ 5090 w 914400"/>
              <a:gd name="T3" fmla="*/ 38730 h 381000"/>
              <a:gd name="T4" fmla="*/ 18409 w 914400"/>
              <a:gd name="T5" fmla="*/ 19049 h 381000"/>
              <a:gd name="T6" fmla="*/ 38740 w 914400"/>
              <a:gd name="T7" fmla="*/ 5074 h 381000"/>
              <a:gd name="T8" fmla="*/ 63489 w 914400"/>
              <a:gd name="T9" fmla="*/ 0 h 381000"/>
              <a:gd name="T10" fmla="*/ 850910 w 914400"/>
              <a:gd name="T11" fmla="*/ 0 h 381000"/>
              <a:gd name="T12" fmla="*/ 875659 w 914400"/>
              <a:gd name="T13" fmla="*/ 5074 h 381000"/>
              <a:gd name="T14" fmla="*/ 895990 w 914400"/>
              <a:gd name="T15" fmla="*/ 19049 h 381000"/>
              <a:gd name="T16" fmla="*/ 909309 w 914400"/>
              <a:gd name="T17" fmla="*/ 38730 h 381000"/>
              <a:gd name="T18" fmla="*/ 914399 w 914400"/>
              <a:gd name="T19" fmla="*/ 63495 h 381000"/>
              <a:gd name="T20" fmla="*/ 914399 w 914400"/>
              <a:gd name="T21" fmla="*/ 317493 h 381000"/>
              <a:gd name="T22" fmla="*/ 909309 w 914400"/>
              <a:gd name="T23" fmla="*/ 342258 h 381000"/>
              <a:gd name="T24" fmla="*/ 895990 w 914400"/>
              <a:gd name="T25" fmla="*/ 362582 h 381000"/>
              <a:gd name="T26" fmla="*/ 875659 w 914400"/>
              <a:gd name="T27" fmla="*/ 375917 h 381000"/>
              <a:gd name="T28" fmla="*/ 850910 w 914400"/>
              <a:gd name="T29" fmla="*/ 381001 h 381000"/>
              <a:gd name="T30" fmla="*/ 63489 w 914400"/>
              <a:gd name="T31" fmla="*/ 381001 h 381000"/>
              <a:gd name="T32" fmla="*/ 38740 w 914400"/>
              <a:gd name="T33" fmla="*/ 375917 h 381000"/>
              <a:gd name="T34" fmla="*/ 18409 w 914400"/>
              <a:gd name="T35" fmla="*/ 362582 h 381000"/>
              <a:gd name="T36" fmla="*/ 5090 w 914400"/>
              <a:gd name="T37" fmla="*/ 342258 h 381000"/>
              <a:gd name="T38" fmla="*/ 0 w 914400"/>
              <a:gd name="T39" fmla="*/ 317493 h 381000"/>
              <a:gd name="T40" fmla="*/ 0 w 914400"/>
              <a:gd name="T41" fmla="*/ 63495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381000">
                <a:moveTo>
                  <a:pt x="0" y="63495"/>
                </a:moveTo>
                <a:lnTo>
                  <a:pt x="5090" y="38730"/>
                </a:lnTo>
                <a:lnTo>
                  <a:pt x="18409" y="19049"/>
                </a:lnTo>
                <a:lnTo>
                  <a:pt x="38740" y="5074"/>
                </a:lnTo>
                <a:lnTo>
                  <a:pt x="63489" y="0"/>
                </a:lnTo>
                <a:lnTo>
                  <a:pt x="850910" y="0"/>
                </a:lnTo>
                <a:lnTo>
                  <a:pt x="875659" y="5074"/>
                </a:lnTo>
                <a:lnTo>
                  <a:pt x="895990" y="19049"/>
                </a:lnTo>
                <a:lnTo>
                  <a:pt x="909309" y="38730"/>
                </a:lnTo>
                <a:lnTo>
                  <a:pt x="914399" y="63495"/>
                </a:lnTo>
                <a:lnTo>
                  <a:pt x="914399" y="317493"/>
                </a:lnTo>
                <a:lnTo>
                  <a:pt x="909309" y="342258"/>
                </a:lnTo>
                <a:lnTo>
                  <a:pt x="895990" y="362582"/>
                </a:lnTo>
                <a:lnTo>
                  <a:pt x="875659" y="375917"/>
                </a:lnTo>
                <a:lnTo>
                  <a:pt x="850910" y="381001"/>
                </a:lnTo>
                <a:lnTo>
                  <a:pt x="63489" y="381001"/>
                </a:lnTo>
                <a:lnTo>
                  <a:pt x="38740" y="375917"/>
                </a:lnTo>
                <a:lnTo>
                  <a:pt x="18409" y="362582"/>
                </a:lnTo>
                <a:lnTo>
                  <a:pt x="5090" y="342258"/>
                </a:lnTo>
                <a:lnTo>
                  <a:pt x="0" y="317493"/>
                </a:lnTo>
                <a:lnTo>
                  <a:pt x="0" y="63495"/>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02" name="object 66">
            <a:extLst>
              <a:ext uri="{FF2B5EF4-FFF2-40B4-BE49-F238E27FC236}">
                <a16:creationId xmlns:a16="http://schemas.microsoft.com/office/drawing/2014/main" id="{EA9F51D8-D3C0-7A85-7B3D-5A9025C2F138}"/>
              </a:ext>
            </a:extLst>
          </p:cNvPr>
          <p:cNvSpPr>
            <a:spLocks/>
          </p:cNvSpPr>
          <p:nvPr/>
        </p:nvSpPr>
        <p:spPr bwMode="auto">
          <a:xfrm>
            <a:off x="5080000" y="6172200"/>
            <a:ext cx="1219200" cy="508000"/>
          </a:xfrm>
          <a:custGeom>
            <a:avLst/>
            <a:gdLst>
              <a:gd name="T0" fmla="*/ 850910 w 914400"/>
              <a:gd name="T1" fmla="*/ 0 h 381000"/>
              <a:gd name="T2" fmla="*/ 63489 w 914400"/>
              <a:gd name="T3" fmla="*/ 0 h 381000"/>
              <a:gd name="T4" fmla="*/ 38740 w 914400"/>
              <a:gd name="T5" fmla="*/ 5074 h 381000"/>
              <a:gd name="T6" fmla="*/ 18409 w 914400"/>
              <a:gd name="T7" fmla="*/ 19049 h 381000"/>
              <a:gd name="T8" fmla="*/ 5090 w 914400"/>
              <a:gd name="T9" fmla="*/ 38730 h 381000"/>
              <a:gd name="T10" fmla="*/ 0 w 914400"/>
              <a:gd name="T11" fmla="*/ 63495 h 381000"/>
              <a:gd name="T12" fmla="*/ 0 w 914400"/>
              <a:gd name="T13" fmla="*/ 317493 h 381000"/>
              <a:gd name="T14" fmla="*/ 5090 w 914400"/>
              <a:gd name="T15" fmla="*/ 342258 h 381000"/>
              <a:gd name="T16" fmla="*/ 18409 w 914400"/>
              <a:gd name="T17" fmla="*/ 362582 h 381000"/>
              <a:gd name="T18" fmla="*/ 38740 w 914400"/>
              <a:gd name="T19" fmla="*/ 375917 h 381000"/>
              <a:gd name="T20" fmla="*/ 63489 w 914400"/>
              <a:gd name="T21" fmla="*/ 381001 h 381000"/>
              <a:gd name="T22" fmla="*/ 850910 w 914400"/>
              <a:gd name="T23" fmla="*/ 381001 h 381000"/>
              <a:gd name="T24" fmla="*/ 875659 w 914400"/>
              <a:gd name="T25" fmla="*/ 375917 h 381000"/>
              <a:gd name="T26" fmla="*/ 895990 w 914400"/>
              <a:gd name="T27" fmla="*/ 362582 h 381000"/>
              <a:gd name="T28" fmla="*/ 909309 w 914400"/>
              <a:gd name="T29" fmla="*/ 342258 h 381000"/>
              <a:gd name="T30" fmla="*/ 914399 w 914400"/>
              <a:gd name="T31" fmla="*/ 317493 h 381000"/>
              <a:gd name="T32" fmla="*/ 914399 w 914400"/>
              <a:gd name="T33" fmla="*/ 63495 h 381000"/>
              <a:gd name="T34" fmla="*/ 909309 w 914400"/>
              <a:gd name="T35" fmla="*/ 38730 h 381000"/>
              <a:gd name="T36" fmla="*/ 895990 w 914400"/>
              <a:gd name="T37" fmla="*/ 19049 h 381000"/>
              <a:gd name="T38" fmla="*/ 875659 w 914400"/>
              <a:gd name="T39" fmla="*/ 5074 h 381000"/>
              <a:gd name="T40" fmla="*/ 850910 w 914400"/>
              <a:gd name="T41" fmla="*/ 0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381000">
                <a:moveTo>
                  <a:pt x="850910" y="0"/>
                </a:moveTo>
                <a:lnTo>
                  <a:pt x="63489" y="0"/>
                </a:lnTo>
                <a:lnTo>
                  <a:pt x="38740" y="5074"/>
                </a:lnTo>
                <a:lnTo>
                  <a:pt x="18409" y="19049"/>
                </a:lnTo>
                <a:lnTo>
                  <a:pt x="5090" y="38730"/>
                </a:lnTo>
                <a:lnTo>
                  <a:pt x="0" y="63495"/>
                </a:lnTo>
                <a:lnTo>
                  <a:pt x="0" y="317493"/>
                </a:lnTo>
                <a:lnTo>
                  <a:pt x="5090" y="342258"/>
                </a:lnTo>
                <a:lnTo>
                  <a:pt x="18409" y="362582"/>
                </a:lnTo>
                <a:lnTo>
                  <a:pt x="38740" y="375917"/>
                </a:lnTo>
                <a:lnTo>
                  <a:pt x="63489" y="381001"/>
                </a:lnTo>
                <a:lnTo>
                  <a:pt x="850910" y="381001"/>
                </a:lnTo>
                <a:lnTo>
                  <a:pt x="875659" y="375917"/>
                </a:lnTo>
                <a:lnTo>
                  <a:pt x="895990" y="362582"/>
                </a:lnTo>
                <a:lnTo>
                  <a:pt x="909309" y="342258"/>
                </a:lnTo>
                <a:lnTo>
                  <a:pt x="914399" y="317493"/>
                </a:lnTo>
                <a:lnTo>
                  <a:pt x="914399" y="63495"/>
                </a:lnTo>
                <a:lnTo>
                  <a:pt x="909309" y="38730"/>
                </a:lnTo>
                <a:lnTo>
                  <a:pt x="895990" y="19049"/>
                </a:lnTo>
                <a:lnTo>
                  <a:pt x="875659" y="5074"/>
                </a:lnTo>
                <a:lnTo>
                  <a:pt x="850910"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03" name="object 67">
            <a:extLst>
              <a:ext uri="{FF2B5EF4-FFF2-40B4-BE49-F238E27FC236}">
                <a16:creationId xmlns:a16="http://schemas.microsoft.com/office/drawing/2014/main" id="{76C1A0BD-1EA6-67E2-1B65-113AA7391CC3}"/>
              </a:ext>
            </a:extLst>
          </p:cNvPr>
          <p:cNvSpPr>
            <a:spLocks/>
          </p:cNvSpPr>
          <p:nvPr/>
        </p:nvSpPr>
        <p:spPr bwMode="auto">
          <a:xfrm>
            <a:off x="5080000" y="6172200"/>
            <a:ext cx="1219200" cy="508000"/>
          </a:xfrm>
          <a:custGeom>
            <a:avLst/>
            <a:gdLst>
              <a:gd name="T0" fmla="*/ 0 w 914400"/>
              <a:gd name="T1" fmla="*/ 63495 h 381000"/>
              <a:gd name="T2" fmla="*/ 5090 w 914400"/>
              <a:gd name="T3" fmla="*/ 38730 h 381000"/>
              <a:gd name="T4" fmla="*/ 18409 w 914400"/>
              <a:gd name="T5" fmla="*/ 19049 h 381000"/>
              <a:gd name="T6" fmla="*/ 38740 w 914400"/>
              <a:gd name="T7" fmla="*/ 5074 h 381000"/>
              <a:gd name="T8" fmla="*/ 63489 w 914400"/>
              <a:gd name="T9" fmla="*/ 0 h 381000"/>
              <a:gd name="T10" fmla="*/ 850910 w 914400"/>
              <a:gd name="T11" fmla="*/ 0 h 381000"/>
              <a:gd name="T12" fmla="*/ 875659 w 914400"/>
              <a:gd name="T13" fmla="*/ 5074 h 381000"/>
              <a:gd name="T14" fmla="*/ 895990 w 914400"/>
              <a:gd name="T15" fmla="*/ 19049 h 381000"/>
              <a:gd name="T16" fmla="*/ 909309 w 914400"/>
              <a:gd name="T17" fmla="*/ 38730 h 381000"/>
              <a:gd name="T18" fmla="*/ 914399 w 914400"/>
              <a:gd name="T19" fmla="*/ 63495 h 381000"/>
              <a:gd name="T20" fmla="*/ 914399 w 914400"/>
              <a:gd name="T21" fmla="*/ 317493 h 381000"/>
              <a:gd name="T22" fmla="*/ 909309 w 914400"/>
              <a:gd name="T23" fmla="*/ 342258 h 381000"/>
              <a:gd name="T24" fmla="*/ 895990 w 914400"/>
              <a:gd name="T25" fmla="*/ 362582 h 381000"/>
              <a:gd name="T26" fmla="*/ 875659 w 914400"/>
              <a:gd name="T27" fmla="*/ 375917 h 381000"/>
              <a:gd name="T28" fmla="*/ 850910 w 914400"/>
              <a:gd name="T29" fmla="*/ 381001 h 381000"/>
              <a:gd name="T30" fmla="*/ 63489 w 914400"/>
              <a:gd name="T31" fmla="*/ 381001 h 381000"/>
              <a:gd name="T32" fmla="*/ 38740 w 914400"/>
              <a:gd name="T33" fmla="*/ 375917 h 381000"/>
              <a:gd name="T34" fmla="*/ 18409 w 914400"/>
              <a:gd name="T35" fmla="*/ 362582 h 381000"/>
              <a:gd name="T36" fmla="*/ 5090 w 914400"/>
              <a:gd name="T37" fmla="*/ 342258 h 381000"/>
              <a:gd name="T38" fmla="*/ 0 w 914400"/>
              <a:gd name="T39" fmla="*/ 317493 h 381000"/>
              <a:gd name="T40" fmla="*/ 0 w 914400"/>
              <a:gd name="T41" fmla="*/ 63495 h 3810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381000">
                <a:moveTo>
                  <a:pt x="0" y="63495"/>
                </a:moveTo>
                <a:lnTo>
                  <a:pt x="5090" y="38730"/>
                </a:lnTo>
                <a:lnTo>
                  <a:pt x="18409" y="19049"/>
                </a:lnTo>
                <a:lnTo>
                  <a:pt x="38740" y="5074"/>
                </a:lnTo>
                <a:lnTo>
                  <a:pt x="63489" y="0"/>
                </a:lnTo>
                <a:lnTo>
                  <a:pt x="850910" y="0"/>
                </a:lnTo>
                <a:lnTo>
                  <a:pt x="875659" y="5074"/>
                </a:lnTo>
                <a:lnTo>
                  <a:pt x="895990" y="19049"/>
                </a:lnTo>
                <a:lnTo>
                  <a:pt x="909309" y="38730"/>
                </a:lnTo>
                <a:lnTo>
                  <a:pt x="914399" y="63495"/>
                </a:lnTo>
                <a:lnTo>
                  <a:pt x="914399" y="317493"/>
                </a:lnTo>
                <a:lnTo>
                  <a:pt x="909309" y="342258"/>
                </a:lnTo>
                <a:lnTo>
                  <a:pt x="895990" y="362582"/>
                </a:lnTo>
                <a:lnTo>
                  <a:pt x="875659" y="375917"/>
                </a:lnTo>
                <a:lnTo>
                  <a:pt x="850910" y="381001"/>
                </a:lnTo>
                <a:lnTo>
                  <a:pt x="63489" y="381001"/>
                </a:lnTo>
                <a:lnTo>
                  <a:pt x="38740" y="375917"/>
                </a:lnTo>
                <a:lnTo>
                  <a:pt x="18409" y="362582"/>
                </a:lnTo>
                <a:lnTo>
                  <a:pt x="5090" y="342258"/>
                </a:lnTo>
                <a:lnTo>
                  <a:pt x="0" y="317493"/>
                </a:lnTo>
                <a:lnTo>
                  <a:pt x="0" y="63495"/>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04" name="object 68">
            <a:extLst>
              <a:ext uri="{FF2B5EF4-FFF2-40B4-BE49-F238E27FC236}">
                <a16:creationId xmlns:a16="http://schemas.microsoft.com/office/drawing/2014/main" id="{A7F5BD48-94E2-D20A-8CC8-ADEFF01C2A56}"/>
              </a:ext>
            </a:extLst>
          </p:cNvPr>
          <p:cNvSpPr>
            <a:spLocks noChangeArrowheads="1"/>
          </p:cNvSpPr>
          <p:nvPr/>
        </p:nvSpPr>
        <p:spPr bwMode="auto">
          <a:xfrm>
            <a:off x="5270501" y="6195485"/>
            <a:ext cx="920751" cy="486833"/>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05" name="object 69">
            <a:extLst>
              <a:ext uri="{FF2B5EF4-FFF2-40B4-BE49-F238E27FC236}">
                <a16:creationId xmlns:a16="http://schemas.microsoft.com/office/drawing/2014/main" id="{C019722A-8FD0-AEFC-FDD6-2F33A152080D}"/>
              </a:ext>
            </a:extLst>
          </p:cNvPr>
          <p:cNvSpPr>
            <a:spLocks/>
          </p:cNvSpPr>
          <p:nvPr/>
        </p:nvSpPr>
        <p:spPr bwMode="auto">
          <a:xfrm>
            <a:off x="5283201" y="6286500"/>
            <a:ext cx="895351" cy="383117"/>
          </a:xfrm>
          <a:custGeom>
            <a:avLst/>
            <a:gdLst>
              <a:gd name="T0" fmla="*/ 700 w 671829"/>
              <a:gd name="T1" fmla="*/ 128961 h 288289"/>
              <a:gd name="T2" fmla="*/ 99976 w 671829"/>
              <a:gd name="T3" fmla="*/ 265069 h 288289"/>
              <a:gd name="T4" fmla="*/ 153385 w 671829"/>
              <a:gd name="T5" fmla="*/ 281448 h 288289"/>
              <a:gd name="T6" fmla="*/ 145908 w 671829"/>
              <a:gd name="T7" fmla="*/ 244221 h 288289"/>
              <a:gd name="T8" fmla="*/ 153308 w 671829"/>
              <a:gd name="T9" fmla="*/ 198951 h 288289"/>
              <a:gd name="T10" fmla="*/ 48827 w 671829"/>
              <a:gd name="T11" fmla="*/ 102156 h 288289"/>
              <a:gd name="T12" fmla="*/ 122348 w 671829"/>
              <a:gd name="T13" fmla="*/ 5062 h 288289"/>
              <a:gd name="T14" fmla="*/ 172128 w 671829"/>
              <a:gd name="T15" fmla="*/ 241243 h 288289"/>
              <a:gd name="T16" fmla="*/ 211105 w 671829"/>
              <a:gd name="T17" fmla="*/ 56885 h 288289"/>
              <a:gd name="T18" fmla="*/ 181417 w 671829"/>
              <a:gd name="T19" fmla="*/ 119429 h 288289"/>
              <a:gd name="T20" fmla="*/ 220217 w 671829"/>
              <a:gd name="T21" fmla="*/ 224564 h 288289"/>
              <a:gd name="T22" fmla="*/ 299328 w 671829"/>
              <a:gd name="T23" fmla="*/ 192945 h 288289"/>
              <a:gd name="T24" fmla="*/ 217817 w 671829"/>
              <a:gd name="T25" fmla="*/ 177807 h 288289"/>
              <a:gd name="T26" fmla="*/ 211377 w 671829"/>
              <a:gd name="T27" fmla="*/ 153085 h 288289"/>
              <a:gd name="T28" fmla="*/ 299328 w 671829"/>
              <a:gd name="T29" fmla="*/ 192945 h 288289"/>
              <a:gd name="T30" fmla="*/ 391621 w 671829"/>
              <a:gd name="T31" fmla="*/ 222479 h 288289"/>
              <a:gd name="T32" fmla="*/ 416685 w 671829"/>
              <a:gd name="T33" fmla="*/ 214140 h 288289"/>
              <a:gd name="T34" fmla="*/ 413015 w 671829"/>
              <a:gd name="T35" fmla="*/ 187634 h 288289"/>
              <a:gd name="T36" fmla="*/ 342891 w 671829"/>
              <a:gd name="T37" fmla="*/ 179296 h 288289"/>
              <a:gd name="T38" fmla="*/ 329344 w 671829"/>
              <a:gd name="T39" fmla="*/ 148021 h 288289"/>
              <a:gd name="T40" fmla="*/ 337302 w 671829"/>
              <a:gd name="T41" fmla="*/ 93218 h 288289"/>
              <a:gd name="T42" fmla="*/ 395689 w 671829"/>
              <a:gd name="T43" fmla="*/ 60162 h 288289"/>
              <a:gd name="T44" fmla="*/ 423641 w 671829"/>
              <a:gd name="T45" fmla="*/ 209339 h 288289"/>
              <a:gd name="T46" fmla="*/ 478536 w 671829"/>
              <a:gd name="T47" fmla="*/ 218011 h 288289"/>
              <a:gd name="T48" fmla="*/ 536486 w 671829"/>
              <a:gd name="T49" fmla="*/ 182274 h 288289"/>
              <a:gd name="T50" fmla="*/ 457454 w 671829"/>
              <a:gd name="T51" fmla="*/ 171848 h 288289"/>
              <a:gd name="T52" fmla="*/ 582778 w 671829"/>
              <a:gd name="T53" fmla="*/ 221288 h 288289"/>
              <a:gd name="T54" fmla="*/ 639581 w 671829"/>
              <a:gd name="T55" fmla="*/ 221288 h 288289"/>
              <a:gd name="T56" fmla="*/ 663004 w 671829"/>
              <a:gd name="T57" fmla="*/ 212651 h 288289"/>
              <a:gd name="T58" fmla="*/ 594163 w 671829"/>
              <a:gd name="T59" fmla="*/ 184359 h 288289"/>
              <a:gd name="T60" fmla="*/ 574265 w 671829"/>
              <a:gd name="T61" fmla="*/ 162020 h 288289"/>
              <a:gd name="T62" fmla="*/ 625667 w 671829"/>
              <a:gd name="T63" fmla="*/ 117345 h 288289"/>
              <a:gd name="T64" fmla="*/ 659366 w 671829"/>
              <a:gd name="T65" fmla="*/ 84284 h 288289"/>
              <a:gd name="T66" fmla="*/ 597494 w 671829"/>
              <a:gd name="T67" fmla="*/ 51822 h 288289"/>
              <a:gd name="T68" fmla="*/ 542366 w 671829"/>
              <a:gd name="T69" fmla="*/ 201929 h 288289"/>
              <a:gd name="T70" fmla="*/ 418963 w 671829"/>
              <a:gd name="T71" fmla="*/ 168870 h 288289"/>
              <a:gd name="T72" fmla="*/ 415105 w 671829"/>
              <a:gd name="T73" fmla="*/ 194483 h 288289"/>
              <a:gd name="T74" fmla="*/ 285342 w 671829"/>
              <a:gd name="T75" fmla="*/ 146532 h 288289"/>
              <a:gd name="T76" fmla="*/ 542366 w 671829"/>
              <a:gd name="T77" fmla="*/ 83303 h 288289"/>
              <a:gd name="T78" fmla="*/ 542366 w 671829"/>
              <a:gd name="T79" fmla="*/ 192945 h 288289"/>
              <a:gd name="T80" fmla="*/ 397304 w 671829"/>
              <a:gd name="T81" fmla="*/ 182572 h 288289"/>
              <a:gd name="T82" fmla="*/ 411653 w 671829"/>
              <a:gd name="T83" fmla="*/ 183167 h 288289"/>
              <a:gd name="T84" fmla="*/ 654406 w 671829"/>
              <a:gd name="T85" fmla="*/ 174529 h 288289"/>
              <a:gd name="T86" fmla="*/ 630862 w 671829"/>
              <a:gd name="T87" fmla="*/ 185550 h 288289"/>
              <a:gd name="T88" fmla="*/ 96423 w 671829"/>
              <a:gd name="T89" fmla="*/ 39909 h 288289"/>
              <a:gd name="T90" fmla="*/ 116806 w 671829"/>
              <a:gd name="T91" fmla="*/ 172444 h 288289"/>
              <a:gd name="T92" fmla="*/ 167046 w 671829"/>
              <a:gd name="T93" fmla="*/ 171252 h 288289"/>
              <a:gd name="T94" fmla="*/ 299328 w 671829"/>
              <a:gd name="T95" fmla="*/ 56885 h 288289"/>
              <a:gd name="T96" fmla="*/ 239204 w 671829"/>
              <a:gd name="T97" fmla="*/ 181381 h 288289"/>
              <a:gd name="T98" fmla="*/ 285826 w 671829"/>
              <a:gd name="T99" fmla="*/ 130450 h 288289"/>
              <a:gd name="T100" fmla="*/ 498315 w 671829"/>
              <a:gd name="T101" fmla="*/ 172444 h 288289"/>
              <a:gd name="T102" fmla="*/ 536486 w 671829"/>
              <a:gd name="T103" fmla="*/ 182274 h 288289"/>
              <a:gd name="T104" fmla="*/ 542366 w 671829"/>
              <a:gd name="T105" fmla="*/ 83303 h 288289"/>
              <a:gd name="T106" fmla="*/ 168277 w 671829"/>
              <a:gd name="T107" fmla="*/ 177210 h 288289"/>
              <a:gd name="T108" fmla="*/ 172301 w 671829"/>
              <a:gd name="T109" fmla="*/ 56885 h 288289"/>
              <a:gd name="T110" fmla="*/ 416928 w 671829"/>
              <a:gd name="T111" fmla="*/ 170657 h 288289"/>
              <a:gd name="T112" fmla="*/ 412537 w 671829"/>
              <a:gd name="T113" fmla="*/ 77138 h 288289"/>
              <a:gd name="T114" fmla="*/ 418382 w 671829"/>
              <a:gd name="T115" fmla="*/ 88155 h 288289"/>
              <a:gd name="T116" fmla="*/ 454155 w 671829"/>
              <a:gd name="T117" fmla="*/ 146532 h 288289"/>
              <a:gd name="T118" fmla="*/ 380891 w 671829"/>
              <a:gd name="T119" fmla="*/ 103347 h 288289"/>
              <a:gd name="T120" fmla="*/ 615034 w 671829"/>
              <a:gd name="T121" fmla="*/ 87262 h 288289"/>
              <a:gd name="T122" fmla="*/ 665476 w 671829"/>
              <a:gd name="T123" fmla="*/ 99475 h 28828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71829" h="288289">
                <a:moveTo>
                  <a:pt x="77686" y="0"/>
                </a:moveTo>
                <a:lnTo>
                  <a:pt x="31999" y="21640"/>
                </a:lnTo>
                <a:lnTo>
                  <a:pt x="7386" y="62483"/>
                </a:lnTo>
                <a:lnTo>
                  <a:pt x="449" y="102717"/>
                </a:lnTo>
                <a:lnTo>
                  <a:pt x="0" y="118567"/>
                </a:lnTo>
                <a:lnTo>
                  <a:pt x="700" y="131978"/>
                </a:lnTo>
                <a:lnTo>
                  <a:pt x="13912" y="180746"/>
                </a:lnTo>
                <a:lnTo>
                  <a:pt x="37246" y="211531"/>
                </a:lnTo>
                <a:lnTo>
                  <a:pt x="72030" y="227685"/>
                </a:lnTo>
                <a:lnTo>
                  <a:pt x="85827" y="229209"/>
                </a:lnTo>
                <a:lnTo>
                  <a:pt x="86193" y="237743"/>
                </a:lnTo>
                <a:lnTo>
                  <a:pt x="100305" y="271271"/>
                </a:lnTo>
                <a:lnTo>
                  <a:pt x="104877" y="276758"/>
                </a:lnTo>
                <a:lnTo>
                  <a:pt x="110730" y="281025"/>
                </a:lnTo>
                <a:lnTo>
                  <a:pt x="117908" y="283768"/>
                </a:lnTo>
                <a:lnTo>
                  <a:pt x="129322" y="287121"/>
                </a:lnTo>
                <a:lnTo>
                  <a:pt x="142977" y="288035"/>
                </a:lnTo>
                <a:lnTo>
                  <a:pt x="153889" y="288035"/>
                </a:lnTo>
                <a:lnTo>
                  <a:pt x="161905" y="287731"/>
                </a:lnTo>
                <a:lnTo>
                  <a:pt x="172055" y="286511"/>
                </a:lnTo>
                <a:lnTo>
                  <a:pt x="177145" y="285292"/>
                </a:lnTo>
                <a:lnTo>
                  <a:pt x="182205" y="283768"/>
                </a:lnTo>
                <a:lnTo>
                  <a:pt x="182205" y="249935"/>
                </a:lnTo>
                <a:lnTo>
                  <a:pt x="146391" y="249935"/>
                </a:lnTo>
                <a:lnTo>
                  <a:pt x="139533" y="248107"/>
                </a:lnTo>
                <a:lnTo>
                  <a:pt x="134918" y="243230"/>
                </a:lnTo>
                <a:lnTo>
                  <a:pt x="131659" y="234086"/>
                </a:lnTo>
                <a:lnTo>
                  <a:pt x="134291" y="219151"/>
                </a:lnTo>
                <a:lnTo>
                  <a:pt x="144630" y="212140"/>
                </a:lnTo>
                <a:lnTo>
                  <a:pt x="153812" y="203606"/>
                </a:lnTo>
                <a:lnTo>
                  <a:pt x="161868" y="193243"/>
                </a:lnTo>
                <a:lnTo>
                  <a:pt x="164903" y="188061"/>
                </a:lnTo>
                <a:lnTo>
                  <a:pt x="85827" y="188061"/>
                </a:lnTo>
                <a:lnTo>
                  <a:pt x="80493" y="186842"/>
                </a:lnTo>
                <a:lnTo>
                  <a:pt x="51332" y="144779"/>
                </a:lnTo>
                <a:lnTo>
                  <a:pt x="48988" y="104546"/>
                </a:lnTo>
                <a:lnTo>
                  <a:pt x="50217" y="91744"/>
                </a:lnTo>
                <a:lnTo>
                  <a:pt x="66137" y="51206"/>
                </a:lnTo>
                <a:lnTo>
                  <a:pt x="85431" y="40843"/>
                </a:lnTo>
                <a:lnTo>
                  <a:pt x="164286" y="40843"/>
                </a:lnTo>
                <a:lnTo>
                  <a:pt x="160122" y="33832"/>
                </a:lnTo>
                <a:lnTo>
                  <a:pt x="122754" y="5181"/>
                </a:lnTo>
                <a:lnTo>
                  <a:pt x="94888" y="304"/>
                </a:lnTo>
                <a:lnTo>
                  <a:pt x="77686" y="0"/>
                </a:lnTo>
                <a:close/>
              </a:path>
              <a:path w="671829" h="288289">
                <a:moveTo>
                  <a:pt x="182205" y="244144"/>
                </a:moveTo>
                <a:lnTo>
                  <a:pt x="177511" y="244144"/>
                </a:lnTo>
                <a:lnTo>
                  <a:pt x="175743" y="245363"/>
                </a:lnTo>
                <a:lnTo>
                  <a:pt x="172695" y="246887"/>
                </a:lnTo>
                <a:lnTo>
                  <a:pt x="168367" y="248107"/>
                </a:lnTo>
                <a:lnTo>
                  <a:pt x="164191" y="249326"/>
                </a:lnTo>
                <a:lnTo>
                  <a:pt x="160107" y="249935"/>
                </a:lnTo>
                <a:lnTo>
                  <a:pt x="182205" y="249935"/>
                </a:lnTo>
                <a:lnTo>
                  <a:pt x="182205" y="244144"/>
                </a:lnTo>
                <a:close/>
              </a:path>
              <a:path w="671829" h="288289">
                <a:moveTo>
                  <a:pt x="211801" y="58216"/>
                </a:moveTo>
                <a:lnTo>
                  <a:pt x="172868" y="58216"/>
                </a:lnTo>
                <a:lnTo>
                  <a:pt x="176374" y="67970"/>
                </a:lnTo>
                <a:lnTo>
                  <a:pt x="179392" y="80162"/>
                </a:lnTo>
                <a:lnTo>
                  <a:pt x="181350" y="92963"/>
                </a:lnTo>
                <a:lnTo>
                  <a:pt x="182328" y="106375"/>
                </a:lnTo>
                <a:lnTo>
                  <a:pt x="182015" y="122224"/>
                </a:lnTo>
                <a:lnTo>
                  <a:pt x="176425" y="161239"/>
                </a:lnTo>
                <a:lnTo>
                  <a:pt x="168465" y="181979"/>
                </a:lnTo>
                <a:lnTo>
                  <a:pt x="169171" y="187451"/>
                </a:lnTo>
                <a:lnTo>
                  <a:pt x="187183" y="222199"/>
                </a:lnTo>
                <a:lnTo>
                  <a:pt x="212076" y="229819"/>
                </a:lnTo>
                <a:lnTo>
                  <a:pt x="220945" y="229819"/>
                </a:lnTo>
                <a:lnTo>
                  <a:pt x="228565" y="227990"/>
                </a:lnTo>
                <a:lnTo>
                  <a:pt x="236275" y="223113"/>
                </a:lnTo>
                <a:lnTo>
                  <a:pt x="245776" y="216103"/>
                </a:lnTo>
                <a:lnTo>
                  <a:pt x="256119" y="206654"/>
                </a:lnTo>
                <a:lnTo>
                  <a:pt x="300315" y="206654"/>
                </a:lnTo>
                <a:lnTo>
                  <a:pt x="300315" y="197460"/>
                </a:lnTo>
                <a:lnTo>
                  <a:pt x="295123" y="188366"/>
                </a:lnTo>
                <a:lnTo>
                  <a:pt x="294416" y="186537"/>
                </a:lnTo>
                <a:lnTo>
                  <a:pt x="228199" y="186537"/>
                </a:lnTo>
                <a:lnTo>
                  <a:pt x="224268" y="185623"/>
                </a:lnTo>
                <a:lnTo>
                  <a:pt x="221341" y="183794"/>
                </a:lnTo>
                <a:lnTo>
                  <a:pt x="218537" y="181965"/>
                </a:lnTo>
                <a:lnTo>
                  <a:pt x="216495" y="179527"/>
                </a:lnTo>
                <a:lnTo>
                  <a:pt x="215124" y="175869"/>
                </a:lnTo>
                <a:lnTo>
                  <a:pt x="213721" y="172211"/>
                </a:lnTo>
                <a:lnTo>
                  <a:pt x="212838" y="167639"/>
                </a:lnTo>
                <a:lnTo>
                  <a:pt x="212441" y="162153"/>
                </a:lnTo>
                <a:lnTo>
                  <a:pt x="212076" y="156667"/>
                </a:lnTo>
                <a:lnTo>
                  <a:pt x="211813" y="149961"/>
                </a:lnTo>
                <a:lnTo>
                  <a:pt x="211801" y="58216"/>
                </a:lnTo>
                <a:close/>
              </a:path>
              <a:path w="671829" h="288289">
                <a:moveTo>
                  <a:pt x="355625" y="53035"/>
                </a:moveTo>
                <a:lnTo>
                  <a:pt x="310674" y="73761"/>
                </a:lnTo>
                <a:lnTo>
                  <a:pt x="300315" y="85252"/>
                </a:lnTo>
                <a:lnTo>
                  <a:pt x="300315" y="197460"/>
                </a:lnTo>
                <a:lnTo>
                  <a:pt x="340861" y="226466"/>
                </a:lnTo>
                <a:lnTo>
                  <a:pt x="369169" y="229819"/>
                </a:lnTo>
                <a:lnTo>
                  <a:pt x="376515" y="229819"/>
                </a:lnTo>
                <a:lnTo>
                  <a:pt x="382763" y="229209"/>
                </a:lnTo>
                <a:lnTo>
                  <a:pt x="387823" y="228295"/>
                </a:lnTo>
                <a:lnTo>
                  <a:pt x="392913" y="227685"/>
                </a:lnTo>
                <a:lnTo>
                  <a:pt x="397851" y="226466"/>
                </a:lnTo>
                <a:lnTo>
                  <a:pt x="402697" y="224942"/>
                </a:lnTo>
                <a:lnTo>
                  <a:pt x="407909" y="223418"/>
                </a:lnTo>
                <a:lnTo>
                  <a:pt x="412085" y="221894"/>
                </a:lnTo>
                <a:lnTo>
                  <a:pt x="415011" y="220675"/>
                </a:lnTo>
                <a:lnTo>
                  <a:pt x="418059" y="219151"/>
                </a:lnTo>
                <a:lnTo>
                  <a:pt x="421351" y="217627"/>
                </a:lnTo>
                <a:lnTo>
                  <a:pt x="425039" y="215798"/>
                </a:lnTo>
                <a:lnTo>
                  <a:pt x="425039" y="214237"/>
                </a:lnTo>
                <a:lnTo>
                  <a:pt x="422318" y="210616"/>
                </a:lnTo>
                <a:lnTo>
                  <a:pt x="416475" y="199034"/>
                </a:lnTo>
                <a:lnTo>
                  <a:pt x="414378" y="192023"/>
                </a:lnTo>
                <a:lnTo>
                  <a:pt x="367889" y="192023"/>
                </a:lnTo>
                <a:lnTo>
                  <a:pt x="362311" y="191414"/>
                </a:lnTo>
                <a:lnTo>
                  <a:pt x="357343" y="189890"/>
                </a:lnTo>
                <a:lnTo>
                  <a:pt x="352283" y="188671"/>
                </a:lnTo>
                <a:lnTo>
                  <a:pt x="347833" y="186537"/>
                </a:lnTo>
                <a:lnTo>
                  <a:pt x="344023" y="183489"/>
                </a:lnTo>
                <a:lnTo>
                  <a:pt x="340091" y="180441"/>
                </a:lnTo>
                <a:lnTo>
                  <a:pt x="337043" y="176174"/>
                </a:lnTo>
                <a:lnTo>
                  <a:pt x="334605" y="170992"/>
                </a:lnTo>
                <a:lnTo>
                  <a:pt x="332319" y="165811"/>
                </a:lnTo>
                <a:lnTo>
                  <a:pt x="330947" y="159410"/>
                </a:lnTo>
                <a:lnTo>
                  <a:pt x="330429" y="151485"/>
                </a:lnTo>
                <a:lnTo>
                  <a:pt x="411391" y="151485"/>
                </a:lnTo>
                <a:lnTo>
                  <a:pt x="411327" y="120091"/>
                </a:lnTo>
                <a:lnTo>
                  <a:pt x="383891" y="120091"/>
                </a:lnTo>
                <a:lnTo>
                  <a:pt x="330345" y="119481"/>
                </a:lnTo>
                <a:lnTo>
                  <a:pt x="332787" y="105765"/>
                </a:lnTo>
                <a:lnTo>
                  <a:pt x="338415" y="95402"/>
                </a:lnTo>
                <a:lnTo>
                  <a:pt x="343261" y="89306"/>
                </a:lnTo>
                <a:lnTo>
                  <a:pt x="349997" y="86258"/>
                </a:lnTo>
                <a:lnTo>
                  <a:pt x="411258" y="86258"/>
                </a:lnTo>
                <a:lnTo>
                  <a:pt x="411236" y="75225"/>
                </a:lnTo>
                <a:lnTo>
                  <a:pt x="406043" y="67970"/>
                </a:lnTo>
                <a:lnTo>
                  <a:pt x="396994" y="61569"/>
                </a:lnTo>
                <a:lnTo>
                  <a:pt x="385824" y="56692"/>
                </a:lnTo>
                <a:lnTo>
                  <a:pt x="372160" y="53949"/>
                </a:lnTo>
                <a:lnTo>
                  <a:pt x="355625" y="53035"/>
                </a:lnTo>
                <a:close/>
              </a:path>
              <a:path w="671829" h="288289">
                <a:moveTo>
                  <a:pt x="457795" y="172821"/>
                </a:moveTo>
                <a:lnTo>
                  <a:pt x="425039" y="172821"/>
                </a:lnTo>
                <a:lnTo>
                  <a:pt x="425039" y="214237"/>
                </a:lnTo>
                <a:lnTo>
                  <a:pt x="431023" y="222199"/>
                </a:lnTo>
                <a:lnTo>
                  <a:pt x="442328" y="227990"/>
                </a:lnTo>
                <a:lnTo>
                  <a:pt x="455915" y="229819"/>
                </a:lnTo>
                <a:lnTo>
                  <a:pt x="464785" y="229819"/>
                </a:lnTo>
                <a:lnTo>
                  <a:pt x="472405" y="227990"/>
                </a:lnTo>
                <a:lnTo>
                  <a:pt x="480115" y="223113"/>
                </a:lnTo>
                <a:lnTo>
                  <a:pt x="489616" y="216103"/>
                </a:lnTo>
                <a:lnTo>
                  <a:pt x="499959" y="206654"/>
                </a:lnTo>
                <a:lnTo>
                  <a:pt x="544155" y="206654"/>
                </a:lnTo>
                <a:lnTo>
                  <a:pt x="544155" y="197460"/>
                </a:lnTo>
                <a:lnTo>
                  <a:pt x="538963" y="188366"/>
                </a:lnTo>
                <a:lnTo>
                  <a:pt x="538256" y="186537"/>
                </a:lnTo>
                <a:lnTo>
                  <a:pt x="472039" y="186537"/>
                </a:lnTo>
                <a:lnTo>
                  <a:pt x="468107" y="185623"/>
                </a:lnTo>
                <a:lnTo>
                  <a:pt x="465181" y="183794"/>
                </a:lnTo>
                <a:lnTo>
                  <a:pt x="462377" y="181965"/>
                </a:lnTo>
                <a:lnTo>
                  <a:pt x="460335" y="179527"/>
                </a:lnTo>
                <a:lnTo>
                  <a:pt x="458963" y="175869"/>
                </a:lnTo>
                <a:lnTo>
                  <a:pt x="457795" y="172821"/>
                </a:lnTo>
                <a:close/>
              </a:path>
              <a:path w="671829" h="288289">
                <a:moveTo>
                  <a:pt x="599465" y="53035"/>
                </a:moveTo>
                <a:lnTo>
                  <a:pt x="554514" y="73761"/>
                </a:lnTo>
                <a:lnTo>
                  <a:pt x="544155" y="85252"/>
                </a:lnTo>
                <a:lnTo>
                  <a:pt x="544155" y="197460"/>
                </a:lnTo>
                <a:lnTo>
                  <a:pt x="584701" y="226466"/>
                </a:lnTo>
                <a:lnTo>
                  <a:pt x="613009" y="229819"/>
                </a:lnTo>
                <a:lnTo>
                  <a:pt x="620355" y="229819"/>
                </a:lnTo>
                <a:lnTo>
                  <a:pt x="626603" y="229209"/>
                </a:lnTo>
                <a:lnTo>
                  <a:pt x="631663" y="228295"/>
                </a:lnTo>
                <a:lnTo>
                  <a:pt x="636753" y="227685"/>
                </a:lnTo>
                <a:lnTo>
                  <a:pt x="641691" y="226466"/>
                </a:lnTo>
                <a:lnTo>
                  <a:pt x="646537" y="224942"/>
                </a:lnTo>
                <a:lnTo>
                  <a:pt x="651749" y="223418"/>
                </a:lnTo>
                <a:lnTo>
                  <a:pt x="655925" y="221894"/>
                </a:lnTo>
                <a:lnTo>
                  <a:pt x="658851" y="220675"/>
                </a:lnTo>
                <a:lnTo>
                  <a:pt x="661899" y="219151"/>
                </a:lnTo>
                <a:lnTo>
                  <a:pt x="665191" y="217627"/>
                </a:lnTo>
                <a:lnTo>
                  <a:pt x="668879" y="215798"/>
                </a:lnTo>
                <a:lnTo>
                  <a:pt x="668879" y="192023"/>
                </a:lnTo>
                <a:lnTo>
                  <a:pt x="611729" y="192023"/>
                </a:lnTo>
                <a:lnTo>
                  <a:pt x="606151" y="191414"/>
                </a:lnTo>
                <a:lnTo>
                  <a:pt x="601183" y="189890"/>
                </a:lnTo>
                <a:lnTo>
                  <a:pt x="596123" y="188671"/>
                </a:lnTo>
                <a:lnTo>
                  <a:pt x="591673" y="186537"/>
                </a:lnTo>
                <a:lnTo>
                  <a:pt x="587863" y="183489"/>
                </a:lnTo>
                <a:lnTo>
                  <a:pt x="583931" y="180441"/>
                </a:lnTo>
                <a:lnTo>
                  <a:pt x="580883" y="176174"/>
                </a:lnTo>
                <a:lnTo>
                  <a:pt x="578445" y="170992"/>
                </a:lnTo>
                <a:lnTo>
                  <a:pt x="576159" y="165811"/>
                </a:lnTo>
                <a:lnTo>
                  <a:pt x="574787" y="159410"/>
                </a:lnTo>
                <a:lnTo>
                  <a:pt x="574269" y="151485"/>
                </a:lnTo>
                <a:lnTo>
                  <a:pt x="671287" y="151485"/>
                </a:lnTo>
                <a:lnTo>
                  <a:pt x="671209" y="127711"/>
                </a:lnTo>
                <a:lnTo>
                  <a:pt x="670603" y="120091"/>
                </a:lnTo>
                <a:lnTo>
                  <a:pt x="627731" y="120091"/>
                </a:lnTo>
                <a:lnTo>
                  <a:pt x="574185" y="119481"/>
                </a:lnTo>
                <a:lnTo>
                  <a:pt x="576627" y="105765"/>
                </a:lnTo>
                <a:lnTo>
                  <a:pt x="582255" y="95402"/>
                </a:lnTo>
                <a:lnTo>
                  <a:pt x="587101" y="89306"/>
                </a:lnTo>
                <a:lnTo>
                  <a:pt x="593837" y="86258"/>
                </a:lnTo>
                <a:lnTo>
                  <a:pt x="661541" y="86258"/>
                </a:lnTo>
                <a:lnTo>
                  <a:pt x="657737" y="78943"/>
                </a:lnTo>
                <a:lnTo>
                  <a:pt x="649883" y="67970"/>
                </a:lnTo>
                <a:lnTo>
                  <a:pt x="640834" y="61569"/>
                </a:lnTo>
                <a:lnTo>
                  <a:pt x="629664" y="56692"/>
                </a:lnTo>
                <a:lnTo>
                  <a:pt x="616000" y="53949"/>
                </a:lnTo>
                <a:lnTo>
                  <a:pt x="599465" y="53035"/>
                </a:lnTo>
                <a:close/>
              </a:path>
              <a:path w="671829" h="288289">
                <a:moveTo>
                  <a:pt x="300315" y="206654"/>
                </a:moveTo>
                <a:lnTo>
                  <a:pt x="256119" y="206654"/>
                </a:lnTo>
                <a:lnTo>
                  <a:pt x="256119" y="225247"/>
                </a:lnTo>
                <a:lnTo>
                  <a:pt x="300315" y="225247"/>
                </a:lnTo>
                <a:lnTo>
                  <a:pt x="300315" y="206654"/>
                </a:lnTo>
                <a:close/>
              </a:path>
              <a:path w="671829" h="288289">
                <a:moveTo>
                  <a:pt x="544155" y="206654"/>
                </a:moveTo>
                <a:lnTo>
                  <a:pt x="499959" y="206654"/>
                </a:lnTo>
                <a:lnTo>
                  <a:pt x="499959" y="225247"/>
                </a:lnTo>
                <a:lnTo>
                  <a:pt x="544155" y="225247"/>
                </a:lnTo>
                <a:lnTo>
                  <a:pt x="544155" y="206654"/>
                </a:lnTo>
                <a:close/>
              </a:path>
              <a:path w="671829" h="288289">
                <a:moveTo>
                  <a:pt x="425039" y="172821"/>
                </a:moveTo>
                <a:lnTo>
                  <a:pt x="420345" y="172821"/>
                </a:lnTo>
                <a:lnTo>
                  <a:pt x="418303" y="174650"/>
                </a:lnTo>
                <a:lnTo>
                  <a:pt x="415895" y="176479"/>
                </a:lnTo>
                <a:lnTo>
                  <a:pt x="412725" y="178612"/>
                </a:lnTo>
                <a:lnTo>
                  <a:pt x="411942" y="179161"/>
                </a:lnTo>
                <a:lnTo>
                  <a:pt x="413011" y="187451"/>
                </a:lnTo>
                <a:lnTo>
                  <a:pt x="416475" y="199034"/>
                </a:lnTo>
                <a:lnTo>
                  <a:pt x="422318" y="210616"/>
                </a:lnTo>
                <a:lnTo>
                  <a:pt x="425039" y="214237"/>
                </a:lnTo>
                <a:lnTo>
                  <a:pt x="425039" y="172821"/>
                </a:lnTo>
                <a:close/>
              </a:path>
              <a:path w="671829" h="288289">
                <a:moveTo>
                  <a:pt x="300315" y="85252"/>
                </a:moveTo>
                <a:lnTo>
                  <a:pt x="286771" y="133502"/>
                </a:lnTo>
                <a:lnTo>
                  <a:pt x="286283" y="149961"/>
                </a:lnTo>
                <a:lnTo>
                  <a:pt x="287714" y="163982"/>
                </a:lnTo>
                <a:lnTo>
                  <a:pt x="290642" y="176783"/>
                </a:lnTo>
                <a:lnTo>
                  <a:pt x="295123" y="188366"/>
                </a:lnTo>
                <a:lnTo>
                  <a:pt x="300315" y="197460"/>
                </a:lnTo>
                <a:lnTo>
                  <a:pt x="300315" y="85252"/>
                </a:lnTo>
                <a:close/>
              </a:path>
              <a:path w="671829" h="288289">
                <a:moveTo>
                  <a:pt x="544155" y="85252"/>
                </a:moveTo>
                <a:lnTo>
                  <a:pt x="530611" y="133502"/>
                </a:lnTo>
                <a:lnTo>
                  <a:pt x="530123" y="149961"/>
                </a:lnTo>
                <a:lnTo>
                  <a:pt x="531554" y="163982"/>
                </a:lnTo>
                <a:lnTo>
                  <a:pt x="534482" y="176783"/>
                </a:lnTo>
                <a:lnTo>
                  <a:pt x="538963" y="188366"/>
                </a:lnTo>
                <a:lnTo>
                  <a:pt x="544155" y="197460"/>
                </a:lnTo>
                <a:lnTo>
                  <a:pt x="544155" y="85252"/>
                </a:lnTo>
                <a:close/>
              </a:path>
              <a:path w="671829" h="288289">
                <a:moveTo>
                  <a:pt x="411942" y="179161"/>
                </a:moveTo>
                <a:lnTo>
                  <a:pt x="409677" y="180746"/>
                </a:lnTo>
                <a:lnTo>
                  <a:pt x="406385" y="182879"/>
                </a:lnTo>
                <a:lnTo>
                  <a:pt x="402697" y="184708"/>
                </a:lnTo>
                <a:lnTo>
                  <a:pt x="398613" y="186842"/>
                </a:lnTo>
                <a:lnTo>
                  <a:pt x="394041" y="188671"/>
                </a:lnTo>
                <a:lnTo>
                  <a:pt x="389103" y="189890"/>
                </a:lnTo>
                <a:lnTo>
                  <a:pt x="384013" y="191414"/>
                </a:lnTo>
                <a:lnTo>
                  <a:pt x="379075" y="192023"/>
                </a:lnTo>
                <a:lnTo>
                  <a:pt x="414378" y="192023"/>
                </a:lnTo>
                <a:lnTo>
                  <a:pt x="413011" y="187451"/>
                </a:lnTo>
                <a:lnTo>
                  <a:pt x="411942" y="179161"/>
                </a:lnTo>
                <a:close/>
              </a:path>
              <a:path w="671829" h="288289">
                <a:moveTo>
                  <a:pt x="668879" y="172821"/>
                </a:moveTo>
                <a:lnTo>
                  <a:pt x="664185" y="172821"/>
                </a:lnTo>
                <a:lnTo>
                  <a:pt x="662143" y="174650"/>
                </a:lnTo>
                <a:lnTo>
                  <a:pt x="659735" y="176479"/>
                </a:lnTo>
                <a:lnTo>
                  <a:pt x="656565" y="178612"/>
                </a:lnTo>
                <a:lnTo>
                  <a:pt x="653517" y="180746"/>
                </a:lnTo>
                <a:lnTo>
                  <a:pt x="650225" y="182879"/>
                </a:lnTo>
                <a:lnTo>
                  <a:pt x="646537" y="184708"/>
                </a:lnTo>
                <a:lnTo>
                  <a:pt x="642453" y="186842"/>
                </a:lnTo>
                <a:lnTo>
                  <a:pt x="637881" y="188671"/>
                </a:lnTo>
                <a:lnTo>
                  <a:pt x="632943" y="189890"/>
                </a:lnTo>
                <a:lnTo>
                  <a:pt x="627853" y="191414"/>
                </a:lnTo>
                <a:lnTo>
                  <a:pt x="622915" y="192023"/>
                </a:lnTo>
                <a:lnTo>
                  <a:pt x="668879" y="192023"/>
                </a:lnTo>
                <a:lnTo>
                  <a:pt x="668879" y="172821"/>
                </a:lnTo>
                <a:close/>
              </a:path>
              <a:path w="671829" h="288289">
                <a:moveTo>
                  <a:pt x="164286" y="40843"/>
                </a:moveTo>
                <a:lnTo>
                  <a:pt x="96739" y="40843"/>
                </a:lnTo>
                <a:lnTo>
                  <a:pt x="102073" y="42062"/>
                </a:lnTo>
                <a:lnTo>
                  <a:pt x="112254" y="47548"/>
                </a:lnTo>
                <a:lnTo>
                  <a:pt x="130986" y="84429"/>
                </a:lnTo>
                <a:lnTo>
                  <a:pt x="133497" y="124358"/>
                </a:lnTo>
                <a:lnTo>
                  <a:pt x="132391" y="137159"/>
                </a:lnTo>
                <a:lnTo>
                  <a:pt x="117191" y="176479"/>
                </a:lnTo>
                <a:lnTo>
                  <a:pt x="107407" y="183794"/>
                </a:lnTo>
                <a:lnTo>
                  <a:pt x="102195" y="186537"/>
                </a:lnTo>
                <a:lnTo>
                  <a:pt x="96861" y="188061"/>
                </a:lnTo>
                <a:lnTo>
                  <a:pt x="164903" y="188061"/>
                </a:lnTo>
                <a:lnTo>
                  <a:pt x="168465" y="181979"/>
                </a:lnTo>
                <a:lnTo>
                  <a:pt x="167599" y="175259"/>
                </a:lnTo>
                <a:lnTo>
                  <a:pt x="167361" y="58216"/>
                </a:lnTo>
                <a:lnTo>
                  <a:pt x="172868" y="58216"/>
                </a:lnTo>
                <a:lnTo>
                  <a:pt x="172211" y="56387"/>
                </a:lnTo>
                <a:lnTo>
                  <a:pt x="166821" y="45110"/>
                </a:lnTo>
                <a:lnTo>
                  <a:pt x="164286" y="40843"/>
                </a:lnTo>
                <a:close/>
              </a:path>
              <a:path w="671829" h="288289">
                <a:moveTo>
                  <a:pt x="300315" y="58216"/>
                </a:moveTo>
                <a:lnTo>
                  <a:pt x="256119" y="58216"/>
                </a:lnTo>
                <a:lnTo>
                  <a:pt x="256119" y="176479"/>
                </a:lnTo>
                <a:lnTo>
                  <a:pt x="252462" y="179527"/>
                </a:lnTo>
                <a:lnTo>
                  <a:pt x="248499" y="181965"/>
                </a:lnTo>
                <a:lnTo>
                  <a:pt x="244323" y="183794"/>
                </a:lnTo>
                <a:lnTo>
                  <a:pt x="239995" y="185623"/>
                </a:lnTo>
                <a:lnTo>
                  <a:pt x="236307" y="186537"/>
                </a:lnTo>
                <a:lnTo>
                  <a:pt x="294416" y="186537"/>
                </a:lnTo>
                <a:lnTo>
                  <a:pt x="290642" y="176783"/>
                </a:lnTo>
                <a:lnTo>
                  <a:pt x="287714" y="163982"/>
                </a:lnTo>
                <a:lnTo>
                  <a:pt x="286283" y="149961"/>
                </a:lnTo>
                <a:lnTo>
                  <a:pt x="286771" y="133502"/>
                </a:lnTo>
                <a:lnTo>
                  <a:pt x="295140" y="95097"/>
                </a:lnTo>
                <a:lnTo>
                  <a:pt x="300315" y="85252"/>
                </a:lnTo>
                <a:lnTo>
                  <a:pt x="300315" y="58216"/>
                </a:lnTo>
                <a:close/>
              </a:path>
              <a:path w="671829" h="288289">
                <a:moveTo>
                  <a:pt x="544155" y="58216"/>
                </a:moveTo>
                <a:lnTo>
                  <a:pt x="499959" y="58216"/>
                </a:lnTo>
                <a:lnTo>
                  <a:pt x="499959" y="176479"/>
                </a:lnTo>
                <a:lnTo>
                  <a:pt x="496301" y="179527"/>
                </a:lnTo>
                <a:lnTo>
                  <a:pt x="492339" y="181965"/>
                </a:lnTo>
                <a:lnTo>
                  <a:pt x="488163" y="183794"/>
                </a:lnTo>
                <a:lnTo>
                  <a:pt x="483835" y="185623"/>
                </a:lnTo>
                <a:lnTo>
                  <a:pt x="480147" y="186537"/>
                </a:lnTo>
                <a:lnTo>
                  <a:pt x="538256" y="186537"/>
                </a:lnTo>
                <a:lnTo>
                  <a:pt x="534482" y="176783"/>
                </a:lnTo>
                <a:lnTo>
                  <a:pt x="531554" y="163982"/>
                </a:lnTo>
                <a:lnTo>
                  <a:pt x="530123" y="149961"/>
                </a:lnTo>
                <a:lnTo>
                  <a:pt x="530611" y="133502"/>
                </a:lnTo>
                <a:lnTo>
                  <a:pt x="538980" y="95097"/>
                </a:lnTo>
                <a:lnTo>
                  <a:pt x="544155" y="85252"/>
                </a:lnTo>
                <a:lnTo>
                  <a:pt x="544155" y="58216"/>
                </a:lnTo>
                <a:close/>
              </a:path>
              <a:path w="671829" h="288289">
                <a:moveTo>
                  <a:pt x="172868" y="58216"/>
                </a:moveTo>
                <a:lnTo>
                  <a:pt x="167361" y="58216"/>
                </a:lnTo>
                <a:lnTo>
                  <a:pt x="167599" y="175259"/>
                </a:lnTo>
                <a:lnTo>
                  <a:pt x="168465" y="181979"/>
                </a:lnTo>
                <a:lnTo>
                  <a:pt x="168830" y="181355"/>
                </a:lnTo>
                <a:lnTo>
                  <a:pt x="180926" y="136855"/>
                </a:lnTo>
                <a:lnTo>
                  <a:pt x="182328" y="106375"/>
                </a:lnTo>
                <a:lnTo>
                  <a:pt x="181350" y="92963"/>
                </a:lnTo>
                <a:lnTo>
                  <a:pt x="179392" y="80162"/>
                </a:lnTo>
                <a:lnTo>
                  <a:pt x="176374" y="67970"/>
                </a:lnTo>
                <a:lnTo>
                  <a:pt x="172868" y="58216"/>
                </a:lnTo>
                <a:close/>
              </a:path>
              <a:path w="671829" h="288289">
                <a:moveTo>
                  <a:pt x="411236" y="75225"/>
                </a:moveTo>
                <a:lnTo>
                  <a:pt x="411439" y="175259"/>
                </a:lnTo>
                <a:lnTo>
                  <a:pt x="411942" y="179161"/>
                </a:lnTo>
                <a:lnTo>
                  <a:pt x="412725" y="178612"/>
                </a:lnTo>
                <a:lnTo>
                  <a:pt x="415895" y="176479"/>
                </a:lnTo>
                <a:lnTo>
                  <a:pt x="418303" y="174650"/>
                </a:lnTo>
                <a:lnTo>
                  <a:pt x="420345" y="172821"/>
                </a:lnTo>
                <a:lnTo>
                  <a:pt x="457795" y="172821"/>
                </a:lnTo>
                <a:lnTo>
                  <a:pt x="455713" y="151485"/>
                </a:lnTo>
                <a:lnTo>
                  <a:pt x="427447" y="151485"/>
                </a:lnTo>
                <a:lnTo>
                  <a:pt x="423831" y="101803"/>
                </a:lnTo>
                <a:lnTo>
                  <a:pt x="413897" y="78943"/>
                </a:lnTo>
                <a:lnTo>
                  <a:pt x="411236" y="75225"/>
                </a:lnTo>
                <a:close/>
              </a:path>
              <a:path w="671829" h="288289">
                <a:moveTo>
                  <a:pt x="455641" y="58216"/>
                </a:moveTo>
                <a:lnTo>
                  <a:pt x="411201" y="58216"/>
                </a:lnTo>
                <a:lnTo>
                  <a:pt x="411236" y="75225"/>
                </a:lnTo>
                <a:lnTo>
                  <a:pt x="413897" y="78943"/>
                </a:lnTo>
                <a:lnTo>
                  <a:pt x="419761" y="90220"/>
                </a:lnTo>
                <a:lnTo>
                  <a:pt x="423831" y="101803"/>
                </a:lnTo>
                <a:lnTo>
                  <a:pt x="426302" y="114299"/>
                </a:lnTo>
                <a:lnTo>
                  <a:pt x="427369" y="127711"/>
                </a:lnTo>
                <a:lnTo>
                  <a:pt x="427447" y="151485"/>
                </a:lnTo>
                <a:lnTo>
                  <a:pt x="455713" y="151485"/>
                </a:lnTo>
                <a:lnTo>
                  <a:pt x="455653" y="149961"/>
                </a:lnTo>
                <a:lnTo>
                  <a:pt x="455641" y="58216"/>
                </a:lnTo>
                <a:close/>
              </a:path>
              <a:path w="671829" h="288289">
                <a:moveTo>
                  <a:pt x="411258" y="86258"/>
                </a:moveTo>
                <a:lnTo>
                  <a:pt x="367005" y="86258"/>
                </a:lnTo>
                <a:lnTo>
                  <a:pt x="373223" y="89306"/>
                </a:lnTo>
                <a:lnTo>
                  <a:pt x="377571" y="95402"/>
                </a:lnTo>
                <a:lnTo>
                  <a:pt x="382147" y="105765"/>
                </a:lnTo>
                <a:lnTo>
                  <a:pt x="383891" y="120091"/>
                </a:lnTo>
                <a:lnTo>
                  <a:pt x="411327" y="120091"/>
                </a:lnTo>
                <a:lnTo>
                  <a:pt x="411258" y="86258"/>
                </a:lnTo>
                <a:close/>
              </a:path>
              <a:path w="671829" h="288289">
                <a:moveTo>
                  <a:pt x="661541" y="86258"/>
                </a:moveTo>
                <a:lnTo>
                  <a:pt x="610845" y="86258"/>
                </a:lnTo>
                <a:lnTo>
                  <a:pt x="617063" y="89306"/>
                </a:lnTo>
                <a:lnTo>
                  <a:pt x="621411" y="95402"/>
                </a:lnTo>
                <a:lnTo>
                  <a:pt x="625987" y="105765"/>
                </a:lnTo>
                <a:lnTo>
                  <a:pt x="627731" y="120091"/>
                </a:lnTo>
                <a:lnTo>
                  <a:pt x="670603" y="120091"/>
                </a:lnTo>
                <a:lnTo>
                  <a:pt x="670142" y="114299"/>
                </a:lnTo>
                <a:lnTo>
                  <a:pt x="667671" y="101803"/>
                </a:lnTo>
                <a:lnTo>
                  <a:pt x="663601" y="90220"/>
                </a:lnTo>
                <a:lnTo>
                  <a:pt x="661541" y="862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06" name="object 70">
            <a:extLst>
              <a:ext uri="{FF2B5EF4-FFF2-40B4-BE49-F238E27FC236}">
                <a16:creationId xmlns:a16="http://schemas.microsoft.com/office/drawing/2014/main" id="{BC81B4D2-D85D-DB85-2A3C-1258E20291C5}"/>
              </a:ext>
            </a:extLst>
          </p:cNvPr>
          <p:cNvSpPr>
            <a:spLocks noChangeArrowheads="1"/>
          </p:cNvSpPr>
          <p:nvPr/>
        </p:nvSpPr>
        <p:spPr bwMode="auto">
          <a:xfrm>
            <a:off x="6731000" y="6195485"/>
            <a:ext cx="829733" cy="486833"/>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07" name="object 71">
            <a:extLst>
              <a:ext uri="{FF2B5EF4-FFF2-40B4-BE49-F238E27FC236}">
                <a16:creationId xmlns:a16="http://schemas.microsoft.com/office/drawing/2014/main" id="{253B191E-D7B9-B127-F95C-8817A5771AEF}"/>
              </a:ext>
            </a:extLst>
          </p:cNvPr>
          <p:cNvSpPr>
            <a:spLocks/>
          </p:cNvSpPr>
          <p:nvPr/>
        </p:nvSpPr>
        <p:spPr bwMode="auto">
          <a:xfrm>
            <a:off x="6745818" y="6278033"/>
            <a:ext cx="814916" cy="313267"/>
          </a:xfrm>
          <a:custGeom>
            <a:avLst/>
            <a:gdLst>
              <a:gd name="T0" fmla="*/ 268965 w 612139"/>
              <a:gd name="T1" fmla="*/ 227178 h 236220"/>
              <a:gd name="T2" fmla="*/ 362126 w 612139"/>
              <a:gd name="T3" fmla="*/ 192544 h 236220"/>
              <a:gd name="T4" fmla="*/ 367800 w 612139"/>
              <a:gd name="T5" fmla="*/ 97446 h 236220"/>
              <a:gd name="T6" fmla="*/ 447842 w 612139"/>
              <a:gd name="T7" fmla="*/ 227178 h 236220"/>
              <a:gd name="T8" fmla="*/ 480254 w 612139"/>
              <a:gd name="T9" fmla="*/ 219253 h 236220"/>
              <a:gd name="T10" fmla="*/ 405204 w 612139"/>
              <a:gd name="T11" fmla="*/ 137070 h 236220"/>
              <a:gd name="T12" fmla="*/ 482908 w 612139"/>
              <a:gd name="T13" fmla="*/ 93630 h 236220"/>
              <a:gd name="T14" fmla="*/ 4522 w 612139"/>
              <a:gd name="T15" fmla="*/ 159671 h 236220"/>
              <a:gd name="T16" fmla="*/ 128893 w 612139"/>
              <a:gd name="T17" fmla="*/ 210742 h 236220"/>
              <a:gd name="T18" fmla="*/ 24802 w 612139"/>
              <a:gd name="T19" fmla="*/ 174639 h 236220"/>
              <a:gd name="T20" fmla="*/ 156110 w 612139"/>
              <a:gd name="T21" fmla="*/ 142353 h 236220"/>
              <a:gd name="T22" fmla="*/ 206765 w 612139"/>
              <a:gd name="T23" fmla="*/ 226298 h 236220"/>
              <a:gd name="T24" fmla="*/ 243569 w 612139"/>
              <a:gd name="T25" fmla="*/ 219253 h 236220"/>
              <a:gd name="T26" fmla="*/ 204625 w 612139"/>
              <a:gd name="T27" fmla="*/ 186087 h 236220"/>
              <a:gd name="T28" fmla="*/ 198988 w 612139"/>
              <a:gd name="T29" fmla="*/ 164660 h 236220"/>
              <a:gd name="T30" fmla="*/ 362207 w 612139"/>
              <a:gd name="T31" fmla="*/ 206045 h 236220"/>
              <a:gd name="T32" fmla="*/ 482908 w 612139"/>
              <a:gd name="T33" fmla="*/ 223069 h 236220"/>
              <a:gd name="T34" fmla="*/ 605377 w 612139"/>
              <a:gd name="T35" fmla="*/ 223069 h 236220"/>
              <a:gd name="T36" fmla="*/ 235167 w 612139"/>
              <a:gd name="T37" fmla="*/ 188141 h 236220"/>
              <a:gd name="T38" fmla="*/ 243579 w 612139"/>
              <a:gd name="T39" fmla="*/ 186087 h 236220"/>
              <a:gd name="T40" fmla="*/ 489420 w 612139"/>
              <a:gd name="T41" fmla="*/ 214850 h 236220"/>
              <a:gd name="T42" fmla="*/ 308914 w 612139"/>
              <a:gd name="T43" fmla="*/ 187554 h 236220"/>
              <a:gd name="T44" fmla="*/ 362000 w 612139"/>
              <a:gd name="T45" fmla="*/ 174052 h 236220"/>
              <a:gd name="T46" fmla="*/ 225247 w 612139"/>
              <a:gd name="T47" fmla="*/ 191076 h 236220"/>
              <a:gd name="T48" fmla="*/ 448989 w 612139"/>
              <a:gd name="T49" fmla="*/ 191076 h 236220"/>
              <a:gd name="T50" fmla="*/ 297352 w 612139"/>
              <a:gd name="T51" fmla="*/ 94510 h 236220"/>
              <a:gd name="T52" fmla="*/ 297291 w 612139"/>
              <a:gd name="T53" fmla="*/ 119165 h 236220"/>
              <a:gd name="T54" fmla="*/ 227117 w 612139"/>
              <a:gd name="T55" fmla="*/ 190489 h 236220"/>
              <a:gd name="T56" fmla="*/ 269961 w 612139"/>
              <a:gd name="T57" fmla="*/ 180217 h 236220"/>
              <a:gd name="T58" fmla="*/ 358064 w 612139"/>
              <a:gd name="T59" fmla="*/ 135311 h 236220"/>
              <a:gd name="T60" fmla="*/ 76297 w 612139"/>
              <a:gd name="T61" fmla="*/ 5869 h 236220"/>
              <a:gd name="T62" fmla="*/ 72992 w 612139"/>
              <a:gd name="T63" fmla="*/ 141472 h 236220"/>
              <a:gd name="T64" fmla="*/ 97746 w 612139"/>
              <a:gd name="T65" fmla="*/ 182270 h 236220"/>
              <a:gd name="T66" fmla="*/ 149849 w 612139"/>
              <a:gd name="T67" fmla="*/ 187847 h 236220"/>
              <a:gd name="T68" fmla="*/ 84538 w 612139"/>
              <a:gd name="T69" fmla="*/ 89520 h 236220"/>
              <a:gd name="T70" fmla="*/ 63194 w 612139"/>
              <a:gd name="T71" fmla="*/ 49604 h 236220"/>
              <a:gd name="T72" fmla="*/ 145260 w 612139"/>
              <a:gd name="T73" fmla="*/ 44614 h 236220"/>
              <a:gd name="T74" fmla="*/ 76297 w 612139"/>
              <a:gd name="T75" fmla="*/ 5869 h 236220"/>
              <a:gd name="T76" fmla="*/ 152763 w 612139"/>
              <a:gd name="T77" fmla="*/ 130694 h 236220"/>
              <a:gd name="T78" fmla="*/ 359184 w 612139"/>
              <a:gd name="T79" fmla="*/ 162898 h 236220"/>
              <a:gd name="T80" fmla="*/ 529247 w 612139"/>
              <a:gd name="T81" fmla="*/ 171997 h 236220"/>
              <a:gd name="T82" fmla="*/ 529247 w 612139"/>
              <a:gd name="T83" fmla="*/ 125035 h 236220"/>
              <a:gd name="T84" fmla="*/ 529247 w 612139"/>
              <a:gd name="T85" fmla="*/ 125035 h 236220"/>
              <a:gd name="T86" fmla="*/ 483511 w 612139"/>
              <a:gd name="T87" fmla="*/ 113589 h 236220"/>
              <a:gd name="T88" fmla="*/ 482908 w 612139"/>
              <a:gd name="T89" fmla="*/ 67407 h 236220"/>
              <a:gd name="T90" fmla="*/ 447483 w 612139"/>
              <a:gd name="T91" fmla="*/ 93630 h 236220"/>
              <a:gd name="T92" fmla="*/ 471088 w 612139"/>
              <a:gd name="T93" fmla="*/ 102730 h 236220"/>
              <a:gd name="T94" fmla="*/ 482908 w 612139"/>
              <a:gd name="T95" fmla="*/ 93630 h 236220"/>
              <a:gd name="T96" fmla="*/ 246472 w 612139"/>
              <a:gd name="T97" fmla="*/ 100966 h 236220"/>
              <a:gd name="T98" fmla="*/ 134799 w 612139"/>
              <a:gd name="T99" fmla="*/ 62224 h 236220"/>
              <a:gd name="T100" fmla="*/ 282750 w 612139"/>
              <a:gd name="T101" fmla="*/ 57528 h 236220"/>
              <a:gd name="T102" fmla="*/ 260915 w 612139"/>
              <a:gd name="T103" fmla="*/ 95978 h 236220"/>
              <a:gd name="T104" fmla="*/ 300043 w 612139"/>
              <a:gd name="T105" fmla="*/ 58115 h 236220"/>
              <a:gd name="T106" fmla="*/ 124916 w 612139"/>
              <a:gd name="T107" fmla="*/ 54886 h 236220"/>
              <a:gd name="T108" fmla="*/ 148349 w 612139"/>
              <a:gd name="T109" fmla="*/ 62224 h 236220"/>
              <a:gd name="T110" fmla="*/ 243579 w 612139"/>
              <a:gd name="T111" fmla="*/ 62224 h 23622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12139" h="236220">
                <a:moveTo>
                  <a:pt x="275640" y="193243"/>
                </a:moveTo>
                <a:lnTo>
                  <a:pt x="246247" y="193243"/>
                </a:lnTo>
                <a:lnTo>
                  <a:pt x="246247" y="227697"/>
                </a:lnTo>
                <a:lnTo>
                  <a:pt x="247297" y="228904"/>
                </a:lnTo>
                <a:lnTo>
                  <a:pt x="258764" y="234391"/>
                </a:lnTo>
                <a:lnTo>
                  <a:pt x="271912" y="235915"/>
                </a:lnTo>
                <a:lnTo>
                  <a:pt x="279013" y="235915"/>
                </a:lnTo>
                <a:lnTo>
                  <a:pt x="313547" y="219455"/>
                </a:lnTo>
                <a:lnTo>
                  <a:pt x="316473" y="217017"/>
                </a:lnTo>
                <a:lnTo>
                  <a:pt x="319643" y="213969"/>
                </a:lnTo>
                <a:lnTo>
                  <a:pt x="366175" y="213969"/>
                </a:lnTo>
                <a:lnTo>
                  <a:pt x="366093" y="199948"/>
                </a:lnTo>
                <a:lnTo>
                  <a:pt x="288035" y="199948"/>
                </a:lnTo>
                <a:lnTo>
                  <a:pt x="282458" y="198424"/>
                </a:lnTo>
                <a:lnTo>
                  <a:pt x="275640" y="193243"/>
                </a:lnTo>
                <a:close/>
              </a:path>
              <a:path w="612139" h="236220">
                <a:moveTo>
                  <a:pt x="443625" y="59740"/>
                </a:moveTo>
                <a:lnTo>
                  <a:pt x="406042" y="67665"/>
                </a:lnTo>
                <a:lnTo>
                  <a:pt x="371829" y="101193"/>
                </a:lnTo>
                <a:lnTo>
                  <a:pt x="365605" y="115991"/>
                </a:lnTo>
                <a:lnTo>
                  <a:pt x="365982" y="180811"/>
                </a:lnTo>
                <a:lnTo>
                  <a:pt x="386207" y="215493"/>
                </a:lnTo>
                <a:lnTo>
                  <a:pt x="420424" y="233171"/>
                </a:lnTo>
                <a:lnTo>
                  <a:pt x="446135" y="235915"/>
                </a:lnTo>
                <a:lnTo>
                  <a:pt x="452749" y="235915"/>
                </a:lnTo>
                <a:lnTo>
                  <a:pt x="457961" y="235610"/>
                </a:lnTo>
                <a:lnTo>
                  <a:pt x="465947" y="234086"/>
                </a:lnTo>
                <a:lnTo>
                  <a:pt x="470153" y="233171"/>
                </a:lnTo>
                <a:lnTo>
                  <a:pt x="474725" y="231647"/>
                </a:lnTo>
                <a:lnTo>
                  <a:pt x="478414" y="230733"/>
                </a:lnTo>
                <a:lnTo>
                  <a:pt x="485515" y="227685"/>
                </a:lnTo>
                <a:lnTo>
                  <a:pt x="488198" y="226310"/>
                </a:lnTo>
                <a:lnTo>
                  <a:pt x="488198" y="198424"/>
                </a:lnTo>
                <a:lnTo>
                  <a:pt x="453908" y="198424"/>
                </a:lnTo>
                <a:lnTo>
                  <a:pt x="438762" y="197510"/>
                </a:lnTo>
                <a:lnTo>
                  <a:pt x="410355" y="159410"/>
                </a:lnTo>
                <a:lnTo>
                  <a:pt x="409642" y="142341"/>
                </a:lnTo>
                <a:lnTo>
                  <a:pt x="411549" y="130149"/>
                </a:lnTo>
                <a:lnTo>
                  <a:pt x="415904" y="118262"/>
                </a:lnTo>
                <a:lnTo>
                  <a:pt x="423254" y="106679"/>
                </a:lnTo>
                <a:lnTo>
                  <a:pt x="433878" y="99669"/>
                </a:lnTo>
                <a:lnTo>
                  <a:pt x="447172" y="97231"/>
                </a:lnTo>
                <a:lnTo>
                  <a:pt x="488198" y="97231"/>
                </a:lnTo>
                <a:lnTo>
                  <a:pt x="488198" y="69997"/>
                </a:lnTo>
                <a:lnTo>
                  <a:pt x="480955" y="66751"/>
                </a:lnTo>
                <a:lnTo>
                  <a:pt x="468887" y="62788"/>
                </a:lnTo>
                <a:lnTo>
                  <a:pt x="456719" y="60655"/>
                </a:lnTo>
                <a:lnTo>
                  <a:pt x="443625" y="59740"/>
                </a:lnTo>
                <a:close/>
              </a:path>
              <a:path w="612139" h="236220">
                <a:moveTo>
                  <a:pt x="4571" y="165811"/>
                </a:moveTo>
                <a:lnTo>
                  <a:pt x="0" y="165811"/>
                </a:lnTo>
                <a:lnTo>
                  <a:pt x="9442" y="222808"/>
                </a:lnTo>
                <a:lnTo>
                  <a:pt x="45966" y="233781"/>
                </a:lnTo>
                <a:lnTo>
                  <a:pt x="72511" y="235610"/>
                </a:lnTo>
                <a:lnTo>
                  <a:pt x="83007" y="235305"/>
                </a:lnTo>
                <a:lnTo>
                  <a:pt x="130305" y="218846"/>
                </a:lnTo>
                <a:lnTo>
                  <a:pt x="151490" y="195071"/>
                </a:lnTo>
                <a:lnTo>
                  <a:pt x="75559" y="195071"/>
                </a:lnTo>
                <a:lnTo>
                  <a:pt x="61649" y="194462"/>
                </a:lnTo>
                <a:lnTo>
                  <a:pt x="49383" y="191719"/>
                </a:lnTo>
                <a:lnTo>
                  <a:pt x="36285" y="187147"/>
                </a:lnTo>
                <a:lnTo>
                  <a:pt x="25075" y="181355"/>
                </a:lnTo>
                <a:lnTo>
                  <a:pt x="14522" y="174345"/>
                </a:lnTo>
                <a:lnTo>
                  <a:pt x="4571" y="165811"/>
                </a:lnTo>
                <a:close/>
              </a:path>
              <a:path w="612139" h="236220">
                <a:moveTo>
                  <a:pt x="201167" y="100888"/>
                </a:moveTo>
                <a:lnTo>
                  <a:pt x="154167" y="100888"/>
                </a:lnTo>
                <a:lnTo>
                  <a:pt x="154436" y="135720"/>
                </a:lnTo>
                <a:lnTo>
                  <a:pt x="157820" y="147827"/>
                </a:lnTo>
                <a:lnTo>
                  <a:pt x="159012" y="161848"/>
                </a:lnTo>
                <a:lnTo>
                  <a:pt x="157914" y="175869"/>
                </a:lnTo>
                <a:lnTo>
                  <a:pt x="154838" y="187805"/>
                </a:lnTo>
                <a:lnTo>
                  <a:pt x="154865" y="191414"/>
                </a:lnTo>
                <a:lnTo>
                  <a:pt x="181001" y="230428"/>
                </a:lnTo>
                <a:lnTo>
                  <a:pt x="209031" y="235000"/>
                </a:lnTo>
                <a:lnTo>
                  <a:pt x="217291" y="235000"/>
                </a:lnTo>
                <a:lnTo>
                  <a:pt x="224271" y="234391"/>
                </a:lnTo>
                <a:lnTo>
                  <a:pt x="235701" y="232867"/>
                </a:lnTo>
                <a:lnTo>
                  <a:pt x="241157" y="231647"/>
                </a:lnTo>
                <a:lnTo>
                  <a:pt x="246247" y="230123"/>
                </a:lnTo>
                <a:lnTo>
                  <a:pt x="246237" y="227685"/>
                </a:lnTo>
                <a:lnTo>
                  <a:pt x="236430" y="216407"/>
                </a:lnTo>
                <a:lnTo>
                  <a:pt x="229755" y="205130"/>
                </a:lnTo>
                <a:lnTo>
                  <a:pt x="227714" y="198424"/>
                </a:lnTo>
                <a:lnTo>
                  <a:pt x="217810" y="198424"/>
                </a:lnTo>
                <a:lnTo>
                  <a:pt x="213238" y="197510"/>
                </a:lnTo>
                <a:lnTo>
                  <a:pt x="206867" y="193243"/>
                </a:lnTo>
                <a:lnTo>
                  <a:pt x="204581" y="190499"/>
                </a:lnTo>
                <a:lnTo>
                  <a:pt x="203453" y="187147"/>
                </a:lnTo>
                <a:lnTo>
                  <a:pt x="202051" y="183489"/>
                </a:lnTo>
                <a:lnTo>
                  <a:pt x="201289" y="179831"/>
                </a:lnTo>
                <a:lnTo>
                  <a:pt x="201263" y="174345"/>
                </a:lnTo>
                <a:lnTo>
                  <a:pt x="201167" y="170992"/>
                </a:lnTo>
                <a:lnTo>
                  <a:pt x="201167" y="100888"/>
                </a:lnTo>
                <a:close/>
              </a:path>
              <a:path w="612139" h="236220">
                <a:moveTo>
                  <a:pt x="366175" y="213969"/>
                </a:moveTo>
                <a:lnTo>
                  <a:pt x="319643" y="213969"/>
                </a:lnTo>
                <a:lnTo>
                  <a:pt x="319643" y="231647"/>
                </a:lnTo>
                <a:lnTo>
                  <a:pt x="366278" y="231647"/>
                </a:lnTo>
                <a:lnTo>
                  <a:pt x="366175" y="213969"/>
                </a:lnTo>
                <a:close/>
              </a:path>
              <a:path w="612139" h="236220">
                <a:moveTo>
                  <a:pt x="535045" y="178612"/>
                </a:moveTo>
                <a:lnTo>
                  <a:pt x="494781" y="178612"/>
                </a:lnTo>
                <a:lnTo>
                  <a:pt x="494781" y="223113"/>
                </a:lnTo>
                <a:lnTo>
                  <a:pt x="489082" y="225856"/>
                </a:lnTo>
                <a:lnTo>
                  <a:pt x="488198" y="226310"/>
                </a:lnTo>
                <a:lnTo>
                  <a:pt x="488198" y="231647"/>
                </a:lnTo>
                <a:lnTo>
                  <a:pt x="535045" y="231647"/>
                </a:lnTo>
                <a:lnTo>
                  <a:pt x="535045" y="178612"/>
                </a:lnTo>
                <a:close/>
              </a:path>
              <a:path w="612139" h="236220">
                <a:moveTo>
                  <a:pt x="595518" y="158800"/>
                </a:moveTo>
                <a:lnTo>
                  <a:pt x="542300" y="158800"/>
                </a:lnTo>
                <a:lnTo>
                  <a:pt x="583051" y="231647"/>
                </a:lnTo>
                <a:lnTo>
                  <a:pt x="612008" y="231647"/>
                </a:lnTo>
                <a:lnTo>
                  <a:pt x="612008" y="186537"/>
                </a:lnTo>
                <a:lnTo>
                  <a:pt x="595518" y="158800"/>
                </a:lnTo>
                <a:close/>
              </a:path>
              <a:path w="612139" h="236220">
                <a:moveTo>
                  <a:pt x="246247" y="193243"/>
                </a:moveTo>
                <a:lnTo>
                  <a:pt x="242194" y="193243"/>
                </a:lnTo>
                <a:lnTo>
                  <a:pt x="240670" y="194462"/>
                </a:lnTo>
                <a:lnTo>
                  <a:pt x="237743" y="195376"/>
                </a:lnTo>
                <a:lnTo>
                  <a:pt x="229605" y="197815"/>
                </a:lnTo>
                <a:lnTo>
                  <a:pt x="227643" y="198192"/>
                </a:lnTo>
                <a:lnTo>
                  <a:pt x="229755" y="205130"/>
                </a:lnTo>
                <a:lnTo>
                  <a:pt x="236430" y="216407"/>
                </a:lnTo>
                <a:lnTo>
                  <a:pt x="246247" y="227697"/>
                </a:lnTo>
                <a:lnTo>
                  <a:pt x="246247" y="193243"/>
                </a:lnTo>
                <a:close/>
              </a:path>
              <a:path w="612139" h="236220">
                <a:moveTo>
                  <a:pt x="494781" y="178612"/>
                </a:moveTo>
                <a:lnTo>
                  <a:pt x="488807" y="178612"/>
                </a:lnTo>
                <a:lnTo>
                  <a:pt x="488198" y="179177"/>
                </a:lnTo>
                <a:lnTo>
                  <a:pt x="488198" y="226310"/>
                </a:lnTo>
                <a:lnTo>
                  <a:pt x="489082" y="225856"/>
                </a:lnTo>
                <a:lnTo>
                  <a:pt x="494781" y="223113"/>
                </a:lnTo>
                <a:lnTo>
                  <a:pt x="494781" y="178612"/>
                </a:lnTo>
                <a:close/>
              </a:path>
              <a:path w="612139" h="236220">
                <a:moveTo>
                  <a:pt x="361768" y="153314"/>
                </a:moveTo>
                <a:lnTo>
                  <a:pt x="319643" y="153314"/>
                </a:lnTo>
                <a:lnTo>
                  <a:pt x="319643" y="188061"/>
                </a:lnTo>
                <a:lnTo>
                  <a:pt x="316229" y="191719"/>
                </a:lnTo>
                <a:lnTo>
                  <a:pt x="312298" y="194767"/>
                </a:lnTo>
                <a:lnTo>
                  <a:pt x="307969" y="196900"/>
                </a:lnTo>
                <a:lnTo>
                  <a:pt x="303794" y="198729"/>
                </a:lnTo>
                <a:lnTo>
                  <a:pt x="299587" y="199948"/>
                </a:lnTo>
                <a:lnTo>
                  <a:pt x="366093" y="199948"/>
                </a:lnTo>
                <a:lnTo>
                  <a:pt x="365985" y="181355"/>
                </a:lnTo>
                <a:lnTo>
                  <a:pt x="365966" y="180746"/>
                </a:lnTo>
                <a:lnTo>
                  <a:pt x="363118" y="169163"/>
                </a:lnTo>
                <a:lnTo>
                  <a:pt x="361701" y="157276"/>
                </a:lnTo>
                <a:lnTo>
                  <a:pt x="361768" y="153314"/>
                </a:lnTo>
                <a:close/>
              </a:path>
              <a:path w="612139" h="236220">
                <a:moveTo>
                  <a:pt x="227643" y="198192"/>
                </a:moveTo>
                <a:lnTo>
                  <a:pt x="226435" y="198424"/>
                </a:lnTo>
                <a:lnTo>
                  <a:pt x="227714" y="198424"/>
                </a:lnTo>
                <a:lnTo>
                  <a:pt x="227643" y="198192"/>
                </a:lnTo>
                <a:close/>
              </a:path>
              <a:path w="612139" h="236220">
                <a:moveTo>
                  <a:pt x="488198" y="179177"/>
                </a:moveTo>
                <a:lnTo>
                  <a:pt x="487161" y="180136"/>
                </a:lnTo>
                <a:lnTo>
                  <a:pt x="485272" y="182270"/>
                </a:lnTo>
                <a:lnTo>
                  <a:pt x="482986" y="184403"/>
                </a:lnTo>
                <a:lnTo>
                  <a:pt x="453908" y="198424"/>
                </a:lnTo>
                <a:lnTo>
                  <a:pt x="488198" y="198424"/>
                </a:lnTo>
                <a:lnTo>
                  <a:pt x="488198" y="179177"/>
                </a:lnTo>
                <a:close/>
              </a:path>
              <a:path w="612139" h="236220">
                <a:moveTo>
                  <a:pt x="363023" y="96316"/>
                </a:moveTo>
                <a:lnTo>
                  <a:pt x="277733" y="96316"/>
                </a:lnTo>
                <a:lnTo>
                  <a:pt x="286630" y="96621"/>
                </a:lnTo>
                <a:lnTo>
                  <a:pt x="300610" y="98145"/>
                </a:lnTo>
                <a:lnTo>
                  <a:pt x="310774" y="101803"/>
                </a:lnTo>
                <a:lnTo>
                  <a:pt x="316870" y="105155"/>
                </a:lnTo>
                <a:lnTo>
                  <a:pt x="319918" y="111556"/>
                </a:lnTo>
                <a:lnTo>
                  <a:pt x="319918" y="121005"/>
                </a:lnTo>
                <a:lnTo>
                  <a:pt x="311770" y="122529"/>
                </a:lnTo>
                <a:lnTo>
                  <a:pt x="300548" y="123748"/>
                </a:lnTo>
                <a:lnTo>
                  <a:pt x="287856" y="125272"/>
                </a:lnTo>
                <a:lnTo>
                  <a:pt x="248842" y="136855"/>
                </a:lnTo>
                <a:lnTo>
                  <a:pt x="226457" y="176479"/>
                </a:lnTo>
                <a:lnTo>
                  <a:pt x="226415" y="194157"/>
                </a:lnTo>
                <a:lnTo>
                  <a:pt x="227643" y="198192"/>
                </a:lnTo>
                <a:lnTo>
                  <a:pt x="229605" y="197815"/>
                </a:lnTo>
                <a:lnTo>
                  <a:pt x="237743" y="195376"/>
                </a:lnTo>
                <a:lnTo>
                  <a:pt x="240670" y="194462"/>
                </a:lnTo>
                <a:lnTo>
                  <a:pt x="242194" y="193243"/>
                </a:lnTo>
                <a:lnTo>
                  <a:pt x="275640" y="193243"/>
                </a:lnTo>
                <a:lnTo>
                  <a:pt x="274838" y="192633"/>
                </a:lnTo>
                <a:lnTo>
                  <a:pt x="272917" y="187147"/>
                </a:lnTo>
                <a:lnTo>
                  <a:pt x="272917" y="174040"/>
                </a:lnTo>
                <a:lnTo>
                  <a:pt x="305318" y="154838"/>
                </a:lnTo>
                <a:lnTo>
                  <a:pt x="311779" y="153923"/>
                </a:lnTo>
                <a:lnTo>
                  <a:pt x="319643" y="153314"/>
                </a:lnTo>
                <a:lnTo>
                  <a:pt x="361768" y="153314"/>
                </a:lnTo>
                <a:lnTo>
                  <a:pt x="361986" y="140512"/>
                </a:lnTo>
                <a:lnTo>
                  <a:pt x="363234" y="127101"/>
                </a:lnTo>
                <a:lnTo>
                  <a:pt x="365419" y="116433"/>
                </a:lnTo>
                <a:lnTo>
                  <a:pt x="365605" y="115991"/>
                </a:lnTo>
                <a:lnTo>
                  <a:pt x="365550" y="106679"/>
                </a:lnTo>
                <a:lnTo>
                  <a:pt x="363023" y="96316"/>
                </a:lnTo>
                <a:close/>
              </a:path>
              <a:path w="612139" h="236220">
                <a:moveTo>
                  <a:pt x="77133" y="6095"/>
                </a:moveTo>
                <a:lnTo>
                  <a:pt x="30197" y="22250"/>
                </a:lnTo>
                <a:lnTo>
                  <a:pt x="5458" y="52120"/>
                </a:lnTo>
                <a:lnTo>
                  <a:pt x="1230" y="80162"/>
                </a:lnTo>
                <a:lnTo>
                  <a:pt x="2864" y="92963"/>
                </a:lnTo>
                <a:lnTo>
                  <a:pt x="31422" y="132283"/>
                </a:lnTo>
                <a:lnTo>
                  <a:pt x="73792" y="146913"/>
                </a:lnTo>
                <a:lnTo>
                  <a:pt x="81015" y="148742"/>
                </a:lnTo>
                <a:lnTo>
                  <a:pt x="107807" y="166115"/>
                </a:lnTo>
                <a:lnTo>
                  <a:pt x="107807" y="176783"/>
                </a:lnTo>
                <a:lnTo>
                  <a:pt x="106679" y="180746"/>
                </a:lnTo>
                <a:lnTo>
                  <a:pt x="101864" y="186842"/>
                </a:lnTo>
                <a:lnTo>
                  <a:pt x="98816" y="189280"/>
                </a:lnTo>
                <a:lnTo>
                  <a:pt x="95371" y="190804"/>
                </a:lnTo>
                <a:lnTo>
                  <a:pt x="92445" y="192328"/>
                </a:lnTo>
                <a:lnTo>
                  <a:pt x="88757" y="193243"/>
                </a:lnTo>
                <a:lnTo>
                  <a:pt x="79369" y="194767"/>
                </a:lnTo>
                <a:lnTo>
                  <a:pt x="75559" y="195071"/>
                </a:lnTo>
                <a:lnTo>
                  <a:pt x="151490" y="195071"/>
                </a:lnTo>
                <a:lnTo>
                  <a:pt x="154614" y="188671"/>
                </a:lnTo>
                <a:lnTo>
                  <a:pt x="154838" y="187805"/>
                </a:lnTo>
                <a:lnTo>
                  <a:pt x="154436" y="135720"/>
                </a:lnTo>
                <a:lnTo>
                  <a:pt x="117988" y="102717"/>
                </a:lnTo>
                <a:lnTo>
                  <a:pt x="91958" y="94792"/>
                </a:lnTo>
                <a:lnTo>
                  <a:pt x="85465" y="92963"/>
                </a:lnTo>
                <a:lnTo>
                  <a:pt x="52334" y="74675"/>
                </a:lnTo>
                <a:lnTo>
                  <a:pt x="52334" y="64922"/>
                </a:lnTo>
                <a:lnTo>
                  <a:pt x="53461" y="61569"/>
                </a:lnTo>
                <a:lnTo>
                  <a:pt x="58033" y="55168"/>
                </a:lnTo>
                <a:lnTo>
                  <a:pt x="60716" y="53035"/>
                </a:lnTo>
                <a:lnTo>
                  <a:pt x="63886" y="51511"/>
                </a:lnTo>
                <a:lnTo>
                  <a:pt x="67696" y="49377"/>
                </a:lnTo>
                <a:lnTo>
                  <a:pt x="71384" y="48158"/>
                </a:lnTo>
                <a:lnTo>
                  <a:pt x="74919" y="47243"/>
                </a:lnTo>
                <a:lnTo>
                  <a:pt x="78364" y="46634"/>
                </a:lnTo>
                <a:lnTo>
                  <a:pt x="82295" y="46329"/>
                </a:lnTo>
                <a:lnTo>
                  <a:pt x="146851" y="46329"/>
                </a:lnTo>
                <a:lnTo>
                  <a:pt x="141801" y="16763"/>
                </a:lnTo>
                <a:lnTo>
                  <a:pt x="130097" y="12801"/>
                </a:lnTo>
                <a:lnTo>
                  <a:pt x="115800" y="9143"/>
                </a:lnTo>
                <a:lnTo>
                  <a:pt x="104836" y="7315"/>
                </a:lnTo>
                <a:lnTo>
                  <a:pt x="92318" y="6400"/>
                </a:lnTo>
                <a:lnTo>
                  <a:pt x="77133" y="6095"/>
                </a:lnTo>
                <a:close/>
              </a:path>
              <a:path w="612139" h="236220">
                <a:moveTo>
                  <a:pt x="154436" y="135720"/>
                </a:moveTo>
                <a:lnTo>
                  <a:pt x="154838" y="187805"/>
                </a:lnTo>
                <a:lnTo>
                  <a:pt x="157914" y="175869"/>
                </a:lnTo>
                <a:lnTo>
                  <a:pt x="159012" y="161848"/>
                </a:lnTo>
                <a:lnTo>
                  <a:pt x="157820" y="147827"/>
                </a:lnTo>
                <a:lnTo>
                  <a:pt x="154436" y="135720"/>
                </a:lnTo>
                <a:close/>
              </a:path>
              <a:path w="612139" h="236220">
                <a:moveTo>
                  <a:pt x="365605" y="115991"/>
                </a:moveTo>
                <a:lnTo>
                  <a:pt x="365419" y="116433"/>
                </a:lnTo>
                <a:lnTo>
                  <a:pt x="363234" y="127101"/>
                </a:lnTo>
                <a:lnTo>
                  <a:pt x="361986" y="140512"/>
                </a:lnTo>
                <a:lnTo>
                  <a:pt x="361701" y="157276"/>
                </a:lnTo>
                <a:lnTo>
                  <a:pt x="363118" y="169163"/>
                </a:lnTo>
                <a:lnTo>
                  <a:pt x="365982" y="180811"/>
                </a:lnTo>
                <a:lnTo>
                  <a:pt x="365605" y="115991"/>
                </a:lnTo>
                <a:close/>
              </a:path>
              <a:path w="612139" h="236220">
                <a:moveTo>
                  <a:pt x="488198" y="117269"/>
                </a:moveTo>
                <a:lnTo>
                  <a:pt x="488198" y="179177"/>
                </a:lnTo>
                <a:lnTo>
                  <a:pt x="488807" y="178612"/>
                </a:lnTo>
                <a:lnTo>
                  <a:pt x="535045" y="178612"/>
                </a:lnTo>
                <a:lnTo>
                  <a:pt x="535045" y="169773"/>
                </a:lnTo>
                <a:lnTo>
                  <a:pt x="542300" y="158800"/>
                </a:lnTo>
                <a:lnTo>
                  <a:pt x="595518" y="158800"/>
                </a:lnTo>
                <a:lnTo>
                  <a:pt x="582289" y="136550"/>
                </a:lnTo>
                <a:lnTo>
                  <a:pt x="587169" y="129844"/>
                </a:lnTo>
                <a:lnTo>
                  <a:pt x="535045" y="129844"/>
                </a:lnTo>
                <a:lnTo>
                  <a:pt x="535045" y="117957"/>
                </a:lnTo>
                <a:lnTo>
                  <a:pt x="488807" y="117957"/>
                </a:lnTo>
                <a:lnTo>
                  <a:pt x="488198" y="117269"/>
                </a:lnTo>
                <a:close/>
              </a:path>
              <a:path w="612139" h="236220">
                <a:moveTo>
                  <a:pt x="612008" y="64617"/>
                </a:moveTo>
                <a:lnTo>
                  <a:pt x="579638" y="64617"/>
                </a:lnTo>
                <a:lnTo>
                  <a:pt x="535045" y="129844"/>
                </a:lnTo>
                <a:lnTo>
                  <a:pt x="587169" y="129844"/>
                </a:lnTo>
                <a:lnTo>
                  <a:pt x="612008" y="95707"/>
                </a:lnTo>
                <a:lnTo>
                  <a:pt x="612008" y="64617"/>
                </a:lnTo>
                <a:close/>
              </a:path>
              <a:path w="612139" h="236220">
                <a:moveTo>
                  <a:pt x="488198" y="69997"/>
                </a:moveTo>
                <a:lnTo>
                  <a:pt x="488198" y="117269"/>
                </a:lnTo>
                <a:lnTo>
                  <a:pt x="488807" y="117957"/>
                </a:lnTo>
                <a:lnTo>
                  <a:pt x="494781" y="117957"/>
                </a:lnTo>
                <a:lnTo>
                  <a:pt x="492516" y="71932"/>
                </a:lnTo>
                <a:lnTo>
                  <a:pt x="488198" y="69997"/>
                </a:lnTo>
                <a:close/>
              </a:path>
              <a:path w="612139" h="236220">
                <a:moveTo>
                  <a:pt x="535045" y="0"/>
                </a:moveTo>
                <a:lnTo>
                  <a:pt x="488198" y="0"/>
                </a:lnTo>
                <a:lnTo>
                  <a:pt x="488198" y="69997"/>
                </a:lnTo>
                <a:lnTo>
                  <a:pt x="492516" y="71932"/>
                </a:lnTo>
                <a:lnTo>
                  <a:pt x="494781" y="117957"/>
                </a:lnTo>
                <a:lnTo>
                  <a:pt x="535045" y="117957"/>
                </a:lnTo>
                <a:lnTo>
                  <a:pt x="535045" y="0"/>
                </a:lnTo>
                <a:close/>
              </a:path>
              <a:path w="612139" h="236220">
                <a:moveTo>
                  <a:pt x="488198" y="97231"/>
                </a:moveTo>
                <a:lnTo>
                  <a:pt x="452384" y="97231"/>
                </a:lnTo>
                <a:lnTo>
                  <a:pt x="457199" y="98145"/>
                </a:lnTo>
                <a:lnTo>
                  <a:pt x="461528" y="99669"/>
                </a:lnTo>
                <a:lnTo>
                  <a:pt x="465703" y="100888"/>
                </a:lnTo>
                <a:lnTo>
                  <a:pt x="469635" y="102717"/>
                </a:lnTo>
                <a:lnTo>
                  <a:pt x="472958" y="104851"/>
                </a:lnTo>
                <a:lnTo>
                  <a:pt x="476249" y="106679"/>
                </a:lnTo>
                <a:lnTo>
                  <a:pt x="479176" y="109118"/>
                </a:lnTo>
                <a:lnTo>
                  <a:pt x="481949" y="111251"/>
                </a:lnTo>
                <a:lnTo>
                  <a:pt x="484631" y="113690"/>
                </a:lnTo>
                <a:lnTo>
                  <a:pt x="486917" y="115823"/>
                </a:lnTo>
                <a:lnTo>
                  <a:pt x="488198" y="117269"/>
                </a:lnTo>
                <a:lnTo>
                  <a:pt x="488198" y="97231"/>
                </a:lnTo>
                <a:close/>
              </a:path>
              <a:path w="612139" h="236220">
                <a:moveTo>
                  <a:pt x="246247" y="65721"/>
                </a:moveTo>
                <a:lnTo>
                  <a:pt x="242681" y="66446"/>
                </a:lnTo>
                <a:lnTo>
                  <a:pt x="238109" y="67970"/>
                </a:lnTo>
                <a:lnTo>
                  <a:pt x="238109" y="108508"/>
                </a:lnTo>
                <a:lnTo>
                  <a:pt x="242194" y="108508"/>
                </a:lnTo>
                <a:lnTo>
                  <a:pt x="249173" y="104851"/>
                </a:lnTo>
                <a:lnTo>
                  <a:pt x="256397" y="102107"/>
                </a:lnTo>
                <a:lnTo>
                  <a:pt x="260085" y="100888"/>
                </a:lnTo>
                <a:lnTo>
                  <a:pt x="246247" y="100888"/>
                </a:lnTo>
                <a:lnTo>
                  <a:pt x="246247" y="65721"/>
                </a:lnTo>
                <a:close/>
              </a:path>
              <a:path w="612139" h="236220">
                <a:moveTo>
                  <a:pt x="138382" y="64617"/>
                </a:moveTo>
                <a:lnTo>
                  <a:pt x="136276" y="64617"/>
                </a:lnTo>
                <a:lnTo>
                  <a:pt x="136276" y="100888"/>
                </a:lnTo>
                <a:lnTo>
                  <a:pt x="238109" y="100888"/>
                </a:lnTo>
                <a:lnTo>
                  <a:pt x="238109" y="71323"/>
                </a:lnTo>
                <a:lnTo>
                  <a:pt x="146669" y="71323"/>
                </a:lnTo>
                <a:lnTo>
                  <a:pt x="138382" y="64617"/>
                </a:lnTo>
                <a:close/>
              </a:path>
              <a:path w="612139" h="236220">
                <a:moveTo>
                  <a:pt x="285847" y="59740"/>
                </a:moveTo>
                <a:lnTo>
                  <a:pt x="273204" y="60655"/>
                </a:lnTo>
                <a:lnTo>
                  <a:pt x="260603" y="62788"/>
                </a:lnTo>
                <a:lnTo>
                  <a:pt x="246247" y="65721"/>
                </a:lnTo>
                <a:lnTo>
                  <a:pt x="246247" y="100888"/>
                </a:lnTo>
                <a:lnTo>
                  <a:pt x="260085" y="100888"/>
                </a:lnTo>
                <a:lnTo>
                  <a:pt x="263773" y="99669"/>
                </a:lnTo>
                <a:lnTo>
                  <a:pt x="271271" y="97535"/>
                </a:lnTo>
                <a:lnTo>
                  <a:pt x="277733" y="96316"/>
                </a:lnTo>
                <a:lnTo>
                  <a:pt x="363023" y="96316"/>
                </a:lnTo>
                <a:lnTo>
                  <a:pt x="362355" y="93573"/>
                </a:lnTo>
                <a:lnTo>
                  <a:pt x="330156" y="64617"/>
                </a:lnTo>
                <a:lnTo>
                  <a:pt x="303330" y="60350"/>
                </a:lnTo>
                <a:lnTo>
                  <a:pt x="285847" y="59740"/>
                </a:lnTo>
                <a:close/>
              </a:path>
              <a:path w="612139" h="236220">
                <a:moveTo>
                  <a:pt x="146851" y="46329"/>
                </a:moveTo>
                <a:lnTo>
                  <a:pt x="89063" y="46329"/>
                </a:lnTo>
                <a:lnTo>
                  <a:pt x="99762" y="47548"/>
                </a:lnTo>
                <a:lnTo>
                  <a:pt x="111765" y="50901"/>
                </a:lnTo>
                <a:lnTo>
                  <a:pt x="126284" y="56997"/>
                </a:lnTo>
                <a:lnTo>
                  <a:pt x="137251" y="63703"/>
                </a:lnTo>
                <a:lnTo>
                  <a:pt x="146669" y="71323"/>
                </a:lnTo>
                <a:lnTo>
                  <a:pt x="151119" y="71323"/>
                </a:lnTo>
                <a:lnTo>
                  <a:pt x="146851" y="46329"/>
                </a:lnTo>
                <a:close/>
              </a:path>
              <a:path w="612139" h="236220">
                <a:moveTo>
                  <a:pt x="246247" y="64617"/>
                </a:moveTo>
                <a:lnTo>
                  <a:pt x="149974" y="64617"/>
                </a:lnTo>
                <a:lnTo>
                  <a:pt x="151119" y="71323"/>
                </a:lnTo>
                <a:lnTo>
                  <a:pt x="238109" y="71323"/>
                </a:lnTo>
                <a:lnTo>
                  <a:pt x="238109" y="67970"/>
                </a:lnTo>
                <a:lnTo>
                  <a:pt x="242681" y="66446"/>
                </a:lnTo>
                <a:lnTo>
                  <a:pt x="246247" y="65721"/>
                </a:lnTo>
                <a:lnTo>
                  <a:pt x="246247" y="64617"/>
                </a:lnTo>
                <a:close/>
              </a:path>
              <a:path w="612139" h="236220">
                <a:moveTo>
                  <a:pt x="201167" y="16763"/>
                </a:moveTo>
                <a:lnTo>
                  <a:pt x="154167" y="16763"/>
                </a:lnTo>
                <a:lnTo>
                  <a:pt x="154167" y="64617"/>
                </a:lnTo>
                <a:lnTo>
                  <a:pt x="201167" y="64617"/>
                </a:lnTo>
                <a:lnTo>
                  <a:pt x="201167" y="1676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08" name="object 72">
            <a:extLst>
              <a:ext uri="{FF2B5EF4-FFF2-40B4-BE49-F238E27FC236}">
                <a16:creationId xmlns:a16="http://schemas.microsoft.com/office/drawing/2014/main" id="{DFD61063-2D6F-8DDE-3D50-39487A373DC1}"/>
              </a:ext>
            </a:extLst>
          </p:cNvPr>
          <p:cNvSpPr>
            <a:spLocks noChangeArrowheads="1"/>
          </p:cNvSpPr>
          <p:nvPr/>
        </p:nvSpPr>
        <p:spPr bwMode="auto">
          <a:xfrm>
            <a:off x="8195734" y="6195485"/>
            <a:ext cx="1672167" cy="486833"/>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09" name="object 73">
            <a:extLst>
              <a:ext uri="{FF2B5EF4-FFF2-40B4-BE49-F238E27FC236}">
                <a16:creationId xmlns:a16="http://schemas.microsoft.com/office/drawing/2014/main" id="{932CA0E9-CB3D-54E7-AFDD-1588364AC0DD}"/>
              </a:ext>
            </a:extLst>
          </p:cNvPr>
          <p:cNvSpPr>
            <a:spLocks noChangeArrowheads="1"/>
          </p:cNvSpPr>
          <p:nvPr/>
        </p:nvSpPr>
        <p:spPr bwMode="auto">
          <a:xfrm>
            <a:off x="8221134" y="6275918"/>
            <a:ext cx="1646767" cy="315383"/>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10" name="object 74">
            <a:extLst>
              <a:ext uri="{FF2B5EF4-FFF2-40B4-BE49-F238E27FC236}">
                <a16:creationId xmlns:a16="http://schemas.microsoft.com/office/drawing/2014/main" id="{D7A010DE-CD17-9AF4-B8C9-487CC58091E5}"/>
              </a:ext>
            </a:extLst>
          </p:cNvPr>
          <p:cNvSpPr>
            <a:spLocks noChangeArrowheads="1"/>
          </p:cNvSpPr>
          <p:nvPr/>
        </p:nvSpPr>
        <p:spPr bwMode="auto">
          <a:xfrm>
            <a:off x="10354733" y="6195485"/>
            <a:ext cx="711200" cy="486833"/>
          </a:xfrm>
          <a:prstGeom prst="rect">
            <a:avLst/>
          </a:prstGeom>
          <a:blipFill dpi="0" rotWithShape="1">
            <a:blip r:embed="rId1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11" name="object 75">
            <a:extLst>
              <a:ext uri="{FF2B5EF4-FFF2-40B4-BE49-F238E27FC236}">
                <a16:creationId xmlns:a16="http://schemas.microsoft.com/office/drawing/2014/main" id="{865CF148-450D-893E-D0B7-7759128A7E6B}"/>
              </a:ext>
            </a:extLst>
          </p:cNvPr>
          <p:cNvSpPr>
            <a:spLocks/>
          </p:cNvSpPr>
          <p:nvPr/>
        </p:nvSpPr>
        <p:spPr bwMode="auto">
          <a:xfrm>
            <a:off x="10384367" y="6275918"/>
            <a:ext cx="679451" cy="315383"/>
          </a:xfrm>
          <a:custGeom>
            <a:avLst/>
            <a:gdLst>
              <a:gd name="T0" fmla="*/ 52015 w 510540"/>
              <a:gd name="T1" fmla="*/ 233761 h 236220"/>
              <a:gd name="T2" fmla="*/ 52015 w 510540"/>
              <a:gd name="T3" fmla="*/ 94948 h 236220"/>
              <a:gd name="T4" fmla="*/ 134241 w 510540"/>
              <a:gd name="T5" fmla="*/ 41020 h 236220"/>
              <a:gd name="T6" fmla="*/ 135620 w 510540"/>
              <a:gd name="T7" fmla="*/ 233761 h 236220"/>
              <a:gd name="T8" fmla="*/ 134241 w 510540"/>
              <a:gd name="T9" fmla="*/ 0 h 236220"/>
              <a:gd name="T10" fmla="*/ 185890 w 510540"/>
              <a:gd name="T11" fmla="*/ 10070 h 236220"/>
              <a:gd name="T12" fmla="*/ 139140 w 510540"/>
              <a:gd name="T13" fmla="*/ 41020 h 236220"/>
              <a:gd name="T14" fmla="*/ 194284 w 510540"/>
              <a:gd name="T15" fmla="*/ 1 h 236220"/>
              <a:gd name="T16" fmla="*/ 396210 w 510540"/>
              <a:gd name="T17" fmla="*/ 184617 h 236220"/>
              <a:gd name="T18" fmla="*/ 403890 w 510540"/>
              <a:gd name="T19" fmla="*/ 231701 h 236220"/>
              <a:gd name="T20" fmla="*/ 456826 w 510540"/>
              <a:gd name="T21" fmla="*/ 237927 h 236220"/>
              <a:gd name="T22" fmla="*/ 503523 w 510540"/>
              <a:gd name="T23" fmla="*/ 219972 h 236220"/>
              <a:gd name="T24" fmla="*/ 421030 w 510540"/>
              <a:gd name="T25" fmla="*/ 198224 h 236220"/>
              <a:gd name="T26" fmla="*/ 401866 w 510540"/>
              <a:gd name="T27" fmla="*/ 189040 h 236220"/>
              <a:gd name="T28" fmla="*/ 282291 w 510540"/>
              <a:gd name="T29" fmla="*/ 70909 h 236220"/>
              <a:gd name="T30" fmla="*/ 245871 w 510540"/>
              <a:gd name="T31" fmla="*/ 176422 h 236220"/>
              <a:gd name="T32" fmla="*/ 342811 w 510540"/>
              <a:gd name="T33" fmla="*/ 238268 h 236220"/>
              <a:gd name="T34" fmla="*/ 371661 w 510540"/>
              <a:gd name="T35" fmla="*/ 233461 h 236220"/>
              <a:gd name="T36" fmla="*/ 392796 w 510540"/>
              <a:gd name="T37" fmla="*/ 225760 h 236220"/>
              <a:gd name="T38" fmla="*/ 316005 w 510540"/>
              <a:gd name="T39" fmla="*/ 196876 h 236220"/>
              <a:gd name="T40" fmla="*/ 292056 w 510540"/>
              <a:gd name="T41" fmla="*/ 159390 h 236220"/>
              <a:gd name="T42" fmla="*/ 389010 w 510540"/>
              <a:gd name="T43" fmla="*/ 129533 h 236220"/>
              <a:gd name="T44" fmla="*/ 294664 w 510540"/>
              <a:gd name="T45" fmla="*/ 113177 h 236220"/>
              <a:gd name="T46" fmla="*/ 388976 w 510540"/>
              <a:gd name="T47" fmla="*/ 93588 h 236220"/>
              <a:gd name="T48" fmla="*/ 318448 w 510540"/>
              <a:gd name="T49" fmla="*/ 60082 h 236220"/>
              <a:gd name="T50" fmla="*/ 387367 w 510540"/>
              <a:gd name="T51" fmla="*/ 183708 h 236220"/>
              <a:gd name="T52" fmla="*/ 391509 w 510540"/>
              <a:gd name="T53" fmla="*/ 180879 h 236220"/>
              <a:gd name="T54" fmla="*/ 391073 w 510540"/>
              <a:gd name="T55" fmla="*/ 97697 h 236220"/>
              <a:gd name="T56" fmla="*/ 445368 w 510540"/>
              <a:gd name="T57" fmla="*/ 171290 h 236220"/>
              <a:gd name="T58" fmla="*/ 467810 w 510540"/>
              <a:gd name="T59" fmla="*/ 179077 h 236220"/>
              <a:gd name="T60" fmla="*/ 468804 w 510540"/>
              <a:gd name="T61" fmla="*/ 196611 h 236220"/>
              <a:gd name="T62" fmla="*/ 503523 w 510540"/>
              <a:gd name="T63" fmla="*/ 142696 h 236220"/>
              <a:gd name="T64" fmla="*/ 476566 w 510540"/>
              <a:gd name="T65" fmla="*/ 130475 h 236220"/>
              <a:gd name="T66" fmla="*/ 443353 w 510540"/>
              <a:gd name="T67" fmla="*/ 121928 h 236220"/>
              <a:gd name="T68" fmla="*/ 437335 w 510540"/>
              <a:gd name="T69" fmla="*/ 106412 h 236220"/>
              <a:gd name="T70" fmla="*/ 503523 w 510540"/>
              <a:gd name="T71" fmla="*/ 96449 h 236220"/>
              <a:gd name="T72" fmla="*/ 480999 w 510540"/>
              <a:gd name="T73" fmla="*/ 61941 h 236220"/>
              <a:gd name="T74" fmla="*/ 386192 w 510540"/>
              <a:gd name="T75" fmla="*/ 184533 h 236220"/>
              <a:gd name="T76" fmla="*/ 367149 w 510540"/>
              <a:gd name="T77" fmla="*/ 195097 h 236220"/>
              <a:gd name="T78" fmla="*/ 389505 w 510540"/>
              <a:gd name="T79" fmla="*/ 200266 h 236220"/>
              <a:gd name="T80" fmla="*/ 396210 w 510540"/>
              <a:gd name="T81" fmla="*/ 184617 h 236220"/>
              <a:gd name="T82" fmla="*/ 387367 w 510540"/>
              <a:gd name="T83" fmla="*/ 183708 h 236220"/>
              <a:gd name="T84" fmla="*/ 390946 w 510540"/>
              <a:gd name="T85" fmla="*/ 180435 h 236220"/>
              <a:gd name="T86" fmla="*/ 387591 w 510540"/>
              <a:gd name="T87" fmla="*/ 117621 h 236220"/>
              <a:gd name="T88" fmla="*/ 399094 w 510540"/>
              <a:gd name="T89" fmla="*/ 139368 h 236220"/>
              <a:gd name="T90" fmla="*/ 391073 w 510540"/>
              <a:gd name="T91" fmla="*/ 97697 h 236220"/>
              <a:gd name="T92" fmla="*/ 344109 w 510540"/>
              <a:gd name="T93" fmla="*/ 102825 h 236220"/>
              <a:gd name="T94" fmla="*/ 387591 w 510540"/>
              <a:gd name="T95" fmla="*/ 117621 h 236220"/>
              <a:gd name="T96" fmla="*/ 388976 w 510540"/>
              <a:gd name="T97" fmla="*/ 93588 h 236220"/>
              <a:gd name="T98" fmla="*/ 483215 w 510540"/>
              <a:gd name="T99" fmla="*/ 99708 h 2362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10540" h="236220">
                <a:moveTo>
                  <a:pt x="136007" y="9979"/>
                </a:moveTo>
                <a:lnTo>
                  <a:pt x="0" y="9979"/>
                </a:lnTo>
                <a:lnTo>
                  <a:pt x="0" y="231577"/>
                </a:lnTo>
                <a:lnTo>
                  <a:pt x="52699" y="231577"/>
                </a:lnTo>
                <a:lnTo>
                  <a:pt x="52699" y="136327"/>
                </a:lnTo>
                <a:lnTo>
                  <a:pt x="133959" y="136327"/>
                </a:lnTo>
                <a:lnTo>
                  <a:pt x="133959" y="94061"/>
                </a:lnTo>
                <a:lnTo>
                  <a:pt x="52699" y="94061"/>
                </a:lnTo>
                <a:lnTo>
                  <a:pt x="52699" y="52245"/>
                </a:lnTo>
                <a:lnTo>
                  <a:pt x="140969" y="52245"/>
                </a:lnTo>
                <a:lnTo>
                  <a:pt x="140969" y="40635"/>
                </a:lnTo>
                <a:lnTo>
                  <a:pt x="136007" y="40635"/>
                </a:lnTo>
                <a:lnTo>
                  <a:pt x="136007" y="9979"/>
                </a:lnTo>
                <a:close/>
              </a:path>
              <a:path w="510540" h="236220">
                <a:moveTo>
                  <a:pt x="186933" y="64449"/>
                </a:moveTo>
                <a:lnTo>
                  <a:pt x="137403" y="64449"/>
                </a:lnTo>
                <a:lnTo>
                  <a:pt x="137403" y="231577"/>
                </a:lnTo>
                <a:lnTo>
                  <a:pt x="186933" y="231577"/>
                </a:lnTo>
                <a:lnTo>
                  <a:pt x="186933" y="64449"/>
                </a:lnTo>
                <a:close/>
              </a:path>
              <a:path w="510540" h="236220">
                <a:moveTo>
                  <a:pt x="188335" y="0"/>
                </a:moveTo>
                <a:lnTo>
                  <a:pt x="136007" y="0"/>
                </a:lnTo>
                <a:lnTo>
                  <a:pt x="136007" y="40635"/>
                </a:lnTo>
                <a:lnTo>
                  <a:pt x="140969" y="40635"/>
                </a:lnTo>
                <a:lnTo>
                  <a:pt x="140969" y="9979"/>
                </a:lnTo>
                <a:lnTo>
                  <a:pt x="188335" y="9979"/>
                </a:lnTo>
                <a:lnTo>
                  <a:pt x="188335" y="0"/>
                </a:lnTo>
                <a:close/>
              </a:path>
              <a:path w="510540" h="236220">
                <a:moveTo>
                  <a:pt x="188335" y="9979"/>
                </a:moveTo>
                <a:lnTo>
                  <a:pt x="140969" y="9979"/>
                </a:lnTo>
                <a:lnTo>
                  <a:pt x="140969" y="40635"/>
                </a:lnTo>
                <a:lnTo>
                  <a:pt x="188335" y="40635"/>
                </a:lnTo>
                <a:lnTo>
                  <a:pt x="188335" y="9979"/>
                </a:lnTo>
                <a:close/>
              </a:path>
              <a:path w="510540" h="236220">
                <a:moveTo>
                  <a:pt x="246369" y="1"/>
                </a:moveTo>
                <a:lnTo>
                  <a:pt x="196839" y="1"/>
                </a:lnTo>
                <a:lnTo>
                  <a:pt x="196839" y="231577"/>
                </a:lnTo>
                <a:lnTo>
                  <a:pt x="246369" y="231577"/>
                </a:lnTo>
                <a:lnTo>
                  <a:pt x="246369" y="1"/>
                </a:lnTo>
                <a:close/>
              </a:path>
              <a:path w="510540" h="236220">
                <a:moveTo>
                  <a:pt x="401421" y="182893"/>
                </a:moveTo>
                <a:lnTo>
                  <a:pt x="401421" y="222207"/>
                </a:lnTo>
                <a:lnTo>
                  <a:pt x="397962" y="223650"/>
                </a:lnTo>
                <a:lnTo>
                  <a:pt x="398234" y="225706"/>
                </a:lnTo>
                <a:lnTo>
                  <a:pt x="409202" y="229536"/>
                </a:lnTo>
                <a:lnTo>
                  <a:pt x="425396" y="233863"/>
                </a:lnTo>
                <a:lnTo>
                  <a:pt x="437900" y="235605"/>
                </a:lnTo>
                <a:lnTo>
                  <a:pt x="450951" y="236185"/>
                </a:lnTo>
                <a:lnTo>
                  <a:pt x="462833" y="235704"/>
                </a:lnTo>
                <a:lnTo>
                  <a:pt x="475108" y="233935"/>
                </a:lnTo>
                <a:lnTo>
                  <a:pt x="487855" y="230560"/>
                </a:lnTo>
                <a:lnTo>
                  <a:pt x="498946" y="225447"/>
                </a:lnTo>
                <a:lnTo>
                  <a:pt x="510144" y="217917"/>
                </a:lnTo>
                <a:lnTo>
                  <a:pt x="510144" y="200478"/>
                </a:lnTo>
                <a:lnTo>
                  <a:pt x="444489" y="200478"/>
                </a:lnTo>
                <a:lnTo>
                  <a:pt x="438149" y="199645"/>
                </a:lnTo>
                <a:lnTo>
                  <a:pt x="426567" y="196371"/>
                </a:lnTo>
                <a:lnTo>
                  <a:pt x="421385" y="194418"/>
                </a:lnTo>
                <a:lnTo>
                  <a:pt x="416813" y="192144"/>
                </a:lnTo>
                <a:lnTo>
                  <a:pt x="411327" y="189656"/>
                </a:lnTo>
                <a:lnTo>
                  <a:pt x="407151" y="187274"/>
                </a:lnTo>
                <a:lnTo>
                  <a:pt x="404103" y="184988"/>
                </a:lnTo>
                <a:lnTo>
                  <a:pt x="401421" y="182893"/>
                </a:lnTo>
                <a:close/>
              </a:path>
              <a:path w="510540" h="236220">
                <a:moveTo>
                  <a:pt x="322635" y="59521"/>
                </a:moveTo>
                <a:lnTo>
                  <a:pt x="286001" y="70246"/>
                </a:lnTo>
                <a:lnTo>
                  <a:pt x="254908" y="105273"/>
                </a:lnTo>
                <a:lnTo>
                  <a:pt x="247194" y="144659"/>
                </a:lnTo>
                <a:lnTo>
                  <a:pt x="246921" y="162211"/>
                </a:lnTo>
                <a:lnTo>
                  <a:pt x="249105" y="174774"/>
                </a:lnTo>
                <a:lnTo>
                  <a:pt x="276461" y="218678"/>
                </a:lnTo>
                <a:lnTo>
                  <a:pt x="323969" y="235348"/>
                </a:lnTo>
                <a:lnTo>
                  <a:pt x="339089" y="236042"/>
                </a:lnTo>
                <a:lnTo>
                  <a:pt x="347319" y="236042"/>
                </a:lnTo>
                <a:lnTo>
                  <a:pt x="354329" y="235614"/>
                </a:lnTo>
                <a:lnTo>
                  <a:pt x="365608" y="233935"/>
                </a:lnTo>
                <a:lnTo>
                  <a:pt x="371215" y="232768"/>
                </a:lnTo>
                <a:lnTo>
                  <a:pt x="376549" y="231280"/>
                </a:lnTo>
                <a:lnTo>
                  <a:pt x="382371" y="229792"/>
                </a:lnTo>
                <a:lnTo>
                  <a:pt x="387095" y="228327"/>
                </a:lnTo>
                <a:lnTo>
                  <a:pt x="393705" y="225447"/>
                </a:lnTo>
                <a:lnTo>
                  <a:pt x="397962" y="223650"/>
                </a:lnTo>
                <a:lnTo>
                  <a:pt x="394627" y="198395"/>
                </a:lnTo>
                <a:lnTo>
                  <a:pt x="337687" y="198395"/>
                </a:lnTo>
                <a:lnTo>
                  <a:pt x="331469" y="197716"/>
                </a:lnTo>
                <a:lnTo>
                  <a:pt x="320161" y="195037"/>
                </a:lnTo>
                <a:lnTo>
                  <a:pt x="315193" y="192835"/>
                </a:lnTo>
                <a:lnTo>
                  <a:pt x="311017" y="189751"/>
                </a:lnTo>
                <a:lnTo>
                  <a:pt x="306689" y="186679"/>
                </a:lnTo>
                <a:lnTo>
                  <a:pt x="295899" y="157901"/>
                </a:lnTo>
                <a:lnTo>
                  <a:pt x="404347" y="157901"/>
                </a:lnTo>
                <a:lnTo>
                  <a:pt x="404345" y="147942"/>
                </a:lnTo>
                <a:lnTo>
                  <a:pt x="398616" y="139766"/>
                </a:lnTo>
                <a:lnTo>
                  <a:pt x="394126" y="128323"/>
                </a:lnTo>
                <a:lnTo>
                  <a:pt x="393905" y="126504"/>
                </a:lnTo>
                <a:lnTo>
                  <a:pt x="355457" y="126504"/>
                </a:lnTo>
                <a:lnTo>
                  <a:pt x="295833" y="125501"/>
                </a:lnTo>
                <a:lnTo>
                  <a:pt x="298541" y="112120"/>
                </a:lnTo>
                <a:lnTo>
                  <a:pt x="304647" y="101800"/>
                </a:lnTo>
                <a:lnTo>
                  <a:pt x="310133" y="95749"/>
                </a:lnTo>
                <a:lnTo>
                  <a:pt x="317601" y="92714"/>
                </a:lnTo>
                <a:lnTo>
                  <a:pt x="394091" y="92714"/>
                </a:lnTo>
                <a:lnTo>
                  <a:pt x="391514" y="87778"/>
                </a:lnTo>
                <a:lnTo>
                  <a:pt x="354194" y="62307"/>
                </a:lnTo>
                <a:lnTo>
                  <a:pt x="339808" y="60138"/>
                </a:lnTo>
                <a:lnTo>
                  <a:pt x="322635" y="59521"/>
                </a:lnTo>
                <a:close/>
              </a:path>
              <a:path w="510540" h="236220">
                <a:moveTo>
                  <a:pt x="396658" y="179190"/>
                </a:moveTo>
                <a:lnTo>
                  <a:pt x="396239" y="179190"/>
                </a:lnTo>
                <a:lnTo>
                  <a:pt x="394075" y="180881"/>
                </a:lnTo>
                <a:lnTo>
                  <a:pt x="392461" y="181991"/>
                </a:lnTo>
                <a:lnTo>
                  <a:pt x="397962" y="223650"/>
                </a:lnTo>
                <a:lnTo>
                  <a:pt x="401421" y="222207"/>
                </a:lnTo>
                <a:lnTo>
                  <a:pt x="401421" y="182893"/>
                </a:lnTo>
                <a:lnTo>
                  <a:pt x="396658" y="179190"/>
                </a:lnTo>
                <a:close/>
              </a:path>
              <a:path w="510540" h="236220">
                <a:moveTo>
                  <a:pt x="459107" y="60059"/>
                </a:moveTo>
                <a:lnTo>
                  <a:pt x="422113" y="69745"/>
                </a:lnTo>
                <a:lnTo>
                  <a:pt x="397611" y="93988"/>
                </a:lnTo>
                <a:lnTo>
                  <a:pt x="396216" y="96784"/>
                </a:lnTo>
                <a:lnTo>
                  <a:pt x="404343" y="138065"/>
                </a:lnTo>
                <a:lnTo>
                  <a:pt x="404345" y="147942"/>
                </a:lnTo>
                <a:lnTo>
                  <a:pt x="407134" y="151921"/>
                </a:lnTo>
                <a:lnTo>
                  <a:pt x="451225" y="169689"/>
                </a:lnTo>
                <a:lnTo>
                  <a:pt x="455919" y="170760"/>
                </a:lnTo>
                <a:lnTo>
                  <a:pt x="466831" y="173534"/>
                </a:lnTo>
                <a:lnTo>
                  <a:pt x="471525" y="175416"/>
                </a:lnTo>
                <a:lnTo>
                  <a:pt x="473963" y="177404"/>
                </a:lnTo>
                <a:lnTo>
                  <a:pt x="476493" y="179392"/>
                </a:lnTo>
                <a:lnTo>
                  <a:pt x="477621" y="182309"/>
                </a:lnTo>
                <a:lnTo>
                  <a:pt x="477621" y="191144"/>
                </a:lnTo>
                <a:lnTo>
                  <a:pt x="474969" y="194775"/>
                </a:lnTo>
                <a:lnTo>
                  <a:pt x="464301" y="199335"/>
                </a:lnTo>
                <a:lnTo>
                  <a:pt x="458205" y="200478"/>
                </a:lnTo>
                <a:lnTo>
                  <a:pt x="510144" y="200478"/>
                </a:lnTo>
                <a:lnTo>
                  <a:pt x="510144" y="141363"/>
                </a:lnTo>
                <a:lnTo>
                  <a:pt x="505892" y="138123"/>
                </a:lnTo>
                <a:lnTo>
                  <a:pt x="493257" y="132458"/>
                </a:lnTo>
                <a:lnTo>
                  <a:pt x="488167" y="130673"/>
                </a:lnTo>
                <a:lnTo>
                  <a:pt x="482833" y="129256"/>
                </a:lnTo>
                <a:lnTo>
                  <a:pt x="471799" y="127171"/>
                </a:lnTo>
                <a:lnTo>
                  <a:pt x="466953" y="126101"/>
                </a:lnTo>
                <a:lnTo>
                  <a:pt x="454517" y="122931"/>
                </a:lnTo>
                <a:lnTo>
                  <a:pt x="449183" y="120789"/>
                </a:lnTo>
                <a:lnTo>
                  <a:pt x="446775" y="118609"/>
                </a:lnTo>
                <a:lnTo>
                  <a:pt x="444245" y="116445"/>
                </a:lnTo>
                <a:lnTo>
                  <a:pt x="443087" y="113455"/>
                </a:lnTo>
                <a:lnTo>
                  <a:pt x="443087" y="105418"/>
                </a:lnTo>
                <a:lnTo>
                  <a:pt x="445495" y="102001"/>
                </a:lnTo>
                <a:lnTo>
                  <a:pt x="455401" y="96847"/>
                </a:lnTo>
                <a:lnTo>
                  <a:pt x="461497" y="95548"/>
                </a:lnTo>
                <a:lnTo>
                  <a:pt x="510144" y="95548"/>
                </a:lnTo>
                <a:lnTo>
                  <a:pt x="510144" y="66834"/>
                </a:lnTo>
                <a:lnTo>
                  <a:pt x="506851" y="65663"/>
                </a:lnTo>
                <a:lnTo>
                  <a:pt x="497139" y="63257"/>
                </a:lnTo>
                <a:lnTo>
                  <a:pt x="487325" y="61362"/>
                </a:lnTo>
                <a:lnTo>
                  <a:pt x="475187" y="60279"/>
                </a:lnTo>
                <a:lnTo>
                  <a:pt x="459107" y="60059"/>
                </a:lnTo>
                <a:close/>
              </a:path>
              <a:path w="510540" h="236220">
                <a:moveTo>
                  <a:pt x="392461" y="181991"/>
                </a:moveTo>
                <a:lnTo>
                  <a:pt x="391271" y="182809"/>
                </a:lnTo>
                <a:lnTo>
                  <a:pt x="384413" y="187179"/>
                </a:lnTo>
                <a:lnTo>
                  <a:pt x="380603" y="189215"/>
                </a:lnTo>
                <a:lnTo>
                  <a:pt x="376549" y="191084"/>
                </a:lnTo>
                <a:lnTo>
                  <a:pt x="371977" y="193275"/>
                </a:lnTo>
                <a:lnTo>
                  <a:pt x="366887" y="195037"/>
                </a:lnTo>
                <a:lnTo>
                  <a:pt x="355701" y="197716"/>
                </a:lnTo>
                <a:lnTo>
                  <a:pt x="350123" y="198395"/>
                </a:lnTo>
                <a:lnTo>
                  <a:pt x="394627" y="198395"/>
                </a:lnTo>
                <a:lnTo>
                  <a:pt x="392461" y="181991"/>
                </a:lnTo>
                <a:close/>
              </a:path>
              <a:path w="510540" h="236220">
                <a:moveTo>
                  <a:pt x="401421" y="179190"/>
                </a:moveTo>
                <a:lnTo>
                  <a:pt x="396658" y="179190"/>
                </a:lnTo>
                <a:lnTo>
                  <a:pt x="401421" y="182893"/>
                </a:lnTo>
                <a:lnTo>
                  <a:pt x="401421" y="179190"/>
                </a:lnTo>
                <a:close/>
              </a:path>
              <a:path w="510540" h="236220">
                <a:moveTo>
                  <a:pt x="396087" y="178749"/>
                </a:moveTo>
                <a:lnTo>
                  <a:pt x="392033" y="178749"/>
                </a:lnTo>
                <a:lnTo>
                  <a:pt x="392461" y="181991"/>
                </a:lnTo>
                <a:lnTo>
                  <a:pt x="394075" y="180881"/>
                </a:lnTo>
                <a:lnTo>
                  <a:pt x="396239" y="179190"/>
                </a:lnTo>
                <a:lnTo>
                  <a:pt x="396658" y="179190"/>
                </a:lnTo>
                <a:lnTo>
                  <a:pt x="396087" y="178749"/>
                </a:lnTo>
                <a:close/>
              </a:path>
              <a:path w="510540" h="236220">
                <a:moveTo>
                  <a:pt x="396216" y="96784"/>
                </a:moveTo>
                <a:lnTo>
                  <a:pt x="394319" y="100583"/>
                </a:lnTo>
                <a:lnTo>
                  <a:pt x="392673" y="107597"/>
                </a:lnTo>
                <a:lnTo>
                  <a:pt x="392688" y="116522"/>
                </a:lnTo>
                <a:lnTo>
                  <a:pt x="394126" y="128323"/>
                </a:lnTo>
                <a:lnTo>
                  <a:pt x="398616" y="139766"/>
                </a:lnTo>
                <a:lnTo>
                  <a:pt x="404345" y="147942"/>
                </a:lnTo>
                <a:lnTo>
                  <a:pt x="404343" y="138065"/>
                </a:lnTo>
                <a:lnTo>
                  <a:pt x="403499" y="123640"/>
                </a:lnTo>
                <a:lnTo>
                  <a:pt x="401127" y="110509"/>
                </a:lnTo>
                <a:lnTo>
                  <a:pt x="397156" y="98585"/>
                </a:lnTo>
                <a:lnTo>
                  <a:pt x="396216" y="96784"/>
                </a:lnTo>
                <a:close/>
              </a:path>
              <a:path w="510540" h="236220">
                <a:moveTo>
                  <a:pt x="394091" y="92714"/>
                </a:moveTo>
                <a:lnTo>
                  <a:pt x="336651" y="92714"/>
                </a:lnTo>
                <a:lnTo>
                  <a:pt x="343661" y="95597"/>
                </a:lnTo>
                <a:lnTo>
                  <a:pt x="348634" y="101864"/>
                </a:lnTo>
                <a:lnTo>
                  <a:pt x="353574" y="112330"/>
                </a:lnTo>
                <a:lnTo>
                  <a:pt x="355457" y="126504"/>
                </a:lnTo>
                <a:lnTo>
                  <a:pt x="393905" y="126504"/>
                </a:lnTo>
                <a:lnTo>
                  <a:pt x="392688" y="116522"/>
                </a:lnTo>
                <a:lnTo>
                  <a:pt x="392673" y="107597"/>
                </a:lnTo>
                <a:lnTo>
                  <a:pt x="394319" y="100583"/>
                </a:lnTo>
                <a:lnTo>
                  <a:pt x="396216" y="96784"/>
                </a:lnTo>
                <a:lnTo>
                  <a:pt x="394091" y="92714"/>
                </a:lnTo>
                <a:close/>
              </a:path>
              <a:path w="510540" h="236220">
                <a:moveTo>
                  <a:pt x="510144" y="95548"/>
                </a:moveTo>
                <a:lnTo>
                  <a:pt x="473963" y="95548"/>
                </a:lnTo>
                <a:lnTo>
                  <a:pt x="479297" y="96191"/>
                </a:lnTo>
                <a:lnTo>
                  <a:pt x="489569" y="98776"/>
                </a:lnTo>
                <a:lnTo>
                  <a:pt x="509015" y="108432"/>
                </a:lnTo>
                <a:lnTo>
                  <a:pt x="510144" y="109148"/>
                </a:lnTo>
                <a:lnTo>
                  <a:pt x="510144" y="955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12" name="object 76">
            <a:extLst>
              <a:ext uri="{FF2B5EF4-FFF2-40B4-BE49-F238E27FC236}">
                <a16:creationId xmlns:a16="http://schemas.microsoft.com/office/drawing/2014/main" id="{057AA2CF-451F-0031-235E-53159648CC80}"/>
              </a:ext>
            </a:extLst>
          </p:cNvPr>
          <p:cNvSpPr>
            <a:spLocks/>
          </p:cNvSpPr>
          <p:nvPr/>
        </p:nvSpPr>
        <p:spPr bwMode="auto">
          <a:xfrm>
            <a:off x="6096000" y="4851400"/>
            <a:ext cx="1117600" cy="609600"/>
          </a:xfrm>
          <a:custGeom>
            <a:avLst/>
            <a:gdLst>
              <a:gd name="T0" fmla="*/ 761999 w 838200"/>
              <a:gd name="T1" fmla="*/ 0 h 457200"/>
              <a:gd name="T2" fmla="*/ 76199 w 838200"/>
              <a:gd name="T3" fmla="*/ 0 h 457200"/>
              <a:gd name="T4" fmla="*/ 46360 w 838200"/>
              <a:gd name="T5" fmla="*/ 6345 h 457200"/>
              <a:gd name="T6" fmla="*/ 22219 w 838200"/>
              <a:gd name="T7" fmla="*/ 22229 h 457200"/>
              <a:gd name="T8" fmla="*/ 5730 w 838200"/>
              <a:gd name="T9" fmla="*/ 46994 h 457200"/>
              <a:gd name="T10" fmla="*/ 0 w 838200"/>
              <a:gd name="T11" fmla="*/ 76199 h 457200"/>
              <a:gd name="T12" fmla="*/ 0 w 838200"/>
              <a:gd name="T13" fmla="*/ 380939 h 457200"/>
              <a:gd name="T14" fmla="*/ 5730 w 838200"/>
              <a:gd name="T15" fmla="*/ 410778 h 457200"/>
              <a:gd name="T16" fmla="*/ 22219 w 838200"/>
              <a:gd name="T17" fmla="*/ 434909 h 457200"/>
              <a:gd name="T18" fmla="*/ 46360 w 838200"/>
              <a:gd name="T19" fmla="*/ 451424 h 457200"/>
              <a:gd name="T20" fmla="*/ 76199 w 838200"/>
              <a:gd name="T21" fmla="*/ 457139 h 457200"/>
              <a:gd name="T22" fmla="*/ 761999 w 838200"/>
              <a:gd name="T23" fmla="*/ 457139 h 457200"/>
              <a:gd name="T24" fmla="*/ 791839 w 838200"/>
              <a:gd name="T25" fmla="*/ 451424 h 457200"/>
              <a:gd name="T26" fmla="*/ 815980 w 838200"/>
              <a:gd name="T27" fmla="*/ 434909 h 457200"/>
              <a:gd name="T28" fmla="*/ 832500 w 838200"/>
              <a:gd name="T29" fmla="*/ 410778 h 457200"/>
              <a:gd name="T30" fmla="*/ 838199 w 838200"/>
              <a:gd name="T31" fmla="*/ 380939 h 457200"/>
              <a:gd name="T32" fmla="*/ 838199 w 838200"/>
              <a:gd name="T33" fmla="*/ 76199 h 457200"/>
              <a:gd name="T34" fmla="*/ 832500 w 838200"/>
              <a:gd name="T35" fmla="*/ 46994 h 457200"/>
              <a:gd name="T36" fmla="*/ 815980 w 838200"/>
              <a:gd name="T37" fmla="*/ 22229 h 457200"/>
              <a:gd name="T38" fmla="*/ 791839 w 838200"/>
              <a:gd name="T39" fmla="*/ 6345 h 457200"/>
              <a:gd name="T40" fmla="*/ 761999 w 8382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38200" h="457200">
                <a:moveTo>
                  <a:pt x="761999" y="0"/>
                </a:moveTo>
                <a:lnTo>
                  <a:pt x="76199" y="0"/>
                </a:lnTo>
                <a:lnTo>
                  <a:pt x="46360" y="6345"/>
                </a:lnTo>
                <a:lnTo>
                  <a:pt x="22219" y="22229"/>
                </a:lnTo>
                <a:lnTo>
                  <a:pt x="5730" y="46994"/>
                </a:lnTo>
                <a:lnTo>
                  <a:pt x="0" y="76199"/>
                </a:lnTo>
                <a:lnTo>
                  <a:pt x="0" y="380939"/>
                </a:lnTo>
                <a:lnTo>
                  <a:pt x="5730" y="410778"/>
                </a:lnTo>
                <a:lnTo>
                  <a:pt x="22219" y="434909"/>
                </a:lnTo>
                <a:lnTo>
                  <a:pt x="46360" y="451424"/>
                </a:lnTo>
                <a:lnTo>
                  <a:pt x="76199" y="457139"/>
                </a:lnTo>
                <a:lnTo>
                  <a:pt x="761999" y="457139"/>
                </a:lnTo>
                <a:lnTo>
                  <a:pt x="791839" y="451424"/>
                </a:lnTo>
                <a:lnTo>
                  <a:pt x="815980" y="434909"/>
                </a:lnTo>
                <a:lnTo>
                  <a:pt x="832500" y="410778"/>
                </a:lnTo>
                <a:lnTo>
                  <a:pt x="838199" y="380939"/>
                </a:lnTo>
                <a:lnTo>
                  <a:pt x="838199" y="76199"/>
                </a:lnTo>
                <a:lnTo>
                  <a:pt x="832500" y="46994"/>
                </a:lnTo>
                <a:lnTo>
                  <a:pt x="815980" y="22229"/>
                </a:lnTo>
                <a:lnTo>
                  <a:pt x="791839" y="6345"/>
                </a:lnTo>
                <a:lnTo>
                  <a:pt x="7619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13" name="object 77">
            <a:extLst>
              <a:ext uri="{FF2B5EF4-FFF2-40B4-BE49-F238E27FC236}">
                <a16:creationId xmlns:a16="http://schemas.microsoft.com/office/drawing/2014/main" id="{94D9A844-2C12-7C10-8E84-7108FBB0EDEE}"/>
              </a:ext>
            </a:extLst>
          </p:cNvPr>
          <p:cNvSpPr>
            <a:spLocks/>
          </p:cNvSpPr>
          <p:nvPr/>
        </p:nvSpPr>
        <p:spPr bwMode="auto">
          <a:xfrm>
            <a:off x="6096000" y="4851400"/>
            <a:ext cx="1117600" cy="609600"/>
          </a:xfrm>
          <a:custGeom>
            <a:avLst/>
            <a:gdLst>
              <a:gd name="T0" fmla="*/ 0 w 838200"/>
              <a:gd name="T1" fmla="*/ 76199 h 457200"/>
              <a:gd name="T2" fmla="*/ 5730 w 838200"/>
              <a:gd name="T3" fmla="*/ 46994 h 457200"/>
              <a:gd name="T4" fmla="*/ 22219 w 838200"/>
              <a:gd name="T5" fmla="*/ 22229 h 457200"/>
              <a:gd name="T6" fmla="*/ 46360 w 838200"/>
              <a:gd name="T7" fmla="*/ 6345 h 457200"/>
              <a:gd name="T8" fmla="*/ 76199 w 838200"/>
              <a:gd name="T9" fmla="*/ 0 h 457200"/>
              <a:gd name="T10" fmla="*/ 761999 w 838200"/>
              <a:gd name="T11" fmla="*/ 0 h 457200"/>
              <a:gd name="T12" fmla="*/ 791839 w 838200"/>
              <a:gd name="T13" fmla="*/ 6345 h 457200"/>
              <a:gd name="T14" fmla="*/ 815980 w 838200"/>
              <a:gd name="T15" fmla="*/ 22229 h 457200"/>
              <a:gd name="T16" fmla="*/ 832500 w 838200"/>
              <a:gd name="T17" fmla="*/ 46994 h 457200"/>
              <a:gd name="T18" fmla="*/ 838199 w 838200"/>
              <a:gd name="T19" fmla="*/ 76199 h 457200"/>
              <a:gd name="T20" fmla="*/ 838199 w 838200"/>
              <a:gd name="T21" fmla="*/ 380939 h 457200"/>
              <a:gd name="T22" fmla="*/ 832500 w 838200"/>
              <a:gd name="T23" fmla="*/ 410778 h 457200"/>
              <a:gd name="T24" fmla="*/ 815980 w 838200"/>
              <a:gd name="T25" fmla="*/ 434909 h 457200"/>
              <a:gd name="T26" fmla="*/ 791839 w 838200"/>
              <a:gd name="T27" fmla="*/ 451424 h 457200"/>
              <a:gd name="T28" fmla="*/ 761999 w 838200"/>
              <a:gd name="T29" fmla="*/ 457139 h 457200"/>
              <a:gd name="T30" fmla="*/ 76199 w 838200"/>
              <a:gd name="T31" fmla="*/ 457139 h 457200"/>
              <a:gd name="T32" fmla="*/ 46360 w 838200"/>
              <a:gd name="T33" fmla="*/ 451424 h 457200"/>
              <a:gd name="T34" fmla="*/ 22219 w 838200"/>
              <a:gd name="T35" fmla="*/ 434909 h 457200"/>
              <a:gd name="T36" fmla="*/ 5730 w 838200"/>
              <a:gd name="T37" fmla="*/ 410778 h 457200"/>
              <a:gd name="T38" fmla="*/ 0 w 838200"/>
              <a:gd name="T39" fmla="*/ 380939 h 457200"/>
              <a:gd name="T40" fmla="*/ 0 w 8382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38200" h="457200">
                <a:moveTo>
                  <a:pt x="0" y="76199"/>
                </a:moveTo>
                <a:lnTo>
                  <a:pt x="5730" y="46994"/>
                </a:lnTo>
                <a:lnTo>
                  <a:pt x="22219" y="22229"/>
                </a:lnTo>
                <a:lnTo>
                  <a:pt x="46360" y="6345"/>
                </a:lnTo>
                <a:lnTo>
                  <a:pt x="76199" y="0"/>
                </a:lnTo>
                <a:lnTo>
                  <a:pt x="761999" y="0"/>
                </a:lnTo>
                <a:lnTo>
                  <a:pt x="791839" y="6345"/>
                </a:lnTo>
                <a:lnTo>
                  <a:pt x="815980" y="22229"/>
                </a:lnTo>
                <a:lnTo>
                  <a:pt x="832500" y="46994"/>
                </a:lnTo>
                <a:lnTo>
                  <a:pt x="838199" y="76199"/>
                </a:lnTo>
                <a:lnTo>
                  <a:pt x="838199" y="380939"/>
                </a:lnTo>
                <a:lnTo>
                  <a:pt x="832500" y="410778"/>
                </a:lnTo>
                <a:lnTo>
                  <a:pt x="815980" y="434909"/>
                </a:lnTo>
                <a:lnTo>
                  <a:pt x="791839" y="451424"/>
                </a:lnTo>
                <a:lnTo>
                  <a:pt x="761999" y="457139"/>
                </a:lnTo>
                <a:lnTo>
                  <a:pt x="76199" y="457139"/>
                </a:lnTo>
                <a:lnTo>
                  <a:pt x="46360" y="451424"/>
                </a:lnTo>
                <a:lnTo>
                  <a:pt x="22219" y="434909"/>
                </a:lnTo>
                <a:lnTo>
                  <a:pt x="5730" y="410778"/>
                </a:lnTo>
                <a:lnTo>
                  <a:pt x="0" y="38093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14" name="object 78">
            <a:extLst>
              <a:ext uri="{FF2B5EF4-FFF2-40B4-BE49-F238E27FC236}">
                <a16:creationId xmlns:a16="http://schemas.microsoft.com/office/drawing/2014/main" id="{859130F7-3C90-5481-C82F-60EB52A278B6}"/>
              </a:ext>
            </a:extLst>
          </p:cNvPr>
          <p:cNvSpPr>
            <a:spLocks noChangeArrowheads="1"/>
          </p:cNvSpPr>
          <p:nvPr/>
        </p:nvSpPr>
        <p:spPr bwMode="auto">
          <a:xfrm>
            <a:off x="6079067" y="4834467"/>
            <a:ext cx="1151467" cy="641351"/>
          </a:xfrm>
          <a:prstGeom prst="rect">
            <a:avLst/>
          </a:prstGeom>
          <a:blipFill dpi="0" rotWithShape="1">
            <a:blip r:embed="rId1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79" name="object 79">
            <a:extLst>
              <a:ext uri="{FF2B5EF4-FFF2-40B4-BE49-F238E27FC236}">
                <a16:creationId xmlns:a16="http://schemas.microsoft.com/office/drawing/2014/main" id="{B2057E6E-E5F0-A9F3-E6E1-F874B3E60B8D}"/>
              </a:ext>
            </a:extLst>
          </p:cNvPr>
          <p:cNvSpPr txBox="1"/>
          <p:nvPr/>
        </p:nvSpPr>
        <p:spPr>
          <a:xfrm>
            <a:off x="6265334" y="4976285"/>
            <a:ext cx="956733" cy="492443"/>
          </a:xfrm>
          <a:prstGeom prst="rect">
            <a:avLst/>
          </a:prstGeom>
        </p:spPr>
        <p:txBody>
          <a:bodyPr lIns="0" tIns="0" rIns="0" bIns="0">
            <a:spAutoFit/>
          </a:bodyPr>
          <a:lstStyle/>
          <a:p>
            <a:pPr marL="16933">
              <a:defRPr/>
            </a:pPr>
            <a:r>
              <a:rPr sz="3200" b="1" spc="-387" dirty="0">
                <a:solidFill>
                  <a:srgbClr val="FFFFFF"/>
                </a:solidFill>
                <a:latin typeface="Tahoma"/>
                <a:cs typeface="Tahoma"/>
              </a:rPr>
              <a:t>Arra</a:t>
            </a:r>
            <a:r>
              <a:rPr sz="3200" b="1" spc="-20" dirty="0">
                <a:solidFill>
                  <a:srgbClr val="FFFFFF"/>
                </a:solidFill>
                <a:latin typeface="Tahoma"/>
                <a:cs typeface="Tahoma"/>
              </a:rPr>
              <a:t>y</a:t>
            </a:r>
            <a:endParaRPr sz="3200" dirty="0">
              <a:latin typeface="Tahoma"/>
              <a:cs typeface="Tahoma"/>
            </a:endParaRPr>
          </a:p>
        </p:txBody>
      </p:sp>
      <p:sp>
        <p:nvSpPr>
          <p:cNvPr id="14416" name="object 80">
            <a:extLst>
              <a:ext uri="{FF2B5EF4-FFF2-40B4-BE49-F238E27FC236}">
                <a16:creationId xmlns:a16="http://schemas.microsoft.com/office/drawing/2014/main" id="{E13965CC-A8AF-8D83-83AA-1993F8A478A2}"/>
              </a:ext>
            </a:extLst>
          </p:cNvPr>
          <p:cNvSpPr>
            <a:spLocks/>
          </p:cNvSpPr>
          <p:nvPr/>
        </p:nvSpPr>
        <p:spPr bwMode="auto">
          <a:xfrm>
            <a:off x="10160000" y="3937000"/>
            <a:ext cx="0" cy="1524000"/>
          </a:xfrm>
          <a:custGeom>
            <a:avLst/>
            <a:gdLst>
              <a:gd name="T0" fmla="*/ 0 h 1143000"/>
              <a:gd name="T1" fmla="*/ 1142963 h 1143000"/>
              <a:gd name="T2" fmla="*/ 0 60000 65536"/>
              <a:gd name="T3" fmla="*/ 0 60000 65536"/>
            </a:gdLst>
            <a:ahLst/>
            <a:cxnLst>
              <a:cxn ang="T2">
                <a:pos x="0" y="T0"/>
              </a:cxn>
              <a:cxn ang="T3">
                <a:pos x="0" y="T1"/>
              </a:cxn>
            </a:cxnLst>
            <a:rect l="0" t="0" r="r" b="b"/>
            <a:pathLst>
              <a:path h="1143000">
                <a:moveTo>
                  <a:pt x="0" y="0"/>
                </a:moveTo>
                <a:lnTo>
                  <a:pt x="0" y="1142963"/>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17" name="object 81">
            <a:extLst>
              <a:ext uri="{FF2B5EF4-FFF2-40B4-BE49-F238E27FC236}">
                <a16:creationId xmlns:a16="http://schemas.microsoft.com/office/drawing/2014/main" id="{F4BC27ED-4649-AEF0-9286-63D2B310C555}"/>
              </a:ext>
            </a:extLst>
          </p:cNvPr>
          <p:cNvSpPr>
            <a:spLocks noChangeArrowheads="1"/>
          </p:cNvSpPr>
          <p:nvPr/>
        </p:nvSpPr>
        <p:spPr bwMode="auto">
          <a:xfrm>
            <a:off x="10236201" y="41402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18" name="object 82">
            <a:extLst>
              <a:ext uri="{FF2B5EF4-FFF2-40B4-BE49-F238E27FC236}">
                <a16:creationId xmlns:a16="http://schemas.microsoft.com/office/drawing/2014/main" id="{5C863D71-C298-AF43-43E2-D50D7807F594}"/>
              </a:ext>
            </a:extLst>
          </p:cNvPr>
          <p:cNvSpPr>
            <a:spLocks noChangeArrowheads="1"/>
          </p:cNvSpPr>
          <p:nvPr/>
        </p:nvSpPr>
        <p:spPr bwMode="auto">
          <a:xfrm>
            <a:off x="10236201" y="4953001"/>
            <a:ext cx="317500" cy="3937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19" name="object 83">
            <a:extLst>
              <a:ext uri="{FF2B5EF4-FFF2-40B4-BE49-F238E27FC236}">
                <a16:creationId xmlns:a16="http://schemas.microsoft.com/office/drawing/2014/main" id="{A990E035-63EF-4E02-2ED8-181E68A636DF}"/>
              </a:ext>
            </a:extLst>
          </p:cNvPr>
          <p:cNvSpPr>
            <a:spLocks/>
          </p:cNvSpPr>
          <p:nvPr/>
        </p:nvSpPr>
        <p:spPr bwMode="auto">
          <a:xfrm>
            <a:off x="10566400" y="3937000"/>
            <a:ext cx="1219200" cy="609600"/>
          </a:xfrm>
          <a:custGeom>
            <a:avLst/>
            <a:gdLst>
              <a:gd name="T0" fmla="*/ 838199 w 914400"/>
              <a:gd name="T1" fmla="*/ 0 h 457200"/>
              <a:gd name="T2" fmla="*/ 76199 w 914400"/>
              <a:gd name="T3" fmla="*/ 0 h 457200"/>
              <a:gd name="T4" fmla="*/ 46360 w 914400"/>
              <a:gd name="T5" fmla="*/ 5714 h 457200"/>
              <a:gd name="T6" fmla="*/ 22219 w 914400"/>
              <a:gd name="T7" fmla="*/ 22229 h 457200"/>
              <a:gd name="T8" fmla="*/ 5730 w 914400"/>
              <a:gd name="T9" fmla="*/ 46350 h 457200"/>
              <a:gd name="T10" fmla="*/ 0 w 914400"/>
              <a:gd name="T11" fmla="*/ 76199 h 457200"/>
              <a:gd name="T12" fmla="*/ 0 w 914400"/>
              <a:gd name="T13" fmla="*/ 380999 h 457200"/>
              <a:gd name="T14" fmla="*/ 5730 w 914400"/>
              <a:gd name="T15" fmla="*/ 410205 h 457200"/>
              <a:gd name="T16" fmla="*/ 22219 w 914400"/>
              <a:gd name="T17" fmla="*/ 434339 h 457200"/>
              <a:gd name="T18" fmla="*/ 46360 w 914400"/>
              <a:gd name="T19" fmla="*/ 450854 h 457200"/>
              <a:gd name="T20" fmla="*/ 76199 w 914400"/>
              <a:gd name="T21" fmla="*/ 457199 h 457200"/>
              <a:gd name="T22" fmla="*/ 838199 w 914400"/>
              <a:gd name="T23" fmla="*/ 457199 h 457200"/>
              <a:gd name="T24" fmla="*/ 868039 w 914400"/>
              <a:gd name="T25" fmla="*/ 450854 h 457200"/>
              <a:gd name="T26" fmla="*/ 892180 w 914400"/>
              <a:gd name="T27" fmla="*/ 434339 h 457200"/>
              <a:gd name="T28" fmla="*/ 908700 w 914400"/>
              <a:gd name="T29" fmla="*/ 410205 h 457200"/>
              <a:gd name="T30" fmla="*/ 914399 w 914400"/>
              <a:gd name="T31" fmla="*/ 380999 h 457200"/>
              <a:gd name="T32" fmla="*/ 914399 w 914400"/>
              <a:gd name="T33" fmla="*/ 76199 h 457200"/>
              <a:gd name="T34" fmla="*/ 908700 w 914400"/>
              <a:gd name="T35" fmla="*/ 46350 h 457200"/>
              <a:gd name="T36" fmla="*/ 892180 w 914400"/>
              <a:gd name="T37" fmla="*/ 22229 h 457200"/>
              <a:gd name="T38" fmla="*/ 868039 w 914400"/>
              <a:gd name="T39" fmla="*/ 5714 h 457200"/>
              <a:gd name="T40" fmla="*/ 838199 w 9144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457200">
                <a:moveTo>
                  <a:pt x="838199" y="0"/>
                </a:moveTo>
                <a:lnTo>
                  <a:pt x="76199" y="0"/>
                </a:lnTo>
                <a:lnTo>
                  <a:pt x="46360" y="5714"/>
                </a:lnTo>
                <a:lnTo>
                  <a:pt x="22219" y="22229"/>
                </a:lnTo>
                <a:lnTo>
                  <a:pt x="5730" y="46350"/>
                </a:lnTo>
                <a:lnTo>
                  <a:pt x="0" y="76199"/>
                </a:lnTo>
                <a:lnTo>
                  <a:pt x="0" y="380999"/>
                </a:lnTo>
                <a:lnTo>
                  <a:pt x="5730" y="410205"/>
                </a:lnTo>
                <a:lnTo>
                  <a:pt x="22219" y="434339"/>
                </a:lnTo>
                <a:lnTo>
                  <a:pt x="46360" y="450854"/>
                </a:lnTo>
                <a:lnTo>
                  <a:pt x="76199" y="457199"/>
                </a:lnTo>
                <a:lnTo>
                  <a:pt x="838199" y="457199"/>
                </a:lnTo>
                <a:lnTo>
                  <a:pt x="868039" y="450854"/>
                </a:lnTo>
                <a:lnTo>
                  <a:pt x="892180" y="434339"/>
                </a:lnTo>
                <a:lnTo>
                  <a:pt x="908700" y="410205"/>
                </a:lnTo>
                <a:lnTo>
                  <a:pt x="914399" y="380999"/>
                </a:lnTo>
                <a:lnTo>
                  <a:pt x="914399" y="76199"/>
                </a:lnTo>
                <a:lnTo>
                  <a:pt x="908700" y="46350"/>
                </a:lnTo>
                <a:lnTo>
                  <a:pt x="892180" y="22229"/>
                </a:lnTo>
                <a:lnTo>
                  <a:pt x="868039" y="5714"/>
                </a:lnTo>
                <a:lnTo>
                  <a:pt x="838199"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20" name="object 84">
            <a:extLst>
              <a:ext uri="{FF2B5EF4-FFF2-40B4-BE49-F238E27FC236}">
                <a16:creationId xmlns:a16="http://schemas.microsoft.com/office/drawing/2014/main" id="{164700B2-44C4-8CF2-F263-5F3AFCBCB692}"/>
              </a:ext>
            </a:extLst>
          </p:cNvPr>
          <p:cNvSpPr>
            <a:spLocks/>
          </p:cNvSpPr>
          <p:nvPr/>
        </p:nvSpPr>
        <p:spPr bwMode="auto">
          <a:xfrm>
            <a:off x="10566400" y="3937000"/>
            <a:ext cx="1219200" cy="609600"/>
          </a:xfrm>
          <a:custGeom>
            <a:avLst/>
            <a:gdLst>
              <a:gd name="T0" fmla="*/ 0 w 914400"/>
              <a:gd name="T1" fmla="*/ 76199 h 457200"/>
              <a:gd name="T2" fmla="*/ 5730 w 914400"/>
              <a:gd name="T3" fmla="*/ 46350 h 457200"/>
              <a:gd name="T4" fmla="*/ 22219 w 914400"/>
              <a:gd name="T5" fmla="*/ 22229 h 457200"/>
              <a:gd name="T6" fmla="*/ 46360 w 914400"/>
              <a:gd name="T7" fmla="*/ 5714 h 457200"/>
              <a:gd name="T8" fmla="*/ 76199 w 914400"/>
              <a:gd name="T9" fmla="*/ 0 h 457200"/>
              <a:gd name="T10" fmla="*/ 838199 w 914400"/>
              <a:gd name="T11" fmla="*/ 0 h 457200"/>
              <a:gd name="T12" fmla="*/ 868039 w 914400"/>
              <a:gd name="T13" fmla="*/ 5714 h 457200"/>
              <a:gd name="T14" fmla="*/ 892180 w 914400"/>
              <a:gd name="T15" fmla="*/ 22229 h 457200"/>
              <a:gd name="T16" fmla="*/ 908700 w 914400"/>
              <a:gd name="T17" fmla="*/ 46350 h 457200"/>
              <a:gd name="T18" fmla="*/ 914399 w 914400"/>
              <a:gd name="T19" fmla="*/ 76199 h 457200"/>
              <a:gd name="T20" fmla="*/ 914399 w 914400"/>
              <a:gd name="T21" fmla="*/ 380999 h 457200"/>
              <a:gd name="T22" fmla="*/ 908700 w 914400"/>
              <a:gd name="T23" fmla="*/ 410205 h 457200"/>
              <a:gd name="T24" fmla="*/ 892180 w 914400"/>
              <a:gd name="T25" fmla="*/ 434339 h 457200"/>
              <a:gd name="T26" fmla="*/ 868039 w 914400"/>
              <a:gd name="T27" fmla="*/ 450854 h 457200"/>
              <a:gd name="T28" fmla="*/ 838199 w 914400"/>
              <a:gd name="T29" fmla="*/ 457199 h 457200"/>
              <a:gd name="T30" fmla="*/ 76199 w 914400"/>
              <a:gd name="T31" fmla="*/ 457199 h 457200"/>
              <a:gd name="T32" fmla="*/ 46360 w 914400"/>
              <a:gd name="T33" fmla="*/ 450854 h 457200"/>
              <a:gd name="T34" fmla="*/ 22219 w 914400"/>
              <a:gd name="T35" fmla="*/ 434339 h 457200"/>
              <a:gd name="T36" fmla="*/ 5730 w 914400"/>
              <a:gd name="T37" fmla="*/ 410205 h 457200"/>
              <a:gd name="T38" fmla="*/ 0 w 914400"/>
              <a:gd name="T39" fmla="*/ 380999 h 457200"/>
              <a:gd name="T40" fmla="*/ 0 w 9144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457200">
                <a:moveTo>
                  <a:pt x="0" y="76199"/>
                </a:moveTo>
                <a:lnTo>
                  <a:pt x="5730" y="46350"/>
                </a:lnTo>
                <a:lnTo>
                  <a:pt x="22219" y="22229"/>
                </a:lnTo>
                <a:lnTo>
                  <a:pt x="46360" y="5714"/>
                </a:lnTo>
                <a:lnTo>
                  <a:pt x="76199" y="0"/>
                </a:lnTo>
                <a:lnTo>
                  <a:pt x="838199" y="0"/>
                </a:lnTo>
                <a:lnTo>
                  <a:pt x="868039" y="5714"/>
                </a:lnTo>
                <a:lnTo>
                  <a:pt x="892180" y="22229"/>
                </a:lnTo>
                <a:lnTo>
                  <a:pt x="908700" y="46350"/>
                </a:lnTo>
                <a:lnTo>
                  <a:pt x="914399" y="76199"/>
                </a:lnTo>
                <a:lnTo>
                  <a:pt x="914399" y="380999"/>
                </a:lnTo>
                <a:lnTo>
                  <a:pt x="908700" y="410205"/>
                </a:lnTo>
                <a:lnTo>
                  <a:pt x="892180" y="434339"/>
                </a:lnTo>
                <a:lnTo>
                  <a:pt x="868039" y="450854"/>
                </a:lnTo>
                <a:lnTo>
                  <a:pt x="838199" y="457199"/>
                </a:lnTo>
                <a:lnTo>
                  <a:pt x="76199" y="457199"/>
                </a:lnTo>
                <a:lnTo>
                  <a:pt x="46360" y="450854"/>
                </a:lnTo>
                <a:lnTo>
                  <a:pt x="22219" y="434339"/>
                </a:lnTo>
                <a:lnTo>
                  <a:pt x="5730" y="410205"/>
                </a:lnTo>
                <a:lnTo>
                  <a:pt x="0" y="380999"/>
                </a:lnTo>
                <a:lnTo>
                  <a:pt x="0" y="76199"/>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21" name="object 85">
            <a:extLst>
              <a:ext uri="{FF2B5EF4-FFF2-40B4-BE49-F238E27FC236}">
                <a16:creationId xmlns:a16="http://schemas.microsoft.com/office/drawing/2014/main" id="{456F4C0E-8A78-872D-2EFE-F973C4B876F5}"/>
              </a:ext>
            </a:extLst>
          </p:cNvPr>
          <p:cNvSpPr>
            <a:spLocks/>
          </p:cNvSpPr>
          <p:nvPr/>
        </p:nvSpPr>
        <p:spPr bwMode="auto">
          <a:xfrm>
            <a:off x="10566400" y="4851400"/>
            <a:ext cx="1219200" cy="609600"/>
          </a:xfrm>
          <a:custGeom>
            <a:avLst/>
            <a:gdLst>
              <a:gd name="T0" fmla="*/ 838199 w 914400"/>
              <a:gd name="T1" fmla="*/ 0 h 457200"/>
              <a:gd name="T2" fmla="*/ 76199 w 914400"/>
              <a:gd name="T3" fmla="*/ 0 h 457200"/>
              <a:gd name="T4" fmla="*/ 46360 w 914400"/>
              <a:gd name="T5" fmla="*/ 5714 h 457200"/>
              <a:gd name="T6" fmla="*/ 22219 w 914400"/>
              <a:gd name="T7" fmla="*/ 22229 h 457200"/>
              <a:gd name="T8" fmla="*/ 5730 w 914400"/>
              <a:gd name="T9" fmla="*/ 46350 h 457200"/>
              <a:gd name="T10" fmla="*/ 0 w 914400"/>
              <a:gd name="T11" fmla="*/ 76199 h 457200"/>
              <a:gd name="T12" fmla="*/ 0 w 914400"/>
              <a:gd name="T13" fmla="*/ 380963 h 457200"/>
              <a:gd name="T14" fmla="*/ 5730 w 914400"/>
              <a:gd name="T15" fmla="*/ 410169 h 457200"/>
              <a:gd name="T16" fmla="*/ 22219 w 914400"/>
              <a:gd name="T17" fmla="*/ 434303 h 457200"/>
              <a:gd name="T18" fmla="*/ 46360 w 914400"/>
              <a:gd name="T19" fmla="*/ 450805 h 457200"/>
              <a:gd name="T20" fmla="*/ 76199 w 914400"/>
              <a:gd name="T21" fmla="*/ 457163 h 457200"/>
              <a:gd name="T22" fmla="*/ 838199 w 914400"/>
              <a:gd name="T23" fmla="*/ 457163 h 457200"/>
              <a:gd name="T24" fmla="*/ 868039 w 914400"/>
              <a:gd name="T25" fmla="*/ 450805 h 457200"/>
              <a:gd name="T26" fmla="*/ 892180 w 914400"/>
              <a:gd name="T27" fmla="*/ 434303 h 457200"/>
              <a:gd name="T28" fmla="*/ 908700 w 914400"/>
              <a:gd name="T29" fmla="*/ 410169 h 457200"/>
              <a:gd name="T30" fmla="*/ 914399 w 914400"/>
              <a:gd name="T31" fmla="*/ 380963 h 457200"/>
              <a:gd name="T32" fmla="*/ 914399 w 914400"/>
              <a:gd name="T33" fmla="*/ 76199 h 457200"/>
              <a:gd name="T34" fmla="*/ 908700 w 914400"/>
              <a:gd name="T35" fmla="*/ 46350 h 457200"/>
              <a:gd name="T36" fmla="*/ 892180 w 914400"/>
              <a:gd name="T37" fmla="*/ 22229 h 457200"/>
              <a:gd name="T38" fmla="*/ 868039 w 914400"/>
              <a:gd name="T39" fmla="*/ 5714 h 457200"/>
              <a:gd name="T40" fmla="*/ 838199 w 9144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457200">
                <a:moveTo>
                  <a:pt x="838199" y="0"/>
                </a:moveTo>
                <a:lnTo>
                  <a:pt x="76199" y="0"/>
                </a:lnTo>
                <a:lnTo>
                  <a:pt x="46360" y="5714"/>
                </a:lnTo>
                <a:lnTo>
                  <a:pt x="22219" y="22229"/>
                </a:lnTo>
                <a:lnTo>
                  <a:pt x="5730" y="46350"/>
                </a:lnTo>
                <a:lnTo>
                  <a:pt x="0" y="76199"/>
                </a:lnTo>
                <a:lnTo>
                  <a:pt x="0" y="380963"/>
                </a:lnTo>
                <a:lnTo>
                  <a:pt x="5730" y="410169"/>
                </a:lnTo>
                <a:lnTo>
                  <a:pt x="22219" y="434303"/>
                </a:lnTo>
                <a:lnTo>
                  <a:pt x="46360" y="450805"/>
                </a:lnTo>
                <a:lnTo>
                  <a:pt x="76199" y="457163"/>
                </a:lnTo>
                <a:lnTo>
                  <a:pt x="838199" y="457163"/>
                </a:lnTo>
                <a:lnTo>
                  <a:pt x="868039" y="450805"/>
                </a:lnTo>
                <a:lnTo>
                  <a:pt x="892180" y="434303"/>
                </a:lnTo>
                <a:lnTo>
                  <a:pt x="908700" y="410169"/>
                </a:lnTo>
                <a:lnTo>
                  <a:pt x="914399" y="380963"/>
                </a:lnTo>
                <a:lnTo>
                  <a:pt x="914399" y="76199"/>
                </a:lnTo>
                <a:lnTo>
                  <a:pt x="908700" y="46350"/>
                </a:lnTo>
                <a:lnTo>
                  <a:pt x="892180" y="22229"/>
                </a:lnTo>
                <a:lnTo>
                  <a:pt x="868039" y="5714"/>
                </a:lnTo>
                <a:lnTo>
                  <a:pt x="838199" y="0"/>
                </a:lnTo>
                <a:close/>
              </a:path>
            </a:pathLst>
          </a:custGeom>
          <a:solidFill>
            <a:srgbClr val="00AE5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22" name="object 86">
            <a:extLst>
              <a:ext uri="{FF2B5EF4-FFF2-40B4-BE49-F238E27FC236}">
                <a16:creationId xmlns:a16="http://schemas.microsoft.com/office/drawing/2014/main" id="{CCCB3CEE-B789-C3B3-12AA-7AB1CCB9BAB5}"/>
              </a:ext>
            </a:extLst>
          </p:cNvPr>
          <p:cNvSpPr>
            <a:spLocks/>
          </p:cNvSpPr>
          <p:nvPr/>
        </p:nvSpPr>
        <p:spPr bwMode="auto">
          <a:xfrm>
            <a:off x="10566400" y="4851400"/>
            <a:ext cx="1219200" cy="609600"/>
          </a:xfrm>
          <a:custGeom>
            <a:avLst/>
            <a:gdLst>
              <a:gd name="T0" fmla="*/ 0 w 914400"/>
              <a:gd name="T1" fmla="*/ 76199 h 457200"/>
              <a:gd name="T2" fmla="*/ 5730 w 914400"/>
              <a:gd name="T3" fmla="*/ 46350 h 457200"/>
              <a:gd name="T4" fmla="*/ 22219 w 914400"/>
              <a:gd name="T5" fmla="*/ 22229 h 457200"/>
              <a:gd name="T6" fmla="*/ 46360 w 914400"/>
              <a:gd name="T7" fmla="*/ 5714 h 457200"/>
              <a:gd name="T8" fmla="*/ 76199 w 914400"/>
              <a:gd name="T9" fmla="*/ 0 h 457200"/>
              <a:gd name="T10" fmla="*/ 838199 w 914400"/>
              <a:gd name="T11" fmla="*/ 0 h 457200"/>
              <a:gd name="T12" fmla="*/ 868039 w 914400"/>
              <a:gd name="T13" fmla="*/ 5714 h 457200"/>
              <a:gd name="T14" fmla="*/ 892180 w 914400"/>
              <a:gd name="T15" fmla="*/ 22229 h 457200"/>
              <a:gd name="T16" fmla="*/ 908700 w 914400"/>
              <a:gd name="T17" fmla="*/ 46350 h 457200"/>
              <a:gd name="T18" fmla="*/ 914399 w 914400"/>
              <a:gd name="T19" fmla="*/ 76199 h 457200"/>
              <a:gd name="T20" fmla="*/ 914399 w 914400"/>
              <a:gd name="T21" fmla="*/ 380963 h 457200"/>
              <a:gd name="T22" fmla="*/ 908700 w 914400"/>
              <a:gd name="T23" fmla="*/ 410169 h 457200"/>
              <a:gd name="T24" fmla="*/ 892180 w 914400"/>
              <a:gd name="T25" fmla="*/ 434303 h 457200"/>
              <a:gd name="T26" fmla="*/ 868039 w 914400"/>
              <a:gd name="T27" fmla="*/ 450805 h 457200"/>
              <a:gd name="T28" fmla="*/ 838199 w 914400"/>
              <a:gd name="T29" fmla="*/ 457163 h 457200"/>
              <a:gd name="T30" fmla="*/ 76199 w 914400"/>
              <a:gd name="T31" fmla="*/ 457163 h 457200"/>
              <a:gd name="T32" fmla="*/ 46360 w 914400"/>
              <a:gd name="T33" fmla="*/ 450805 h 457200"/>
              <a:gd name="T34" fmla="*/ 22219 w 914400"/>
              <a:gd name="T35" fmla="*/ 434303 h 457200"/>
              <a:gd name="T36" fmla="*/ 5730 w 914400"/>
              <a:gd name="T37" fmla="*/ 410169 h 457200"/>
              <a:gd name="T38" fmla="*/ 0 w 914400"/>
              <a:gd name="T39" fmla="*/ 380963 h 457200"/>
              <a:gd name="T40" fmla="*/ 0 w 9144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14400" h="457200">
                <a:moveTo>
                  <a:pt x="0" y="76199"/>
                </a:moveTo>
                <a:lnTo>
                  <a:pt x="5730" y="46350"/>
                </a:lnTo>
                <a:lnTo>
                  <a:pt x="22219" y="22229"/>
                </a:lnTo>
                <a:lnTo>
                  <a:pt x="46360" y="5714"/>
                </a:lnTo>
                <a:lnTo>
                  <a:pt x="76199" y="0"/>
                </a:lnTo>
                <a:lnTo>
                  <a:pt x="838199" y="0"/>
                </a:lnTo>
                <a:lnTo>
                  <a:pt x="868039" y="5714"/>
                </a:lnTo>
                <a:lnTo>
                  <a:pt x="892180" y="22229"/>
                </a:lnTo>
                <a:lnTo>
                  <a:pt x="908700" y="46350"/>
                </a:lnTo>
                <a:lnTo>
                  <a:pt x="914399" y="76199"/>
                </a:lnTo>
                <a:lnTo>
                  <a:pt x="914399" y="380963"/>
                </a:lnTo>
                <a:lnTo>
                  <a:pt x="908700" y="410169"/>
                </a:lnTo>
                <a:lnTo>
                  <a:pt x="892180" y="434303"/>
                </a:lnTo>
                <a:lnTo>
                  <a:pt x="868039" y="450805"/>
                </a:lnTo>
                <a:lnTo>
                  <a:pt x="838199" y="457163"/>
                </a:lnTo>
                <a:lnTo>
                  <a:pt x="76199" y="457163"/>
                </a:lnTo>
                <a:lnTo>
                  <a:pt x="46360" y="450805"/>
                </a:lnTo>
                <a:lnTo>
                  <a:pt x="22219" y="434303"/>
                </a:lnTo>
                <a:lnTo>
                  <a:pt x="5730" y="410169"/>
                </a:lnTo>
                <a:lnTo>
                  <a:pt x="0" y="380963"/>
                </a:lnTo>
                <a:lnTo>
                  <a:pt x="0" y="76199"/>
                </a:lnTo>
                <a:close/>
              </a:path>
            </a:pathLst>
          </a:custGeom>
          <a:noFill/>
          <a:ln w="25399">
            <a:solidFill>
              <a:srgbClr val="00AE5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23" name="object 87">
            <a:extLst>
              <a:ext uri="{FF2B5EF4-FFF2-40B4-BE49-F238E27FC236}">
                <a16:creationId xmlns:a16="http://schemas.microsoft.com/office/drawing/2014/main" id="{9E678DD8-A7A1-0D94-FC94-3D9588D702EA}"/>
              </a:ext>
            </a:extLst>
          </p:cNvPr>
          <p:cNvSpPr>
            <a:spLocks noChangeArrowheads="1"/>
          </p:cNvSpPr>
          <p:nvPr/>
        </p:nvSpPr>
        <p:spPr bwMode="auto">
          <a:xfrm>
            <a:off x="10780184" y="4006851"/>
            <a:ext cx="878416" cy="488949"/>
          </a:xfrm>
          <a:prstGeom prst="rect">
            <a:avLst/>
          </a:pr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24" name="object 88">
            <a:extLst>
              <a:ext uri="{FF2B5EF4-FFF2-40B4-BE49-F238E27FC236}">
                <a16:creationId xmlns:a16="http://schemas.microsoft.com/office/drawing/2014/main" id="{13F73D31-9700-8973-BD35-6895702B107F}"/>
              </a:ext>
            </a:extLst>
          </p:cNvPr>
          <p:cNvSpPr>
            <a:spLocks/>
          </p:cNvSpPr>
          <p:nvPr/>
        </p:nvSpPr>
        <p:spPr bwMode="auto">
          <a:xfrm>
            <a:off x="10792885" y="4087284"/>
            <a:ext cx="867833" cy="389467"/>
          </a:xfrm>
          <a:custGeom>
            <a:avLst/>
            <a:gdLst>
              <a:gd name="T0" fmla="*/ 385978 w 650875"/>
              <a:gd name="T1" fmla="*/ 104770 h 292735"/>
              <a:gd name="T2" fmla="*/ 7747 w 650875"/>
              <a:gd name="T3" fmla="*/ 70547 h 292735"/>
              <a:gd name="T4" fmla="*/ 76383 w 650875"/>
              <a:gd name="T5" fmla="*/ 229653 h 292735"/>
              <a:gd name="T6" fmla="*/ 113326 w 650875"/>
              <a:gd name="T7" fmla="*/ 192129 h 292735"/>
              <a:gd name="T8" fmla="*/ 102481 w 650875"/>
              <a:gd name="T9" fmla="*/ 46230 h 292735"/>
              <a:gd name="T10" fmla="*/ 124065 w 650875"/>
              <a:gd name="T11" fmla="*/ 6605 h 292735"/>
              <a:gd name="T12" fmla="*/ 337299 w 650875"/>
              <a:gd name="T13" fmla="*/ 103568 h 292735"/>
              <a:gd name="T14" fmla="*/ 251634 w 650875"/>
              <a:gd name="T15" fmla="*/ 152802 h 292735"/>
              <a:gd name="T16" fmla="*/ 292341 w 650875"/>
              <a:gd name="T17" fmla="*/ 232356 h 292735"/>
              <a:gd name="T18" fmla="*/ 385183 w 650875"/>
              <a:gd name="T19" fmla="*/ 196633 h 292735"/>
              <a:gd name="T20" fmla="*/ 293347 w 650875"/>
              <a:gd name="T21" fmla="*/ 171114 h 292735"/>
              <a:gd name="T22" fmla="*/ 383523 w 650875"/>
              <a:gd name="T23" fmla="*/ 94863 h 292735"/>
              <a:gd name="T24" fmla="*/ 461871 w 650875"/>
              <a:gd name="T25" fmla="*/ 231153 h 292735"/>
              <a:gd name="T26" fmla="*/ 178041 w 650875"/>
              <a:gd name="T27" fmla="*/ 108072 h 292735"/>
              <a:gd name="T28" fmla="*/ 228455 w 650875"/>
              <a:gd name="T29" fmla="*/ 115577 h 292735"/>
              <a:gd name="T30" fmla="*/ 385183 w 650875"/>
              <a:gd name="T31" fmla="*/ 210444 h 292735"/>
              <a:gd name="T32" fmla="*/ 385183 w 650875"/>
              <a:gd name="T33" fmla="*/ 63341 h 292735"/>
              <a:gd name="T34" fmla="*/ 501199 w 650875"/>
              <a:gd name="T35" fmla="*/ 219746 h 292735"/>
              <a:gd name="T36" fmla="*/ 443339 w 650875"/>
              <a:gd name="T37" fmla="*/ 193330 h 292735"/>
              <a:gd name="T38" fmla="*/ 440169 w 650875"/>
              <a:gd name="T39" fmla="*/ 102368 h 292735"/>
              <a:gd name="T40" fmla="*/ 516505 w 650875"/>
              <a:gd name="T41" fmla="*/ 80454 h 292735"/>
              <a:gd name="T42" fmla="*/ 524786 w 650875"/>
              <a:gd name="T43" fmla="*/ 96664 h 292735"/>
              <a:gd name="T44" fmla="*/ 530114 w 650875"/>
              <a:gd name="T45" fmla="*/ 171114 h 292735"/>
              <a:gd name="T46" fmla="*/ 567667 w 650875"/>
              <a:gd name="T47" fmla="*/ 111073 h 292735"/>
              <a:gd name="T48" fmla="*/ 650726 w 650875"/>
              <a:gd name="T49" fmla="*/ 101467 h 292735"/>
              <a:gd name="T50" fmla="*/ 601073 w 650875"/>
              <a:gd name="T51" fmla="*/ 102068 h 292735"/>
              <a:gd name="T52" fmla="*/ 613387 w 650875"/>
              <a:gd name="T53" fmla="*/ 119780 h 292735"/>
              <a:gd name="T54" fmla="*/ 650726 w 650875"/>
              <a:gd name="T55" fmla="*/ 101467 h 292735"/>
              <a:gd name="T56" fmla="*/ 277467 w 650875"/>
              <a:gd name="T57" fmla="*/ 106570 h 292735"/>
              <a:gd name="T58" fmla="*/ 176395 w 650875"/>
              <a:gd name="T59" fmla="*/ 71208 h 292735"/>
              <a:gd name="T60" fmla="*/ 532081 w 650875"/>
              <a:gd name="T61" fmla="*/ 157605 h 292735"/>
              <a:gd name="T62" fmla="*/ 520819 w 650875"/>
              <a:gd name="T63" fmla="*/ 88312 h 292735"/>
              <a:gd name="T64" fmla="*/ 328399 w 650875"/>
              <a:gd name="T65" fmla="*/ 193628 h 292735"/>
              <a:gd name="T66" fmla="*/ 452727 w 650875"/>
              <a:gd name="T67" fmla="*/ 98466 h 292735"/>
              <a:gd name="T68" fmla="*/ 484683 w 650875"/>
              <a:gd name="T69" fmla="*/ 147999 h 292735"/>
              <a:gd name="T70" fmla="*/ 90899 w 650875"/>
              <a:gd name="T71" fmla="*/ 108072 h 292735"/>
              <a:gd name="T72" fmla="*/ 176395 w 650875"/>
              <a:gd name="T73" fmla="*/ 192129 h 292735"/>
              <a:gd name="T74" fmla="*/ 269207 w 650875"/>
              <a:gd name="T75" fmla="*/ 110474 h 292735"/>
              <a:gd name="T76" fmla="*/ 270609 w 650875"/>
              <a:gd name="T77" fmla="*/ 63642 h 292735"/>
              <a:gd name="T78" fmla="*/ 276827 w 650875"/>
              <a:gd name="T79" fmla="*/ 100268 h 292735"/>
              <a:gd name="T80" fmla="*/ 276827 w 650875"/>
              <a:gd name="T81" fmla="*/ 100268 h 292735"/>
              <a:gd name="T82" fmla="*/ 293629 w 650875"/>
              <a:gd name="T83" fmla="*/ 59740 h 292735"/>
              <a:gd name="T84" fmla="*/ 291701 w 650875"/>
              <a:gd name="T85" fmla="*/ 96063 h 292735"/>
              <a:gd name="T86" fmla="*/ 306266 w 650875"/>
              <a:gd name="T87" fmla="*/ 58538 h 292735"/>
              <a:gd name="T88" fmla="*/ 232265 w 650875"/>
              <a:gd name="T89" fmla="*/ 78952 h 292735"/>
              <a:gd name="T90" fmla="*/ 263111 w 650875"/>
              <a:gd name="T91" fmla="*/ 65443 h 292735"/>
              <a:gd name="T92" fmla="*/ 588046 w 650875"/>
              <a:gd name="T93" fmla="*/ 66043 h 292735"/>
              <a:gd name="T94" fmla="*/ 638903 w 650875"/>
              <a:gd name="T95" fmla="*/ 65143 h 292735"/>
              <a:gd name="T96" fmla="*/ 442123 w 650875"/>
              <a:gd name="T97" fmla="*/ 72047 h 292735"/>
              <a:gd name="T98" fmla="*/ 476826 w 650875"/>
              <a:gd name="T99" fmla="*/ 58839 h 292735"/>
              <a:gd name="T100" fmla="*/ 149207 w 650875"/>
              <a:gd name="T101" fmla="*/ 57638 h 292735"/>
              <a:gd name="T102" fmla="*/ 176395 w 650875"/>
              <a:gd name="T103" fmla="*/ 75951 h 292735"/>
              <a:gd name="T104" fmla="*/ 177279 w 650875"/>
              <a:gd name="T105" fmla="*/ 75951 h 29273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50875" h="292735">
                <a:moveTo>
                  <a:pt x="385183" y="103118"/>
                </a:moveTo>
                <a:lnTo>
                  <a:pt x="385183" y="292607"/>
                </a:lnTo>
                <a:lnTo>
                  <a:pt x="432031" y="292607"/>
                </a:lnTo>
                <a:lnTo>
                  <a:pt x="432031" y="231343"/>
                </a:lnTo>
                <a:lnTo>
                  <a:pt x="386707" y="231343"/>
                </a:lnTo>
                <a:lnTo>
                  <a:pt x="385978" y="106375"/>
                </a:lnTo>
                <a:lnTo>
                  <a:pt x="385183" y="103118"/>
                </a:lnTo>
                <a:close/>
              </a:path>
              <a:path w="650875" h="292735">
                <a:moveTo>
                  <a:pt x="110029" y="6095"/>
                </a:moveTo>
                <a:lnTo>
                  <a:pt x="91717" y="6095"/>
                </a:lnTo>
                <a:lnTo>
                  <a:pt x="78836" y="7924"/>
                </a:lnTo>
                <a:lnTo>
                  <a:pt x="33928" y="31394"/>
                </a:lnTo>
                <a:lnTo>
                  <a:pt x="7747" y="71627"/>
                </a:lnTo>
                <a:lnTo>
                  <a:pt x="441" y="111861"/>
                </a:lnTo>
                <a:lnTo>
                  <a:pt x="0" y="128320"/>
                </a:lnTo>
                <a:lnTo>
                  <a:pt x="1055" y="142036"/>
                </a:lnTo>
                <a:lnTo>
                  <a:pt x="10959" y="178917"/>
                </a:lnTo>
                <a:lnTo>
                  <a:pt x="32354" y="210616"/>
                </a:lnTo>
                <a:lnTo>
                  <a:pt x="76383" y="233171"/>
                </a:lnTo>
                <a:lnTo>
                  <a:pt x="104922" y="235915"/>
                </a:lnTo>
                <a:lnTo>
                  <a:pt x="114885" y="235305"/>
                </a:lnTo>
                <a:lnTo>
                  <a:pt x="155661" y="227075"/>
                </a:lnTo>
                <a:lnTo>
                  <a:pt x="176395" y="219486"/>
                </a:lnTo>
                <a:lnTo>
                  <a:pt x="176395" y="195071"/>
                </a:lnTo>
                <a:lnTo>
                  <a:pt x="113326" y="195071"/>
                </a:lnTo>
                <a:lnTo>
                  <a:pt x="100070" y="193547"/>
                </a:lnTo>
                <a:lnTo>
                  <a:pt x="61448" y="166115"/>
                </a:lnTo>
                <a:lnTo>
                  <a:pt x="51779" y="111556"/>
                </a:lnTo>
                <a:lnTo>
                  <a:pt x="53297" y="98755"/>
                </a:lnTo>
                <a:lnTo>
                  <a:pt x="74135" y="58826"/>
                </a:lnTo>
                <a:lnTo>
                  <a:pt x="102481" y="46939"/>
                </a:lnTo>
                <a:lnTo>
                  <a:pt x="171741" y="46939"/>
                </a:lnTo>
                <a:lnTo>
                  <a:pt x="166762" y="19811"/>
                </a:lnTo>
                <a:lnTo>
                  <a:pt x="155260" y="14630"/>
                </a:lnTo>
                <a:lnTo>
                  <a:pt x="143287" y="10363"/>
                </a:lnTo>
                <a:lnTo>
                  <a:pt x="134820" y="8229"/>
                </a:lnTo>
                <a:lnTo>
                  <a:pt x="124065" y="6705"/>
                </a:lnTo>
                <a:lnTo>
                  <a:pt x="110029" y="6095"/>
                </a:lnTo>
                <a:close/>
              </a:path>
              <a:path w="650875" h="292735">
                <a:moveTo>
                  <a:pt x="383523" y="96316"/>
                </a:moveTo>
                <a:lnTo>
                  <a:pt x="307072" y="96316"/>
                </a:lnTo>
                <a:lnTo>
                  <a:pt x="321044" y="97840"/>
                </a:lnTo>
                <a:lnTo>
                  <a:pt x="331203" y="101498"/>
                </a:lnTo>
                <a:lnTo>
                  <a:pt x="337299" y="105155"/>
                </a:lnTo>
                <a:lnTo>
                  <a:pt x="340347" y="111251"/>
                </a:lnTo>
                <a:lnTo>
                  <a:pt x="340347" y="120700"/>
                </a:lnTo>
                <a:lnTo>
                  <a:pt x="332208" y="122224"/>
                </a:lnTo>
                <a:lnTo>
                  <a:pt x="320985" y="123443"/>
                </a:lnTo>
                <a:lnTo>
                  <a:pt x="293059" y="127406"/>
                </a:lnTo>
                <a:lnTo>
                  <a:pt x="251634" y="155143"/>
                </a:lnTo>
                <a:lnTo>
                  <a:pt x="246838" y="193852"/>
                </a:lnTo>
                <a:lnTo>
                  <a:pt x="250172" y="204825"/>
                </a:lnTo>
                <a:lnTo>
                  <a:pt x="256847" y="216103"/>
                </a:lnTo>
                <a:lnTo>
                  <a:pt x="267721" y="228599"/>
                </a:lnTo>
                <a:lnTo>
                  <a:pt x="279190" y="234086"/>
                </a:lnTo>
                <a:lnTo>
                  <a:pt x="292341" y="235915"/>
                </a:lnTo>
                <a:lnTo>
                  <a:pt x="299443" y="235915"/>
                </a:lnTo>
                <a:lnTo>
                  <a:pt x="333977" y="219455"/>
                </a:lnTo>
                <a:lnTo>
                  <a:pt x="336903" y="216712"/>
                </a:lnTo>
                <a:lnTo>
                  <a:pt x="340073" y="213664"/>
                </a:lnTo>
                <a:lnTo>
                  <a:pt x="385183" y="213664"/>
                </a:lnTo>
                <a:lnTo>
                  <a:pt x="385183" y="199643"/>
                </a:lnTo>
                <a:lnTo>
                  <a:pt x="308465" y="199643"/>
                </a:lnTo>
                <a:lnTo>
                  <a:pt x="302887" y="198119"/>
                </a:lnTo>
                <a:lnTo>
                  <a:pt x="299077" y="195376"/>
                </a:lnTo>
                <a:lnTo>
                  <a:pt x="295267" y="192328"/>
                </a:lnTo>
                <a:lnTo>
                  <a:pt x="293347" y="186842"/>
                </a:lnTo>
                <a:lnTo>
                  <a:pt x="293347" y="173735"/>
                </a:lnTo>
                <a:lnTo>
                  <a:pt x="325747" y="154838"/>
                </a:lnTo>
                <a:lnTo>
                  <a:pt x="332209" y="153923"/>
                </a:lnTo>
                <a:lnTo>
                  <a:pt x="340073" y="153009"/>
                </a:lnTo>
                <a:lnTo>
                  <a:pt x="385183" y="153009"/>
                </a:lnTo>
                <a:lnTo>
                  <a:pt x="385160" y="103022"/>
                </a:lnTo>
                <a:lnTo>
                  <a:pt x="383523" y="96316"/>
                </a:lnTo>
                <a:close/>
              </a:path>
              <a:path w="650875" h="292735">
                <a:moveTo>
                  <a:pt x="501199" y="223113"/>
                </a:moveTo>
                <a:lnTo>
                  <a:pt x="432031" y="223113"/>
                </a:lnTo>
                <a:lnTo>
                  <a:pt x="438371" y="227075"/>
                </a:lnTo>
                <a:lnTo>
                  <a:pt x="444223" y="230123"/>
                </a:lnTo>
                <a:lnTo>
                  <a:pt x="455287" y="233781"/>
                </a:lnTo>
                <a:lnTo>
                  <a:pt x="461871" y="234695"/>
                </a:lnTo>
                <a:lnTo>
                  <a:pt x="472784" y="234695"/>
                </a:lnTo>
                <a:lnTo>
                  <a:pt x="484616" y="232562"/>
                </a:lnTo>
                <a:lnTo>
                  <a:pt x="495737" y="227380"/>
                </a:lnTo>
                <a:lnTo>
                  <a:pt x="501199" y="223113"/>
                </a:lnTo>
                <a:close/>
              </a:path>
              <a:path w="650875" h="292735">
                <a:moveTo>
                  <a:pt x="277467" y="109727"/>
                </a:moveTo>
                <a:lnTo>
                  <a:pt x="178041" y="109727"/>
                </a:lnTo>
                <a:lnTo>
                  <a:pt x="178041" y="218846"/>
                </a:lnTo>
                <a:lnTo>
                  <a:pt x="176395" y="219486"/>
                </a:lnTo>
                <a:lnTo>
                  <a:pt x="176395" y="231343"/>
                </a:lnTo>
                <a:lnTo>
                  <a:pt x="223243" y="231343"/>
                </a:lnTo>
                <a:lnTo>
                  <a:pt x="223243" y="119481"/>
                </a:lnTo>
                <a:lnTo>
                  <a:pt x="228455" y="117347"/>
                </a:lnTo>
                <a:lnTo>
                  <a:pt x="239001" y="113690"/>
                </a:lnTo>
                <a:lnTo>
                  <a:pt x="244457" y="112166"/>
                </a:lnTo>
                <a:lnTo>
                  <a:pt x="249669" y="111251"/>
                </a:lnTo>
                <a:lnTo>
                  <a:pt x="277467" y="111251"/>
                </a:lnTo>
                <a:lnTo>
                  <a:pt x="277467" y="109727"/>
                </a:lnTo>
                <a:close/>
              </a:path>
              <a:path w="650875" h="292735">
                <a:moveTo>
                  <a:pt x="385183" y="213664"/>
                </a:moveTo>
                <a:lnTo>
                  <a:pt x="340073" y="213664"/>
                </a:lnTo>
                <a:lnTo>
                  <a:pt x="340073" y="231343"/>
                </a:lnTo>
                <a:lnTo>
                  <a:pt x="385183" y="231343"/>
                </a:lnTo>
                <a:lnTo>
                  <a:pt x="385183" y="213664"/>
                </a:lnTo>
                <a:close/>
              </a:path>
              <a:path w="650875" h="292735">
                <a:moveTo>
                  <a:pt x="432031" y="64312"/>
                </a:moveTo>
                <a:lnTo>
                  <a:pt x="385183" y="64312"/>
                </a:lnTo>
                <a:lnTo>
                  <a:pt x="385183" y="103118"/>
                </a:lnTo>
                <a:lnTo>
                  <a:pt x="385978" y="106375"/>
                </a:lnTo>
                <a:lnTo>
                  <a:pt x="386707" y="231343"/>
                </a:lnTo>
                <a:lnTo>
                  <a:pt x="432031" y="231343"/>
                </a:lnTo>
                <a:lnTo>
                  <a:pt x="432031" y="223113"/>
                </a:lnTo>
                <a:lnTo>
                  <a:pt x="501199" y="223113"/>
                </a:lnTo>
                <a:lnTo>
                  <a:pt x="506270" y="219151"/>
                </a:lnTo>
                <a:lnTo>
                  <a:pt x="516340" y="207568"/>
                </a:lnTo>
                <a:lnTo>
                  <a:pt x="520819" y="199704"/>
                </a:lnTo>
                <a:lnTo>
                  <a:pt x="520819" y="196595"/>
                </a:lnTo>
                <a:lnTo>
                  <a:pt x="446905" y="196595"/>
                </a:lnTo>
                <a:lnTo>
                  <a:pt x="443339" y="196291"/>
                </a:lnTo>
                <a:lnTo>
                  <a:pt x="437365" y="195071"/>
                </a:lnTo>
                <a:lnTo>
                  <a:pt x="434561" y="194462"/>
                </a:lnTo>
                <a:lnTo>
                  <a:pt x="432031" y="193243"/>
                </a:lnTo>
                <a:lnTo>
                  <a:pt x="432031" y="109118"/>
                </a:lnTo>
                <a:lnTo>
                  <a:pt x="436085" y="106070"/>
                </a:lnTo>
                <a:lnTo>
                  <a:pt x="440169" y="103936"/>
                </a:lnTo>
                <a:lnTo>
                  <a:pt x="448551" y="100888"/>
                </a:lnTo>
                <a:lnTo>
                  <a:pt x="452727" y="99974"/>
                </a:lnTo>
                <a:lnTo>
                  <a:pt x="520819" y="99974"/>
                </a:lnTo>
                <a:lnTo>
                  <a:pt x="520819" y="89664"/>
                </a:lnTo>
                <a:lnTo>
                  <a:pt x="519369" y="86563"/>
                </a:lnTo>
                <a:lnTo>
                  <a:pt x="516505" y="81686"/>
                </a:lnTo>
                <a:lnTo>
                  <a:pt x="432031" y="81686"/>
                </a:lnTo>
                <a:lnTo>
                  <a:pt x="432031" y="64312"/>
                </a:lnTo>
                <a:close/>
              </a:path>
              <a:path w="650875" h="292735">
                <a:moveTo>
                  <a:pt x="567667" y="0"/>
                </a:moveTo>
                <a:lnTo>
                  <a:pt x="520819" y="0"/>
                </a:lnTo>
                <a:lnTo>
                  <a:pt x="520819" y="89664"/>
                </a:lnTo>
                <a:lnTo>
                  <a:pt x="524786" y="98145"/>
                </a:lnTo>
                <a:lnTo>
                  <a:pt x="528646" y="110032"/>
                </a:lnTo>
                <a:lnTo>
                  <a:pt x="531132" y="121919"/>
                </a:lnTo>
                <a:lnTo>
                  <a:pt x="532430" y="134721"/>
                </a:lnTo>
                <a:lnTo>
                  <a:pt x="532737" y="145694"/>
                </a:lnTo>
                <a:lnTo>
                  <a:pt x="532081" y="160019"/>
                </a:lnTo>
                <a:lnTo>
                  <a:pt x="530114" y="173735"/>
                </a:lnTo>
                <a:lnTo>
                  <a:pt x="526834" y="185927"/>
                </a:lnTo>
                <a:lnTo>
                  <a:pt x="522243" y="197205"/>
                </a:lnTo>
                <a:lnTo>
                  <a:pt x="520819" y="199704"/>
                </a:lnTo>
                <a:lnTo>
                  <a:pt x="520819" y="231343"/>
                </a:lnTo>
                <a:lnTo>
                  <a:pt x="567667" y="231343"/>
                </a:lnTo>
                <a:lnTo>
                  <a:pt x="567667" y="112775"/>
                </a:lnTo>
                <a:lnTo>
                  <a:pt x="572239" y="109423"/>
                </a:lnTo>
                <a:lnTo>
                  <a:pt x="576445" y="106984"/>
                </a:lnTo>
                <a:lnTo>
                  <a:pt x="580377" y="105155"/>
                </a:lnTo>
                <a:lnTo>
                  <a:pt x="584309" y="103631"/>
                </a:lnTo>
                <a:lnTo>
                  <a:pt x="588119" y="103022"/>
                </a:lnTo>
                <a:lnTo>
                  <a:pt x="650726" y="103022"/>
                </a:lnTo>
                <a:lnTo>
                  <a:pt x="650726" y="82600"/>
                </a:lnTo>
                <a:lnTo>
                  <a:pt x="567667" y="82600"/>
                </a:lnTo>
                <a:lnTo>
                  <a:pt x="567667" y="0"/>
                </a:lnTo>
                <a:close/>
              </a:path>
              <a:path w="650875" h="292735">
                <a:moveTo>
                  <a:pt x="650726" y="103022"/>
                </a:moveTo>
                <a:lnTo>
                  <a:pt x="597019" y="103022"/>
                </a:lnTo>
                <a:lnTo>
                  <a:pt x="601073" y="103631"/>
                </a:lnTo>
                <a:lnTo>
                  <a:pt x="604121" y="105460"/>
                </a:lnTo>
                <a:lnTo>
                  <a:pt x="607169" y="106984"/>
                </a:lnTo>
                <a:lnTo>
                  <a:pt x="609577" y="109727"/>
                </a:lnTo>
                <a:lnTo>
                  <a:pt x="611101" y="113690"/>
                </a:lnTo>
                <a:lnTo>
                  <a:pt x="612503" y="116738"/>
                </a:lnTo>
                <a:lnTo>
                  <a:pt x="613387" y="121615"/>
                </a:lnTo>
                <a:lnTo>
                  <a:pt x="613905" y="128320"/>
                </a:lnTo>
                <a:lnTo>
                  <a:pt x="614393" y="135026"/>
                </a:lnTo>
                <a:lnTo>
                  <a:pt x="614667" y="141731"/>
                </a:lnTo>
                <a:lnTo>
                  <a:pt x="614667" y="231343"/>
                </a:lnTo>
                <a:lnTo>
                  <a:pt x="650726" y="231343"/>
                </a:lnTo>
                <a:lnTo>
                  <a:pt x="650726" y="103022"/>
                </a:lnTo>
                <a:close/>
              </a:path>
              <a:path w="650875" h="292735">
                <a:moveTo>
                  <a:pt x="176395" y="72298"/>
                </a:moveTo>
                <a:lnTo>
                  <a:pt x="176395" y="219486"/>
                </a:lnTo>
                <a:lnTo>
                  <a:pt x="178041" y="218846"/>
                </a:lnTo>
                <a:lnTo>
                  <a:pt x="178041" y="109727"/>
                </a:lnTo>
                <a:lnTo>
                  <a:pt x="277467" y="109727"/>
                </a:lnTo>
                <a:lnTo>
                  <a:pt x="277467" y="108203"/>
                </a:lnTo>
                <a:lnTo>
                  <a:pt x="258539" y="108203"/>
                </a:lnTo>
                <a:lnTo>
                  <a:pt x="258539" y="88391"/>
                </a:lnTo>
                <a:lnTo>
                  <a:pt x="223243" y="88391"/>
                </a:lnTo>
                <a:lnTo>
                  <a:pt x="223243" y="77114"/>
                </a:lnTo>
                <a:lnTo>
                  <a:pt x="177279" y="77114"/>
                </a:lnTo>
                <a:lnTo>
                  <a:pt x="176395" y="72298"/>
                </a:lnTo>
                <a:close/>
              </a:path>
              <a:path w="650875" h="292735">
                <a:moveTo>
                  <a:pt x="520819" y="89664"/>
                </a:moveTo>
                <a:lnTo>
                  <a:pt x="520819" y="199704"/>
                </a:lnTo>
                <a:lnTo>
                  <a:pt x="522243" y="197205"/>
                </a:lnTo>
                <a:lnTo>
                  <a:pt x="526834" y="185927"/>
                </a:lnTo>
                <a:lnTo>
                  <a:pt x="530114" y="173735"/>
                </a:lnTo>
                <a:lnTo>
                  <a:pt x="532081" y="160019"/>
                </a:lnTo>
                <a:lnTo>
                  <a:pt x="532737" y="145694"/>
                </a:lnTo>
                <a:lnTo>
                  <a:pt x="532430" y="134721"/>
                </a:lnTo>
                <a:lnTo>
                  <a:pt x="531132" y="121919"/>
                </a:lnTo>
                <a:lnTo>
                  <a:pt x="528646" y="110032"/>
                </a:lnTo>
                <a:lnTo>
                  <a:pt x="524786" y="98145"/>
                </a:lnTo>
                <a:lnTo>
                  <a:pt x="520819" y="89664"/>
                </a:lnTo>
                <a:close/>
              </a:path>
              <a:path w="650875" h="292735">
                <a:moveTo>
                  <a:pt x="385183" y="153009"/>
                </a:moveTo>
                <a:lnTo>
                  <a:pt x="340073" y="153009"/>
                </a:lnTo>
                <a:lnTo>
                  <a:pt x="340073" y="187756"/>
                </a:lnTo>
                <a:lnTo>
                  <a:pt x="336659" y="191414"/>
                </a:lnTo>
                <a:lnTo>
                  <a:pt x="332727" y="194462"/>
                </a:lnTo>
                <a:lnTo>
                  <a:pt x="328399" y="196595"/>
                </a:lnTo>
                <a:lnTo>
                  <a:pt x="324223" y="198729"/>
                </a:lnTo>
                <a:lnTo>
                  <a:pt x="320017" y="199643"/>
                </a:lnTo>
                <a:lnTo>
                  <a:pt x="385183" y="199643"/>
                </a:lnTo>
                <a:lnTo>
                  <a:pt x="385183" y="153009"/>
                </a:lnTo>
                <a:close/>
              </a:path>
              <a:path w="650875" h="292735">
                <a:moveTo>
                  <a:pt x="520819" y="99974"/>
                </a:moveTo>
                <a:lnTo>
                  <a:pt x="452727" y="99974"/>
                </a:lnTo>
                <a:lnTo>
                  <a:pt x="461721" y="100583"/>
                </a:lnTo>
                <a:lnTo>
                  <a:pt x="471788" y="105460"/>
                </a:lnTo>
                <a:lnTo>
                  <a:pt x="481372" y="118871"/>
                </a:lnTo>
                <a:lnTo>
                  <a:pt x="483886" y="131063"/>
                </a:lnTo>
                <a:lnTo>
                  <a:pt x="484731" y="146608"/>
                </a:lnTo>
                <a:lnTo>
                  <a:pt x="484683" y="150266"/>
                </a:lnTo>
                <a:lnTo>
                  <a:pt x="464542" y="193852"/>
                </a:lnTo>
                <a:lnTo>
                  <a:pt x="450959" y="196595"/>
                </a:lnTo>
                <a:lnTo>
                  <a:pt x="520819" y="196595"/>
                </a:lnTo>
                <a:lnTo>
                  <a:pt x="520819" y="99974"/>
                </a:lnTo>
                <a:close/>
              </a:path>
              <a:path w="650875" h="292735">
                <a:moveTo>
                  <a:pt x="176395" y="109727"/>
                </a:moveTo>
                <a:lnTo>
                  <a:pt x="90899" y="109727"/>
                </a:lnTo>
                <a:lnTo>
                  <a:pt x="90899" y="151180"/>
                </a:lnTo>
                <a:lnTo>
                  <a:pt x="129639" y="151180"/>
                </a:lnTo>
                <a:lnTo>
                  <a:pt x="129639" y="194767"/>
                </a:lnTo>
                <a:lnTo>
                  <a:pt x="127871" y="194767"/>
                </a:lnTo>
                <a:lnTo>
                  <a:pt x="125707" y="195071"/>
                </a:lnTo>
                <a:lnTo>
                  <a:pt x="176395" y="195071"/>
                </a:lnTo>
                <a:lnTo>
                  <a:pt x="176395" y="109727"/>
                </a:lnTo>
                <a:close/>
              </a:path>
              <a:path w="650875" h="292735">
                <a:moveTo>
                  <a:pt x="277467" y="111251"/>
                </a:moveTo>
                <a:lnTo>
                  <a:pt x="258691" y="111251"/>
                </a:lnTo>
                <a:lnTo>
                  <a:pt x="262349" y="111556"/>
                </a:lnTo>
                <a:lnTo>
                  <a:pt x="265793" y="112166"/>
                </a:lnTo>
                <a:lnTo>
                  <a:pt x="269207" y="112166"/>
                </a:lnTo>
                <a:lnTo>
                  <a:pt x="271767" y="112775"/>
                </a:lnTo>
                <a:lnTo>
                  <a:pt x="273535" y="113690"/>
                </a:lnTo>
                <a:lnTo>
                  <a:pt x="277467" y="113690"/>
                </a:lnTo>
                <a:lnTo>
                  <a:pt x="277467" y="111251"/>
                </a:lnTo>
                <a:close/>
              </a:path>
              <a:path w="650875" h="292735">
                <a:moveTo>
                  <a:pt x="274265" y="63869"/>
                </a:moveTo>
                <a:lnTo>
                  <a:pt x="270609" y="64617"/>
                </a:lnTo>
                <a:lnTo>
                  <a:pt x="263111" y="66446"/>
                </a:lnTo>
                <a:lnTo>
                  <a:pt x="258539" y="67970"/>
                </a:lnTo>
                <a:lnTo>
                  <a:pt x="258539" y="108203"/>
                </a:lnTo>
                <a:lnTo>
                  <a:pt x="262623" y="108203"/>
                </a:lnTo>
                <a:lnTo>
                  <a:pt x="269603" y="104546"/>
                </a:lnTo>
                <a:lnTo>
                  <a:pt x="276827" y="101803"/>
                </a:lnTo>
                <a:lnTo>
                  <a:pt x="277467" y="101618"/>
                </a:lnTo>
                <a:lnTo>
                  <a:pt x="277467" y="64312"/>
                </a:lnTo>
                <a:lnTo>
                  <a:pt x="275943" y="64007"/>
                </a:lnTo>
                <a:lnTo>
                  <a:pt x="274265" y="63869"/>
                </a:lnTo>
                <a:close/>
              </a:path>
              <a:path w="650875" h="292735">
                <a:moveTo>
                  <a:pt x="277467" y="101618"/>
                </a:moveTo>
                <a:lnTo>
                  <a:pt x="276827" y="101803"/>
                </a:lnTo>
                <a:lnTo>
                  <a:pt x="269603" y="104546"/>
                </a:lnTo>
                <a:lnTo>
                  <a:pt x="262623" y="108203"/>
                </a:lnTo>
                <a:lnTo>
                  <a:pt x="277467" y="108203"/>
                </a:lnTo>
                <a:lnTo>
                  <a:pt x="277467" y="101618"/>
                </a:lnTo>
                <a:close/>
              </a:path>
              <a:path w="650875" h="292735">
                <a:moveTo>
                  <a:pt x="306266" y="59435"/>
                </a:moveTo>
                <a:lnTo>
                  <a:pt x="293629" y="60655"/>
                </a:lnTo>
                <a:lnTo>
                  <a:pt x="281033" y="62483"/>
                </a:lnTo>
                <a:lnTo>
                  <a:pt x="274265" y="63869"/>
                </a:lnTo>
                <a:lnTo>
                  <a:pt x="275943" y="64007"/>
                </a:lnTo>
                <a:lnTo>
                  <a:pt x="277467" y="64312"/>
                </a:lnTo>
                <a:lnTo>
                  <a:pt x="277467" y="101618"/>
                </a:lnTo>
                <a:lnTo>
                  <a:pt x="291701" y="97535"/>
                </a:lnTo>
                <a:lnTo>
                  <a:pt x="298163" y="96316"/>
                </a:lnTo>
                <a:lnTo>
                  <a:pt x="383523" y="96316"/>
                </a:lnTo>
                <a:lnTo>
                  <a:pt x="382779" y="93268"/>
                </a:lnTo>
                <a:lnTo>
                  <a:pt x="350566" y="64617"/>
                </a:lnTo>
                <a:lnTo>
                  <a:pt x="323745" y="60045"/>
                </a:lnTo>
                <a:lnTo>
                  <a:pt x="306266" y="59435"/>
                </a:lnTo>
                <a:close/>
              </a:path>
              <a:path w="650875" h="292735">
                <a:moveTo>
                  <a:pt x="272255" y="63703"/>
                </a:moveTo>
                <a:lnTo>
                  <a:pt x="263263" y="63703"/>
                </a:lnTo>
                <a:lnTo>
                  <a:pt x="258935" y="64617"/>
                </a:lnTo>
                <a:lnTo>
                  <a:pt x="239489" y="74066"/>
                </a:lnTo>
                <a:lnTo>
                  <a:pt x="235953" y="76504"/>
                </a:lnTo>
                <a:lnTo>
                  <a:pt x="232265" y="80162"/>
                </a:lnTo>
                <a:lnTo>
                  <a:pt x="228455" y="83210"/>
                </a:lnTo>
                <a:lnTo>
                  <a:pt x="225407" y="85953"/>
                </a:lnTo>
                <a:lnTo>
                  <a:pt x="223243" y="88391"/>
                </a:lnTo>
                <a:lnTo>
                  <a:pt x="258539" y="88391"/>
                </a:lnTo>
                <a:lnTo>
                  <a:pt x="258539" y="67970"/>
                </a:lnTo>
                <a:lnTo>
                  <a:pt x="263111" y="66446"/>
                </a:lnTo>
                <a:lnTo>
                  <a:pt x="270609" y="64617"/>
                </a:lnTo>
                <a:lnTo>
                  <a:pt x="274265" y="63869"/>
                </a:lnTo>
                <a:lnTo>
                  <a:pt x="272255" y="63703"/>
                </a:lnTo>
                <a:close/>
              </a:path>
              <a:path w="650875" h="292735">
                <a:moveTo>
                  <a:pt x="612517" y="59740"/>
                </a:moveTo>
                <a:lnTo>
                  <a:pt x="600514" y="61569"/>
                </a:lnTo>
                <a:lnTo>
                  <a:pt x="588046" y="67055"/>
                </a:lnTo>
                <a:lnTo>
                  <a:pt x="578006" y="73761"/>
                </a:lnTo>
                <a:lnTo>
                  <a:pt x="567667" y="82600"/>
                </a:lnTo>
                <a:lnTo>
                  <a:pt x="650726" y="82600"/>
                </a:lnTo>
                <a:lnTo>
                  <a:pt x="650726" y="78333"/>
                </a:lnTo>
                <a:lnTo>
                  <a:pt x="648145" y="74066"/>
                </a:lnTo>
                <a:lnTo>
                  <a:pt x="638903" y="66141"/>
                </a:lnTo>
                <a:lnTo>
                  <a:pt x="627126" y="61264"/>
                </a:lnTo>
                <a:lnTo>
                  <a:pt x="612517" y="59740"/>
                </a:lnTo>
                <a:close/>
              </a:path>
              <a:path w="650875" h="292735">
                <a:moveTo>
                  <a:pt x="476826" y="59740"/>
                </a:moveTo>
                <a:lnTo>
                  <a:pt x="464067" y="61569"/>
                </a:lnTo>
                <a:lnTo>
                  <a:pt x="452316" y="66141"/>
                </a:lnTo>
                <a:lnTo>
                  <a:pt x="442123" y="73151"/>
                </a:lnTo>
                <a:lnTo>
                  <a:pt x="432031" y="81686"/>
                </a:lnTo>
                <a:lnTo>
                  <a:pt x="516505" y="81686"/>
                </a:lnTo>
                <a:lnTo>
                  <a:pt x="512209" y="74371"/>
                </a:lnTo>
                <a:lnTo>
                  <a:pt x="502333" y="66141"/>
                </a:lnTo>
                <a:lnTo>
                  <a:pt x="490582" y="61264"/>
                </a:lnTo>
                <a:lnTo>
                  <a:pt x="476826" y="59740"/>
                </a:lnTo>
                <a:close/>
              </a:path>
              <a:path w="650875" h="292735">
                <a:moveTo>
                  <a:pt x="171741" y="46939"/>
                </a:moveTo>
                <a:lnTo>
                  <a:pt x="118331" y="46939"/>
                </a:lnTo>
                <a:lnTo>
                  <a:pt x="125189" y="48158"/>
                </a:lnTo>
                <a:lnTo>
                  <a:pt x="138417" y="52730"/>
                </a:lnTo>
                <a:lnTo>
                  <a:pt x="144117" y="55168"/>
                </a:lnTo>
                <a:lnTo>
                  <a:pt x="149207" y="58521"/>
                </a:lnTo>
                <a:lnTo>
                  <a:pt x="153383" y="60959"/>
                </a:lnTo>
                <a:lnTo>
                  <a:pt x="157833" y="64312"/>
                </a:lnTo>
                <a:lnTo>
                  <a:pt x="162405" y="68275"/>
                </a:lnTo>
                <a:lnTo>
                  <a:pt x="166855" y="71932"/>
                </a:lnTo>
                <a:lnTo>
                  <a:pt x="172707" y="77114"/>
                </a:lnTo>
                <a:lnTo>
                  <a:pt x="176395" y="77114"/>
                </a:lnTo>
                <a:lnTo>
                  <a:pt x="176395" y="72298"/>
                </a:lnTo>
                <a:lnTo>
                  <a:pt x="171741" y="46939"/>
                </a:lnTo>
                <a:close/>
              </a:path>
              <a:path w="650875" h="292735">
                <a:moveTo>
                  <a:pt x="223243" y="64312"/>
                </a:moveTo>
                <a:lnTo>
                  <a:pt x="176395" y="64312"/>
                </a:lnTo>
                <a:lnTo>
                  <a:pt x="176395" y="72298"/>
                </a:lnTo>
                <a:lnTo>
                  <a:pt x="177279" y="77114"/>
                </a:lnTo>
                <a:lnTo>
                  <a:pt x="223243" y="77114"/>
                </a:lnTo>
                <a:lnTo>
                  <a:pt x="223243" y="643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25" name="object 89">
            <a:extLst>
              <a:ext uri="{FF2B5EF4-FFF2-40B4-BE49-F238E27FC236}">
                <a16:creationId xmlns:a16="http://schemas.microsoft.com/office/drawing/2014/main" id="{2C6EA1F0-41ED-220C-7D4E-6A440258F5E6}"/>
              </a:ext>
            </a:extLst>
          </p:cNvPr>
          <p:cNvSpPr>
            <a:spLocks noChangeArrowheads="1"/>
          </p:cNvSpPr>
          <p:nvPr/>
        </p:nvSpPr>
        <p:spPr bwMode="auto">
          <a:xfrm>
            <a:off x="10881784" y="4923368"/>
            <a:ext cx="668867" cy="486833"/>
          </a:xfrm>
          <a:prstGeom prst="rect">
            <a:avLst/>
          </a:prstGeom>
          <a:blipFill dpi="0" rotWithShape="1">
            <a:blip r:embed="rId1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26" name="object 90">
            <a:extLst>
              <a:ext uri="{FF2B5EF4-FFF2-40B4-BE49-F238E27FC236}">
                <a16:creationId xmlns:a16="http://schemas.microsoft.com/office/drawing/2014/main" id="{94D340BE-B88D-821C-2685-ADE7A749B9EB}"/>
              </a:ext>
            </a:extLst>
          </p:cNvPr>
          <p:cNvSpPr>
            <a:spLocks/>
          </p:cNvSpPr>
          <p:nvPr/>
        </p:nvSpPr>
        <p:spPr bwMode="auto">
          <a:xfrm>
            <a:off x="10881784" y="5014384"/>
            <a:ext cx="666749" cy="302683"/>
          </a:xfrm>
          <a:custGeom>
            <a:avLst/>
            <a:gdLst>
              <a:gd name="T0" fmla="*/ 232270 w 500379"/>
              <a:gd name="T1" fmla="*/ 133786 h 226695"/>
              <a:gd name="T2" fmla="*/ 304192 w 500379"/>
              <a:gd name="T3" fmla="*/ 227527 h 226695"/>
              <a:gd name="T4" fmla="*/ 344173 w 500379"/>
              <a:gd name="T5" fmla="*/ 226169 h 226695"/>
              <a:gd name="T6" fmla="*/ 364262 w 500379"/>
              <a:gd name="T7" fmla="*/ 220507 h 226695"/>
              <a:gd name="T8" fmla="*/ 317742 w 500379"/>
              <a:gd name="T9" fmla="*/ 190279 h 226695"/>
              <a:gd name="T10" fmla="*/ 278810 w 500379"/>
              <a:gd name="T11" fmla="*/ 157216 h 226695"/>
              <a:gd name="T12" fmla="*/ 367308 w 500379"/>
              <a:gd name="T13" fmla="*/ 118805 h 226695"/>
              <a:gd name="T14" fmla="*/ 280516 w 500379"/>
              <a:gd name="T15" fmla="*/ 104769 h 226695"/>
              <a:gd name="T16" fmla="*/ 243397 w 500379"/>
              <a:gd name="T17" fmla="*/ 103231 h 226695"/>
              <a:gd name="T18" fmla="*/ 377917 w 500379"/>
              <a:gd name="T19" fmla="*/ 170885 h 226695"/>
              <a:gd name="T20" fmla="*/ 460364 w 500379"/>
              <a:gd name="T21" fmla="*/ 228298 h 226695"/>
              <a:gd name="T22" fmla="*/ 487919 w 500379"/>
              <a:gd name="T23" fmla="*/ 223487 h 226695"/>
              <a:gd name="T24" fmla="*/ 451261 w 500379"/>
              <a:gd name="T25" fmla="*/ 190279 h 226695"/>
              <a:gd name="T26" fmla="*/ 422038 w 500379"/>
              <a:gd name="T27" fmla="*/ 178449 h 226695"/>
              <a:gd name="T28" fmla="*/ 58658 w 500379"/>
              <a:gd name="T29" fmla="*/ 42705 h 226695"/>
              <a:gd name="T30" fmla="*/ 201034 w 500379"/>
              <a:gd name="T31" fmla="*/ 55018 h 226695"/>
              <a:gd name="T32" fmla="*/ 201034 w 500379"/>
              <a:gd name="T33" fmla="*/ 110806 h 226695"/>
              <a:gd name="T34" fmla="*/ 222156 w 500379"/>
              <a:gd name="T35" fmla="*/ 103496 h 226695"/>
              <a:gd name="T36" fmla="*/ 245097 w 500379"/>
              <a:gd name="T37" fmla="*/ 84696 h 226695"/>
              <a:gd name="T38" fmla="*/ 377917 w 500379"/>
              <a:gd name="T39" fmla="*/ 170885 h 226695"/>
              <a:gd name="T40" fmla="*/ 370572 w 500379"/>
              <a:gd name="T41" fmla="*/ 176699 h 226695"/>
              <a:gd name="T42" fmla="*/ 369706 w 500379"/>
              <a:gd name="T43" fmla="*/ 173524 h 226695"/>
              <a:gd name="T44" fmla="*/ 354399 w 500379"/>
              <a:gd name="T45" fmla="*/ 182898 h 226695"/>
              <a:gd name="T46" fmla="*/ 329486 w 500379"/>
              <a:gd name="T47" fmla="*/ 190279 h 226695"/>
              <a:gd name="T48" fmla="*/ 369706 w 500379"/>
              <a:gd name="T49" fmla="*/ 173524 h 226695"/>
              <a:gd name="T50" fmla="*/ 487919 w 500379"/>
              <a:gd name="T51" fmla="*/ 182898 h 226695"/>
              <a:gd name="T52" fmla="*/ 463004 w 500379"/>
              <a:gd name="T53" fmla="*/ 190279 h 226695"/>
              <a:gd name="T54" fmla="*/ 365789 w 500379"/>
              <a:gd name="T55" fmla="*/ 133786 h 226695"/>
              <a:gd name="T56" fmla="*/ 370968 w 500379"/>
              <a:gd name="T57" fmla="*/ 172593 h 226695"/>
              <a:gd name="T58" fmla="*/ 413694 w 500379"/>
              <a:gd name="T59" fmla="*/ 163744 h 226695"/>
              <a:gd name="T60" fmla="*/ 380502 w 500379"/>
              <a:gd name="T61" fmla="*/ 125175 h 226695"/>
              <a:gd name="T62" fmla="*/ 442136 w 500379"/>
              <a:gd name="T63" fmla="*/ 49789 h 226695"/>
              <a:gd name="T64" fmla="*/ 379369 w 500379"/>
              <a:gd name="T65" fmla="*/ 111676 h 226695"/>
              <a:gd name="T66" fmla="*/ 497660 w 500379"/>
              <a:gd name="T67" fmla="*/ 117682 h 226695"/>
              <a:gd name="T68" fmla="*/ 420157 w 500379"/>
              <a:gd name="T69" fmla="*/ 92722 h 226695"/>
              <a:gd name="T70" fmla="*/ 497660 w 500379"/>
              <a:gd name="T71" fmla="*/ 73202 h 226695"/>
              <a:gd name="T72" fmla="*/ 457719 w 500379"/>
              <a:gd name="T73" fmla="*/ 50744 h 226695"/>
              <a:gd name="T74" fmla="*/ 323417 w 500379"/>
              <a:gd name="T75" fmla="*/ 86435 h 226695"/>
              <a:gd name="T76" fmla="*/ 367536 w 500379"/>
              <a:gd name="T77" fmla="*/ 117682 h 226695"/>
              <a:gd name="T78" fmla="*/ 372507 w 500379"/>
              <a:gd name="T79" fmla="*/ 87387 h 226695"/>
              <a:gd name="T80" fmla="*/ 456935 w 500379"/>
              <a:gd name="T81" fmla="*/ 86435 h 226695"/>
              <a:gd name="T82" fmla="*/ 497660 w 500379"/>
              <a:gd name="T83" fmla="*/ 117682 h 226695"/>
              <a:gd name="T84" fmla="*/ 245097 w 500379"/>
              <a:gd name="T85" fmla="*/ 84696 h 226695"/>
              <a:gd name="T86" fmla="*/ 243420 w 500379"/>
              <a:gd name="T87" fmla="*/ 103233 h 226695"/>
              <a:gd name="T88" fmla="*/ 255019 w 500379"/>
              <a:gd name="T89" fmla="*/ 104769 h 226695"/>
              <a:gd name="T90" fmla="*/ 255019 w 500379"/>
              <a:gd name="T91" fmla="*/ 72177 h 226695"/>
              <a:gd name="T92" fmla="*/ 286639 w 500379"/>
              <a:gd name="T93" fmla="*/ 92722 h 226695"/>
              <a:gd name="T94" fmla="*/ 366404 w 500379"/>
              <a:gd name="T95" fmla="*/ 76207 h 226695"/>
              <a:gd name="T96" fmla="*/ 324200 w 500379"/>
              <a:gd name="T97" fmla="*/ 50744 h 226695"/>
              <a:gd name="T98" fmla="*/ 237482 w 500379"/>
              <a:gd name="T99" fmla="*/ 102674 h 226695"/>
              <a:gd name="T100" fmla="*/ 236570 w 500379"/>
              <a:gd name="T101" fmla="*/ 55271 h 226695"/>
              <a:gd name="T102" fmla="*/ 217209 w 500379"/>
              <a:gd name="T103" fmla="*/ 64888 h 226695"/>
              <a:gd name="T104" fmla="*/ 201034 w 500379"/>
              <a:gd name="T105" fmla="*/ 79257 h 226695"/>
              <a:gd name="T106" fmla="*/ 255019 w 500379"/>
              <a:gd name="T107" fmla="*/ 55018 h 226695"/>
              <a:gd name="T108" fmla="*/ 246310 w 500379"/>
              <a:gd name="T109" fmla="*/ 54368 h 226695"/>
              <a:gd name="T110" fmla="*/ 167293 w 500379"/>
              <a:gd name="T111" fmla="*/ 42705 h 2266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00379" h="226695">
                <a:moveTo>
                  <a:pt x="238539" y="101675"/>
                </a:moveTo>
                <a:lnTo>
                  <a:pt x="237488" y="104774"/>
                </a:lnTo>
                <a:lnTo>
                  <a:pt x="234829" y="117648"/>
                </a:lnTo>
                <a:lnTo>
                  <a:pt x="233303" y="132483"/>
                </a:lnTo>
                <a:lnTo>
                  <a:pt x="232918" y="149541"/>
                </a:lnTo>
                <a:lnTo>
                  <a:pt x="234720" y="162745"/>
                </a:lnTo>
                <a:lnTo>
                  <a:pt x="259072" y="206970"/>
                </a:lnTo>
                <a:lnTo>
                  <a:pt x="305544" y="225312"/>
                </a:lnTo>
                <a:lnTo>
                  <a:pt x="320557" y="226076"/>
                </a:lnTo>
                <a:lnTo>
                  <a:pt x="328299" y="226076"/>
                </a:lnTo>
                <a:lnTo>
                  <a:pt x="334913" y="225646"/>
                </a:lnTo>
                <a:lnTo>
                  <a:pt x="345703" y="223967"/>
                </a:lnTo>
                <a:lnTo>
                  <a:pt x="350915" y="222802"/>
                </a:lnTo>
                <a:lnTo>
                  <a:pt x="355975" y="221312"/>
                </a:lnTo>
                <a:lnTo>
                  <a:pt x="361583" y="219824"/>
                </a:lnTo>
                <a:lnTo>
                  <a:pt x="365881" y="218361"/>
                </a:lnTo>
                <a:lnTo>
                  <a:pt x="379597" y="212241"/>
                </a:lnTo>
                <a:lnTo>
                  <a:pt x="379597" y="189834"/>
                </a:lnTo>
                <a:lnTo>
                  <a:pt x="378678" y="188427"/>
                </a:lnTo>
                <a:lnTo>
                  <a:pt x="319155" y="188427"/>
                </a:lnTo>
                <a:lnTo>
                  <a:pt x="313303" y="187750"/>
                </a:lnTo>
                <a:lnTo>
                  <a:pt x="283981" y="167353"/>
                </a:lnTo>
                <a:lnTo>
                  <a:pt x="281421" y="162150"/>
                </a:lnTo>
                <a:lnTo>
                  <a:pt x="280049" y="155685"/>
                </a:lnTo>
                <a:lnTo>
                  <a:pt x="279531" y="147934"/>
                </a:lnTo>
                <a:lnTo>
                  <a:pt x="367067" y="147934"/>
                </a:lnTo>
                <a:lnTo>
                  <a:pt x="367415" y="132483"/>
                </a:lnTo>
                <a:lnTo>
                  <a:pt x="368941" y="117648"/>
                </a:lnTo>
                <a:lnTo>
                  <a:pt x="369170" y="116537"/>
                </a:lnTo>
                <a:lnTo>
                  <a:pt x="336041" y="116537"/>
                </a:lnTo>
                <a:lnTo>
                  <a:pt x="279456" y="115663"/>
                </a:lnTo>
                <a:lnTo>
                  <a:pt x="281763" y="103750"/>
                </a:lnTo>
                <a:lnTo>
                  <a:pt x="252221" y="103750"/>
                </a:lnTo>
                <a:lnTo>
                  <a:pt x="250453" y="102988"/>
                </a:lnTo>
                <a:lnTo>
                  <a:pt x="247893" y="102488"/>
                </a:lnTo>
                <a:lnTo>
                  <a:pt x="244479" y="102226"/>
                </a:lnTo>
                <a:lnTo>
                  <a:pt x="241035" y="101845"/>
                </a:lnTo>
                <a:lnTo>
                  <a:pt x="238539" y="101675"/>
                </a:lnTo>
                <a:close/>
              </a:path>
              <a:path w="500379" h="226695">
                <a:moveTo>
                  <a:pt x="418997" y="169221"/>
                </a:moveTo>
                <a:lnTo>
                  <a:pt x="379597" y="169221"/>
                </a:lnTo>
                <a:lnTo>
                  <a:pt x="379597" y="189834"/>
                </a:lnTo>
                <a:lnTo>
                  <a:pt x="413718" y="219199"/>
                </a:lnTo>
                <a:lnTo>
                  <a:pt x="454669" y="226076"/>
                </a:lnTo>
                <a:lnTo>
                  <a:pt x="462411" y="226076"/>
                </a:lnTo>
                <a:lnTo>
                  <a:pt x="469025" y="225646"/>
                </a:lnTo>
                <a:lnTo>
                  <a:pt x="479815" y="223967"/>
                </a:lnTo>
                <a:lnTo>
                  <a:pt x="485027" y="222802"/>
                </a:lnTo>
                <a:lnTo>
                  <a:pt x="490087" y="221312"/>
                </a:lnTo>
                <a:lnTo>
                  <a:pt x="495695" y="219824"/>
                </a:lnTo>
                <a:lnTo>
                  <a:pt x="499872" y="218403"/>
                </a:lnTo>
                <a:lnTo>
                  <a:pt x="499872" y="188427"/>
                </a:lnTo>
                <a:lnTo>
                  <a:pt x="453267" y="188427"/>
                </a:lnTo>
                <a:lnTo>
                  <a:pt x="447415" y="187750"/>
                </a:lnTo>
                <a:lnTo>
                  <a:pt x="436625" y="185071"/>
                </a:lnTo>
                <a:lnTo>
                  <a:pt x="432053" y="182867"/>
                </a:lnTo>
                <a:lnTo>
                  <a:pt x="423915" y="176713"/>
                </a:lnTo>
                <a:lnTo>
                  <a:pt x="420623" y="172580"/>
                </a:lnTo>
                <a:lnTo>
                  <a:pt x="418997" y="169221"/>
                </a:lnTo>
                <a:close/>
              </a:path>
              <a:path w="500379" h="226695">
                <a:moveTo>
                  <a:pt x="109087" y="42290"/>
                </a:moveTo>
                <a:lnTo>
                  <a:pt x="58917" y="42290"/>
                </a:lnTo>
                <a:lnTo>
                  <a:pt x="58917" y="221610"/>
                </a:lnTo>
                <a:lnTo>
                  <a:pt x="109087" y="221610"/>
                </a:lnTo>
                <a:lnTo>
                  <a:pt x="109087" y="42290"/>
                </a:lnTo>
                <a:close/>
              </a:path>
              <a:path w="500379" h="226695">
                <a:moveTo>
                  <a:pt x="201929" y="54482"/>
                </a:moveTo>
                <a:lnTo>
                  <a:pt x="155081" y="54482"/>
                </a:lnTo>
                <a:lnTo>
                  <a:pt x="155081" y="221610"/>
                </a:lnTo>
                <a:lnTo>
                  <a:pt x="201929" y="221610"/>
                </a:lnTo>
                <a:lnTo>
                  <a:pt x="201929" y="109727"/>
                </a:lnTo>
                <a:lnTo>
                  <a:pt x="207141" y="107560"/>
                </a:lnTo>
                <a:lnTo>
                  <a:pt x="212353" y="105655"/>
                </a:lnTo>
                <a:lnTo>
                  <a:pt x="217687" y="104012"/>
                </a:lnTo>
                <a:lnTo>
                  <a:pt x="223143" y="102488"/>
                </a:lnTo>
                <a:lnTo>
                  <a:pt x="228355" y="101595"/>
                </a:lnTo>
                <a:lnTo>
                  <a:pt x="238566" y="101595"/>
                </a:lnTo>
                <a:lnTo>
                  <a:pt x="241276" y="93602"/>
                </a:lnTo>
                <a:lnTo>
                  <a:pt x="246187" y="83872"/>
                </a:lnTo>
                <a:lnTo>
                  <a:pt x="249984" y="78485"/>
                </a:lnTo>
                <a:lnTo>
                  <a:pt x="201929" y="78485"/>
                </a:lnTo>
                <a:lnTo>
                  <a:pt x="201929" y="54482"/>
                </a:lnTo>
                <a:close/>
              </a:path>
              <a:path w="500379" h="226695">
                <a:moveTo>
                  <a:pt x="379597" y="169221"/>
                </a:moveTo>
                <a:lnTo>
                  <a:pt x="374659" y="169221"/>
                </a:lnTo>
                <a:lnTo>
                  <a:pt x="372617" y="170913"/>
                </a:lnTo>
                <a:lnTo>
                  <a:pt x="371350" y="171835"/>
                </a:lnTo>
                <a:lnTo>
                  <a:pt x="372220" y="174979"/>
                </a:lnTo>
                <a:lnTo>
                  <a:pt x="377323" y="186355"/>
                </a:lnTo>
                <a:lnTo>
                  <a:pt x="379597" y="189834"/>
                </a:lnTo>
                <a:lnTo>
                  <a:pt x="379597" y="169221"/>
                </a:lnTo>
                <a:close/>
              </a:path>
              <a:path w="500379" h="226695">
                <a:moveTo>
                  <a:pt x="371350" y="171835"/>
                </a:moveTo>
                <a:lnTo>
                  <a:pt x="369965" y="172842"/>
                </a:lnTo>
                <a:lnTo>
                  <a:pt x="363351" y="177213"/>
                </a:lnTo>
                <a:lnTo>
                  <a:pt x="359907" y="179249"/>
                </a:lnTo>
                <a:lnTo>
                  <a:pt x="355975" y="181118"/>
                </a:lnTo>
                <a:lnTo>
                  <a:pt x="351677" y="183309"/>
                </a:lnTo>
                <a:lnTo>
                  <a:pt x="346831" y="185071"/>
                </a:lnTo>
                <a:lnTo>
                  <a:pt x="336285" y="187750"/>
                </a:lnTo>
                <a:lnTo>
                  <a:pt x="330951" y="188427"/>
                </a:lnTo>
                <a:lnTo>
                  <a:pt x="378678" y="188427"/>
                </a:lnTo>
                <a:lnTo>
                  <a:pt x="377323" y="186355"/>
                </a:lnTo>
                <a:lnTo>
                  <a:pt x="372220" y="174979"/>
                </a:lnTo>
                <a:lnTo>
                  <a:pt x="371350" y="171835"/>
                </a:lnTo>
                <a:close/>
              </a:path>
              <a:path w="500379" h="226695">
                <a:moveTo>
                  <a:pt x="499872" y="175610"/>
                </a:moveTo>
                <a:lnTo>
                  <a:pt x="497463" y="177213"/>
                </a:lnTo>
                <a:lnTo>
                  <a:pt x="494019" y="179249"/>
                </a:lnTo>
                <a:lnTo>
                  <a:pt x="490087" y="181118"/>
                </a:lnTo>
                <a:lnTo>
                  <a:pt x="485789" y="183309"/>
                </a:lnTo>
                <a:lnTo>
                  <a:pt x="480943" y="185071"/>
                </a:lnTo>
                <a:lnTo>
                  <a:pt x="470397" y="187750"/>
                </a:lnTo>
                <a:lnTo>
                  <a:pt x="465063" y="188427"/>
                </a:lnTo>
                <a:lnTo>
                  <a:pt x="499872" y="188427"/>
                </a:lnTo>
                <a:lnTo>
                  <a:pt x="499872" y="175610"/>
                </a:lnTo>
                <a:close/>
              </a:path>
              <a:path w="500379" h="226695">
                <a:moveTo>
                  <a:pt x="376181" y="92030"/>
                </a:moveTo>
                <a:lnTo>
                  <a:pt x="367415" y="132483"/>
                </a:lnTo>
                <a:lnTo>
                  <a:pt x="367030" y="149541"/>
                </a:lnTo>
                <a:lnTo>
                  <a:pt x="368832" y="162745"/>
                </a:lnTo>
                <a:lnTo>
                  <a:pt x="371350" y="171835"/>
                </a:lnTo>
                <a:lnTo>
                  <a:pt x="372617" y="170913"/>
                </a:lnTo>
                <a:lnTo>
                  <a:pt x="374659" y="169221"/>
                </a:lnTo>
                <a:lnTo>
                  <a:pt x="418997" y="169221"/>
                </a:lnTo>
                <a:lnTo>
                  <a:pt x="418093" y="167353"/>
                </a:lnTo>
                <a:lnTo>
                  <a:pt x="415533" y="162150"/>
                </a:lnTo>
                <a:lnTo>
                  <a:pt x="414161" y="155685"/>
                </a:lnTo>
                <a:lnTo>
                  <a:pt x="413643" y="147934"/>
                </a:lnTo>
                <a:lnTo>
                  <a:pt x="382279" y="147934"/>
                </a:lnTo>
                <a:lnTo>
                  <a:pt x="382194" y="123956"/>
                </a:lnTo>
                <a:lnTo>
                  <a:pt x="381055" y="110588"/>
                </a:lnTo>
                <a:lnTo>
                  <a:pt x="378440" y="98179"/>
                </a:lnTo>
                <a:lnTo>
                  <a:pt x="376181" y="92030"/>
                </a:lnTo>
                <a:close/>
              </a:path>
              <a:path w="500379" h="226695">
                <a:moveTo>
                  <a:pt x="444101" y="49305"/>
                </a:moveTo>
                <a:lnTo>
                  <a:pt x="406245" y="58900"/>
                </a:lnTo>
                <a:lnTo>
                  <a:pt x="376181" y="92030"/>
                </a:lnTo>
                <a:lnTo>
                  <a:pt x="378440" y="98179"/>
                </a:lnTo>
                <a:lnTo>
                  <a:pt x="381055" y="110588"/>
                </a:lnTo>
                <a:lnTo>
                  <a:pt x="382194" y="123956"/>
                </a:lnTo>
                <a:lnTo>
                  <a:pt x="382279" y="147934"/>
                </a:lnTo>
                <a:lnTo>
                  <a:pt x="499872" y="147934"/>
                </a:lnTo>
                <a:lnTo>
                  <a:pt x="499872" y="116537"/>
                </a:lnTo>
                <a:lnTo>
                  <a:pt x="470153" y="116537"/>
                </a:lnTo>
                <a:lnTo>
                  <a:pt x="413568" y="115663"/>
                </a:lnTo>
                <a:lnTo>
                  <a:pt x="416171" y="102226"/>
                </a:lnTo>
                <a:lnTo>
                  <a:pt x="422025" y="91820"/>
                </a:lnTo>
                <a:lnTo>
                  <a:pt x="427115" y="85724"/>
                </a:lnTo>
                <a:lnTo>
                  <a:pt x="434217" y="82795"/>
                </a:lnTo>
                <a:lnTo>
                  <a:pt x="499872" y="82795"/>
                </a:lnTo>
                <a:lnTo>
                  <a:pt x="499872" y="72489"/>
                </a:lnTo>
                <a:lnTo>
                  <a:pt x="493977" y="64775"/>
                </a:lnTo>
                <a:lnTo>
                  <a:pt x="484507" y="57980"/>
                </a:lnTo>
                <a:lnTo>
                  <a:pt x="473161" y="53140"/>
                </a:lnTo>
                <a:lnTo>
                  <a:pt x="459754" y="50250"/>
                </a:lnTo>
                <a:lnTo>
                  <a:pt x="444101" y="49305"/>
                </a:lnTo>
                <a:close/>
              </a:path>
              <a:path w="500379" h="226695">
                <a:moveTo>
                  <a:pt x="372092" y="82795"/>
                </a:moveTo>
                <a:lnTo>
                  <a:pt x="318149" y="82795"/>
                </a:lnTo>
                <a:lnTo>
                  <a:pt x="324855" y="85593"/>
                </a:lnTo>
                <a:lnTo>
                  <a:pt x="329488" y="91851"/>
                </a:lnTo>
                <a:lnTo>
                  <a:pt x="334224" y="102305"/>
                </a:lnTo>
                <a:lnTo>
                  <a:pt x="336041" y="116537"/>
                </a:lnTo>
                <a:lnTo>
                  <a:pt x="369170" y="116537"/>
                </a:lnTo>
                <a:lnTo>
                  <a:pt x="371600" y="104774"/>
                </a:lnTo>
                <a:lnTo>
                  <a:pt x="375388" y="93602"/>
                </a:lnTo>
                <a:lnTo>
                  <a:pt x="376181" y="92030"/>
                </a:lnTo>
                <a:lnTo>
                  <a:pt x="374163" y="86536"/>
                </a:lnTo>
                <a:lnTo>
                  <a:pt x="372092" y="82795"/>
                </a:lnTo>
                <a:close/>
              </a:path>
              <a:path w="500379" h="226695">
                <a:moveTo>
                  <a:pt x="499872" y="82795"/>
                </a:moveTo>
                <a:lnTo>
                  <a:pt x="452261" y="82795"/>
                </a:lnTo>
                <a:lnTo>
                  <a:pt x="458967" y="85593"/>
                </a:lnTo>
                <a:lnTo>
                  <a:pt x="463600" y="91851"/>
                </a:lnTo>
                <a:lnTo>
                  <a:pt x="468336" y="102305"/>
                </a:lnTo>
                <a:lnTo>
                  <a:pt x="470153" y="116537"/>
                </a:lnTo>
                <a:lnTo>
                  <a:pt x="499872" y="116537"/>
                </a:lnTo>
                <a:lnTo>
                  <a:pt x="499872" y="82795"/>
                </a:lnTo>
                <a:close/>
              </a:path>
              <a:path w="500379" h="226695">
                <a:moveTo>
                  <a:pt x="256153" y="71474"/>
                </a:moveTo>
                <a:lnTo>
                  <a:pt x="252214" y="75323"/>
                </a:lnTo>
                <a:lnTo>
                  <a:pt x="246187" y="83872"/>
                </a:lnTo>
                <a:lnTo>
                  <a:pt x="241276" y="93602"/>
                </a:lnTo>
                <a:lnTo>
                  <a:pt x="238539" y="101675"/>
                </a:lnTo>
                <a:lnTo>
                  <a:pt x="241035" y="101845"/>
                </a:lnTo>
                <a:lnTo>
                  <a:pt x="244503" y="102228"/>
                </a:lnTo>
                <a:lnTo>
                  <a:pt x="247893" y="102488"/>
                </a:lnTo>
                <a:lnTo>
                  <a:pt x="250453" y="102988"/>
                </a:lnTo>
                <a:lnTo>
                  <a:pt x="252221" y="103750"/>
                </a:lnTo>
                <a:lnTo>
                  <a:pt x="256153" y="103750"/>
                </a:lnTo>
                <a:lnTo>
                  <a:pt x="256153" y="71474"/>
                </a:lnTo>
                <a:close/>
              </a:path>
              <a:path w="500379" h="226695">
                <a:moveTo>
                  <a:pt x="309989" y="49305"/>
                </a:moveTo>
                <a:lnTo>
                  <a:pt x="272133" y="58900"/>
                </a:lnTo>
                <a:lnTo>
                  <a:pt x="256153" y="71474"/>
                </a:lnTo>
                <a:lnTo>
                  <a:pt x="256153" y="103750"/>
                </a:lnTo>
                <a:lnTo>
                  <a:pt x="281763" y="103750"/>
                </a:lnTo>
                <a:lnTo>
                  <a:pt x="282059" y="102226"/>
                </a:lnTo>
                <a:lnTo>
                  <a:pt x="287913" y="91820"/>
                </a:lnTo>
                <a:lnTo>
                  <a:pt x="293003" y="85724"/>
                </a:lnTo>
                <a:lnTo>
                  <a:pt x="300105" y="82795"/>
                </a:lnTo>
                <a:lnTo>
                  <a:pt x="372092" y="82795"/>
                </a:lnTo>
                <a:lnTo>
                  <a:pt x="368033" y="75465"/>
                </a:lnTo>
                <a:lnTo>
                  <a:pt x="359865" y="64775"/>
                </a:lnTo>
                <a:lnTo>
                  <a:pt x="350395" y="57980"/>
                </a:lnTo>
                <a:lnTo>
                  <a:pt x="339049" y="53140"/>
                </a:lnTo>
                <a:lnTo>
                  <a:pt x="325642" y="50250"/>
                </a:lnTo>
                <a:lnTo>
                  <a:pt x="309989" y="49305"/>
                </a:lnTo>
                <a:close/>
              </a:path>
              <a:path w="500379" h="226695">
                <a:moveTo>
                  <a:pt x="238566" y="101595"/>
                </a:moveTo>
                <a:lnTo>
                  <a:pt x="237377" y="101595"/>
                </a:lnTo>
                <a:lnTo>
                  <a:pt x="238539" y="101675"/>
                </a:lnTo>
                <a:lnTo>
                  <a:pt x="238566" y="101595"/>
                </a:lnTo>
                <a:close/>
              </a:path>
              <a:path w="500379" h="226695">
                <a:moveTo>
                  <a:pt x="247405" y="53839"/>
                </a:moveTo>
                <a:lnTo>
                  <a:pt x="241949" y="53839"/>
                </a:lnTo>
                <a:lnTo>
                  <a:pt x="237621" y="54732"/>
                </a:lnTo>
                <a:lnTo>
                  <a:pt x="233171" y="56387"/>
                </a:lnTo>
                <a:lnTo>
                  <a:pt x="228599" y="58030"/>
                </a:lnTo>
                <a:lnTo>
                  <a:pt x="224667" y="59935"/>
                </a:lnTo>
                <a:lnTo>
                  <a:pt x="218175" y="64257"/>
                </a:lnTo>
                <a:lnTo>
                  <a:pt x="214639" y="66793"/>
                </a:lnTo>
                <a:lnTo>
                  <a:pt x="210951" y="70222"/>
                </a:lnTo>
                <a:lnTo>
                  <a:pt x="204093" y="76199"/>
                </a:lnTo>
                <a:lnTo>
                  <a:pt x="201929" y="78485"/>
                </a:lnTo>
                <a:lnTo>
                  <a:pt x="249984" y="78485"/>
                </a:lnTo>
                <a:lnTo>
                  <a:pt x="252214" y="75323"/>
                </a:lnTo>
                <a:lnTo>
                  <a:pt x="256153" y="71474"/>
                </a:lnTo>
                <a:lnTo>
                  <a:pt x="256153" y="54482"/>
                </a:lnTo>
                <a:lnTo>
                  <a:pt x="254629" y="54220"/>
                </a:lnTo>
                <a:lnTo>
                  <a:pt x="250941" y="53970"/>
                </a:lnTo>
                <a:lnTo>
                  <a:pt x="249173" y="53970"/>
                </a:lnTo>
                <a:lnTo>
                  <a:pt x="247405" y="53839"/>
                </a:lnTo>
                <a:close/>
              </a:path>
              <a:path w="500379" h="226695">
                <a:moveTo>
                  <a:pt x="168035" y="0"/>
                </a:moveTo>
                <a:lnTo>
                  <a:pt x="0" y="0"/>
                </a:lnTo>
                <a:lnTo>
                  <a:pt x="0" y="42290"/>
                </a:lnTo>
                <a:lnTo>
                  <a:pt x="168035" y="42290"/>
                </a:lnTo>
                <a:lnTo>
                  <a:pt x="1680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4427" name="object 91">
            <a:extLst>
              <a:ext uri="{FF2B5EF4-FFF2-40B4-BE49-F238E27FC236}">
                <a16:creationId xmlns:a16="http://schemas.microsoft.com/office/drawing/2014/main" id="{A2E1393E-2050-8745-B003-BA6344FC6114}"/>
              </a:ext>
            </a:extLst>
          </p:cNvPr>
          <p:cNvSpPr>
            <a:spLocks/>
          </p:cNvSpPr>
          <p:nvPr/>
        </p:nvSpPr>
        <p:spPr bwMode="auto">
          <a:xfrm>
            <a:off x="5791200" y="4749800"/>
            <a:ext cx="0" cy="814917"/>
          </a:xfrm>
          <a:custGeom>
            <a:avLst/>
            <a:gdLst>
              <a:gd name="T0" fmla="*/ 0 h 610235"/>
              <a:gd name="T1" fmla="*/ 616345 h 610235"/>
              <a:gd name="T2" fmla="*/ 0 60000 65536"/>
              <a:gd name="T3" fmla="*/ 0 60000 65536"/>
            </a:gdLst>
            <a:ahLst/>
            <a:cxnLst>
              <a:cxn ang="T2">
                <a:pos x="0" y="T0"/>
              </a:cxn>
              <a:cxn ang="T3">
                <a:pos x="0" y="T1"/>
              </a:cxn>
            </a:cxnLst>
            <a:rect l="0" t="0" r="r" b="b"/>
            <a:pathLst>
              <a:path h="610235">
                <a:moveTo>
                  <a:pt x="0" y="0"/>
                </a:moveTo>
                <a:lnTo>
                  <a:pt x="0" y="609648"/>
                </a:lnTo>
              </a:path>
            </a:pathLst>
          </a:custGeom>
          <a:noFill/>
          <a:ln w="380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4428" name="object 92">
            <a:extLst>
              <a:ext uri="{FF2B5EF4-FFF2-40B4-BE49-F238E27FC236}">
                <a16:creationId xmlns:a16="http://schemas.microsoft.com/office/drawing/2014/main" id="{83A74997-90AF-A6B6-7B54-8B3A715E36BC}"/>
              </a:ext>
            </a:extLst>
          </p:cNvPr>
          <p:cNvSpPr>
            <a:spLocks noChangeArrowheads="1"/>
          </p:cNvSpPr>
          <p:nvPr/>
        </p:nvSpPr>
        <p:spPr bwMode="auto">
          <a:xfrm>
            <a:off x="5820834" y="5041901"/>
            <a:ext cx="419100" cy="520700"/>
          </a:xfrm>
          <a:prstGeom prst="rect">
            <a:avLst/>
          </a:prstGeom>
          <a:blipFill dpi="0" rotWithShape="1">
            <a:blip r:embed="rId1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29" name="object 93">
            <a:extLst>
              <a:ext uri="{FF2B5EF4-FFF2-40B4-BE49-F238E27FC236}">
                <a16:creationId xmlns:a16="http://schemas.microsoft.com/office/drawing/2014/main" id="{1AF7D0AD-06DD-69BC-109A-288779B5D421}"/>
              </a:ext>
            </a:extLst>
          </p:cNvPr>
          <p:cNvSpPr>
            <a:spLocks noChangeArrowheads="1"/>
          </p:cNvSpPr>
          <p:nvPr/>
        </p:nvSpPr>
        <p:spPr bwMode="auto">
          <a:xfrm>
            <a:off x="8559801" y="4673601"/>
            <a:ext cx="520700" cy="1130300"/>
          </a:xfrm>
          <a:prstGeom prst="rect">
            <a:avLst/>
          </a:prstGeom>
          <a:blipFill dpi="0" rotWithShape="1">
            <a:blip r:embed="rId1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4430" name="object 94">
            <a:extLst>
              <a:ext uri="{FF2B5EF4-FFF2-40B4-BE49-F238E27FC236}">
                <a16:creationId xmlns:a16="http://schemas.microsoft.com/office/drawing/2014/main" id="{2F4559CD-CE13-32EE-90DE-A83B27FE96E2}"/>
              </a:ext>
            </a:extLst>
          </p:cNvPr>
          <p:cNvSpPr>
            <a:spLocks noChangeArrowheads="1"/>
          </p:cNvSpPr>
          <p:nvPr/>
        </p:nvSpPr>
        <p:spPr bwMode="auto">
          <a:xfrm>
            <a:off x="5410201" y="5689601"/>
            <a:ext cx="520700" cy="5207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2">
            <a:extLst>
              <a:ext uri="{FF2B5EF4-FFF2-40B4-BE49-F238E27FC236}">
                <a16:creationId xmlns:a16="http://schemas.microsoft.com/office/drawing/2014/main" id="{46E69B83-BAA0-A024-402D-3685D8EF054C}"/>
              </a:ext>
            </a:extLst>
          </p:cNvPr>
          <p:cNvSpPr>
            <a:spLocks/>
          </p:cNvSpPr>
          <p:nvPr/>
        </p:nvSpPr>
        <p:spPr bwMode="auto">
          <a:xfrm>
            <a:off x="508000" y="1678517"/>
            <a:ext cx="11176000" cy="4925483"/>
          </a:xfrm>
          <a:custGeom>
            <a:avLst/>
            <a:gdLst>
              <a:gd name="T0" fmla="*/ 0 w 8382000"/>
              <a:gd name="T1" fmla="*/ 3699838 h 3693160"/>
              <a:gd name="T2" fmla="*/ 8381999 w 8382000"/>
              <a:gd name="T3" fmla="*/ 3699838 h 3693160"/>
              <a:gd name="T4" fmla="*/ 8381999 w 8382000"/>
              <a:gd name="T5" fmla="*/ 0 h 3693160"/>
              <a:gd name="T6" fmla="*/ 0 w 8382000"/>
              <a:gd name="T7" fmla="*/ 0 h 3693160"/>
              <a:gd name="T8" fmla="*/ 0 w 8382000"/>
              <a:gd name="T9" fmla="*/ 3699838 h 36931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82000" h="3693160">
                <a:moveTo>
                  <a:pt x="0" y="3693170"/>
                </a:moveTo>
                <a:lnTo>
                  <a:pt x="8381999" y="3693170"/>
                </a:lnTo>
                <a:lnTo>
                  <a:pt x="8381999" y="0"/>
                </a:lnTo>
                <a:lnTo>
                  <a:pt x="0" y="0"/>
                </a:lnTo>
                <a:lnTo>
                  <a:pt x="0" y="3693170"/>
                </a:lnTo>
                <a:close/>
              </a:path>
            </a:pathLst>
          </a:custGeom>
          <a:noFill/>
          <a:ln w="2857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6387" name="object 3">
            <a:extLst>
              <a:ext uri="{FF2B5EF4-FFF2-40B4-BE49-F238E27FC236}">
                <a16:creationId xmlns:a16="http://schemas.microsoft.com/office/drawing/2014/main" id="{CC1D3AE9-CE4C-C093-B1A6-B9039ED49E08}"/>
              </a:ext>
            </a:extLst>
          </p:cNvPr>
          <p:cNvSpPr txBox="1">
            <a:spLocks noChangeArrowheads="1"/>
          </p:cNvSpPr>
          <p:nvPr/>
        </p:nvSpPr>
        <p:spPr bwMode="auto">
          <a:xfrm>
            <a:off x="613834" y="1769534"/>
            <a:ext cx="10892367" cy="488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01000"/>
              </a:lnSpc>
            </a:pPr>
            <a:r>
              <a:rPr lang="en-US" altLang="en-US" sz="2267">
                <a:solidFill>
                  <a:srgbClr val="C00000"/>
                </a:solidFill>
                <a:latin typeface="Wingdings" panose="05000000000000000000" pitchFamily="2" charset="2"/>
              </a:rPr>
              <a:t></a:t>
            </a:r>
            <a:r>
              <a:rPr lang="en-US" altLang="en-US" sz="2400" b="1">
                <a:solidFill>
                  <a:srgbClr val="C00000"/>
                </a:solidFill>
                <a:cs typeface="Calibri" panose="020F0502020204030204" pitchFamily="34" charset="0"/>
              </a:rPr>
              <a:t>DEFINITION</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array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collection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similar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type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items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each</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item</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called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element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array.</a:t>
            </a:r>
            <a:endParaRPr lang="en-US" altLang="en-US" sz="2400">
              <a:cs typeface="Calibri" panose="020F0502020204030204" pitchFamily="34" charset="0"/>
            </a:endParaRPr>
          </a:p>
          <a:p>
            <a:pPr>
              <a:spcBef>
                <a:spcPts val="33"/>
              </a:spcBef>
            </a:pPr>
            <a:endParaRPr lang="en-US" altLang="en-US" sz="2533">
              <a:latin typeface="Times New Roman" panose="02020603050405020304" pitchFamily="18" charset="0"/>
              <a:cs typeface="Times New Roman" panose="02020603050405020304" pitchFamily="18" charset="0"/>
            </a:endParaRPr>
          </a:p>
          <a:p>
            <a:pPr eaLnBrk="1" hangingPunct="1">
              <a:lnSpc>
                <a:spcPct val="102000"/>
              </a:lnSpc>
            </a:pPr>
            <a:r>
              <a:rPr lang="en-US" altLang="en-US" sz="2267">
                <a:solidFill>
                  <a:srgbClr val="C00000"/>
                </a:solidFill>
                <a:latin typeface="Wingdings" panose="05000000000000000000" pitchFamily="2" charset="2"/>
              </a:rPr>
              <a:t></a:t>
            </a:r>
            <a:r>
              <a:rPr lang="en-US" altLang="en-US" sz="2400" b="1">
                <a:solidFill>
                  <a:srgbClr val="C00000"/>
                </a:solidFill>
                <a:cs typeface="Calibri" panose="020F0502020204030204" pitchFamily="34" charset="0"/>
              </a:rPr>
              <a:t>DATA</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TYPES</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type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element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may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be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valid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type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like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char,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float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double.</a:t>
            </a:r>
            <a:endParaRPr lang="en-US" altLang="en-US" sz="2400">
              <a:cs typeface="Calibri" panose="020F0502020204030204" pitchFamily="34" charset="0"/>
            </a:endParaRPr>
          </a:p>
          <a:p>
            <a:pPr>
              <a:spcBef>
                <a:spcPts val="51"/>
              </a:spcBef>
            </a:pPr>
            <a:endParaRPr lang="en-US" altLang="en-US" sz="2267">
              <a:latin typeface="Times New Roman" panose="02020603050405020304" pitchFamily="18" charset="0"/>
              <a:cs typeface="Times New Roman" panose="02020603050405020304" pitchFamily="18" charset="0"/>
            </a:endParaRPr>
          </a:p>
          <a:p>
            <a:pPr eaLnBrk="1" hangingPunct="1">
              <a:lnSpc>
                <a:spcPct val="101000"/>
              </a:lnSpc>
            </a:pPr>
            <a:r>
              <a:rPr lang="en-US" altLang="en-US" sz="2267">
                <a:solidFill>
                  <a:srgbClr val="C00000"/>
                </a:solidFill>
                <a:latin typeface="Wingdings" panose="05000000000000000000" pitchFamily="2" charset="2"/>
              </a:rPr>
              <a:t></a:t>
            </a:r>
            <a:r>
              <a:rPr lang="en-US" altLang="en-US" sz="2400" b="1">
                <a:solidFill>
                  <a:srgbClr val="C00000"/>
                </a:solidFill>
                <a:cs typeface="Calibri" panose="020F0502020204030204" pitchFamily="34" charset="0"/>
              </a:rPr>
              <a:t>SUBSCRIPT</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elements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array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share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same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variable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name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but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each</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one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carries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different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index</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number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known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subscript.</a:t>
            </a:r>
            <a:endParaRPr lang="en-US" altLang="en-US" sz="2400">
              <a:cs typeface="Calibri" panose="020F0502020204030204" pitchFamily="34" charset="0"/>
            </a:endParaRPr>
          </a:p>
          <a:p>
            <a:pPr>
              <a:spcBef>
                <a:spcPts val="33"/>
              </a:spcBef>
            </a:pPr>
            <a:endParaRPr lang="en-US" altLang="en-US" sz="2533">
              <a:latin typeface="Times New Roman" panose="02020603050405020304" pitchFamily="18" charset="0"/>
              <a:cs typeface="Times New Roman" panose="02020603050405020304" pitchFamily="18" charset="0"/>
            </a:endParaRPr>
          </a:p>
          <a:p>
            <a:pPr eaLnBrk="1" hangingPunct="1"/>
            <a:r>
              <a:rPr lang="en-US" altLang="en-US" sz="2267">
                <a:solidFill>
                  <a:srgbClr val="C00000"/>
                </a:solidFill>
                <a:latin typeface="Wingdings" panose="05000000000000000000" pitchFamily="2" charset="2"/>
              </a:rPr>
              <a:t></a:t>
            </a:r>
            <a:r>
              <a:rPr lang="en-US" altLang="en-US" sz="2400" b="1">
                <a:solidFill>
                  <a:srgbClr val="C00000"/>
                </a:solidFill>
                <a:cs typeface="Calibri" panose="020F0502020204030204" pitchFamily="34" charset="0"/>
              </a:rPr>
              <a:t>TYPES</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array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can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be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one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dimensional,</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two</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dimensional</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multidimensional.</a:t>
            </a:r>
            <a:endParaRPr lang="en-US" altLang="en-US" sz="2400">
              <a:cs typeface="Calibri" panose="020F0502020204030204" pitchFamily="34" charset="0"/>
            </a:endParaRPr>
          </a:p>
          <a:p>
            <a:pPr>
              <a:spcBef>
                <a:spcPts val="51"/>
              </a:spcBef>
            </a:pPr>
            <a:endParaRPr lang="en-US" altLang="en-US" sz="2400">
              <a:latin typeface="Times New Roman" panose="02020603050405020304" pitchFamily="18" charset="0"/>
              <a:cs typeface="Times New Roman" panose="02020603050405020304" pitchFamily="18" charset="0"/>
            </a:endParaRPr>
          </a:p>
          <a:p>
            <a:pPr eaLnBrk="1" hangingPunct="1"/>
            <a:r>
              <a:rPr lang="en-US" altLang="en-US" sz="2267">
                <a:solidFill>
                  <a:srgbClr val="C00000"/>
                </a:solidFill>
                <a:latin typeface="Wingdings" panose="05000000000000000000" pitchFamily="2" charset="2"/>
              </a:rPr>
              <a:t></a:t>
            </a:r>
            <a:r>
              <a:rPr lang="en-US" altLang="en-US" sz="2400" b="1">
                <a:solidFill>
                  <a:srgbClr val="C00000"/>
                </a:solidFill>
                <a:cs typeface="Calibri" panose="020F0502020204030204" pitchFamily="34" charset="0"/>
              </a:rPr>
              <a:t>EXAMPLES</a:t>
            </a:r>
            <a:r>
              <a:rPr lang="en-US" altLang="en-US" sz="2400" b="1">
                <a:solidFill>
                  <a:srgbClr val="C00000"/>
                </a:solidFill>
                <a:latin typeface="Times New Roman" panose="02020603050405020304" pitchFamily="18" charset="0"/>
                <a:cs typeface="Times New Roman" panose="02020603050405020304" pitchFamily="18" charset="0"/>
              </a:rPr>
              <a:t> </a:t>
            </a:r>
            <a:r>
              <a:rPr lang="en-US" altLang="en-US" sz="2400" b="1">
                <a:solidFill>
                  <a:srgbClr val="C00000"/>
                </a:solidFill>
                <a:cs typeface="Calibri" panose="020F0502020204030204" pitchFamily="34" charset="0"/>
              </a:rPr>
              <a:t>:</a:t>
            </a:r>
            <a:endParaRPr lang="en-US" altLang="en-US" sz="2400">
              <a:cs typeface="Calibri" panose="020F0502020204030204" pitchFamily="34" charset="0"/>
            </a:endParaRPr>
          </a:p>
          <a:p>
            <a:pPr>
              <a:spcBef>
                <a:spcPts val="51"/>
              </a:spcBef>
            </a:pPr>
            <a:r>
              <a:rPr lang="en-US" altLang="en-US" sz="2400" b="1">
                <a:cs typeface="Calibri" panose="020F0502020204030204" pitchFamily="34" charset="0"/>
              </a:rPr>
              <a:t>A[0],</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A[1],</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A[2],</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A[3],</a:t>
            </a:r>
            <a:r>
              <a:rPr lang="en-US" altLang="en-US" sz="2400" b="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a:t>
            </a:r>
            <a:r>
              <a:rPr lang="en-US" altLang="en-US" sz="2400" b="1">
                <a:cs typeface="Calibri" panose="020F0502020204030204" pitchFamily="34" charset="0"/>
              </a:rPr>
              <a:t>A[98],</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A[99].</a:t>
            </a:r>
            <a:endParaRPr lang="en-US" altLang="en-US" sz="2400">
              <a:cs typeface="Calibri" panose="020F0502020204030204" pitchFamily="34" charset="0"/>
            </a:endParaRPr>
          </a:p>
        </p:txBody>
      </p:sp>
      <p:sp>
        <p:nvSpPr>
          <p:cNvPr id="16388" name="object 4">
            <a:extLst>
              <a:ext uri="{FF2B5EF4-FFF2-40B4-BE49-F238E27FC236}">
                <a16:creationId xmlns:a16="http://schemas.microsoft.com/office/drawing/2014/main" id="{A9F272BB-FA55-7C0F-A122-4020D9C1C18D}"/>
              </a:ext>
            </a:extLst>
          </p:cNvPr>
          <p:cNvSpPr>
            <a:spLocks/>
          </p:cNvSpPr>
          <p:nvPr/>
        </p:nvSpPr>
        <p:spPr bwMode="auto">
          <a:xfrm>
            <a:off x="304800" y="175684"/>
            <a:ext cx="11582400" cy="711200"/>
          </a:xfrm>
          <a:custGeom>
            <a:avLst/>
            <a:gdLst>
              <a:gd name="T0" fmla="*/ 8597889 w 8686800"/>
              <a:gd name="T1" fmla="*/ 0 h 533400"/>
              <a:gd name="T2" fmla="*/ 88904 w 8686800"/>
              <a:gd name="T3" fmla="*/ 0 h 533400"/>
              <a:gd name="T4" fmla="*/ 54614 w 8686800"/>
              <a:gd name="T5" fmla="*/ 7010 h 533400"/>
              <a:gd name="T6" fmla="*/ 26039 w 8686800"/>
              <a:gd name="T7" fmla="*/ 26060 h 533400"/>
              <a:gd name="T8" fmla="*/ 6989 w 8686800"/>
              <a:gd name="T9" fmla="*/ 53980 h 533400"/>
              <a:gd name="T10" fmla="*/ 0 w 8686800"/>
              <a:gd name="T11" fmla="*/ 88910 h 533400"/>
              <a:gd name="T12" fmla="*/ 0 w 8686800"/>
              <a:gd name="T13" fmla="*/ 444520 h 533400"/>
              <a:gd name="T14" fmla="*/ 6989 w 8686800"/>
              <a:gd name="T15" fmla="*/ 478810 h 533400"/>
              <a:gd name="T16" fmla="*/ 26039 w 8686800"/>
              <a:gd name="T17" fmla="*/ 507370 h 533400"/>
              <a:gd name="T18" fmla="*/ 54614 w 8686800"/>
              <a:gd name="T19" fmla="*/ 526420 h 533400"/>
              <a:gd name="T20" fmla="*/ 88904 w 8686800"/>
              <a:gd name="T21" fmla="*/ 533399 h 533400"/>
              <a:gd name="T22" fmla="*/ 8597889 w 8686800"/>
              <a:gd name="T23" fmla="*/ 533399 h 533400"/>
              <a:gd name="T24" fmla="*/ 8632819 w 8686800"/>
              <a:gd name="T25" fmla="*/ 526420 h 533400"/>
              <a:gd name="T26" fmla="*/ 8660769 w 8686800"/>
              <a:gd name="T27" fmla="*/ 507370 h 533400"/>
              <a:gd name="T28" fmla="*/ 8679819 w 8686800"/>
              <a:gd name="T29" fmla="*/ 478810 h 533400"/>
              <a:gd name="T30" fmla="*/ 8686799 w 8686800"/>
              <a:gd name="T31" fmla="*/ 444520 h 533400"/>
              <a:gd name="T32" fmla="*/ 8686799 w 8686800"/>
              <a:gd name="T33" fmla="*/ 88910 h 533400"/>
              <a:gd name="T34" fmla="*/ 8679819 w 8686800"/>
              <a:gd name="T35" fmla="*/ 53980 h 533400"/>
              <a:gd name="T36" fmla="*/ 8660769 w 8686800"/>
              <a:gd name="T37" fmla="*/ 26060 h 533400"/>
              <a:gd name="T38" fmla="*/ 8632819 w 8686800"/>
              <a:gd name="T39" fmla="*/ 7010 h 533400"/>
              <a:gd name="T40" fmla="*/ 8597889 w 8686800"/>
              <a:gd name="T41" fmla="*/ 0 h 5334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533400">
                <a:moveTo>
                  <a:pt x="8597889" y="0"/>
                </a:moveTo>
                <a:lnTo>
                  <a:pt x="88904" y="0"/>
                </a:lnTo>
                <a:lnTo>
                  <a:pt x="54614" y="7010"/>
                </a:lnTo>
                <a:lnTo>
                  <a:pt x="26039" y="26060"/>
                </a:lnTo>
                <a:lnTo>
                  <a:pt x="6989" y="53980"/>
                </a:lnTo>
                <a:lnTo>
                  <a:pt x="0" y="88910"/>
                </a:lnTo>
                <a:lnTo>
                  <a:pt x="0" y="444520"/>
                </a:lnTo>
                <a:lnTo>
                  <a:pt x="6989" y="478810"/>
                </a:lnTo>
                <a:lnTo>
                  <a:pt x="26039" y="507370"/>
                </a:lnTo>
                <a:lnTo>
                  <a:pt x="54614" y="526420"/>
                </a:lnTo>
                <a:lnTo>
                  <a:pt x="88904" y="533399"/>
                </a:lnTo>
                <a:lnTo>
                  <a:pt x="8597889" y="533399"/>
                </a:lnTo>
                <a:lnTo>
                  <a:pt x="8632819" y="526420"/>
                </a:lnTo>
                <a:lnTo>
                  <a:pt x="8660769" y="507370"/>
                </a:lnTo>
                <a:lnTo>
                  <a:pt x="8679819" y="478810"/>
                </a:lnTo>
                <a:lnTo>
                  <a:pt x="8686799" y="444520"/>
                </a:lnTo>
                <a:lnTo>
                  <a:pt x="8686799" y="88910"/>
                </a:lnTo>
                <a:lnTo>
                  <a:pt x="8679819" y="53980"/>
                </a:lnTo>
                <a:lnTo>
                  <a:pt x="8660769" y="26060"/>
                </a:lnTo>
                <a:lnTo>
                  <a:pt x="8632819" y="7010"/>
                </a:lnTo>
                <a:lnTo>
                  <a:pt x="859788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6389" name="object 5">
            <a:extLst>
              <a:ext uri="{FF2B5EF4-FFF2-40B4-BE49-F238E27FC236}">
                <a16:creationId xmlns:a16="http://schemas.microsoft.com/office/drawing/2014/main" id="{144818E9-4474-A78E-E1E7-81BC91F4A717}"/>
              </a:ext>
            </a:extLst>
          </p:cNvPr>
          <p:cNvSpPr>
            <a:spLocks/>
          </p:cNvSpPr>
          <p:nvPr/>
        </p:nvSpPr>
        <p:spPr bwMode="auto">
          <a:xfrm>
            <a:off x="304800" y="175684"/>
            <a:ext cx="11582400" cy="711200"/>
          </a:xfrm>
          <a:custGeom>
            <a:avLst/>
            <a:gdLst>
              <a:gd name="T0" fmla="*/ 0 w 8686800"/>
              <a:gd name="T1" fmla="*/ 88910 h 533400"/>
              <a:gd name="T2" fmla="*/ 6989 w 8686800"/>
              <a:gd name="T3" fmla="*/ 53980 h 533400"/>
              <a:gd name="T4" fmla="*/ 26039 w 8686800"/>
              <a:gd name="T5" fmla="*/ 26060 h 533400"/>
              <a:gd name="T6" fmla="*/ 54614 w 8686800"/>
              <a:gd name="T7" fmla="*/ 7010 h 533400"/>
              <a:gd name="T8" fmla="*/ 88904 w 8686800"/>
              <a:gd name="T9" fmla="*/ 0 h 533400"/>
              <a:gd name="T10" fmla="*/ 8597889 w 8686800"/>
              <a:gd name="T11" fmla="*/ 0 h 533400"/>
              <a:gd name="T12" fmla="*/ 8632819 w 8686800"/>
              <a:gd name="T13" fmla="*/ 7010 h 533400"/>
              <a:gd name="T14" fmla="*/ 8660769 w 8686800"/>
              <a:gd name="T15" fmla="*/ 26060 h 533400"/>
              <a:gd name="T16" fmla="*/ 8679819 w 8686800"/>
              <a:gd name="T17" fmla="*/ 53980 h 533400"/>
              <a:gd name="T18" fmla="*/ 8686799 w 8686800"/>
              <a:gd name="T19" fmla="*/ 88910 h 533400"/>
              <a:gd name="T20" fmla="*/ 8686799 w 8686800"/>
              <a:gd name="T21" fmla="*/ 444520 h 533400"/>
              <a:gd name="T22" fmla="*/ 8679819 w 8686800"/>
              <a:gd name="T23" fmla="*/ 478810 h 533400"/>
              <a:gd name="T24" fmla="*/ 8660769 w 8686800"/>
              <a:gd name="T25" fmla="*/ 507370 h 533400"/>
              <a:gd name="T26" fmla="*/ 8632819 w 8686800"/>
              <a:gd name="T27" fmla="*/ 526420 h 533400"/>
              <a:gd name="T28" fmla="*/ 8597889 w 8686800"/>
              <a:gd name="T29" fmla="*/ 533399 h 533400"/>
              <a:gd name="T30" fmla="*/ 88904 w 8686800"/>
              <a:gd name="T31" fmla="*/ 533399 h 533400"/>
              <a:gd name="T32" fmla="*/ 54614 w 8686800"/>
              <a:gd name="T33" fmla="*/ 526420 h 533400"/>
              <a:gd name="T34" fmla="*/ 26039 w 8686800"/>
              <a:gd name="T35" fmla="*/ 507370 h 533400"/>
              <a:gd name="T36" fmla="*/ 6989 w 8686800"/>
              <a:gd name="T37" fmla="*/ 478810 h 533400"/>
              <a:gd name="T38" fmla="*/ 0 w 8686800"/>
              <a:gd name="T39" fmla="*/ 444520 h 533400"/>
              <a:gd name="T40" fmla="*/ 0 w 8686800"/>
              <a:gd name="T41" fmla="*/ 88910 h 5334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533400">
                <a:moveTo>
                  <a:pt x="0" y="88910"/>
                </a:moveTo>
                <a:lnTo>
                  <a:pt x="6989" y="53980"/>
                </a:lnTo>
                <a:lnTo>
                  <a:pt x="26039" y="26060"/>
                </a:lnTo>
                <a:lnTo>
                  <a:pt x="54614" y="7010"/>
                </a:lnTo>
                <a:lnTo>
                  <a:pt x="88904" y="0"/>
                </a:lnTo>
                <a:lnTo>
                  <a:pt x="8597889" y="0"/>
                </a:lnTo>
                <a:lnTo>
                  <a:pt x="8632819" y="7010"/>
                </a:lnTo>
                <a:lnTo>
                  <a:pt x="8660769" y="26060"/>
                </a:lnTo>
                <a:lnTo>
                  <a:pt x="8679819" y="53980"/>
                </a:lnTo>
                <a:lnTo>
                  <a:pt x="8686799" y="88910"/>
                </a:lnTo>
                <a:lnTo>
                  <a:pt x="8686799" y="444520"/>
                </a:lnTo>
                <a:lnTo>
                  <a:pt x="8679819" y="478810"/>
                </a:lnTo>
                <a:lnTo>
                  <a:pt x="8660769" y="507370"/>
                </a:lnTo>
                <a:lnTo>
                  <a:pt x="8632819" y="526420"/>
                </a:lnTo>
                <a:lnTo>
                  <a:pt x="8597889" y="533399"/>
                </a:lnTo>
                <a:lnTo>
                  <a:pt x="88904" y="533399"/>
                </a:lnTo>
                <a:lnTo>
                  <a:pt x="54614" y="526420"/>
                </a:lnTo>
                <a:lnTo>
                  <a:pt x="26039" y="507370"/>
                </a:lnTo>
                <a:lnTo>
                  <a:pt x="6989" y="478810"/>
                </a:lnTo>
                <a:lnTo>
                  <a:pt x="0" y="444520"/>
                </a:lnTo>
                <a:lnTo>
                  <a:pt x="0" y="88910"/>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6390" name="object 6">
            <a:extLst>
              <a:ext uri="{FF2B5EF4-FFF2-40B4-BE49-F238E27FC236}">
                <a16:creationId xmlns:a16="http://schemas.microsoft.com/office/drawing/2014/main" id="{5FE358DE-E7C1-5F22-91B8-91E772607A39}"/>
              </a:ext>
            </a:extLst>
          </p:cNvPr>
          <p:cNvSpPr>
            <a:spLocks noChangeArrowheads="1"/>
          </p:cNvSpPr>
          <p:nvPr/>
        </p:nvSpPr>
        <p:spPr bwMode="auto">
          <a:xfrm>
            <a:off x="342900" y="2117"/>
            <a:ext cx="11811000" cy="12530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6391" name="object 7">
            <a:extLst>
              <a:ext uri="{FF2B5EF4-FFF2-40B4-BE49-F238E27FC236}">
                <a16:creationId xmlns:a16="http://schemas.microsoft.com/office/drawing/2014/main" id="{C377EB6B-3A42-AFDB-F5F1-87A2209F9BEE}"/>
              </a:ext>
            </a:extLst>
          </p:cNvPr>
          <p:cNvSpPr>
            <a:spLocks/>
          </p:cNvSpPr>
          <p:nvPr/>
        </p:nvSpPr>
        <p:spPr bwMode="auto">
          <a:xfrm>
            <a:off x="4572000" y="988484"/>
            <a:ext cx="2133600" cy="609600"/>
          </a:xfrm>
          <a:custGeom>
            <a:avLst/>
            <a:gdLst>
              <a:gd name="T0" fmla="*/ 1523999 w 1600200"/>
              <a:gd name="T1" fmla="*/ 0 h 457200"/>
              <a:gd name="T2" fmla="*/ 76199 w 1600200"/>
              <a:gd name="T3" fmla="*/ 0 h 457200"/>
              <a:gd name="T4" fmla="*/ 46360 w 1600200"/>
              <a:gd name="T5" fmla="*/ 5730 h 457200"/>
              <a:gd name="T6" fmla="*/ 22219 w 1600200"/>
              <a:gd name="T7" fmla="*/ 22250 h 457200"/>
              <a:gd name="T8" fmla="*/ 5730 w 1600200"/>
              <a:gd name="T9" fmla="*/ 46360 h 457200"/>
              <a:gd name="T10" fmla="*/ 0 w 1600200"/>
              <a:gd name="T11" fmla="*/ 76199 h 457200"/>
              <a:gd name="T12" fmla="*/ 0 w 1600200"/>
              <a:gd name="T13" fmla="*/ 380999 h 457200"/>
              <a:gd name="T14" fmla="*/ 5730 w 1600200"/>
              <a:gd name="T15" fmla="*/ 410230 h 457200"/>
              <a:gd name="T16" fmla="*/ 22219 w 1600200"/>
              <a:gd name="T17" fmla="*/ 434339 h 457200"/>
              <a:gd name="T18" fmla="*/ 46360 w 1600200"/>
              <a:gd name="T19" fmla="*/ 450860 h 457200"/>
              <a:gd name="T20" fmla="*/ 76199 w 1600200"/>
              <a:gd name="T21" fmla="*/ 457199 h 457200"/>
              <a:gd name="T22" fmla="*/ 1523999 w 1600200"/>
              <a:gd name="T23" fmla="*/ 457199 h 457200"/>
              <a:gd name="T24" fmla="*/ 1553839 w 1600200"/>
              <a:gd name="T25" fmla="*/ 450860 h 457200"/>
              <a:gd name="T26" fmla="*/ 1577980 w 1600200"/>
              <a:gd name="T27" fmla="*/ 434339 h 457200"/>
              <a:gd name="T28" fmla="*/ 1594500 w 1600200"/>
              <a:gd name="T29" fmla="*/ 410230 h 457200"/>
              <a:gd name="T30" fmla="*/ 1600199 w 1600200"/>
              <a:gd name="T31" fmla="*/ 380999 h 457200"/>
              <a:gd name="T32" fmla="*/ 1600199 w 1600200"/>
              <a:gd name="T33" fmla="*/ 76199 h 457200"/>
              <a:gd name="T34" fmla="*/ 1594500 w 1600200"/>
              <a:gd name="T35" fmla="*/ 46360 h 457200"/>
              <a:gd name="T36" fmla="*/ 1577980 w 1600200"/>
              <a:gd name="T37" fmla="*/ 22250 h 457200"/>
              <a:gd name="T38" fmla="*/ 1553839 w 1600200"/>
              <a:gd name="T39" fmla="*/ 5730 h 457200"/>
              <a:gd name="T40" fmla="*/ 1523999 w 16002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00200" h="457200">
                <a:moveTo>
                  <a:pt x="1523999" y="0"/>
                </a:moveTo>
                <a:lnTo>
                  <a:pt x="76199" y="0"/>
                </a:lnTo>
                <a:lnTo>
                  <a:pt x="46360" y="5730"/>
                </a:lnTo>
                <a:lnTo>
                  <a:pt x="22219" y="22250"/>
                </a:lnTo>
                <a:lnTo>
                  <a:pt x="5730" y="46360"/>
                </a:lnTo>
                <a:lnTo>
                  <a:pt x="0" y="76199"/>
                </a:lnTo>
                <a:lnTo>
                  <a:pt x="0" y="380999"/>
                </a:lnTo>
                <a:lnTo>
                  <a:pt x="5730" y="410230"/>
                </a:lnTo>
                <a:lnTo>
                  <a:pt x="22219" y="434339"/>
                </a:lnTo>
                <a:lnTo>
                  <a:pt x="46360" y="450860"/>
                </a:lnTo>
                <a:lnTo>
                  <a:pt x="76199" y="457199"/>
                </a:lnTo>
                <a:lnTo>
                  <a:pt x="1523999" y="457199"/>
                </a:lnTo>
                <a:lnTo>
                  <a:pt x="1553839" y="450860"/>
                </a:lnTo>
                <a:lnTo>
                  <a:pt x="1577980" y="434339"/>
                </a:lnTo>
                <a:lnTo>
                  <a:pt x="1594500" y="410230"/>
                </a:lnTo>
                <a:lnTo>
                  <a:pt x="1600199" y="380999"/>
                </a:lnTo>
                <a:lnTo>
                  <a:pt x="1600199" y="76199"/>
                </a:lnTo>
                <a:lnTo>
                  <a:pt x="1594500" y="46360"/>
                </a:lnTo>
                <a:lnTo>
                  <a:pt x="1577980" y="22250"/>
                </a:lnTo>
                <a:lnTo>
                  <a:pt x="1553839" y="5730"/>
                </a:lnTo>
                <a:lnTo>
                  <a:pt x="15239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6392" name="object 8">
            <a:extLst>
              <a:ext uri="{FF2B5EF4-FFF2-40B4-BE49-F238E27FC236}">
                <a16:creationId xmlns:a16="http://schemas.microsoft.com/office/drawing/2014/main" id="{8641BE7D-2D08-C145-8B9F-5C80EE6E919A}"/>
              </a:ext>
            </a:extLst>
          </p:cNvPr>
          <p:cNvSpPr>
            <a:spLocks/>
          </p:cNvSpPr>
          <p:nvPr/>
        </p:nvSpPr>
        <p:spPr bwMode="auto">
          <a:xfrm>
            <a:off x="4572000" y="988484"/>
            <a:ext cx="2133600" cy="609600"/>
          </a:xfrm>
          <a:custGeom>
            <a:avLst/>
            <a:gdLst>
              <a:gd name="T0" fmla="*/ 0 w 1600200"/>
              <a:gd name="T1" fmla="*/ 76199 h 457200"/>
              <a:gd name="T2" fmla="*/ 5730 w 1600200"/>
              <a:gd name="T3" fmla="*/ 46360 h 457200"/>
              <a:gd name="T4" fmla="*/ 22219 w 1600200"/>
              <a:gd name="T5" fmla="*/ 22250 h 457200"/>
              <a:gd name="T6" fmla="*/ 46360 w 1600200"/>
              <a:gd name="T7" fmla="*/ 5730 h 457200"/>
              <a:gd name="T8" fmla="*/ 76199 w 1600200"/>
              <a:gd name="T9" fmla="*/ 0 h 457200"/>
              <a:gd name="T10" fmla="*/ 1523999 w 1600200"/>
              <a:gd name="T11" fmla="*/ 0 h 457200"/>
              <a:gd name="T12" fmla="*/ 1553839 w 1600200"/>
              <a:gd name="T13" fmla="*/ 5730 h 457200"/>
              <a:gd name="T14" fmla="*/ 1577980 w 1600200"/>
              <a:gd name="T15" fmla="*/ 22250 h 457200"/>
              <a:gd name="T16" fmla="*/ 1594500 w 1600200"/>
              <a:gd name="T17" fmla="*/ 46360 h 457200"/>
              <a:gd name="T18" fmla="*/ 1600199 w 1600200"/>
              <a:gd name="T19" fmla="*/ 76199 h 457200"/>
              <a:gd name="T20" fmla="*/ 1600199 w 1600200"/>
              <a:gd name="T21" fmla="*/ 380999 h 457200"/>
              <a:gd name="T22" fmla="*/ 1594500 w 1600200"/>
              <a:gd name="T23" fmla="*/ 410230 h 457200"/>
              <a:gd name="T24" fmla="*/ 1577980 w 1600200"/>
              <a:gd name="T25" fmla="*/ 434339 h 457200"/>
              <a:gd name="T26" fmla="*/ 1553839 w 1600200"/>
              <a:gd name="T27" fmla="*/ 450860 h 457200"/>
              <a:gd name="T28" fmla="*/ 1523999 w 1600200"/>
              <a:gd name="T29" fmla="*/ 457199 h 457200"/>
              <a:gd name="T30" fmla="*/ 76199 w 1600200"/>
              <a:gd name="T31" fmla="*/ 457199 h 457200"/>
              <a:gd name="T32" fmla="*/ 46360 w 1600200"/>
              <a:gd name="T33" fmla="*/ 450860 h 457200"/>
              <a:gd name="T34" fmla="*/ 22219 w 1600200"/>
              <a:gd name="T35" fmla="*/ 434339 h 457200"/>
              <a:gd name="T36" fmla="*/ 5730 w 1600200"/>
              <a:gd name="T37" fmla="*/ 410230 h 457200"/>
              <a:gd name="T38" fmla="*/ 0 w 1600200"/>
              <a:gd name="T39" fmla="*/ 380999 h 457200"/>
              <a:gd name="T40" fmla="*/ 0 w 16002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00200" h="457200">
                <a:moveTo>
                  <a:pt x="0" y="76199"/>
                </a:moveTo>
                <a:lnTo>
                  <a:pt x="5730" y="46360"/>
                </a:lnTo>
                <a:lnTo>
                  <a:pt x="22219" y="22250"/>
                </a:lnTo>
                <a:lnTo>
                  <a:pt x="46360" y="5730"/>
                </a:lnTo>
                <a:lnTo>
                  <a:pt x="76199" y="0"/>
                </a:lnTo>
                <a:lnTo>
                  <a:pt x="1523999" y="0"/>
                </a:lnTo>
                <a:lnTo>
                  <a:pt x="1553839" y="5730"/>
                </a:lnTo>
                <a:lnTo>
                  <a:pt x="1577980" y="22250"/>
                </a:lnTo>
                <a:lnTo>
                  <a:pt x="1594500" y="46360"/>
                </a:lnTo>
                <a:lnTo>
                  <a:pt x="1600199" y="76199"/>
                </a:lnTo>
                <a:lnTo>
                  <a:pt x="1600199" y="380999"/>
                </a:lnTo>
                <a:lnTo>
                  <a:pt x="1594500" y="410230"/>
                </a:lnTo>
                <a:lnTo>
                  <a:pt x="1577980" y="434339"/>
                </a:lnTo>
                <a:lnTo>
                  <a:pt x="1553839" y="450860"/>
                </a:lnTo>
                <a:lnTo>
                  <a:pt x="1523999" y="457199"/>
                </a:lnTo>
                <a:lnTo>
                  <a:pt x="76199" y="457199"/>
                </a:lnTo>
                <a:lnTo>
                  <a:pt x="46360" y="450860"/>
                </a:lnTo>
                <a:lnTo>
                  <a:pt x="22219" y="434339"/>
                </a:lnTo>
                <a:lnTo>
                  <a:pt x="5730" y="410230"/>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6393" name="object 9">
            <a:extLst>
              <a:ext uri="{FF2B5EF4-FFF2-40B4-BE49-F238E27FC236}">
                <a16:creationId xmlns:a16="http://schemas.microsoft.com/office/drawing/2014/main" id="{523D7D97-B85D-E1F5-C2E4-9558095D14D8}"/>
              </a:ext>
            </a:extLst>
          </p:cNvPr>
          <p:cNvSpPr>
            <a:spLocks noChangeArrowheads="1"/>
          </p:cNvSpPr>
          <p:nvPr/>
        </p:nvSpPr>
        <p:spPr bwMode="auto">
          <a:xfrm>
            <a:off x="266700" y="2118"/>
            <a:ext cx="11887200" cy="16637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0" name="object 10">
            <a:extLst>
              <a:ext uri="{FF2B5EF4-FFF2-40B4-BE49-F238E27FC236}">
                <a16:creationId xmlns:a16="http://schemas.microsoft.com/office/drawing/2014/main" id="{2953CC86-302B-E8A8-A029-C166554CF35F}"/>
              </a:ext>
            </a:extLst>
          </p:cNvPr>
          <p:cNvSpPr txBox="1"/>
          <p:nvPr/>
        </p:nvSpPr>
        <p:spPr>
          <a:xfrm>
            <a:off x="4724401" y="1016000"/>
            <a:ext cx="1926167" cy="684226"/>
          </a:xfrm>
          <a:prstGeom prst="rect">
            <a:avLst/>
          </a:prstGeom>
        </p:spPr>
        <p:txBody>
          <a:bodyPr lIns="0" tIns="0" rIns="0" bIns="0">
            <a:spAutoFit/>
          </a:bodyPr>
          <a:lstStyle/>
          <a:p>
            <a:pPr marL="16933">
              <a:lnSpc>
                <a:spcPts val="5753"/>
              </a:lnSpc>
              <a:defRPr/>
            </a:pPr>
            <a:r>
              <a:rPr sz="4800" b="1" spc="-480" dirty="0">
                <a:solidFill>
                  <a:srgbClr val="FFFFFF"/>
                </a:solidFill>
                <a:latin typeface="Tahoma"/>
                <a:cs typeface="Tahoma"/>
              </a:rPr>
              <a:t>A</a:t>
            </a:r>
            <a:r>
              <a:rPr sz="4800" b="1" spc="-467" dirty="0">
                <a:solidFill>
                  <a:srgbClr val="FFFFFF"/>
                </a:solidFill>
                <a:latin typeface="Tahoma"/>
                <a:cs typeface="Tahoma"/>
              </a:rPr>
              <a:t>RR</a:t>
            </a:r>
            <a:r>
              <a:rPr sz="4800" b="1" spc="-480" dirty="0">
                <a:solidFill>
                  <a:srgbClr val="FFFFFF"/>
                </a:solidFill>
                <a:latin typeface="Tahoma"/>
                <a:cs typeface="Tahoma"/>
              </a:rPr>
              <a:t>A</a:t>
            </a:r>
            <a:r>
              <a:rPr sz="4800" b="1" dirty="0">
                <a:solidFill>
                  <a:srgbClr val="FFFFFF"/>
                </a:solidFill>
                <a:latin typeface="Tahoma"/>
                <a:cs typeface="Tahoma"/>
              </a:rPr>
              <a:t>Y</a:t>
            </a:r>
            <a:endParaRPr sz="480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bject 2">
            <a:extLst>
              <a:ext uri="{FF2B5EF4-FFF2-40B4-BE49-F238E27FC236}">
                <a16:creationId xmlns:a16="http://schemas.microsoft.com/office/drawing/2014/main" id="{8AF40AFE-C8D2-4734-9209-ABF5C6DA049E}"/>
              </a:ext>
            </a:extLst>
          </p:cNvPr>
          <p:cNvSpPr>
            <a:spLocks/>
          </p:cNvSpPr>
          <p:nvPr/>
        </p:nvSpPr>
        <p:spPr bwMode="auto">
          <a:xfrm>
            <a:off x="304800" y="381000"/>
            <a:ext cx="11582400" cy="812800"/>
          </a:xfrm>
          <a:custGeom>
            <a:avLst/>
            <a:gdLst>
              <a:gd name="T0" fmla="*/ 8585209 w 8686800"/>
              <a:gd name="T1" fmla="*/ 0 h 609600"/>
              <a:gd name="T2" fmla="*/ 101595 w 8686800"/>
              <a:gd name="T3" fmla="*/ 0 h 609600"/>
              <a:gd name="T4" fmla="*/ 62234 w 8686800"/>
              <a:gd name="T5" fmla="*/ 8260 h 609600"/>
              <a:gd name="T6" fmla="*/ 29849 w 8686800"/>
              <a:gd name="T7" fmla="*/ 29839 h 609600"/>
              <a:gd name="T8" fmla="*/ 8250 w 8686800"/>
              <a:gd name="T9" fmla="*/ 62240 h 609600"/>
              <a:gd name="T10" fmla="*/ 0 w 8686800"/>
              <a:gd name="T11" fmla="*/ 101620 h 609600"/>
              <a:gd name="T12" fmla="*/ 0 w 8686800"/>
              <a:gd name="T13" fmla="*/ 508010 h 609600"/>
              <a:gd name="T14" fmla="*/ 8250 w 8686800"/>
              <a:gd name="T15" fmla="*/ 547999 h 609600"/>
              <a:gd name="T16" fmla="*/ 29849 w 8686800"/>
              <a:gd name="T17" fmla="*/ 580400 h 609600"/>
              <a:gd name="T18" fmla="*/ 62234 w 8686800"/>
              <a:gd name="T19" fmla="*/ 601979 h 609600"/>
              <a:gd name="T20" fmla="*/ 101595 w 8686800"/>
              <a:gd name="T21" fmla="*/ 609599 h 609600"/>
              <a:gd name="T22" fmla="*/ 8585209 w 8686800"/>
              <a:gd name="T23" fmla="*/ 609599 h 609600"/>
              <a:gd name="T24" fmla="*/ 8624559 w 8686800"/>
              <a:gd name="T25" fmla="*/ 601979 h 609600"/>
              <a:gd name="T26" fmla="*/ 8656959 w 8686800"/>
              <a:gd name="T27" fmla="*/ 580400 h 609600"/>
              <a:gd name="T28" fmla="*/ 8678539 w 8686800"/>
              <a:gd name="T29" fmla="*/ 547999 h 609600"/>
              <a:gd name="T30" fmla="*/ 8686799 w 8686800"/>
              <a:gd name="T31" fmla="*/ 508010 h 609600"/>
              <a:gd name="T32" fmla="*/ 8686799 w 8686800"/>
              <a:gd name="T33" fmla="*/ 101620 h 609600"/>
              <a:gd name="T34" fmla="*/ 8678539 w 8686800"/>
              <a:gd name="T35" fmla="*/ 62240 h 609600"/>
              <a:gd name="T36" fmla="*/ 8656959 w 8686800"/>
              <a:gd name="T37" fmla="*/ 29839 h 609600"/>
              <a:gd name="T38" fmla="*/ 8624559 w 8686800"/>
              <a:gd name="T39" fmla="*/ 8260 h 609600"/>
              <a:gd name="T40" fmla="*/ 8585209 w 8686800"/>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8585209" y="0"/>
                </a:moveTo>
                <a:lnTo>
                  <a:pt x="101595" y="0"/>
                </a:lnTo>
                <a:lnTo>
                  <a:pt x="62234" y="8260"/>
                </a:lnTo>
                <a:lnTo>
                  <a:pt x="29849" y="29839"/>
                </a:lnTo>
                <a:lnTo>
                  <a:pt x="8250" y="62240"/>
                </a:lnTo>
                <a:lnTo>
                  <a:pt x="0" y="101620"/>
                </a:lnTo>
                <a:lnTo>
                  <a:pt x="0" y="508010"/>
                </a:lnTo>
                <a:lnTo>
                  <a:pt x="8250" y="547999"/>
                </a:lnTo>
                <a:lnTo>
                  <a:pt x="29849" y="580400"/>
                </a:lnTo>
                <a:lnTo>
                  <a:pt x="62234" y="601979"/>
                </a:lnTo>
                <a:lnTo>
                  <a:pt x="101595" y="609599"/>
                </a:lnTo>
                <a:lnTo>
                  <a:pt x="8585209" y="609599"/>
                </a:lnTo>
                <a:lnTo>
                  <a:pt x="8624559" y="601979"/>
                </a:lnTo>
                <a:lnTo>
                  <a:pt x="8656959" y="580400"/>
                </a:lnTo>
                <a:lnTo>
                  <a:pt x="8678539" y="547999"/>
                </a:lnTo>
                <a:lnTo>
                  <a:pt x="8686799" y="508010"/>
                </a:lnTo>
                <a:lnTo>
                  <a:pt x="8686799" y="101620"/>
                </a:lnTo>
                <a:lnTo>
                  <a:pt x="8678539" y="62240"/>
                </a:lnTo>
                <a:lnTo>
                  <a:pt x="8656959" y="29839"/>
                </a:lnTo>
                <a:lnTo>
                  <a:pt x="8624559" y="8260"/>
                </a:lnTo>
                <a:lnTo>
                  <a:pt x="85852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8435" name="object 3">
            <a:extLst>
              <a:ext uri="{FF2B5EF4-FFF2-40B4-BE49-F238E27FC236}">
                <a16:creationId xmlns:a16="http://schemas.microsoft.com/office/drawing/2014/main" id="{7FE83C59-0C1F-6CF3-206E-9731B4EFC9C4}"/>
              </a:ext>
            </a:extLst>
          </p:cNvPr>
          <p:cNvSpPr>
            <a:spLocks/>
          </p:cNvSpPr>
          <p:nvPr/>
        </p:nvSpPr>
        <p:spPr bwMode="auto">
          <a:xfrm>
            <a:off x="304800" y="381000"/>
            <a:ext cx="11582400" cy="812800"/>
          </a:xfrm>
          <a:custGeom>
            <a:avLst/>
            <a:gdLst>
              <a:gd name="T0" fmla="*/ 0 w 8686800"/>
              <a:gd name="T1" fmla="*/ 101620 h 609600"/>
              <a:gd name="T2" fmla="*/ 8250 w 8686800"/>
              <a:gd name="T3" fmla="*/ 62240 h 609600"/>
              <a:gd name="T4" fmla="*/ 29849 w 8686800"/>
              <a:gd name="T5" fmla="*/ 29839 h 609600"/>
              <a:gd name="T6" fmla="*/ 62234 w 8686800"/>
              <a:gd name="T7" fmla="*/ 8260 h 609600"/>
              <a:gd name="T8" fmla="*/ 101595 w 8686800"/>
              <a:gd name="T9" fmla="*/ 0 h 609600"/>
              <a:gd name="T10" fmla="*/ 8585209 w 8686800"/>
              <a:gd name="T11" fmla="*/ 0 h 609600"/>
              <a:gd name="T12" fmla="*/ 8624559 w 8686800"/>
              <a:gd name="T13" fmla="*/ 8260 h 609600"/>
              <a:gd name="T14" fmla="*/ 8656959 w 8686800"/>
              <a:gd name="T15" fmla="*/ 29839 h 609600"/>
              <a:gd name="T16" fmla="*/ 8678539 w 8686800"/>
              <a:gd name="T17" fmla="*/ 62240 h 609600"/>
              <a:gd name="T18" fmla="*/ 8686799 w 8686800"/>
              <a:gd name="T19" fmla="*/ 101620 h 609600"/>
              <a:gd name="T20" fmla="*/ 8686799 w 8686800"/>
              <a:gd name="T21" fmla="*/ 508010 h 609600"/>
              <a:gd name="T22" fmla="*/ 8678539 w 8686800"/>
              <a:gd name="T23" fmla="*/ 547999 h 609600"/>
              <a:gd name="T24" fmla="*/ 8656959 w 8686800"/>
              <a:gd name="T25" fmla="*/ 580400 h 609600"/>
              <a:gd name="T26" fmla="*/ 8624559 w 8686800"/>
              <a:gd name="T27" fmla="*/ 601979 h 609600"/>
              <a:gd name="T28" fmla="*/ 8585209 w 8686800"/>
              <a:gd name="T29" fmla="*/ 609599 h 609600"/>
              <a:gd name="T30" fmla="*/ 101595 w 8686800"/>
              <a:gd name="T31" fmla="*/ 609599 h 609600"/>
              <a:gd name="T32" fmla="*/ 62234 w 8686800"/>
              <a:gd name="T33" fmla="*/ 601979 h 609600"/>
              <a:gd name="T34" fmla="*/ 29849 w 8686800"/>
              <a:gd name="T35" fmla="*/ 580400 h 609600"/>
              <a:gd name="T36" fmla="*/ 8250 w 8686800"/>
              <a:gd name="T37" fmla="*/ 547999 h 609600"/>
              <a:gd name="T38" fmla="*/ 0 w 8686800"/>
              <a:gd name="T39" fmla="*/ 508010 h 609600"/>
              <a:gd name="T40" fmla="*/ 0 w 8686800"/>
              <a:gd name="T41" fmla="*/ 10162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0" y="101620"/>
                </a:moveTo>
                <a:lnTo>
                  <a:pt x="8250" y="62240"/>
                </a:lnTo>
                <a:lnTo>
                  <a:pt x="29849" y="29839"/>
                </a:lnTo>
                <a:lnTo>
                  <a:pt x="62234" y="8260"/>
                </a:lnTo>
                <a:lnTo>
                  <a:pt x="101595" y="0"/>
                </a:lnTo>
                <a:lnTo>
                  <a:pt x="8585209" y="0"/>
                </a:lnTo>
                <a:lnTo>
                  <a:pt x="8624559" y="8260"/>
                </a:lnTo>
                <a:lnTo>
                  <a:pt x="8656959" y="29839"/>
                </a:lnTo>
                <a:lnTo>
                  <a:pt x="8678539" y="62240"/>
                </a:lnTo>
                <a:lnTo>
                  <a:pt x="8686799" y="101620"/>
                </a:lnTo>
                <a:lnTo>
                  <a:pt x="8686799" y="508010"/>
                </a:lnTo>
                <a:lnTo>
                  <a:pt x="8678539" y="547999"/>
                </a:lnTo>
                <a:lnTo>
                  <a:pt x="8656959" y="580400"/>
                </a:lnTo>
                <a:lnTo>
                  <a:pt x="8624559" y="601979"/>
                </a:lnTo>
                <a:lnTo>
                  <a:pt x="8585209" y="609599"/>
                </a:lnTo>
                <a:lnTo>
                  <a:pt x="101595" y="609599"/>
                </a:lnTo>
                <a:lnTo>
                  <a:pt x="62234" y="601979"/>
                </a:lnTo>
                <a:lnTo>
                  <a:pt x="29849" y="580400"/>
                </a:lnTo>
                <a:lnTo>
                  <a:pt x="8250" y="547999"/>
                </a:lnTo>
                <a:lnTo>
                  <a:pt x="0" y="508010"/>
                </a:lnTo>
                <a:lnTo>
                  <a:pt x="0" y="101620"/>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8436" name="object 4">
            <a:extLst>
              <a:ext uri="{FF2B5EF4-FFF2-40B4-BE49-F238E27FC236}">
                <a16:creationId xmlns:a16="http://schemas.microsoft.com/office/drawing/2014/main" id="{C1244A71-E08C-0658-7A77-30597D8E8B54}"/>
              </a:ext>
            </a:extLst>
          </p:cNvPr>
          <p:cNvSpPr>
            <a:spLocks noChangeArrowheads="1"/>
          </p:cNvSpPr>
          <p:nvPr/>
        </p:nvSpPr>
        <p:spPr bwMode="auto">
          <a:xfrm>
            <a:off x="355601" y="241300"/>
            <a:ext cx="11798300" cy="12700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8437" name="object 5">
            <a:extLst>
              <a:ext uri="{FF2B5EF4-FFF2-40B4-BE49-F238E27FC236}">
                <a16:creationId xmlns:a16="http://schemas.microsoft.com/office/drawing/2014/main" id="{FF98D168-DDC2-267A-D628-DA89FCF930B3}"/>
              </a:ext>
            </a:extLst>
          </p:cNvPr>
          <p:cNvSpPr>
            <a:spLocks/>
          </p:cNvSpPr>
          <p:nvPr/>
        </p:nvSpPr>
        <p:spPr bwMode="auto">
          <a:xfrm>
            <a:off x="406400" y="1803400"/>
            <a:ext cx="11379200" cy="1549400"/>
          </a:xfrm>
          <a:custGeom>
            <a:avLst/>
            <a:gdLst>
              <a:gd name="T0" fmla="*/ 0 w 8534400"/>
              <a:gd name="T1" fmla="*/ 1158255 h 1162685"/>
              <a:gd name="T2" fmla="*/ 8534399 w 8534400"/>
              <a:gd name="T3" fmla="*/ 1158255 h 1162685"/>
              <a:gd name="T4" fmla="*/ 8534399 w 8534400"/>
              <a:gd name="T5" fmla="*/ 0 h 1162685"/>
              <a:gd name="T6" fmla="*/ 0 w 8534400"/>
              <a:gd name="T7" fmla="*/ 0 h 1162685"/>
              <a:gd name="T8" fmla="*/ 0 w 8534400"/>
              <a:gd name="T9" fmla="*/ 1158255 h 11626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34400" h="1162685">
                <a:moveTo>
                  <a:pt x="0" y="1162693"/>
                </a:moveTo>
                <a:lnTo>
                  <a:pt x="8534399" y="1162693"/>
                </a:lnTo>
                <a:lnTo>
                  <a:pt x="8534399" y="0"/>
                </a:lnTo>
                <a:lnTo>
                  <a:pt x="0" y="0"/>
                </a:lnTo>
                <a:lnTo>
                  <a:pt x="0" y="1162693"/>
                </a:lnTo>
                <a:close/>
              </a:path>
            </a:pathLst>
          </a:custGeom>
          <a:noFill/>
          <a:ln w="28574">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8438" name="object 6">
            <a:extLst>
              <a:ext uri="{FF2B5EF4-FFF2-40B4-BE49-F238E27FC236}">
                <a16:creationId xmlns:a16="http://schemas.microsoft.com/office/drawing/2014/main" id="{A4315E21-393B-0B64-A29E-20AE8EE21C97}"/>
              </a:ext>
            </a:extLst>
          </p:cNvPr>
          <p:cNvSpPr>
            <a:spLocks/>
          </p:cNvSpPr>
          <p:nvPr/>
        </p:nvSpPr>
        <p:spPr bwMode="auto">
          <a:xfrm>
            <a:off x="4267200" y="1397000"/>
            <a:ext cx="4368800" cy="609600"/>
          </a:xfrm>
          <a:custGeom>
            <a:avLst/>
            <a:gdLst>
              <a:gd name="T0" fmla="*/ 3200399 w 3276600"/>
              <a:gd name="T1" fmla="*/ 0 h 457200"/>
              <a:gd name="T2" fmla="*/ 76199 w 3276600"/>
              <a:gd name="T3" fmla="*/ 0 h 457200"/>
              <a:gd name="T4" fmla="*/ 46360 w 3276600"/>
              <a:gd name="T5" fmla="*/ 6370 h 457200"/>
              <a:gd name="T6" fmla="*/ 22219 w 3276600"/>
              <a:gd name="T7" fmla="*/ 22859 h 457200"/>
              <a:gd name="T8" fmla="*/ 5730 w 3276600"/>
              <a:gd name="T9" fmla="*/ 47000 h 457200"/>
              <a:gd name="T10" fmla="*/ 0 w 3276600"/>
              <a:gd name="T11" fmla="*/ 76199 h 457200"/>
              <a:gd name="T12" fmla="*/ 0 w 3276600"/>
              <a:gd name="T13" fmla="*/ 380999 h 457200"/>
              <a:gd name="T14" fmla="*/ 5730 w 3276600"/>
              <a:gd name="T15" fmla="*/ 410839 h 457200"/>
              <a:gd name="T16" fmla="*/ 22219 w 3276600"/>
              <a:gd name="T17" fmla="*/ 434980 h 457200"/>
              <a:gd name="T18" fmla="*/ 46360 w 3276600"/>
              <a:gd name="T19" fmla="*/ 451500 h 457200"/>
              <a:gd name="T20" fmla="*/ 76199 w 3276600"/>
              <a:gd name="T21" fmla="*/ 457199 h 457200"/>
              <a:gd name="T22" fmla="*/ 3200399 w 3276600"/>
              <a:gd name="T23" fmla="*/ 457199 h 457200"/>
              <a:gd name="T24" fmla="*/ 3230239 w 3276600"/>
              <a:gd name="T25" fmla="*/ 451500 h 457200"/>
              <a:gd name="T26" fmla="*/ 3254380 w 3276600"/>
              <a:gd name="T27" fmla="*/ 434980 h 457200"/>
              <a:gd name="T28" fmla="*/ 3270900 w 3276600"/>
              <a:gd name="T29" fmla="*/ 410839 h 457200"/>
              <a:gd name="T30" fmla="*/ 3276599 w 3276600"/>
              <a:gd name="T31" fmla="*/ 380999 h 457200"/>
              <a:gd name="T32" fmla="*/ 3276599 w 3276600"/>
              <a:gd name="T33" fmla="*/ 76199 h 457200"/>
              <a:gd name="T34" fmla="*/ 3270900 w 3276600"/>
              <a:gd name="T35" fmla="*/ 47000 h 457200"/>
              <a:gd name="T36" fmla="*/ 3254380 w 3276600"/>
              <a:gd name="T37" fmla="*/ 22859 h 457200"/>
              <a:gd name="T38" fmla="*/ 3230239 w 3276600"/>
              <a:gd name="T39" fmla="*/ 6370 h 457200"/>
              <a:gd name="T40" fmla="*/ 3200399 w 32766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76600" h="457200">
                <a:moveTo>
                  <a:pt x="3200399" y="0"/>
                </a:moveTo>
                <a:lnTo>
                  <a:pt x="76199" y="0"/>
                </a:lnTo>
                <a:lnTo>
                  <a:pt x="46360" y="6370"/>
                </a:lnTo>
                <a:lnTo>
                  <a:pt x="22219" y="22859"/>
                </a:lnTo>
                <a:lnTo>
                  <a:pt x="5730" y="47000"/>
                </a:lnTo>
                <a:lnTo>
                  <a:pt x="0" y="76199"/>
                </a:lnTo>
                <a:lnTo>
                  <a:pt x="0" y="380999"/>
                </a:lnTo>
                <a:lnTo>
                  <a:pt x="5730" y="410839"/>
                </a:lnTo>
                <a:lnTo>
                  <a:pt x="22219" y="434980"/>
                </a:lnTo>
                <a:lnTo>
                  <a:pt x="46360" y="451500"/>
                </a:lnTo>
                <a:lnTo>
                  <a:pt x="76199" y="457199"/>
                </a:lnTo>
                <a:lnTo>
                  <a:pt x="3200399" y="457199"/>
                </a:lnTo>
                <a:lnTo>
                  <a:pt x="3230239" y="451500"/>
                </a:lnTo>
                <a:lnTo>
                  <a:pt x="3254380" y="434980"/>
                </a:lnTo>
                <a:lnTo>
                  <a:pt x="3270900" y="410839"/>
                </a:lnTo>
                <a:lnTo>
                  <a:pt x="3276599" y="380999"/>
                </a:lnTo>
                <a:lnTo>
                  <a:pt x="3276599" y="76199"/>
                </a:lnTo>
                <a:lnTo>
                  <a:pt x="3270900" y="47000"/>
                </a:lnTo>
                <a:lnTo>
                  <a:pt x="3254380" y="22859"/>
                </a:lnTo>
                <a:lnTo>
                  <a:pt x="3230239" y="6370"/>
                </a:lnTo>
                <a:lnTo>
                  <a:pt x="32003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8439" name="object 7">
            <a:extLst>
              <a:ext uri="{FF2B5EF4-FFF2-40B4-BE49-F238E27FC236}">
                <a16:creationId xmlns:a16="http://schemas.microsoft.com/office/drawing/2014/main" id="{3A6AC83A-B112-ED76-BFAD-DC98DDEF952B}"/>
              </a:ext>
            </a:extLst>
          </p:cNvPr>
          <p:cNvSpPr>
            <a:spLocks/>
          </p:cNvSpPr>
          <p:nvPr/>
        </p:nvSpPr>
        <p:spPr bwMode="auto">
          <a:xfrm>
            <a:off x="4267200" y="1397000"/>
            <a:ext cx="4368800" cy="609600"/>
          </a:xfrm>
          <a:custGeom>
            <a:avLst/>
            <a:gdLst>
              <a:gd name="T0" fmla="*/ 0 w 3276600"/>
              <a:gd name="T1" fmla="*/ 76199 h 457200"/>
              <a:gd name="T2" fmla="*/ 5730 w 3276600"/>
              <a:gd name="T3" fmla="*/ 47000 h 457200"/>
              <a:gd name="T4" fmla="*/ 22219 w 3276600"/>
              <a:gd name="T5" fmla="*/ 22859 h 457200"/>
              <a:gd name="T6" fmla="*/ 46360 w 3276600"/>
              <a:gd name="T7" fmla="*/ 6370 h 457200"/>
              <a:gd name="T8" fmla="*/ 76199 w 3276600"/>
              <a:gd name="T9" fmla="*/ 0 h 457200"/>
              <a:gd name="T10" fmla="*/ 3200399 w 3276600"/>
              <a:gd name="T11" fmla="*/ 0 h 457200"/>
              <a:gd name="T12" fmla="*/ 3230239 w 3276600"/>
              <a:gd name="T13" fmla="*/ 6370 h 457200"/>
              <a:gd name="T14" fmla="*/ 3254380 w 3276600"/>
              <a:gd name="T15" fmla="*/ 22859 h 457200"/>
              <a:gd name="T16" fmla="*/ 3270900 w 3276600"/>
              <a:gd name="T17" fmla="*/ 47000 h 457200"/>
              <a:gd name="T18" fmla="*/ 3276599 w 3276600"/>
              <a:gd name="T19" fmla="*/ 76199 h 457200"/>
              <a:gd name="T20" fmla="*/ 3276599 w 3276600"/>
              <a:gd name="T21" fmla="*/ 380999 h 457200"/>
              <a:gd name="T22" fmla="*/ 3270900 w 3276600"/>
              <a:gd name="T23" fmla="*/ 410839 h 457200"/>
              <a:gd name="T24" fmla="*/ 3254380 w 3276600"/>
              <a:gd name="T25" fmla="*/ 434980 h 457200"/>
              <a:gd name="T26" fmla="*/ 3230239 w 3276600"/>
              <a:gd name="T27" fmla="*/ 451500 h 457200"/>
              <a:gd name="T28" fmla="*/ 3200399 w 3276600"/>
              <a:gd name="T29" fmla="*/ 457199 h 457200"/>
              <a:gd name="T30" fmla="*/ 76199 w 3276600"/>
              <a:gd name="T31" fmla="*/ 457199 h 457200"/>
              <a:gd name="T32" fmla="*/ 46360 w 3276600"/>
              <a:gd name="T33" fmla="*/ 451500 h 457200"/>
              <a:gd name="T34" fmla="*/ 22219 w 3276600"/>
              <a:gd name="T35" fmla="*/ 434980 h 457200"/>
              <a:gd name="T36" fmla="*/ 5730 w 3276600"/>
              <a:gd name="T37" fmla="*/ 410839 h 457200"/>
              <a:gd name="T38" fmla="*/ 0 w 3276600"/>
              <a:gd name="T39" fmla="*/ 380999 h 457200"/>
              <a:gd name="T40" fmla="*/ 0 w 32766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76600" h="457200">
                <a:moveTo>
                  <a:pt x="0" y="76199"/>
                </a:moveTo>
                <a:lnTo>
                  <a:pt x="5730" y="47000"/>
                </a:lnTo>
                <a:lnTo>
                  <a:pt x="22219" y="22859"/>
                </a:lnTo>
                <a:lnTo>
                  <a:pt x="46360" y="6370"/>
                </a:lnTo>
                <a:lnTo>
                  <a:pt x="76199" y="0"/>
                </a:lnTo>
                <a:lnTo>
                  <a:pt x="3200399" y="0"/>
                </a:lnTo>
                <a:lnTo>
                  <a:pt x="3230239" y="6370"/>
                </a:lnTo>
                <a:lnTo>
                  <a:pt x="3254380" y="22859"/>
                </a:lnTo>
                <a:lnTo>
                  <a:pt x="3270900" y="47000"/>
                </a:lnTo>
                <a:lnTo>
                  <a:pt x="3276599" y="76199"/>
                </a:lnTo>
                <a:lnTo>
                  <a:pt x="3276599" y="380999"/>
                </a:lnTo>
                <a:lnTo>
                  <a:pt x="3270900" y="410839"/>
                </a:lnTo>
                <a:lnTo>
                  <a:pt x="3254380" y="434980"/>
                </a:lnTo>
                <a:lnTo>
                  <a:pt x="3230239" y="451500"/>
                </a:lnTo>
                <a:lnTo>
                  <a:pt x="3200399" y="457199"/>
                </a:lnTo>
                <a:lnTo>
                  <a:pt x="76199" y="457199"/>
                </a:lnTo>
                <a:lnTo>
                  <a:pt x="46360" y="451500"/>
                </a:lnTo>
                <a:lnTo>
                  <a:pt x="22219" y="434980"/>
                </a:lnTo>
                <a:lnTo>
                  <a:pt x="5730" y="410839"/>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8440" name="object 8">
            <a:extLst>
              <a:ext uri="{FF2B5EF4-FFF2-40B4-BE49-F238E27FC236}">
                <a16:creationId xmlns:a16="http://schemas.microsoft.com/office/drawing/2014/main" id="{2BB49790-C399-A487-1D00-C457101B7EF4}"/>
              </a:ext>
            </a:extLst>
          </p:cNvPr>
          <p:cNvSpPr>
            <a:spLocks/>
          </p:cNvSpPr>
          <p:nvPr/>
        </p:nvSpPr>
        <p:spPr bwMode="auto">
          <a:xfrm>
            <a:off x="4572000" y="3733800"/>
            <a:ext cx="3048000" cy="609600"/>
          </a:xfrm>
          <a:custGeom>
            <a:avLst/>
            <a:gdLst>
              <a:gd name="T0" fmla="*/ 2209799 w 2286000"/>
              <a:gd name="T1" fmla="*/ 0 h 457200"/>
              <a:gd name="T2" fmla="*/ 76199 w 2286000"/>
              <a:gd name="T3" fmla="*/ 0 h 457200"/>
              <a:gd name="T4" fmla="*/ 46360 w 2286000"/>
              <a:gd name="T5" fmla="*/ 6345 h 457200"/>
              <a:gd name="T6" fmla="*/ 22219 w 2286000"/>
              <a:gd name="T7" fmla="*/ 22216 h 457200"/>
              <a:gd name="T8" fmla="*/ 5730 w 2286000"/>
              <a:gd name="T9" fmla="*/ 46350 h 457200"/>
              <a:gd name="T10" fmla="*/ 0 w 2286000"/>
              <a:gd name="T11" fmla="*/ 76199 h 457200"/>
              <a:gd name="T12" fmla="*/ 0 w 2286000"/>
              <a:gd name="T13" fmla="*/ 380999 h 457200"/>
              <a:gd name="T14" fmla="*/ 5730 w 2286000"/>
              <a:gd name="T15" fmla="*/ 410836 h 457200"/>
              <a:gd name="T16" fmla="*/ 22219 w 2286000"/>
              <a:gd name="T17" fmla="*/ 434970 h 457200"/>
              <a:gd name="T18" fmla="*/ 46360 w 2286000"/>
              <a:gd name="T19" fmla="*/ 451484 h 457200"/>
              <a:gd name="T20" fmla="*/ 76199 w 2286000"/>
              <a:gd name="T21" fmla="*/ 457199 h 457200"/>
              <a:gd name="T22" fmla="*/ 2209799 w 2286000"/>
              <a:gd name="T23" fmla="*/ 457199 h 457200"/>
              <a:gd name="T24" fmla="*/ 2239639 w 2286000"/>
              <a:gd name="T25" fmla="*/ 451484 h 457200"/>
              <a:gd name="T26" fmla="*/ 2263780 w 2286000"/>
              <a:gd name="T27" fmla="*/ 434970 h 457200"/>
              <a:gd name="T28" fmla="*/ 2280300 w 2286000"/>
              <a:gd name="T29" fmla="*/ 410836 h 457200"/>
              <a:gd name="T30" fmla="*/ 2285999 w 2286000"/>
              <a:gd name="T31" fmla="*/ 380999 h 457200"/>
              <a:gd name="T32" fmla="*/ 2285999 w 2286000"/>
              <a:gd name="T33" fmla="*/ 76199 h 457200"/>
              <a:gd name="T34" fmla="*/ 2280300 w 2286000"/>
              <a:gd name="T35" fmla="*/ 46350 h 457200"/>
              <a:gd name="T36" fmla="*/ 2263780 w 2286000"/>
              <a:gd name="T37" fmla="*/ 22216 h 457200"/>
              <a:gd name="T38" fmla="*/ 2239639 w 2286000"/>
              <a:gd name="T39" fmla="*/ 6345 h 457200"/>
              <a:gd name="T40" fmla="*/ 2209799 w 22860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6000" h="457200">
                <a:moveTo>
                  <a:pt x="2209799" y="0"/>
                </a:moveTo>
                <a:lnTo>
                  <a:pt x="76199" y="0"/>
                </a:lnTo>
                <a:lnTo>
                  <a:pt x="46360" y="6345"/>
                </a:lnTo>
                <a:lnTo>
                  <a:pt x="22219" y="22216"/>
                </a:lnTo>
                <a:lnTo>
                  <a:pt x="5730" y="46350"/>
                </a:lnTo>
                <a:lnTo>
                  <a:pt x="0" y="76199"/>
                </a:lnTo>
                <a:lnTo>
                  <a:pt x="0" y="380999"/>
                </a:lnTo>
                <a:lnTo>
                  <a:pt x="5730" y="410836"/>
                </a:lnTo>
                <a:lnTo>
                  <a:pt x="22219" y="434970"/>
                </a:lnTo>
                <a:lnTo>
                  <a:pt x="46360" y="451484"/>
                </a:lnTo>
                <a:lnTo>
                  <a:pt x="76199" y="457199"/>
                </a:lnTo>
                <a:lnTo>
                  <a:pt x="2209799" y="457199"/>
                </a:lnTo>
                <a:lnTo>
                  <a:pt x="2239639" y="451484"/>
                </a:lnTo>
                <a:lnTo>
                  <a:pt x="2263780" y="434970"/>
                </a:lnTo>
                <a:lnTo>
                  <a:pt x="2280300" y="410836"/>
                </a:lnTo>
                <a:lnTo>
                  <a:pt x="2285999" y="380999"/>
                </a:lnTo>
                <a:lnTo>
                  <a:pt x="2285999" y="76199"/>
                </a:lnTo>
                <a:lnTo>
                  <a:pt x="2280300" y="46350"/>
                </a:lnTo>
                <a:lnTo>
                  <a:pt x="2263780" y="22216"/>
                </a:lnTo>
                <a:lnTo>
                  <a:pt x="2239639" y="6345"/>
                </a:lnTo>
                <a:lnTo>
                  <a:pt x="22097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18441" name="object 9">
            <a:extLst>
              <a:ext uri="{FF2B5EF4-FFF2-40B4-BE49-F238E27FC236}">
                <a16:creationId xmlns:a16="http://schemas.microsoft.com/office/drawing/2014/main" id="{35648625-3527-5A54-1EF5-7812C360501F}"/>
              </a:ext>
            </a:extLst>
          </p:cNvPr>
          <p:cNvSpPr>
            <a:spLocks/>
          </p:cNvSpPr>
          <p:nvPr/>
        </p:nvSpPr>
        <p:spPr bwMode="auto">
          <a:xfrm>
            <a:off x="4572000" y="3733800"/>
            <a:ext cx="3048000" cy="609600"/>
          </a:xfrm>
          <a:custGeom>
            <a:avLst/>
            <a:gdLst>
              <a:gd name="T0" fmla="*/ 0 w 2286000"/>
              <a:gd name="T1" fmla="*/ 76199 h 457200"/>
              <a:gd name="T2" fmla="*/ 5730 w 2286000"/>
              <a:gd name="T3" fmla="*/ 46350 h 457200"/>
              <a:gd name="T4" fmla="*/ 22219 w 2286000"/>
              <a:gd name="T5" fmla="*/ 22216 h 457200"/>
              <a:gd name="T6" fmla="*/ 46360 w 2286000"/>
              <a:gd name="T7" fmla="*/ 6345 h 457200"/>
              <a:gd name="T8" fmla="*/ 76199 w 2286000"/>
              <a:gd name="T9" fmla="*/ 0 h 457200"/>
              <a:gd name="T10" fmla="*/ 2209799 w 2286000"/>
              <a:gd name="T11" fmla="*/ 0 h 457200"/>
              <a:gd name="T12" fmla="*/ 2239639 w 2286000"/>
              <a:gd name="T13" fmla="*/ 6345 h 457200"/>
              <a:gd name="T14" fmla="*/ 2263780 w 2286000"/>
              <a:gd name="T15" fmla="*/ 22216 h 457200"/>
              <a:gd name="T16" fmla="*/ 2280300 w 2286000"/>
              <a:gd name="T17" fmla="*/ 46350 h 457200"/>
              <a:gd name="T18" fmla="*/ 2285999 w 2286000"/>
              <a:gd name="T19" fmla="*/ 76199 h 457200"/>
              <a:gd name="T20" fmla="*/ 2285999 w 2286000"/>
              <a:gd name="T21" fmla="*/ 380999 h 457200"/>
              <a:gd name="T22" fmla="*/ 2280300 w 2286000"/>
              <a:gd name="T23" fmla="*/ 410836 h 457200"/>
              <a:gd name="T24" fmla="*/ 2263780 w 2286000"/>
              <a:gd name="T25" fmla="*/ 434970 h 457200"/>
              <a:gd name="T26" fmla="*/ 2239639 w 2286000"/>
              <a:gd name="T27" fmla="*/ 451484 h 457200"/>
              <a:gd name="T28" fmla="*/ 2209799 w 2286000"/>
              <a:gd name="T29" fmla="*/ 457199 h 457200"/>
              <a:gd name="T30" fmla="*/ 76199 w 2286000"/>
              <a:gd name="T31" fmla="*/ 457199 h 457200"/>
              <a:gd name="T32" fmla="*/ 46360 w 2286000"/>
              <a:gd name="T33" fmla="*/ 451484 h 457200"/>
              <a:gd name="T34" fmla="*/ 22219 w 2286000"/>
              <a:gd name="T35" fmla="*/ 434970 h 457200"/>
              <a:gd name="T36" fmla="*/ 5730 w 2286000"/>
              <a:gd name="T37" fmla="*/ 410836 h 457200"/>
              <a:gd name="T38" fmla="*/ 0 w 2286000"/>
              <a:gd name="T39" fmla="*/ 380999 h 457200"/>
              <a:gd name="T40" fmla="*/ 0 w 22860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6000" h="457200">
                <a:moveTo>
                  <a:pt x="0" y="76199"/>
                </a:moveTo>
                <a:lnTo>
                  <a:pt x="5730" y="46350"/>
                </a:lnTo>
                <a:lnTo>
                  <a:pt x="22219" y="22216"/>
                </a:lnTo>
                <a:lnTo>
                  <a:pt x="46360" y="6345"/>
                </a:lnTo>
                <a:lnTo>
                  <a:pt x="76199" y="0"/>
                </a:lnTo>
                <a:lnTo>
                  <a:pt x="2209799" y="0"/>
                </a:lnTo>
                <a:lnTo>
                  <a:pt x="2239639" y="6345"/>
                </a:lnTo>
                <a:lnTo>
                  <a:pt x="2263780" y="22216"/>
                </a:lnTo>
                <a:lnTo>
                  <a:pt x="2280300" y="46350"/>
                </a:lnTo>
                <a:lnTo>
                  <a:pt x="2285999" y="76199"/>
                </a:lnTo>
                <a:lnTo>
                  <a:pt x="2285999" y="380999"/>
                </a:lnTo>
                <a:lnTo>
                  <a:pt x="2280300" y="410836"/>
                </a:lnTo>
                <a:lnTo>
                  <a:pt x="2263780" y="434970"/>
                </a:lnTo>
                <a:lnTo>
                  <a:pt x="2239639" y="451484"/>
                </a:lnTo>
                <a:lnTo>
                  <a:pt x="2209799" y="457199"/>
                </a:lnTo>
                <a:lnTo>
                  <a:pt x="76199" y="457199"/>
                </a:lnTo>
                <a:lnTo>
                  <a:pt x="46360" y="451484"/>
                </a:lnTo>
                <a:lnTo>
                  <a:pt x="22219" y="434970"/>
                </a:lnTo>
                <a:lnTo>
                  <a:pt x="5730" y="410836"/>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8442" name="object 10">
            <a:extLst>
              <a:ext uri="{FF2B5EF4-FFF2-40B4-BE49-F238E27FC236}">
                <a16:creationId xmlns:a16="http://schemas.microsoft.com/office/drawing/2014/main" id="{186880BD-BEBD-4888-AC1D-9365BAF94666}"/>
              </a:ext>
            </a:extLst>
          </p:cNvPr>
          <p:cNvSpPr>
            <a:spLocks noChangeArrowheads="1"/>
          </p:cNvSpPr>
          <p:nvPr/>
        </p:nvSpPr>
        <p:spPr bwMode="auto">
          <a:xfrm>
            <a:off x="4555067" y="3708401"/>
            <a:ext cx="3081867" cy="658284"/>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18443" name="object 11">
            <a:extLst>
              <a:ext uri="{FF2B5EF4-FFF2-40B4-BE49-F238E27FC236}">
                <a16:creationId xmlns:a16="http://schemas.microsoft.com/office/drawing/2014/main" id="{604F96A9-BF12-F2E6-C96E-1D9E51168CF3}"/>
              </a:ext>
            </a:extLst>
          </p:cNvPr>
          <p:cNvSpPr>
            <a:spLocks/>
          </p:cNvSpPr>
          <p:nvPr/>
        </p:nvSpPr>
        <p:spPr bwMode="auto">
          <a:xfrm>
            <a:off x="5530851" y="4315884"/>
            <a:ext cx="1392767" cy="0"/>
          </a:xfrm>
          <a:custGeom>
            <a:avLst/>
            <a:gdLst>
              <a:gd name="T0" fmla="*/ 0 w 1043939"/>
              <a:gd name="T1" fmla="*/ 1048399 w 1043939"/>
              <a:gd name="T2" fmla="*/ 0 60000 65536"/>
              <a:gd name="T3" fmla="*/ 0 60000 65536"/>
            </a:gdLst>
            <a:ahLst/>
            <a:cxnLst>
              <a:cxn ang="T2">
                <a:pos x="T0" y="0"/>
              </a:cxn>
              <a:cxn ang="T3">
                <a:pos x="T1" y="0"/>
              </a:cxn>
            </a:cxnLst>
            <a:rect l="0" t="0" r="r" b="b"/>
            <a:pathLst>
              <a:path w="1043939">
                <a:moveTo>
                  <a:pt x="0" y="0"/>
                </a:moveTo>
                <a:lnTo>
                  <a:pt x="1043939" y="0"/>
                </a:lnTo>
              </a:path>
            </a:pathLst>
          </a:custGeom>
          <a:noFill/>
          <a:ln w="40893">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2" name="object 12">
            <a:extLst>
              <a:ext uri="{FF2B5EF4-FFF2-40B4-BE49-F238E27FC236}">
                <a16:creationId xmlns:a16="http://schemas.microsoft.com/office/drawing/2014/main" id="{71B8A72C-F064-AE29-FBC9-8CB951AE92EB}"/>
              </a:ext>
            </a:extLst>
          </p:cNvPr>
          <p:cNvSpPr txBox="1"/>
          <p:nvPr/>
        </p:nvSpPr>
        <p:spPr>
          <a:xfrm>
            <a:off x="512233" y="2034118"/>
            <a:ext cx="9687984" cy="2406043"/>
          </a:xfrm>
          <a:prstGeom prst="rect">
            <a:avLst/>
          </a:prstGeom>
        </p:spPr>
        <p:txBody>
          <a:bodyPr lIns="0" tIns="0" rIns="0" bIns="0">
            <a:spAutoFit/>
          </a:bodyPr>
          <a:lstStyle/>
          <a:p>
            <a:pPr marL="16933">
              <a:defRPr/>
            </a:pPr>
            <a:r>
              <a:rPr sz="1933" spc="167" dirty="0">
                <a:latin typeface="Wingdings"/>
                <a:cs typeface="Wingdings"/>
              </a:rPr>
              <a:t></a:t>
            </a:r>
            <a:r>
              <a:rPr sz="2067" b="1" spc="-13" dirty="0">
                <a:latin typeface="Calibri"/>
                <a:cs typeface="Calibri"/>
              </a:rPr>
              <a:t>A</a:t>
            </a:r>
            <a:r>
              <a:rPr sz="2067" b="1" spc="-13" dirty="0">
                <a:latin typeface="Times New Roman"/>
                <a:cs typeface="Times New Roman"/>
              </a:rPr>
              <a:t> </a:t>
            </a:r>
            <a:r>
              <a:rPr sz="2067" b="1" spc="-7" dirty="0">
                <a:latin typeface="Calibri"/>
                <a:cs typeface="Calibri"/>
              </a:rPr>
              <a:t>l</a:t>
            </a:r>
            <a:r>
              <a:rPr sz="2067" b="1" dirty="0">
                <a:latin typeface="Calibri"/>
                <a:cs typeface="Calibri"/>
              </a:rPr>
              <a:t>i</a:t>
            </a:r>
            <a:r>
              <a:rPr sz="2067" b="1" spc="-13" dirty="0">
                <a:latin typeface="Calibri"/>
                <a:cs typeface="Calibri"/>
              </a:rPr>
              <a:t>near</a:t>
            </a:r>
            <a:r>
              <a:rPr sz="2067" b="1" spc="33" dirty="0">
                <a:latin typeface="Times New Roman"/>
                <a:cs typeface="Times New Roman"/>
              </a:rPr>
              <a:t> </a:t>
            </a:r>
            <a:r>
              <a:rPr sz="2067" b="1" spc="-13" dirty="0">
                <a:latin typeface="Calibri"/>
                <a:cs typeface="Calibri"/>
              </a:rPr>
              <a:t>data</a:t>
            </a:r>
            <a:r>
              <a:rPr sz="2067" b="1" spc="147" dirty="0">
                <a:latin typeface="Times New Roman"/>
                <a:cs typeface="Times New Roman"/>
              </a:rPr>
              <a:t> </a:t>
            </a:r>
            <a:r>
              <a:rPr sz="2067" b="1" spc="-27" dirty="0">
                <a:latin typeface="Calibri"/>
                <a:cs typeface="Calibri"/>
              </a:rPr>
              <a:t>s</a:t>
            </a:r>
            <a:r>
              <a:rPr sz="2067" b="1" spc="-13" dirty="0">
                <a:latin typeface="Calibri"/>
                <a:cs typeface="Calibri"/>
              </a:rPr>
              <a:t>tructure</a:t>
            </a:r>
            <a:r>
              <a:rPr sz="2067" b="1" spc="220" dirty="0">
                <a:latin typeface="Times New Roman"/>
                <a:cs typeface="Times New Roman"/>
              </a:rPr>
              <a:t> </a:t>
            </a:r>
            <a:r>
              <a:rPr sz="2067" b="1" spc="-20" dirty="0">
                <a:latin typeface="Calibri"/>
                <a:cs typeface="Calibri"/>
              </a:rPr>
              <a:t>whic</a:t>
            </a:r>
            <a:r>
              <a:rPr sz="2067" b="1" spc="-13" dirty="0">
                <a:latin typeface="Calibri"/>
                <a:cs typeface="Calibri"/>
              </a:rPr>
              <a:t>h</a:t>
            </a:r>
            <a:r>
              <a:rPr sz="2067" b="1" spc="40" dirty="0">
                <a:latin typeface="Times New Roman"/>
                <a:cs typeface="Times New Roman"/>
              </a:rPr>
              <a:t> </a:t>
            </a:r>
            <a:r>
              <a:rPr sz="2067" b="1" spc="-7" dirty="0">
                <a:latin typeface="Calibri"/>
                <a:cs typeface="Calibri"/>
              </a:rPr>
              <a:t>is</a:t>
            </a:r>
            <a:r>
              <a:rPr sz="2067" b="1" spc="-60" dirty="0">
                <a:latin typeface="Times New Roman"/>
                <a:cs typeface="Times New Roman"/>
              </a:rPr>
              <a:t> </a:t>
            </a:r>
            <a:r>
              <a:rPr sz="2067" b="1" spc="-7" dirty="0">
                <a:latin typeface="Calibri"/>
                <a:cs typeface="Calibri"/>
              </a:rPr>
              <a:t>u</a:t>
            </a:r>
            <a:r>
              <a:rPr sz="2067" b="1" spc="-27" dirty="0">
                <a:latin typeface="Calibri"/>
                <a:cs typeface="Calibri"/>
              </a:rPr>
              <a:t>s</a:t>
            </a:r>
            <a:r>
              <a:rPr sz="2067" b="1" spc="-20" dirty="0">
                <a:latin typeface="Calibri"/>
                <a:cs typeface="Calibri"/>
              </a:rPr>
              <a:t>e</a:t>
            </a:r>
            <a:r>
              <a:rPr sz="2067" b="1" spc="-13" dirty="0">
                <a:latin typeface="Calibri"/>
                <a:cs typeface="Calibri"/>
              </a:rPr>
              <a:t>d</a:t>
            </a:r>
            <a:r>
              <a:rPr sz="2067" b="1" spc="53" dirty="0">
                <a:latin typeface="Times New Roman"/>
                <a:cs typeface="Times New Roman"/>
              </a:rPr>
              <a:t> </a:t>
            </a:r>
            <a:r>
              <a:rPr sz="2067" b="1" spc="-13" dirty="0">
                <a:latin typeface="Calibri"/>
                <a:cs typeface="Calibri"/>
              </a:rPr>
              <a:t>to</a:t>
            </a:r>
            <a:r>
              <a:rPr sz="2067" b="1" spc="33" dirty="0">
                <a:latin typeface="Times New Roman"/>
                <a:cs typeface="Times New Roman"/>
              </a:rPr>
              <a:t> </a:t>
            </a:r>
            <a:r>
              <a:rPr sz="2067" b="1" spc="-27" dirty="0">
                <a:latin typeface="Calibri"/>
                <a:cs typeface="Calibri"/>
              </a:rPr>
              <a:t>m</a:t>
            </a:r>
            <a:r>
              <a:rPr sz="2067" b="1" spc="-13" dirty="0">
                <a:latin typeface="Calibri"/>
                <a:cs typeface="Calibri"/>
              </a:rPr>
              <a:t>aint</a:t>
            </a:r>
            <a:r>
              <a:rPr sz="2067" b="1" spc="-7" dirty="0">
                <a:latin typeface="Calibri"/>
                <a:cs typeface="Calibri"/>
              </a:rPr>
              <a:t>a</a:t>
            </a:r>
            <a:r>
              <a:rPr sz="2067" b="1" spc="-13" dirty="0">
                <a:latin typeface="Calibri"/>
                <a:cs typeface="Calibri"/>
              </a:rPr>
              <a:t>in</a:t>
            </a:r>
            <a:r>
              <a:rPr sz="2067" b="1" spc="160" dirty="0">
                <a:latin typeface="Times New Roman"/>
                <a:cs typeface="Times New Roman"/>
              </a:rPr>
              <a:t> </a:t>
            </a:r>
            <a:r>
              <a:rPr sz="2067" b="1" spc="-13" dirty="0">
                <a:latin typeface="Calibri"/>
                <a:cs typeface="Calibri"/>
              </a:rPr>
              <a:t>a</a:t>
            </a:r>
            <a:r>
              <a:rPr sz="2067" b="1" spc="27" dirty="0">
                <a:latin typeface="Times New Roman"/>
                <a:cs typeface="Times New Roman"/>
              </a:rPr>
              <a:t> </a:t>
            </a:r>
            <a:r>
              <a:rPr sz="2067" b="1" spc="-7" dirty="0">
                <a:latin typeface="Calibri"/>
                <a:cs typeface="Calibri"/>
              </a:rPr>
              <a:t>l</a:t>
            </a:r>
            <a:r>
              <a:rPr sz="2067" b="1" dirty="0">
                <a:latin typeface="Calibri"/>
                <a:cs typeface="Calibri"/>
              </a:rPr>
              <a:t>i</a:t>
            </a:r>
            <a:r>
              <a:rPr sz="2067" b="1" spc="-27" dirty="0">
                <a:latin typeface="Calibri"/>
                <a:cs typeface="Calibri"/>
              </a:rPr>
              <a:t>s</a:t>
            </a:r>
            <a:r>
              <a:rPr sz="2067" b="1" spc="-13" dirty="0">
                <a:latin typeface="Calibri"/>
                <a:cs typeface="Calibri"/>
              </a:rPr>
              <a:t>t</a:t>
            </a:r>
            <a:r>
              <a:rPr sz="2067" b="1" spc="-47" dirty="0">
                <a:latin typeface="Times New Roman"/>
                <a:cs typeface="Times New Roman"/>
              </a:rPr>
              <a:t> </a:t>
            </a:r>
            <a:r>
              <a:rPr sz="2067" b="1" spc="-13" dirty="0">
                <a:latin typeface="Calibri"/>
                <a:cs typeface="Calibri"/>
              </a:rPr>
              <a:t>in</a:t>
            </a:r>
            <a:r>
              <a:rPr sz="2067" b="1" spc="33" dirty="0">
                <a:latin typeface="Times New Roman"/>
                <a:cs typeface="Times New Roman"/>
              </a:rPr>
              <a:t> </a:t>
            </a:r>
            <a:r>
              <a:rPr sz="2067" b="1" spc="-13" dirty="0">
                <a:latin typeface="Calibri"/>
                <a:cs typeface="Calibri"/>
              </a:rPr>
              <a:t>the</a:t>
            </a:r>
            <a:r>
              <a:rPr sz="2067" b="1" spc="7" dirty="0">
                <a:latin typeface="Times New Roman"/>
                <a:cs typeface="Times New Roman"/>
              </a:rPr>
              <a:t> </a:t>
            </a:r>
            <a:r>
              <a:rPr sz="2067" b="1" spc="-27" dirty="0">
                <a:latin typeface="Calibri"/>
                <a:cs typeface="Calibri"/>
              </a:rPr>
              <a:t>me</a:t>
            </a:r>
            <a:r>
              <a:rPr sz="2067" b="1" spc="-7" dirty="0">
                <a:latin typeface="Calibri"/>
                <a:cs typeface="Calibri"/>
              </a:rPr>
              <a:t>m</a:t>
            </a:r>
            <a:r>
              <a:rPr sz="2067" b="1" spc="-20" dirty="0">
                <a:latin typeface="Calibri"/>
                <a:cs typeface="Calibri"/>
              </a:rPr>
              <a:t>ory.</a:t>
            </a:r>
            <a:endParaRPr sz="2067">
              <a:latin typeface="Calibri"/>
              <a:cs typeface="Calibri"/>
            </a:endParaRPr>
          </a:p>
          <a:p>
            <a:pPr marL="16933">
              <a:spcBef>
                <a:spcPts val="1213"/>
              </a:spcBef>
              <a:defRPr/>
            </a:pPr>
            <a:r>
              <a:rPr sz="1933" spc="167" dirty="0">
                <a:latin typeface="Wingdings"/>
                <a:cs typeface="Wingdings"/>
              </a:rPr>
              <a:t></a:t>
            </a:r>
            <a:r>
              <a:rPr sz="2067" b="1" spc="-13" dirty="0">
                <a:latin typeface="Calibri"/>
                <a:cs typeface="Calibri"/>
              </a:rPr>
              <a:t>It</a:t>
            </a:r>
            <a:r>
              <a:rPr sz="2067" b="1" spc="-53" dirty="0">
                <a:latin typeface="Times New Roman"/>
                <a:cs typeface="Times New Roman"/>
              </a:rPr>
              <a:t> </a:t>
            </a:r>
            <a:r>
              <a:rPr sz="2067" b="1" spc="-20" dirty="0">
                <a:latin typeface="Calibri"/>
                <a:cs typeface="Calibri"/>
              </a:rPr>
              <a:t>ca</a:t>
            </a:r>
            <a:r>
              <a:rPr sz="2067" b="1" spc="-13" dirty="0">
                <a:latin typeface="Calibri"/>
                <a:cs typeface="Calibri"/>
              </a:rPr>
              <a:t>n</a:t>
            </a:r>
            <a:r>
              <a:rPr sz="2067" b="1" spc="80" dirty="0">
                <a:latin typeface="Times New Roman"/>
                <a:cs typeface="Times New Roman"/>
              </a:rPr>
              <a:t> </a:t>
            </a:r>
            <a:r>
              <a:rPr sz="2067" b="1" spc="-20" dirty="0">
                <a:latin typeface="Calibri"/>
                <a:cs typeface="Calibri"/>
              </a:rPr>
              <a:t>b</a:t>
            </a:r>
            <a:r>
              <a:rPr sz="2067" b="1" spc="-13" dirty="0">
                <a:latin typeface="Calibri"/>
                <a:cs typeface="Calibri"/>
              </a:rPr>
              <a:t>e</a:t>
            </a:r>
            <a:r>
              <a:rPr sz="2067" b="1" spc="40" dirty="0">
                <a:latin typeface="Times New Roman"/>
                <a:cs typeface="Times New Roman"/>
              </a:rPr>
              <a:t> </a:t>
            </a:r>
            <a:r>
              <a:rPr sz="2067" b="1" spc="-27" dirty="0">
                <a:latin typeface="Calibri"/>
                <a:cs typeface="Calibri"/>
              </a:rPr>
              <a:t>s</a:t>
            </a:r>
            <a:r>
              <a:rPr sz="2067" b="1" spc="-20" dirty="0">
                <a:latin typeface="Calibri"/>
                <a:cs typeface="Calibri"/>
              </a:rPr>
              <a:t>ee</a:t>
            </a:r>
            <a:r>
              <a:rPr sz="2067" b="1" spc="-13" dirty="0">
                <a:latin typeface="Calibri"/>
                <a:cs typeface="Calibri"/>
              </a:rPr>
              <a:t>n</a:t>
            </a:r>
            <a:r>
              <a:rPr sz="2067" b="1" spc="-20" dirty="0">
                <a:latin typeface="Times New Roman"/>
                <a:cs typeface="Times New Roman"/>
              </a:rPr>
              <a:t> </a:t>
            </a:r>
            <a:r>
              <a:rPr sz="2067" b="1" spc="-13" dirty="0">
                <a:latin typeface="Calibri"/>
                <a:cs typeface="Calibri"/>
              </a:rPr>
              <a:t>as</a:t>
            </a:r>
            <a:r>
              <a:rPr sz="2067" b="1" spc="33" dirty="0">
                <a:latin typeface="Times New Roman"/>
                <a:cs typeface="Times New Roman"/>
              </a:rPr>
              <a:t> </a:t>
            </a:r>
            <a:r>
              <a:rPr sz="2067" b="1" dirty="0">
                <a:latin typeface="Calibri"/>
                <a:cs typeface="Calibri"/>
              </a:rPr>
              <a:t>t</a:t>
            </a:r>
            <a:r>
              <a:rPr sz="2067" b="1" spc="-13" dirty="0">
                <a:latin typeface="Calibri"/>
                <a:cs typeface="Calibri"/>
              </a:rPr>
              <a:t>he</a:t>
            </a:r>
            <a:r>
              <a:rPr sz="2067" b="1" spc="20" dirty="0">
                <a:latin typeface="Times New Roman"/>
                <a:cs typeface="Times New Roman"/>
              </a:rPr>
              <a:t> </a:t>
            </a:r>
            <a:r>
              <a:rPr sz="2067" b="1" spc="-20" dirty="0">
                <a:latin typeface="Calibri"/>
                <a:cs typeface="Calibri"/>
              </a:rPr>
              <a:t>colle</a:t>
            </a:r>
            <a:r>
              <a:rPr sz="2067" b="1" spc="-7" dirty="0">
                <a:latin typeface="Calibri"/>
                <a:cs typeface="Calibri"/>
              </a:rPr>
              <a:t>c</a:t>
            </a:r>
            <a:r>
              <a:rPr sz="2067" b="1" spc="-13" dirty="0">
                <a:latin typeface="Calibri"/>
                <a:cs typeface="Calibri"/>
              </a:rPr>
              <a:t>t</a:t>
            </a:r>
            <a:r>
              <a:rPr sz="2067" b="1" dirty="0">
                <a:latin typeface="Calibri"/>
                <a:cs typeface="Calibri"/>
              </a:rPr>
              <a:t>i</a:t>
            </a:r>
            <a:r>
              <a:rPr sz="2067" b="1" spc="-20" dirty="0">
                <a:latin typeface="Calibri"/>
                <a:cs typeface="Calibri"/>
              </a:rPr>
              <a:t>o</a:t>
            </a:r>
            <a:r>
              <a:rPr sz="2067" b="1" spc="-13" dirty="0">
                <a:latin typeface="Calibri"/>
                <a:cs typeface="Calibri"/>
              </a:rPr>
              <a:t>n</a:t>
            </a:r>
            <a:r>
              <a:rPr sz="2067" b="1" spc="187" dirty="0">
                <a:latin typeface="Times New Roman"/>
                <a:cs typeface="Times New Roman"/>
              </a:rPr>
              <a:t> </a:t>
            </a:r>
            <a:r>
              <a:rPr sz="2067" b="1" spc="-20" dirty="0">
                <a:latin typeface="Calibri"/>
                <a:cs typeface="Calibri"/>
              </a:rPr>
              <a:t>o</a:t>
            </a:r>
            <a:r>
              <a:rPr sz="2067" b="1" spc="-7" dirty="0">
                <a:latin typeface="Calibri"/>
                <a:cs typeface="Calibri"/>
              </a:rPr>
              <a:t>f</a:t>
            </a:r>
            <a:r>
              <a:rPr sz="2067" b="1" spc="27" dirty="0">
                <a:latin typeface="Times New Roman"/>
                <a:cs typeface="Times New Roman"/>
              </a:rPr>
              <a:t> </a:t>
            </a:r>
            <a:r>
              <a:rPr sz="2067" b="1" spc="-7" dirty="0">
                <a:latin typeface="Calibri"/>
                <a:cs typeface="Calibri"/>
              </a:rPr>
              <a:t>no</a:t>
            </a:r>
            <a:r>
              <a:rPr sz="2067" b="1" spc="-13" dirty="0">
                <a:latin typeface="Calibri"/>
                <a:cs typeface="Calibri"/>
              </a:rPr>
              <a:t>des</a:t>
            </a:r>
            <a:r>
              <a:rPr sz="2067" b="1" spc="47" dirty="0">
                <a:latin typeface="Times New Roman"/>
                <a:cs typeface="Times New Roman"/>
              </a:rPr>
              <a:t> </a:t>
            </a:r>
            <a:r>
              <a:rPr sz="2067" b="1" spc="-27" dirty="0">
                <a:latin typeface="Calibri"/>
                <a:cs typeface="Calibri"/>
              </a:rPr>
              <a:t>s</a:t>
            </a:r>
            <a:r>
              <a:rPr sz="2067" b="1" spc="-13" dirty="0">
                <a:latin typeface="Calibri"/>
                <a:cs typeface="Calibri"/>
              </a:rPr>
              <a:t>tored</a:t>
            </a:r>
            <a:r>
              <a:rPr sz="2067" b="1" spc="180" dirty="0">
                <a:latin typeface="Times New Roman"/>
                <a:cs typeface="Times New Roman"/>
              </a:rPr>
              <a:t> </a:t>
            </a:r>
            <a:r>
              <a:rPr sz="2067" b="1" spc="-13" dirty="0">
                <a:latin typeface="Calibri"/>
                <a:cs typeface="Calibri"/>
              </a:rPr>
              <a:t>at</a:t>
            </a:r>
            <a:r>
              <a:rPr sz="2067" b="1" spc="-47" dirty="0">
                <a:latin typeface="Times New Roman"/>
                <a:cs typeface="Times New Roman"/>
              </a:rPr>
              <a:t> </a:t>
            </a:r>
            <a:r>
              <a:rPr sz="2067" b="1" spc="-7" dirty="0">
                <a:latin typeface="Calibri"/>
                <a:cs typeface="Calibri"/>
              </a:rPr>
              <a:t>n</a:t>
            </a:r>
            <a:r>
              <a:rPr sz="2067" b="1" spc="-20" dirty="0">
                <a:latin typeface="Calibri"/>
                <a:cs typeface="Calibri"/>
              </a:rPr>
              <a:t>on</a:t>
            </a:r>
            <a:r>
              <a:rPr sz="2067" b="1" spc="7" dirty="0">
                <a:latin typeface="Calibri"/>
                <a:cs typeface="Calibri"/>
              </a:rPr>
              <a:t>-</a:t>
            </a:r>
            <a:r>
              <a:rPr sz="2067" b="1" spc="-20" dirty="0">
                <a:latin typeface="Calibri"/>
                <a:cs typeface="Calibri"/>
              </a:rPr>
              <a:t>co</a:t>
            </a:r>
            <a:r>
              <a:rPr sz="2067" b="1" spc="-27" dirty="0">
                <a:latin typeface="Calibri"/>
                <a:cs typeface="Calibri"/>
              </a:rPr>
              <a:t>n</a:t>
            </a:r>
            <a:r>
              <a:rPr sz="2067" b="1" spc="-13" dirty="0">
                <a:latin typeface="Calibri"/>
                <a:cs typeface="Calibri"/>
              </a:rPr>
              <a:t>t</a:t>
            </a:r>
            <a:r>
              <a:rPr sz="2067" b="1" dirty="0">
                <a:latin typeface="Calibri"/>
                <a:cs typeface="Calibri"/>
              </a:rPr>
              <a:t>i</a:t>
            </a:r>
            <a:r>
              <a:rPr sz="2067" b="1" spc="-20" dirty="0">
                <a:latin typeface="Calibri"/>
                <a:cs typeface="Calibri"/>
              </a:rPr>
              <a:t>gu</a:t>
            </a:r>
            <a:r>
              <a:rPr sz="2067" b="1" spc="-7" dirty="0">
                <a:latin typeface="Calibri"/>
                <a:cs typeface="Calibri"/>
              </a:rPr>
              <a:t>o</a:t>
            </a:r>
            <a:r>
              <a:rPr sz="2067" b="1" spc="-13" dirty="0">
                <a:latin typeface="Calibri"/>
                <a:cs typeface="Calibri"/>
              </a:rPr>
              <a:t>us</a:t>
            </a:r>
            <a:r>
              <a:rPr sz="2067" b="1" dirty="0">
                <a:latin typeface="Times New Roman"/>
                <a:cs typeface="Times New Roman"/>
              </a:rPr>
              <a:t> </a:t>
            </a:r>
            <a:r>
              <a:rPr sz="2067" b="1" spc="-27" dirty="0">
                <a:latin typeface="Calibri"/>
                <a:cs typeface="Calibri"/>
              </a:rPr>
              <a:t>me</a:t>
            </a:r>
            <a:r>
              <a:rPr sz="2067" b="1" spc="-7" dirty="0">
                <a:latin typeface="Calibri"/>
                <a:cs typeface="Calibri"/>
              </a:rPr>
              <a:t>m</a:t>
            </a:r>
            <a:r>
              <a:rPr sz="2067" b="1" spc="-20" dirty="0">
                <a:latin typeface="Calibri"/>
                <a:cs typeface="Calibri"/>
              </a:rPr>
              <a:t>o</a:t>
            </a:r>
            <a:r>
              <a:rPr sz="2067" b="1" spc="13" dirty="0">
                <a:latin typeface="Calibri"/>
                <a:cs typeface="Calibri"/>
              </a:rPr>
              <a:t>r</a:t>
            </a:r>
            <a:r>
              <a:rPr sz="2067" b="1" spc="-13" dirty="0">
                <a:latin typeface="Calibri"/>
                <a:cs typeface="Calibri"/>
              </a:rPr>
              <a:t>y</a:t>
            </a:r>
            <a:r>
              <a:rPr sz="2067" b="1" spc="193" dirty="0">
                <a:latin typeface="Times New Roman"/>
                <a:cs typeface="Times New Roman"/>
              </a:rPr>
              <a:t> </a:t>
            </a:r>
            <a:r>
              <a:rPr sz="2067" b="1" spc="-13" dirty="0">
                <a:latin typeface="Calibri"/>
                <a:cs typeface="Calibri"/>
              </a:rPr>
              <a:t>locatio</a:t>
            </a:r>
            <a:r>
              <a:rPr sz="2067" b="1" spc="-7" dirty="0">
                <a:latin typeface="Calibri"/>
                <a:cs typeface="Calibri"/>
              </a:rPr>
              <a:t>n</a:t>
            </a:r>
            <a:r>
              <a:rPr sz="2067" b="1" spc="-27" dirty="0">
                <a:latin typeface="Calibri"/>
                <a:cs typeface="Calibri"/>
              </a:rPr>
              <a:t>s</a:t>
            </a:r>
            <a:r>
              <a:rPr sz="2067" b="1" spc="-7" dirty="0">
                <a:latin typeface="Calibri"/>
                <a:cs typeface="Calibri"/>
              </a:rPr>
              <a:t>.</a:t>
            </a:r>
            <a:endParaRPr sz="2067">
              <a:latin typeface="Calibri"/>
              <a:cs typeface="Calibri"/>
            </a:endParaRPr>
          </a:p>
          <a:p>
            <a:pPr marL="16933">
              <a:spcBef>
                <a:spcPts val="1407"/>
              </a:spcBef>
              <a:defRPr/>
            </a:pPr>
            <a:r>
              <a:rPr sz="1933" spc="167" dirty="0">
                <a:latin typeface="Wingdings"/>
                <a:cs typeface="Wingdings"/>
              </a:rPr>
              <a:t></a:t>
            </a:r>
            <a:r>
              <a:rPr sz="2067" b="1" spc="-13" dirty="0">
                <a:latin typeface="Calibri"/>
                <a:cs typeface="Calibri"/>
              </a:rPr>
              <a:t>Each</a:t>
            </a:r>
            <a:r>
              <a:rPr sz="2067" b="1" spc="40" dirty="0">
                <a:latin typeface="Times New Roman"/>
                <a:cs typeface="Times New Roman"/>
              </a:rPr>
              <a:t> </a:t>
            </a:r>
            <a:r>
              <a:rPr sz="2067" b="1" spc="-13" dirty="0">
                <a:latin typeface="Calibri"/>
                <a:cs typeface="Calibri"/>
              </a:rPr>
              <a:t>node</a:t>
            </a:r>
            <a:r>
              <a:rPr sz="2067" b="1" spc="120" dirty="0">
                <a:latin typeface="Times New Roman"/>
                <a:cs typeface="Times New Roman"/>
              </a:rPr>
              <a:t> </a:t>
            </a:r>
            <a:r>
              <a:rPr sz="2067" b="1" spc="-20" dirty="0">
                <a:latin typeface="Calibri"/>
                <a:cs typeface="Calibri"/>
              </a:rPr>
              <a:t>o</a:t>
            </a:r>
            <a:r>
              <a:rPr sz="2067" b="1" spc="-7" dirty="0">
                <a:latin typeface="Calibri"/>
                <a:cs typeface="Calibri"/>
              </a:rPr>
              <a:t>f</a:t>
            </a:r>
            <a:r>
              <a:rPr sz="2067" b="1" spc="13" dirty="0">
                <a:latin typeface="Times New Roman"/>
                <a:cs typeface="Times New Roman"/>
              </a:rPr>
              <a:t> </a:t>
            </a:r>
            <a:r>
              <a:rPr sz="2067" b="1" dirty="0">
                <a:latin typeface="Calibri"/>
                <a:cs typeface="Calibri"/>
              </a:rPr>
              <a:t>t</a:t>
            </a:r>
            <a:r>
              <a:rPr sz="2067" b="1" spc="-13" dirty="0">
                <a:latin typeface="Calibri"/>
                <a:cs typeface="Calibri"/>
              </a:rPr>
              <a:t>he</a:t>
            </a:r>
            <a:r>
              <a:rPr sz="2067" b="1" spc="20" dirty="0">
                <a:latin typeface="Times New Roman"/>
                <a:cs typeface="Times New Roman"/>
              </a:rPr>
              <a:t> </a:t>
            </a:r>
            <a:r>
              <a:rPr sz="2067" b="1" spc="-7" dirty="0">
                <a:latin typeface="Calibri"/>
                <a:cs typeface="Calibri"/>
              </a:rPr>
              <a:t>l</a:t>
            </a:r>
            <a:r>
              <a:rPr sz="2067" b="1" dirty="0">
                <a:latin typeface="Calibri"/>
                <a:cs typeface="Calibri"/>
              </a:rPr>
              <a:t>i</a:t>
            </a:r>
            <a:r>
              <a:rPr sz="2067" b="1" spc="-27" dirty="0">
                <a:latin typeface="Calibri"/>
                <a:cs typeface="Calibri"/>
              </a:rPr>
              <a:t>s</a:t>
            </a:r>
            <a:r>
              <a:rPr sz="2067" b="1" spc="-13" dirty="0">
                <a:latin typeface="Calibri"/>
                <a:cs typeface="Calibri"/>
              </a:rPr>
              <a:t>t</a:t>
            </a:r>
            <a:r>
              <a:rPr sz="2067" b="1" spc="47" dirty="0">
                <a:latin typeface="Times New Roman"/>
                <a:cs typeface="Times New Roman"/>
              </a:rPr>
              <a:t> </a:t>
            </a:r>
            <a:r>
              <a:rPr sz="2067" b="1" spc="-20" dirty="0">
                <a:latin typeface="Calibri"/>
                <a:cs typeface="Calibri"/>
              </a:rPr>
              <a:t>c</a:t>
            </a:r>
            <a:r>
              <a:rPr sz="2067" b="1" spc="-7" dirty="0">
                <a:latin typeface="Calibri"/>
                <a:cs typeface="Calibri"/>
              </a:rPr>
              <a:t>o</a:t>
            </a:r>
            <a:r>
              <a:rPr sz="2067" b="1" spc="-13" dirty="0">
                <a:latin typeface="Calibri"/>
                <a:cs typeface="Calibri"/>
              </a:rPr>
              <a:t>nta</a:t>
            </a:r>
            <a:r>
              <a:rPr sz="2067" b="1" dirty="0">
                <a:latin typeface="Calibri"/>
                <a:cs typeface="Calibri"/>
              </a:rPr>
              <a:t>i</a:t>
            </a:r>
            <a:r>
              <a:rPr sz="2067" b="1" spc="-13" dirty="0">
                <a:latin typeface="Calibri"/>
                <a:cs typeface="Calibri"/>
              </a:rPr>
              <a:t>ns</a:t>
            </a:r>
            <a:r>
              <a:rPr sz="2067" b="1" spc="133" dirty="0">
                <a:latin typeface="Times New Roman"/>
                <a:cs typeface="Times New Roman"/>
              </a:rPr>
              <a:t> </a:t>
            </a:r>
            <a:r>
              <a:rPr sz="2067" b="1" spc="-13" dirty="0">
                <a:latin typeface="Calibri"/>
                <a:cs typeface="Calibri"/>
              </a:rPr>
              <a:t>a</a:t>
            </a:r>
            <a:r>
              <a:rPr sz="2067" b="1" spc="47" dirty="0">
                <a:latin typeface="Times New Roman"/>
                <a:cs typeface="Times New Roman"/>
              </a:rPr>
              <a:t> </a:t>
            </a:r>
            <a:r>
              <a:rPr sz="2067" b="1" spc="-7" dirty="0">
                <a:latin typeface="Calibri"/>
                <a:cs typeface="Calibri"/>
              </a:rPr>
              <a:t>p</a:t>
            </a:r>
            <a:r>
              <a:rPr sz="2067" b="1" spc="-20" dirty="0">
                <a:latin typeface="Calibri"/>
                <a:cs typeface="Calibri"/>
              </a:rPr>
              <a:t>o</a:t>
            </a:r>
            <a:r>
              <a:rPr sz="2067" b="1" spc="-13" dirty="0">
                <a:latin typeface="Calibri"/>
                <a:cs typeface="Calibri"/>
              </a:rPr>
              <a:t>inter</a:t>
            </a:r>
            <a:r>
              <a:rPr sz="2067" b="1" spc="140" dirty="0">
                <a:latin typeface="Times New Roman"/>
                <a:cs typeface="Times New Roman"/>
              </a:rPr>
              <a:t> </a:t>
            </a:r>
            <a:r>
              <a:rPr sz="2067" b="1" spc="-13" dirty="0">
                <a:latin typeface="Calibri"/>
                <a:cs typeface="Calibri"/>
              </a:rPr>
              <a:t>to</a:t>
            </a:r>
            <a:r>
              <a:rPr sz="2067" b="1" spc="-60" dirty="0">
                <a:latin typeface="Times New Roman"/>
                <a:cs typeface="Times New Roman"/>
              </a:rPr>
              <a:t> </a:t>
            </a:r>
            <a:r>
              <a:rPr sz="2067" b="1" spc="-13" dirty="0">
                <a:latin typeface="Calibri"/>
                <a:cs typeface="Calibri"/>
              </a:rPr>
              <a:t>its</a:t>
            </a:r>
            <a:r>
              <a:rPr sz="2067" b="1" spc="33" dirty="0">
                <a:latin typeface="Times New Roman"/>
                <a:cs typeface="Times New Roman"/>
              </a:rPr>
              <a:t> </a:t>
            </a:r>
            <a:r>
              <a:rPr sz="2067" b="1" spc="-13" dirty="0">
                <a:latin typeface="Calibri"/>
                <a:cs typeface="Calibri"/>
              </a:rPr>
              <a:t>adjac</a:t>
            </a:r>
            <a:r>
              <a:rPr sz="2067" b="1" spc="-20" dirty="0">
                <a:latin typeface="Calibri"/>
                <a:cs typeface="Calibri"/>
              </a:rPr>
              <a:t>en</a:t>
            </a:r>
            <a:r>
              <a:rPr sz="2067" b="1" spc="-13" dirty="0">
                <a:latin typeface="Calibri"/>
                <a:cs typeface="Calibri"/>
              </a:rPr>
              <a:t>t</a:t>
            </a:r>
            <a:r>
              <a:rPr sz="2067" b="1" spc="160" dirty="0">
                <a:latin typeface="Times New Roman"/>
                <a:cs typeface="Times New Roman"/>
              </a:rPr>
              <a:t> </a:t>
            </a:r>
            <a:r>
              <a:rPr sz="2067" b="1" spc="-13" dirty="0">
                <a:latin typeface="Calibri"/>
                <a:cs typeface="Calibri"/>
              </a:rPr>
              <a:t>n</a:t>
            </a:r>
            <a:r>
              <a:rPr sz="2067" b="1" spc="-27" dirty="0">
                <a:latin typeface="Calibri"/>
                <a:cs typeface="Calibri"/>
              </a:rPr>
              <a:t>o</a:t>
            </a:r>
            <a:r>
              <a:rPr sz="2067" b="1" spc="-13" dirty="0">
                <a:latin typeface="Calibri"/>
                <a:cs typeface="Calibri"/>
              </a:rPr>
              <a:t>d</a:t>
            </a:r>
            <a:r>
              <a:rPr sz="2067" b="1" spc="-7" dirty="0">
                <a:latin typeface="Calibri"/>
                <a:cs typeface="Calibri"/>
              </a:rPr>
              <a:t>e.</a:t>
            </a:r>
            <a:endParaRPr sz="2067">
              <a:latin typeface="Calibri"/>
              <a:cs typeface="Calibri"/>
            </a:endParaRPr>
          </a:p>
          <a:p>
            <a:pPr>
              <a:defRPr/>
            </a:pPr>
            <a:endParaRPr sz="2000">
              <a:latin typeface="Times New Roman"/>
              <a:cs typeface="Times New Roman"/>
            </a:endParaRPr>
          </a:p>
          <a:p>
            <a:pPr marL="5019761">
              <a:spcBef>
                <a:spcPts val="1200"/>
              </a:spcBef>
              <a:defRPr/>
            </a:pPr>
            <a:r>
              <a:rPr sz="4267" b="1" spc="-627" dirty="0">
                <a:solidFill>
                  <a:srgbClr val="FFFFFF"/>
                </a:solidFill>
                <a:latin typeface="Tahoma"/>
                <a:cs typeface="Tahoma"/>
              </a:rPr>
              <a:t>S</a:t>
            </a:r>
            <a:r>
              <a:rPr sz="4267" b="1" spc="-640" dirty="0">
                <a:solidFill>
                  <a:srgbClr val="FFFFFF"/>
                </a:solidFill>
                <a:latin typeface="Tahoma"/>
                <a:cs typeface="Tahoma"/>
              </a:rPr>
              <a:t>T</a:t>
            </a:r>
            <a:r>
              <a:rPr sz="4267" b="1" spc="-627" dirty="0">
                <a:solidFill>
                  <a:srgbClr val="FFFFFF"/>
                </a:solidFill>
                <a:latin typeface="Tahoma"/>
                <a:cs typeface="Tahoma"/>
              </a:rPr>
              <a:t>AC</a:t>
            </a:r>
            <a:r>
              <a:rPr sz="4267" b="1" dirty="0">
                <a:solidFill>
                  <a:srgbClr val="FFFFFF"/>
                </a:solidFill>
                <a:latin typeface="Tahoma"/>
                <a:cs typeface="Tahoma"/>
              </a:rPr>
              <a:t>K</a:t>
            </a:r>
            <a:endParaRPr sz="4267">
              <a:latin typeface="Tahoma"/>
              <a:cs typeface="Tahoma"/>
            </a:endParaRPr>
          </a:p>
        </p:txBody>
      </p:sp>
      <p:sp>
        <p:nvSpPr>
          <p:cNvPr id="13" name="object 13">
            <a:extLst>
              <a:ext uri="{FF2B5EF4-FFF2-40B4-BE49-F238E27FC236}">
                <a16:creationId xmlns:a16="http://schemas.microsoft.com/office/drawing/2014/main" id="{4E73F5B3-23FD-8C96-8341-C3D617A640E4}"/>
              </a:ext>
            </a:extLst>
          </p:cNvPr>
          <p:cNvSpPr txBox="1"/>
          <p:nvPr/>
        </p:nvSpPr>
        <p:spPr>
          <a:xfrm>
            <a:off x="5092701" y="1367367"/>
            <a:ext cx="2874433" cy="684226"/>
          </a:xfrm>
          <a:prstGeom prst="rect">
            <a:avLst/>
          </a:prstGeom>
        </p:spPr>
        <p:txBody>
          <a:bodyPr lIns="0" tIns="0" rIns="0" bIns="0">
            <a:spAutoFit/>
          </a:bodyPr>
          <a:lstStyle/>
          <a:p>
            <a:pPr marL="16933">
              <a:lnSpc>
                <a:spcPts val="5753"/>
              </a:lnSpc>
              <a:defRPr/>
            </a:pPr>
            <a:r>
              <a:rPr sz="4800" b="1" u="heavy" spc="-480" dirty="0">
                <a:solidFill>
                  <a:srgbClr val="FFFFFF"/>
                </a:solidFill>
                <a:latin typeface="Tahoma"/>
                <a:cs typeface="Tahoma"/>
              </a:rPr>
              <a:t>L</a:t>
            </a:r>
            <a:r>
              <a:rPr sz="4800" b="1" u="heavy" spc="-500" dirty="0">
                <a:solidFill>
                  <a:srgbClr val="FFFFFF"/>
                </a:solidFill>
                <a:latin typeface="Tahoma"/>
                <a:cs typeface="Tahoma"/>
              </a:rPr>
              <a:t>i</a:t>
            </a:r>
            <a:r>
              <a:rPr sz="4800" b="1" u="heavy" spc="-487" dirty="0">
                <a:solidFill>
                  <a:srgbClr val="FFFFFF"/>
                </a:solidFill>
                <a:latin typeface="Tahoma"/>
                <a:cs typeface="Tahoma"/>
              </a:rPr>
              <a:t>n</a:t>
            </a:r>
            <a:r>
              <a:rPr sz="4800" b="1" u="heavy" spc="-513" dirty="0">
                <a:solidFill>
                  <a:srgbClr val="FFFFFF"/>
                </a:solidFill>
                <a:latin typeface="Tahoma"/>
                <a:cs typeface="Tahoma"/>
              </a:rPr>
              <a:t>k</a:t>
            </a:r>
            <a:r>
              <a:rPr sz="4800" b="1" u="heavy" spc="-520" dirty="0">
                <a:solidFill>
                  <a:srgbClr val="FFFFFF"/>
                </a:solidFill>
                <a:latin typeface="Tahoma"/>
                <a:cs typeface="Tahoma"/>
              </a:rPr>
              <a:t>e</a:t>
            </a:r>
            <a:r>
              <a:rPr sz="4800" b="1" u="heavy" spc="-480" dirty="0">
                <a:solidFill>
                  <a:srgbClr val="FFFFFF"/>
                </a:solidFill>
                <a:latin typeface="Tahoma"/>
                <a:cs typeface="Tahoma"/>
              </a:rPr>
              <a:t>d</a:t>
            </a:r>
            <a:r>
              <a:rPr sz="4800" b="1" u="heavy" spc="-493" dirty="0">
                <a:solidFill>
                  <a:srgbClr val="FFFFFF"/>
                </a:solidFill>
                <a:latin typeface="Tahoma"/>
                <a:cs typeface="Tahoma"/>
              </a:rPr>
              <a:t>L</a:t>
            </a:r>
            <a:r>
              <a:rPr sz="4800" b="1" u="heavy" spc="-500" dirty="0">
                <a:solidFill>
                  <a:srgbClr val="FFFFFF"/>
                </a:solidFill>
                <a:latin typeface="Tahoma"/>
                <a:cs typeface="Tahoma"/>
              </a:rPr>
              <a:t>i</a:t>
            </a:r>
            <a:r>
              <a:rPr sz="4800" b="1" u="heavy" spc="-520" dirty="0">
                <a:solidFill>
                  <a:srgbClr val="FFFFFF"/>
                </a:solidFill>
                <a:latin typeface="Tahoma"/>
                <a:cs typeface="Tahoma"/>
              </a:rPr>
              <a:t>s</a:t>
            </a:r>
            <a:r>
              <a:rPr sz="4800" b="1" u="heavy" spc="-493" dirty="0">
                <a:solidFill>
                  <a:srgbClr val="FFFFFF"/>
                </a:solidFill>
                <a:latin typeface="Tahoma"/>
                <a:cs typeface="Tahoma"/>
              </a:rPr>
              <a:t>t</a:t>
            </a:r>
            <a:r>
              <a:rPr sz="4800" b="1" u="heavy" spc="-27" dirty="0">
                <a:solidFill>
                  <a:srgbClr val="FFFFFF"/>
                </a:solidFill>
                <a:latin typeface="Tahoma"/>
                <a:cs typeface="Tahoma"/>
              </a:rPr>
              <a:t>s</a:t>
            </a:r>
            <a:endParaRPr sz="4800">
              <a:latin typeface="Tahoma"/>
              <a:cs typeface="Tahoma"/>
            </a:endParaRPr>
          </a:p>
        </p:txBody>
      </p:sp>
      <p:sp>
        <p:nvSpPr>
          <p:cNvPr id="14" name="object 14">
            <a:extLst>
              <a:ext uri="{FF2B5EF4-FFF2-40B4-BE49-F238E27FC236}">
                <a16:creationId xmlns:a16="http://schemas.microsoft.com/office/drawing/2014/main" id="{E58008BA-E975-615E-1D1A-BCF3BB73F98E}"/>
              </a:ext>
            </a:extLst>
          </p:cNvPr>
          <p:cNvSpPr txBox="1"/>
          <p:nvPr/>
        </p:nvSpPr>
        <p:spPr>
          <a:xfrm>
            <a:off x="315384" y="4421717"/>
            <a:ext cx="11582400" cy="1785361"/>
          </a:xfrm>
          <a:prstGeom prst="rect">
            <a:avLst/>
          </a:prstGeom>
          <a:ln w="28574">
            <a:solidFill>
              <a:srgbClr val="000000"/>
            </a:solidFill>
          </a:ln>
        </p:spPr>
        <p:txBody>
          <a:bodyPr lIns="0" tIns="0" rIns="0" bIns="0">
            <a:spAutoFit/>
          </a:bodyPr>
          <a:lstStyle/>
          <a:p>
            <a:pPr marL="101597">
              <a:defRPr/>
            </a:pPr>
            <a:r>
              <a:rPr sz="1933" spc="13" dirty="0">
                <a:latin typeface="Wingdings"/>
                <a:cs typeface="Wingdings"/>
              </a:rPr>
              <a:t></a:t>
            </a:r>
            <a:r>
              <a:rPr sz="1933" spc="-305" dirty="0">
                <a:latin typeface="Times New Roman"/>
                <a:cs typeface="Times New Roman"/>
              </a:rPr>
              <a:t> </a:t>
            </a:r>
            <a:r>
              <a:rPr sz="2067" b="1" spc="-13" dirty="0">
                <a:latin typeface="Calibri"/>
                <a:cs typeface="Calibri"/>
              </a:rPr>
              <a:t>A</a:t>
            </a:r>
            <a:r>
              <a:rPr sz="2067" b="1" spc="-13" dirty="0">
                <a:latin typeface="Times New Roman"/>
                <a:cs typeface="Times New Roman"/>
              </a:rPr>
              <a:t> </a:t>
            </a:r>
            <a:r>
              <a:rPr sz="2067" b="1" spc="-7" dirty="0">
                <a:latin typeface="Calibri"/>
                <a:cs typeface="Calibri"/>
              </a:rPr>
              <a:t>l</a:t>
            </a:r>
            <a:r>
              <a:rPr sz="2067" b="1" dirty="0">
                <a:latin typeface="Calibri"/>
                <a:cs typeface="Calibri"/>
              </a:rPr>
              <a:t>i</a:t>
            </a:r>
            <a:r>
              <a:rPr sz="2067" b="1" spc="-13" dirty="0">
                <a:latin typeface="Calibri"/>
                <a:cs typeface="Calibri"/>
              </a:rPr>
              <a:t>near</a:t>
            </a:r>
            <a:r>
              <a:rPr sz="2067" b="1" spc="33" dirty="0">
                <a:latin typeface="Times New Roman"/>
                <a:cs typeface="Times New Roman"/>
              </a:rPr>
              <a:t> </a:t>
            </a:r>
            <a:r>
              <a:rPr sz="2067" b="1" spc="-7" dirty="0">
                <a:latin typeface="Calibri"/>
                <a:cs typeface="Calibri"/>
              </a:rPr>
              <a:t>l</a:t>
            </a:r>
            <a:r>
              <a:rPr sz="2067" b="1" dirty="0">
                <a:latin typeface="Calibri"/>
                <a:cs typeface="Calibri"/>
              </a:rPr>
              <a:t>i</a:t>
            </a:r>
            <a:r>
              <a:rPr sz="2067" b="1" spc="-27" dirty="0">
                <a:latin typeface="Calibri"/>
                <a:cs typeface="Calibri"/>
              </a:rPr>
              <a:t>s</a:t>
            </a:r>
            <a:r>
              <a:rPr sz="2067" b="1" spc="-13" dirty="0">
                <a:latin typeface="Calibri"/>
                <a:cs typeface="Calibri"/>
              </a:rPr>
              <a:t>t</a:t>
            </a:r>
            <a:r>
              <a:rPr sz="2067" b="1" spc="60" dirty="0">
                <a:latin typeface="Times New Roman"/>
                <a:cs typeface="Times New Roman"/>
              </a:rPr>
              <a:t> </a:t>
            </a:r>
            <a:r>
              <a:rPr sz="2067" b="1" spc="-13" dirty="0">
                <a:latin typeface="Calibri"/>
                <a:cs typeface="Calibri"/>
              </a:rPr>
              <a:t>in</a:t>
            </a:r>
            <a:r>
              <a:rPr sz="2067" b="1" spc="53" dirty="0">
                <a:latin typeface="Times New Roman"/>
                <a:cs typeface="Times New Roman"/>
              </a:rPr>
              <a:t> </a:t>
            </a:r>
            <a:r>
              <a:rPr sz="2067" b="1" spc="-20" dirty="0">
                <a:latin typeface="Calibri"/>
                <a:cs typeface="Calibri"/>
              </a:rPr>
              <a:t>wh</a:t>
            </a:r>
            <a:r>
              <a:rPr sz="2067" b="1" dirty="0">
                <a:latin typeface="Calibri"/>
                <a:cs typeface="Calibri"/>
              </a:rPr>
              <a:t>i</a:t>
            </a:r>
            <a:r>
              <a:rPr sz="2067" b="1" spc="-20" dirty="0">
                <a:latin typeface="Calibri"/>
                <a:cs typeface="Calibri"/>
              </a:rPr>
              <a:t>c</a:t>
            </a:r>
            <a:r>
              <a:rPr sz="2067" b="1" spc="-13" dirty="0">
                <a:latin typeface="Calibri"/>
                <a:cs typeface="Calibri"/>
              </a:rPr>
              <a:t>h</a:t>
            </a:r>
            <a:r>
              <a:rPr sz="2067" b="1" spc="-53" dirty="0">
                <a:latin typeface="Times New Roman"/>
                <a:cs typeface="Times New Roman"/>
              </a:rPr>
              <a:t> </a:t>
            </a:r>
            <a:r>
              <a:rPr sz="2067" b="1" spc="-7" dirty="0">
                <a:latin typeface="Calibri"/>
                <a:cs typeface="Calibri"/>
              </a:rPr>
              <a:t>i</a:t>
            </a:r>
            <a:r>
              <a:rPr sz="2067" b="1" dirty="0">
                <a:latin typeface="Calibri"/>
                <a:cs typeface="Calibri"/>
              </a:rPr>
              <a:t>n</a:t>
            </a:r>
            <a:r>
              <a:rPr sz="2067" b="1" spc="-27" dirty="0">
                <a:latin typeface="Calibri"/>
                <a:cs typeface="Calibri"/>
              </a:rPr>
              <a:t>s</a:t>
            </a:r>
            <a:r>
              <a:rPr sz="2067" b="1" spc="-20" dirty="0">
                <a:latin typeface="Calibri"/>
                <a:cs typeface="Calibri"/>
              </a:rPr>
              <a:t>er</a:t>
            </a:r>
            <a:r>
              <a:rPr sz="2067" b="1" spc="-7" dirty="0">
                <a:latin typeface="Calibri"/>
                <a:cs typeface="Calibri"/>
              </a:rPr>
              <a:t>t</a:t>
            </a:r>
            <a:r>
              <a:rPr sz="2067" b="1" spc="-13" dirty="0">
                <a:latin typeface="Calibri"/>
                <a:cs typeface="Calibri"/>
              </a:rPr>
              <a:t>ion</a:t>
            </a:r>
            <a:r>
              <a:rPr sz="2067" b="1" dirty="0">
                <a:latin typeface="Times New Roman"/>
                <a:cs typeface="Times New Roman"/>
              </a:rPr>
              <a:t> </a:t>
            </a:r>
            <a:r>
              <a:rPr sz="2067" b="1" spc="-247" dirty="0">
                <a:latin typeface="Times New Roman"/>
                <a:cs typeface="Times New Roman"/>
              </a:rPr>
              <a:t> </a:t>
            </a:r>
            <a:r>
              <a:rPr sz="2067" b="1" spc="-13" dirty="0">
                <a:latin typeface="Calibri"/>
                <a:cs typeface="Calibri"/>
              </a:rPr>
              <a:t>and</a:t>
            </a:r>
            <a:r>
              <a:rPr sz="2067" b="1" spc="147" dirty="0">
                <a:latin typeface="Times New Roman"/>
                <a:cs typeface="Times New Roman"/>
              </a:rPr>
              <a:t> </a:t>
            </a:r>
            <a:r>
              <a:rPr sz="2067" b="1" spc="-7" dirty="0">
                <a:latin typeface="Calibri"/>
                <a:cs typeface="Calibri"/>
              </a:rPr>
              <a:t>d</a:t>
            </a:r>
            <a:r>
              <a:rPr sz="2067" b="1" spc="-20" dirty="0">
                <a:latin typeface="Calibri"/>
                <a:cs typeface="Calibri"/>
              </a:rPr>
              <a:t>el</a:t>
            </a:r>
            <a:r>
              <a:rPr sz="2067" b="1" spc="-7" dirty="0">
                <a:latin typeface="Calibri"/>
                <a:cs typeface="Calibri"/>
              </a:rPr>
              <a:t>e</a:t>
            </a:r>
            <a:r>
              <a:rPr sz="2067" b="1" spc="-13" dirty="0">
                <a:latin typeface="Calibri"/>
                <a:cs typeface="Calibri"/>
              </a:rPr>
              <a:t>t</a:t>
            </a:r>
            <a:r>
              <a:rPr sz="2067" b="1" dirty="0">
                <a:latin typeface="Calibri"/>
                <a:cs typeface="Calibri"/>
              </a:rPr>
              <a:t>i</a:t>
            </a:r>
            <a:r>
              <a:rPr sz="2067" b="1" spc="-20" dirty="0">
                <a:latin typeface="Calibri"/>
                <a:cs typeface="Calibri"/>
              </a:rPr>
              <a:t>o</a:t>
            </a:r>
            <a:r>
              <a:rPr sz="2067" b="1" spc="-13" dirty="0">
                <a:latin typeface="Calibri"/>
                <a:cs typeface="Calibri"/>
              </a:rPr>
              <a:t>ns</a:t>
            </a:r>
            <a:r>
              <a:rPr sz="2067" b="1" spc="33" dirty="0">
                <a:latin typeface="Times New Roman"/>
                <a:cs typeface="Times New Roman"/>
              </a:rPr>
              <a:t> </a:t>
            </a:r>
            <a:r>
              <a:rPr sz="2067" b="1" spc="-13" dirty="0">
                <a:latin typeface="Calibri"/>
                <a:cs typeface="Calibri"/>
              </a:rPr>
              <a:t>are</a:t>
            </a:r>
            <a:r>
              <a:rPr sz="2067" b="1" spc="120" dirty="0">
                <a:latin typeface="Times New Roman"/>
                <a:cs typeface="Times New Roman"/>
              </a:rPr>
              <a:t> </a:t>
            </a:r>
            <a:r>
              <a:rPr sz="2067" b="1" spc="-13" dirty="0">
                <a:latin typeface="Calibri"/>
                <a:cs typeface="Calibri"/>
              </a:rPr>
              <a:t>a</a:t>
            </a:r>
            <a:r>
              <a:rPr sz="2067" b="1" dirty="0">
                <a:latin typeface="Calibri"/>
                <a:cs typeface="Calibri"/>
              </a:rPr>
              <a:t>l</a:t>
            </a:r>
            <a:r>
              <a:rPr sz="2067" b="1" spc="-13" dirty="0">
                <a:latin typeface="Calibri"/>
                <a:cs typeface="Calibri"/>
              </a:rPr>
              <a:t>low</a:t>
            </a:r>
            <a:r>
              <a:rPr sz="2067" b="1" spc="-20" dirty="0">
                <a:latin typeface="Calibri"/>
                <a:cs typeface="Calibri"/>
              </a:rPr>
              <a:t>e</a:t>
            </a:r>
            <a:r>
              <a:rPr sz="2067" b="1" spc="-13" dirty="0">
                <a:latin typeface="Calibri"/>
                <a:cs typeface="Calibri"/>
              </a:rPr>
              <a:t>d</a:t>
            </a:r>
            <a:r>
              <a:rPr sz="2067" b="1" spc="60" dirty="0">
                <a:latin typeface="Times New Roman"/>
                <a:cs typeface="Times New Roman"/>
              </a:rPr>
              <a:t> </a:t>
            </a:r>
            <a:r>
              <a:rPr sz="2067" b="1" spc="-20" dirty="0">
                <a:latin typeface="Calibri"/>
                <a:cs typeface="Calibri"/>
              </a:rPr>
              <a:t>o</a:t>
            </a:r>
            <a:r>
              <a:rPr sz="2067" b="1" spc="-13" dirty="0">
                <a:latin typeface="Calibri"/>
                <a:cs typeface="Calibri"/>
              </a:rPr>
              <a:t>nly</a:t>
            </a:r>
            <a:r>
              <a:rPr sz="2067" b="1" spc="87" dirty="0">
                <a:latin typeface="Times New Roman"/>
                <a:cs typeface="Times New Roman"/>
              </a:rPr>
              <a:t> </a:t>
            </a:r>
            <a:r>
              <a:rPr sz="2067" b="1" spc="-13" dirty="0">
                <a:latin typeface="Calibri"/>
                <a:cs typeface="Calibri"/>
              </a:rPr>
              <a:t>at</a:t>
            </a:r>
            <a:r>
              <a:rPr sz="2067" b="1" spc="-53" dirty="0">
                <a:latin typeface="Times New Roman"/>
                <a:cs typeface="Times New Roman"/>
              </a:rPr>
              <a:t> </a:t>
            </a:r>
            <a:r>
              <a:rPr sz="2067" b="1" spc="-7" dirty="0">
                <a:latin typeface="Calibri"/>
                <a:cs typeface="Calibri"/>
              </a:rPr>
              <a:t>o</a:t>
            </a:r>
            <a:r>
              <a:rPr sz="2067" b="1" spc="-13" dirty="0">
                <a:latin typeface="Calibri"/>
                <a:cs typeface="Calibri"/>
              </a:rPr>
              <a:t>ne</a:t>
            </a:r>
            <a:r>
              <a:rPr sz="2067" b="1" spc="120" dirty="0">
                <a:latin typeface="Times New Roman"/>
                <a:cs typeface="Times New Roman"/>
              </a:rPr>
              <a:t> </a:t>
            </a:r>
            <a:r>
              <a:rPr sz="2067" b="1" spc="-20" dirty="0">
                <a:latin typeface="Calibri"/>
                <a:cs typeface="Calibri"/>
              </a:rPr>
              <a:t>e</a:t>
            </a:r>
            <a:r>
              <a:rPr sz="2067" b="1" dirty="0">
                <a:latin typeface="Calibri"/>
                <a:cs typeface="Calibri"/>
              </a:rPr>
              <a:t>n</a:t>
            </a:r>
            <a:r>
              <a:rPr sz="2067" b="1" spc="-13" dirty="0">
                <a:latin typeface="Calibri"/>
                <a:cs typeface="Calibri"/>
              </a:rPr>
              <a:t>d,</a:t>
            </a:r>
            <a:r>
              <a:rPr sz="2067" b="1" spc="33" dirty="0">
                <a:latin typeface="Times New Roman"/>
                <a:cs typeface="Times New Roman"/>
              </a:rPr>
              <a:t> </a:t>
            </a:r>
            <a:r>
              <a:rPr sz="2067" b="1" spc="-20" dirty="0">
                <a:latin typeface="Calibri"/>
                <a:cs typeface="Calibri"/>
              </a:rPr>
              <a:t>ca</a:t>
            </a:r>
            <a:r>
              <a:rPr sz="2067" b="1" dirty="0">
                <a:latin typeface="Calibri"/>
                <a:cs typeface="Calibri"/>
              </a:rPr>
              <a:t>l</a:t>
            </a:r>
            <a:r>
              <a:rPr sz="2067" b="1" spc="-13" dirty="0">
                <a:latin typeface="Calibri"/>
                <a:cs typeface="Calibri"/>
              </a:rPr>
              <a:t>led</a:t>
            </a:r>
            <a:r>
              <a:rPr sz="2067" b="1" spc="200" dirty="0">
                <a:latin typeface="Times New Roman"/>
                <a:cs typeface="Times New Roman"/>
              </a:rPr>
              <a:t> </a:t>
            </a:r>
            <a:r>
              <a:rPr sz="2067" b="1" spc="-13" dirty="0">
                <a:latin typeface="Calibri"/>
                <a:cs typeface="Calibri"/>
              </a:rPr>
              <a:t>to</a:t>
            </a:r>
            <a:r>
              <a:rPr sz="2067" b="1" spc="-7" dirty="0">
                <a:latin typeface="Calibri"/>
                <a:cs typeface="Calibri"/>
              </a:rPr>
              <a:t>p.</a:t>
            </a:r>
            <a:endParaRPr sz="2067" dirty="0">
              <a:latin typeface="Calibri"/>
              <a:cs typeface="Calibri"/>
            </a:endParaRPr>
          </a:p>
          <a:p>
            <a:pPr marL="101597">
              <a:spcBef>
                <a:spcPts val="1313"/>
              </a:spcBef>
              <a:defRPr/>
            </a:pPr>
            <a:r>
              <a:rPr sz="1933" spc="13" dirty="0">
                <a:latin typeface="Wingdings"/>
                <a:cs typeface="Wingdings"/>
              </a:rPr>
              <a:t></a:t>
            </a:r>
            <a:r>
              <a:rPr sz="1933" spc="-305" dirty="0">
                <a:latin typeface="Times New Roman"/>
                <a:cs typeface="Times New Roman"/>
              </a:rPr>
              <a:t> </a:t>
            </a:r>
            <a:r>
              <a:rPr sz="2067" b="1" spc="-13" dirty="0">
                <a:latin typeface="Calibri"/>
                <a:cs typeface="Calibri"/>
              </a:rPr>
              <a:t>It</a:t>
            </a:r>
            <a:r>
              <a:rPr sz="2067" b="1" spc="-53" dirty="0">
                <a:latin typeface="Times New Roman"/>
                <a:cs typeface="Times New Roman"/>
              </a:rPr>
              <a:t> </a:t>
            </a:r>
            <a:r>
              <a:rPr sz="2067" b="1" spc="-7" dirty="0">
                <a:latin typeface="Calibri"/>
                <a:cs typeface="Calibri"/>
              </a:rPr>
              <a:t>is</a:t>
            </a:r>
            <a:r>
              <a:rPr sz="2067" b="1" spc="-53" dirty="0">
                <a:latin typeface="Times New Roman"/>
                <a:cs typeface="Times New Roman"/>
              </a:rPr>
              <a:t> </a:t>
            </a:r>
            <a:r>
              <a:rPr sz="2067" b="1" spc="-13" dirty="0">
                <a:latin typeface="Calibri"/>
                <a:cs typeface="Calibri"/>
              </a:rPr>
              <a:t>an</a:t>
            </a:r>
            <a:r>
              <a:rPr sz="2067" b="1" spc="53" dirty="0">
                <a:latin typeface="Times New Roman"/>
                <a:cs typeface="Times New Roman"/>
              </a:rPr>
              <a:t> </a:t>
            </a:r>
            <a:r>
              <a:rPr sz="2067" b="1" spc="-13" dirty="0">
                <a:latin typeface="Calibri"/>
                <a:cs typeface="Calibri"/>
              </a:rPr>
              <a:t>ab</a:t>
            </a:r>
            <a:r>
              <a:rPr sz="2067" b="1" spc="-27" dirty="0">
                <a:latin typeface="Calibri"/>
                <a:cs typeface="Calibri"/>
              </a:rPr>
              <a:t>s</a:t>
            </a:r>
            <a:r>
              <a:rPr sz="2067" b="1" spc="-13" dirty="0">
                <a:latin typeface="Calibri"/>
                <a:cs typeface="Calibri"/>
              </a:rPr>
              <a:t>tract</a:t>
            </a:r>
            <a:r>
              <a:rPr sz="2067" b="1" dirty="0">
                <a:latin typeface="Times New Roman"/>
                <a:cs typeface="Times New Roman"/>
              </a:rPr>
              <a:t> </a:t>
            </a:r>
            <a:r>
              <a:rPr sz="2067" b="1" spc="-240" dirty="0">
                <a:latin typeface="Times New Roman"/>
                <a:cs typeface="Times New Roman"/>
              </a:rPr>
              <a:t> </a:t>
            </a:r>
            <a:r>
              <a:rPr sz="2067" b="1" spc="-13" dirty="0">
                <a:latin typeface="Calibri"/>
                <a:cs typeface="Calibri"/>
              </a:rPr>
              <a:t>d</a:t>
            </a:r>
            <a:r>
              <a:rPr sz="2067" b="1" dirty="0">
                <a:latin typeface="Calibri"/>
                <a:cs typeface="Calibri"/>
              </a:rPr>
              <a:t>a</a:t>
            </a:r>
            <a:r>
              <a:rPr sz="2067" b="1" spc="-13" dirty="0">
                <a:latin typeface="Calibri"/>
                <a:cs typeface="Calibri"/>
              </a:rPr>
              <a:t>ta</a:t>
            </a:r>
            <a:r>
              <a:rPr sz="2067" b="1" spc="53" dirty="0">
                <a:latin typeface="Times New Roman"/>
                <a:cs typeface="Times New Roman"/>
              </a:rPr>
              <a:t> </a:t>
            </a:r>
            <a:r>
              <a:rPr sz="2067" b="1" spc="-13" dirty="0">
                <a:latin typeface="Calibri"/>
                <a:cs typeface="Calibri"/>
              </a:rPr>
              <a:t>type</a:t>
            </a:r>
            <a:r>
              <a:rPr sz="2067" b="1" spc="20" dirty="0">
                <a:latin typeface="Times New Roman"/>
                <a:cs typeface="Times New Roman"/>
              </a:rPr>
              <a:t> </a:t>
            </a:r>
            <a:r>
              <a:rPr sz="2067" b="1" spc="-7" dirty="0">
                <a:latin typeface="Calibri"/>
                <a:cs typeface="Calibri"/>
              </a:rPr>
              <a:t>(</a:t>
            </a:r>
            <a:r>
              <a:rPr sz="2067" b="1" spc="-20" dirty="0">
                <a:latin typeface="Calibri"/>
                <a:cs typeface="Calibri"/>
              </a:rPr>
              <a:t>ADT</a:t>
            </a:r>
            <a:r>
              <a:rPr sz="2067" b="1" dirty="0">
                <a:latin typeface="Calibri"/>
                <a:cs typeface="Calibri"/>
              </a:rPr>
              <a:t>)</a:t>
            </a:r>
            <a:r>
              <a:rPr sz="2067" b="1" spc="-7" dirty="0">
                <a:latin typeface="Calibri"/>
                <a:cs typeface="Calibri"/>
              </a:rPr>
              <a:t>,</a:t>
            </a:r>
            <a:r>
              <a:rPr sz="2067" b="1" spc="40" dirty="0">
                <a:latin typeface="Times New Roman"/>
                <a:cs typeface="Times New Roman"/>
              </a:rPr>
              <a:t> </a:t>
            </a:r>
            <a:r>
              <a:rPr sz="2067" b="1" spc="-20" dirty="0">
                <a:latin typeface="Calibri"/>
                <a:cs typeface="Calibri"/>
              </a:rPr>
              <a:t>ca</a:t>
            </a:r>
            <a:r>
              <a:rPr sz="2067" b="1" spc="-13" dirty="0">
                <a:latin typeface="Calibri"/>
                <a:cs typeface="Calibri"/>
              </a:rPr>
              <a:t>n</a:t>
            </a:r>
            <a:r>
              <a:rPr sz="2067" b="1" spc="-33" dirty="0">
                <a:latin typeface="Times New Roman"/>
                <a:cs typeface="Times New Roman"/>
              </a:rPr>
              <a:t> </a:t>
            </a:r>
            <a:r>
              <a:rPr sz="2067" b="1" spc="-13" dirty="0">
                <a:latin typeface="Calibri"/>
                <a:cs typeface="Calibri"/>
              </a:rPr>
              <a:t>be</a:t>
            </a:r>
            <a:r>
              <a:rPr sz="2067" b="1" spc="20" dirty="0">
                <a:latin typeface="Times New Roman"/>
                <a:cs typeface="Times New Roman"/>
              </a:rPr>
              <a:t> </a:t>
            </a:r>
            <a:r>
              <a:rPr sz="2067" b="1" spc="-13" dirty="0">
                <a:latin typeface="Calibri"/>
                <a:cs typeface="Calibri"/>
              </a:rPr>
              <a:t>implement</a:t>
            </a:r>
            <a:r>
              <a:rPr sz="2067" b="1" spc="-20" dirty="0">
                <a:latin typeface="Calibri"/>
                <a:cs typeface="Calibri"/>
              </a:rPr>
              <a:t>e</a:t>
            </a:r>
            <a:r>
              <a:rPr sz="2067" b="1" spc="-13" dirty="0">
                <a:latin typeface="Calibri"/>
                <a:cs typeface="Calibri"/>
              </a:rPr>
              <a:t>d</a:t>
            </a:r>
            <a:r>
              <a:rPr sz="2067" b="1" spc="152" dirty="0">
                <a:latin typeface="Times New Roman"/>
                <a:cs typeface="Times New Roman"/>
              </a:rPr>
              <a:t> </a:t>
            </a:r>
            <a:r>
              <a:rPr sz="2067" b="1" spc="7" dirty="0">
                <a:latin typeface="Calibri"/>
                <a:cs typeface="Calibri"/>
              </a:rPr>
              <a:t>i</a:t>
            </a:r>
            <a:r>
              <a:rPr sz="2067" b="1" spc="-13" dirty="0">
                <a:latin typeface="Calibri"/>
                <a:cs typeface="Calibri"/>
              </a:rPr>
              <a:t>n</a:t>
            </a:r>
            <a:r>
              <a:rPr sz="2067" b="1" spc="-60" dirty="0">
                <a:latin typeface="Times New Roman"/>
                <a:cs typeface="Times New Roman"/>
              </a:rPr>
              <a:t> </a:t>
            </a:r>
            <a:r>
              <a:rPr sz="2067" b="1" spc="-27" dirty="0">
                <a:latin typeface="Calibri"/>
                <a:cs typeface="Calibri"/>
              </a:rPr>
              <a:t>m</a:t>
            </a:r>
            <a:r>
              <a:rPr sz="2067" b="1" spc="-7" dirty="0">
                <a:latin typeface="Calibri"/>
                <a:cs typeface="Calibri"/>
              </a:rPr>
              <a:t>o</a:t>
            </a:r>
            <a:r>
              <a:rPr sz="2067" b="1" spc="-27" dirty="0">
                <a:latin typeface="Calibri"/>
                <a:cs typeface="Calibri"/>
              </a:rPr>
              <a:t>s</a:t>
            </a:r>
            <a:r>
              <a:rPr sz="2067" b="1" spc="-13" dirty="0">
                <a:latin typeface="Calibri"/>
                <a:cs typeface="Calibri"/>
              </a:rPr>
              <a:t>t</a:t>
            </a:r>
            <a:r>
              <a:rPr sz="2067" b="1" spc="60" dirty="0">
                <a:latin typeface="Times New Roman"/>
                <a:cs typeface="Times New Roman"/>
              </a:rPr>
              <a:t> </a:t>
            </a:r>
            <a:r>
              <a:rPr sz="2067" b="1" spc="-20" dirty="0">
                <a:latin typeface="Calibri"/>
                <a:cs typeface="Calibri"/>
              </a:rPr>
              <a:t>o</a:t>
            </a:r>
            <a:r>
              <a:rPr sz="2067" b="1" spc="-7" dirty="0">
                <a:latin typeface="Calibri"/>
                <a:cs typeface="Calibri"/>
              </a:rPr>
              <a:t>f</a:t>
            </a:r>
            <a:r>
              <a:rPr sz="2067" b="1" spc="13" dirty="0">
                <a:latin typeface="Times New Roman"/>
                <a:cs typeface="Times New Roman"/>
              </a:rPr>
              <a:t> </a:t>
            </a:r>
            <a:r>
              <a:rPr sz="2067" b="1" spc="-13" dirty="0">
                <a:latin typeface="Calibri"/>
                <a:cs typeface="Calibri"/>
              </a:rPr>
              <a:t>the</a:t>
            </a:r>
            <a:r>
              <a:rPr sz="2067" b="1" spc="133" dirty="0">
                <a:latin typeface="Times New Roman"/>
                <a:cs typeface="Times New Roman"/>
              </a:rPr>
              <a:t> </a:t>
            </a:r>
            <a:r>
              <a:rPr sz="2067" b="1" spc="-13" dirty="0">
                <a:latin typeface="Calibri"/>
                <a:cs typeface="Calibri"/>
              </a:rPr>
              <a:t>pr</a:t>
            </a:r>
            <a:r>
              <a:rPr sz="2067" b="1" spc="-27" dirty="0">
                <a:latin typeface="Calibri"/>
                <a:cs typeface="Calibri"/>
              </a:rPr>
              <a:t>o</a:t>
            </a:r>
            <a:r>
              <a:rPr sz="2067" b="1" spc="-7" dirty="0">
                <a:latin typeface="Calibri"/>
                <a:cs typeface="Calibri"/>
              </a:rPr>
              <a:t>g</a:t>
            </a:r>
            <a:r>
              <a:rPr sz="2067" b="1" spc="-20" dirty="0">
                <a:latin typeface="Calibri"/>
                <a:cs typeface="Calibri"/>
              </a:rPr>
              <a:t>r</a:t>
            </a:r>
            <a:r>
              <a:rPr sz="2067" b="1" spc="-7" dirty="0">
                <a:latin typeface="Calibri"/>
                <a:cs typeface="Calibri"/>
              </a:rPr>
              <a:t>a</a:t>
            </a:r>
            <a:r>
              <a:rPr sz="2067" b="1" spc="-27" dirty="0">
                <a:latin typeface="Calibri"/>
                <a:cs typeface="Calibri"/>
              </a:rPr>
              <a:t>mm</a:t>
            </a:r>
            <a:r>
              <a:rPr sz="2067" b="1" dirty="0">
                <a:latin typeface="Calibri"/>
                <a:cs typeface="Calibri"/>
              </a:rPr>
              <a:t>i</a:t>
            </a:r>
            <a:r>
              <a:rPr sz="2067" b="1" spc="-13" dirty="0">
                <a:latin typeface="Calibri"/>
                <a:cs typeface="Calibri"/>
              </a:rPr>
              <a:t>ng</a:t>
            </a:r>
            <a:r>
              <a:rPr sz="2067" b="1" dirty="0">
                <a:latin typeface="Times New Roman"/>
                <a:cs typeface="Times New Roman"/>
              </a:rPr>
              <a:t> </a:t>
            </a:r>
            <a:r>
              <a:rPr sz="2067" b="1" spc="-220" dirty="0">
                <a:latin typeface="Times New Roman"/>
                <a:cs typeface="Times New Roman"/>
              </a:rPr>
              <a:t> </a:t>
            </a:r>
            <a:r>
              <a:rPr sz="2067" b="1" spc="-7" dirty="0">
                <a:latin typeface="Calibri"/>
                <a:cs typeface="Calibri"/>
              </a:rPr>
              <a:t>la</a:t>
            </a:r>
            <a:r>
              <a:rPr sz="2067" b="1" spc="-13" dirty="0">
                <a:latin typeface="Calibri"/>
                <a:cs typeface="Calibri"/>
              </a:rPr>
              <a:t>n</a:t>
            </a:r>
            <a:r>
              <a:rPr sz="2067" b="1" spc="-20" dirty="0">
                <a:latin typeface="Calibri"/>
                <a:cs typeface="Calibri"/>
              </a:rPr>
              <a:t>g</a:t>
            </a:r>
            <a:r>
              <a:rPr sz="2067" b="1" spc="-13" dirty="0">
                <a:latin typeface="Calibri"/>
                <a:cs typeface="Calibri"/>
              </a:rPr>
              <a:t>uage</a:t>
            </a:r>
            <a:r>
              <a:rPr sz="2067" b="1" spc="-27" dirty="0">
                <a:latin typeface="Calibri"/>
                <a:cs typeface="Calibri"/>
              </a:rPr>
              <a:t>s</a:t>
            </a:r>
            <a:r>
              <a:rPr sz="2067" b="1" spc="-7" dirty="0">
                <a:latin typeface="Calibri"/>
                <a:cs typeface="Calibri"/>
              </a:rPr>
              <a:t>.</a:t>
            </a:r>
            <a:endParaRPr sz="2067" dirty="0">
              <a:latin typeface="Calibri"/>
              <a:cs typeface="Calibri"/>
            </a:endParaRPr>
          </a:p>
          <a:p>
            <a:pPr marL="101597">
              <a:spcBef>
                <a:spcPts val="1440"/>
              </a:spcBef>
              <a:defRPr/>
            </a:pPr>
            <a:r>
              <a:rPr sz="1933" spc="13" dirty="0">
                <a:latin typeface="Wingdings"/>
                <a:cs typeface="Wingdings"/>
              </a:rPr>
              <a:t></a:t>
            </a:r>
            <a:r>
              <a:rPr sz="1933" spc="-305" dirty="0">
                <a:latin typeface="Times New Roman"/>
                <a:cs typeface="Times New Roman"/>
              </a:rPr>
              <a:t> </a:t>
            </a:r>
            <a:r>
              <a:rPr sz="2067" b="1" spc="-13" dirty="0">
                <a:latin typeface="Calibri"/>
                <a:cs typeface="Calibri"/>
              </a:rPr>
              <a:t>It</a:t>
            </a:r>
            <a:r>
              <a:rPr sz="2067" b="1" spc="-53" dirty="0">
                <a:latin typeface="Times New Roman"/>
                <a:cs typeface="Times New Roman"/>
              </a:rPr>
              <a:t> </a:t>
            </a:r>
            <a:r>
              <a:rPr sz="2067" b="1" spc="-7" dirty="0">
                <a:latin typeface="Calibri"/>
                <a:cs typeface="Calibri"/>
              </a:rPr>
              <a:t>is</a:t>
            </a:r>
            <a:r>
              <a:rPr sz="2067" b="1" spc="-53" dirty="0">
                <a:latin typeface="Times New Roman"/>
                <a:cs typeface="Times New Roman"/>
              </a:rPr>
              <a:t> </a:t>
            </a:r>
            <a:r>
              <a:rPr sz="2067" b="1" spc="-27" dirty="0">
                <a:latin typeface="Calibri"/>
                <a:cs typeface="Calibri"/>
              </a:rPr>
              <a:t>n</a:t>
            </a:r>
            <a:r>
              <a:rPr sz="2067" b="1" spc="-20" dirty="0">
                <a:latin typeface="Calibri"/>
                <a:cs typeface="Calibri"/>
              </a:rPr>
              <a:t>ame</a:t>
            </a:r>
            <a:r>
              <a:rPr sz="2067" b="1" spc="-13" dirty="0">
                <a:latin typeface="Calibri"/>
                <a:cs typeface="Calibri"/>
              </a:rPr>
              <a:t>d</a:t>
            </a:r>
            <a:r>
              <a:rPr sz="2067" b="1" spc="167" dirty="0">
                <a:latin typeface="Times New Roman"/>
                <a:cs typeface="Times New Roman"/>
              </a:rPr>
              <a:t> </a:t>
            </a:r>
            <a:r>
              <a:rPr sz="2067" b="1" spc="-13" dirty="0">
                <a:latin typeface="Calibri"/>
                <a:cs typeface="Calibri"/>
              </a:rPr>
              <a:t>as</a:t>
            </a:r>
            <a:r>
              <a:rPr sz="2067" b="1" spc="-47" dirty="0">
                <a:latin typeface="Times New Roman"/>
                <a:cs typeface="Times New Roman"/>
              </a:rPr>
              <a:t> </a:t>
            </a:r>
            <a:r>
              <a:rPr sz="2067" b="1" spc="-27" dirty="0">
                <a:latin typeface="Calibri"/>
                <a:cs typeface="Calibri"/>
              </a:rPr>
              <a:t>s</a:t>
            </a:r>
            <a:r>
              <a:rPr sz="2067" b="1" spc="-13" dirty="0">
                <a:latin typeface="Calibri"/>
                <a:cs typeface="Calibri"/>
              </a:rPr>
              <a:t>t</a:t>
            </a:r>
            <a:r>
              <a:rPr sz="2067" b="1" spc="-7" dirty="0">
                <a:latin typeface="Calibri"/>
                <a:cs typeface="Calibri"/>
              </a:rPr>
              <a:t>a</a:t>
            </a:r>
            <a:r>
              <a:rPr sz="2067" b="1" spc="-20" dirty="0">
                <a:latin typeface="Calibri"/>
                <a:cs typeface="Calibri"/>
              </a:rPr>
              <a:t>c</a:t>
            </a:r>
            <a:r>
              <a:rPr sz="2067" b="1" spc="-13" dirty="0">
                <a:latin typeface="Calibri"/>
                <a:cs typeface="Calibri"/>
              </a:rPr>
              <a:t>k</a:t>
            </a:r>
            <a:r>
              <a:rPr sz="2067" b="1" spc="80" dirty="0">
                <a:latin typeface="Times New Roman"/>
                <a:cs typeface="Times New Roman"/>
              </a:rPr>
              <a:t> </a:t>
            </a:r>
            <a:r>
              <a:rPr sz="2067" b="1" spc="-13" dirty="0">
                <a:latin typeface="Calibri"/>
                <a:cs typeface="Calibri"/>
              </a:rPr>
              <a:t>becau</a:t>
            </a:r>
            <a:r>
              <a:rPr sz="2067" b="1" spc="-27" dirty="0">
                <a:latin typeface="Calibri"/>
                <a:cs typeface="Calibri"/>
              </a:rPr>
              <a:t>s</a:t>
            </a:r>
            <a:r>
              <a:rPr sz="2067" b="1" spc="-13" dirty="0">
                <a:latin typeface="Calibri"/>
                <a:cs typeface="Calibri"/>
              </a:rPr>
              <a:t>e</a:t>
            </a:r>
            <a:r>
              <a:rPr sz="2067" b="1" spc="140" dirty="0">
                <a:latin typeface="Times New Roman"/>
                <a:cs typeface="Times New Roman"/>
              </a:rPr>
              <a:t> </a:t>
            </a:r>
            <a:r>
              <a:rPr sz="2067" b="1" spc="-7" dirty="0">
                <a:latin typeface="Calibri"/>
                <a:cs typeface="Calibri"/>
              </a:rPr>
              <a:t>it</a:t>
            </a:r>
            <a:r>
              <a:rPr sz="2067" b="1" spc="60" dirty="0">
                <a:latin typeface="Times New Roman"/>
                <a:cs typeface="Times New Roman"/>
              </a:rPr>
              <a:t> </a:t>
            </a:r>
            <a:r>
              <a:rPr sz="2067" b="1" spc="-13" dirty="0">
                <a:latin typeface="Calibri"/>
                <a:cs typeface="Calibri"/>
              </a:rPr>
              <a:t>be</a:t>
            </a:r>
            <a:r>
              <a:rPr sz="2067" b="1" spc="-27" dirty="0">
                <a:latin typeface="Calibri"/>
                <a:cs typeface="Calibri"/>
              </a:rPr>
              <a:t>h</a:t>
            </a:r>
            <a:r>
              <a:rPr sz="2067" b="1" spc="-13" dirty="0">
                <a:latin typeface="Calibri"/>
                <a:cs typeface="Calibri"/>
              </a:rPr>
              <a:t>a</a:t>
            </a:r>
            <a:r>
              <a:rPr sz="2067" b="1" dirty="0">
                <a:latin typeface="Calibri"/>
                <a:cs typeface="Calibri"/>
              </a:rPr>
              <a:t>v</a:t>
            </a:r>
            <a:r>
              <a:rPr sz="2067" b="1" spc="-20" dirty="0">
                <a:latin typeface="Calibri"/>
                <a:cs typeface="Calibri"/>
              </a:rPr>
              <a:t>e</a:t>
            </a:r>
            <a:r>
              <a:rPr sz="2067" b="1" spc="-13" dirty="0">
                <a:latin typeface="Calibri"/>
                <a:cs typeface="Calibri"/>
              </a:rPr>
              <a:t>s</a:t>
            </a:r>
            <a:r>
              <a:rPr sz="2067" b="1" spc="33" dirty="0">
                <a:latin typeface="Times New Roman"/>
                <a:cs typeface="Times New Roman"/>
              </a:rPr>
              <a:t> </a:t>
            </a:r>
            <a:r>
              <a:rPr sz="2067" b="1" spc="-7" dirty="0">
                <a:latin typeface="Calibri"/>
                <a:cs typeface="Calibri"/>
              </a:rPr>
              <a:t>l</a:t>
            </a:r>
            <a:r>
              <a:rPr sz="2067" b="1" dirty="0">
                <a:latin typeface="Calibri"/>
                <a:cs typeface="Calibri"/>
              </a:rPr>
              <a:t>i</a:t>
            </a:r>
            <a:r>
              <a:rPr sz="2067" b="1" spc="-13" dirty="0">
                <a:latin typeface="Calibri"/>
                <a:cs typeface="Calibri"/>
              </a:rPr>
              <a:t>ke</a:t>
            </a:r>
            <a:r>
              <a:rPr sz="2067" b="1" spc="27" dirty="0">
                <a:latin typeface="Times New Roman"/>
                <a:cs typeface="Times New Roman"/>
              </a:rPr>
              <a:t> </a:t>
            </a:r>
            <a:r>
              <a:rPr sz="2067" b="1" spc="-13" dirty="0">
                <a:latin typeface="Calibri"/>
                <a:cs typeface="Calibri"/>
              </a:rPr>
              <a:t>a</a:t>
            </a:r>
            <a:r>
              <a:rPr sz="2067" b="1" spc="-53" dirty="0">
                <a:latin typeface="Times New Roman"/>
                <a:cs typeface="Times New Roman"/>
              </a:rPr>
              <a:t> </a:t>
            </a:r>
            <a:r>
              <a:rPr sz="2067" b="1" spc="-20" dirty="0">
                <a:latin typeface="Calibri"/>
                <a:cs typeface="Calibri"/>
              </a:rPr>
              <a:t>r</a:t>
            </a:r>
            <a:r>
              <a:rPr sz="2067" b="1" spc="-13" dirty="0">
                <a:latin typeface="Calibri"/>
                <a:cs typeface="Calibri"/>
              </a:rPr>
              <a:t>ea</a:t>
            </a:r>
            <a:r>
              <a:rPr sz="2067" b="1" dirty="0">
                <a:latin typeface="Calibri"/>
                <a:cs typeface="Calibri"/>
              </a:rPr>
              <a:t>l-</a:t>
            </a:r>
            <a:r>
              <a:rPr sz="2067" b="1" spc="-27" dirty="0">
                <a:latin typeface="Calibri"/>
                <a:cs typeface="Calibri"/>
              </a:rPr>
              <a:t>wo</a:t>
            </a:r>
            <a:r>
              <a:rPr sz="2067" b="1" spc="-20" dirty="0">
                <a:latin typeface="Calibri"/>
                <a:cs typeface="Calibri"/>
              </a:rPr>
              <a:t>r</a:t>
            </a:r>
            <a:r>
              <a:rPr sz="2067" b="1" dirty="0">
                <a:latin typeface="Calibri"/>
                <a:cs typeface="Calibri"/>
              </a:rPr>
              <a:t>l</a:t>
            </a:r>
            <a:r>
              <a:rPr sz="2067" b="1" spc="-13" dirty="0">
                <a:latin typeface="Calibri"/>
                <a:cs typeface="Calibri"/>
              </a:rPr>
              <a:t>d</a:t>
            </a:r>
            <a:r>
              <a:rPr sz="2067" b="1" spc="247" dirty="0">
                <a:latin typeface="Times New Roman"/>
                <a:cs typeface="Times New Roman"/>
              </a:rPr>
              <a:t> </a:t>
            </a:r>
            <a:r>
              <a:rPr sz="2067" b="1" spc="-27" dirty="0">
                <a:latin typeface="Calibri"/>
                <a:cs typeface="Calibri"/>
              </a:rPr>
              <a:t>s</a:t>
            </a:r>
            <a:r>
              <a:rPr sz="2067" b="1" spc="-13" dirty="0">
                <a:latin typeface="Calibri"/>
                <a:cs typeface="Calibri"/>
              </a:rPr>
              <a:t>t</a:t>
            </a:r>
            <a:r>
              <a:rPr sz="2067" b="1" spc="-7" dirty="0">
                <a:latin typeface="Calibri"/>
                <a:cs typeface="Calibri"/>
              </a:rPr>
              <a:t>a</a:t>
            </a:r>
            <a:r>
              <a:rPr sz="2067" b="1" spc="-20" dirty="0">
                <a:latin typeface="Calibri"/>
                <a:cs typeface="Calibri"/>
              </a:rPr>
              <a:t>ck.</a:t>
            </a:r>
            <a:endParaRPr sz="2067" dirty="0">
              <a:latin typeface="Calibri"/>
              <a:cs typeface="Calibri"/>
            </a:endParaRPr>
          </a:p>
          <a:p>
            <a:pPr marL="101597">
              <a:spcBef>
                <a:spcPts val="1325"/>
              </a:spcBef>
              <a:defRPr/>
            </a:pPr>
            <a:r>
              <a:rPr sz="1933" spc="13" dirty="0">
                <a:latin typeface="Wingdings"/>
                <a:cs typeface="Wingdings"/>
              </a:rPr>
              <a:t></a:t>
            </a:r>
            <a:r>
              <a:rPr sz="1933" spc="-305" dirty="0">
                <a:latin typeface="Times New Roman"/>
                <a:cs typeface="Times New Roman"/>
              </a:rPr>
              <a:t> </a:t>
            </a:r>
            <a:r>
              <a:rPr sz="2067" b="1" spc="-13" dirty="0">
                <a:latin typeface="Calibri"/>
                <a:cs typeface="Calibri"/>
              </a:rPr>
              <a:t>F</a:t>
            </a:r>
            <a:r>
              <a:rPr sz="2067" b="1" spc="-27" dirty="0">
                <a:latin typeface="Calibri"/>
                <a:cs typeface="Calibri"/>
              </a:rPr>
              <a:t>o</a:t>
            </a:r>
            <a:r>
              <a:rPr sz="2067" b="1" dirty="0">
                <a:latin typeface="Calibri"/>
                <a:cs typeface="Calibri"/>
              </a:rPr>
              <a:t>r</a:t>
            </a:r>
            <a:r>
              <a:rPr sz="2067" b="1" spc="60" dirty="0">
                <a:latin typeface="Times New Roman"/>
                <a:cs typeface="Times New Roman"/>
              </a:rPr>
              <a:t> </a:t>
            </a:r>
            <a:r>
              <a:rPr sz="2067" b="1" spc="-20" dirty="0">
                <a:latin typeface="Calibri"/>
                <a:cs typeface="Calibri"/>
              </a:rPr>
              <a:t>exampl</a:t>
            </a:r>
            <a:r>
              <a:rPr sz="2067" b="1" spc="-7" dirty="0">
                <a:latin typeface="Calibri"/>
                <a:cs typeface="Calibri"/>
              </a:rPr>
              <a:t>e:</a:t>
            </a:r>
            <a:r>
              <a:rPr sz="2067" b="1" spc="-47" dirty="0">
                <a:latin typeface="Times New Roman"/>
                <a:cs typeface="Times New Roman"/>
              </a:rPr>
              <a:t> </a:t>
            </a:r>
            <a:r>
              <a:rPr sz="2067" b="1" spc="-7" dirty="0">
                <a:latin typeface="Calibri"/>
                <a:cs typeface="Calibri"/>
              </a:rPr>
              <a:t>-</a:t>
            </a:r>
            <a:r>
              <a:rPr sz="2067" b="1" spc="80" dirty="0">
                <a:latin typeface="Times New Roman"/>
                <a:cs typeface="Times New Roman"/>
              </a:rPr>
              <a:t> </a:t>
            </a:r>
            <a:r>
              <a:rPr sz="2067" b="1" spc="-13" dirty="0">
                <a:latin typeface="Calibri"/>
                <a:cs typeface="Calibri"/>
              </a:rPr>
              <a:t>pil</a:t>
            </a:r>
            <a:r>
              <a:rPr sz="2067" b="1" spc="-27" dirty="0">
                <a:latin typeface="Calibri"/>
                <a:cs typeface="Calibri"/>
              </a:rPr>
              <a:t>e</a:t>
            </a:r>
            <a:r>
              <a:rPr sz="2067" b="1" spc="-13" dirty="0">
                <a:latin typeface="Calibri"/>
                <a:cs typeface="Calibri"/>
              </a:rPr>
              <a:t>s</a:t>
            </a:r>
            <a:r>
              <a:rPr sz="2067" b="1" spc="-47" dirty="0">
                <a:latin typeface="Times New Roman"/>
                <a:cs typeface="Times New Roman"/>
              </a:rPr>
              <a:t> </a:t>
            </a:r>
            <a:r>
              <a:rPr sz="2067" b="1" spc="-20" dirty="0">
                <a:latin typeface="Calibri"/>
                <a:cs typeface="Calibri"/>
              </a:rPr>
              <a:t>o</a:t>
            </a:r>
            <a:r>
              <a:rPr sz="2067" b="1" spc="-7" dirty="0">
                <a:latin typeface="Calibri"/>
                <a:cs typeface="Calibri"/>
              </a:rPr>
              <a:t>f</a:t>
            </a:r>
            <a:r>
              <a:rPr sz="2067" b="1" spc="152" dirty="0">
                <a:latin typeface="Times New Roman"/>
                <a:cs typeface="Times New Roman"/>
              </a:rPr>
              <a:t> </a:t>
            </a:r>
            <a:r>
              <a:rPr sz="2067" b="1" spc="-13" dirty="0">
                <a:latin typeface="Calibri"/>
                <a:cs typeface="Calibri"/>
              </a:rPr>
              <a:t>pla</a:t>
            </a:r>
            <a:r>
              <a:rPr sz="2067" b="1" spc="-7" dirty="0">
                <a:latin typeface="Calibri"/>
                <a:cs typeface="Calibri"/>
              </a:rPr>
              <a:t>t</a:t>
            </a:r>
            <a:r>
              <a:rPr sz="2067" b="1" spc="-20" dirty="0">
                <a:latin typeface="Calibri"/>
                <a:cs typeface="Calibri"/>
              </a:rPr>
              <a:t>e</a:t>
            </a:r>
            <a:r>
              <a:rPr sz="2067" b="1" spc="-13" dirty="0">
                <a:latin typeface="Calibri"/>
                <a:cs typeface="Calibri"/>
              </a:rPr>
              <a:t>s</a:t>
            </a:r>
            <a:r>
              <a:rPr sz="2067" b="1" spc="73" dirty="0">
                <a:latin typeface="Times New Roman"/>
                <a:cs typeface="Times New Roman"/>
              </a:rPr>
              <a:t> </a:t>
            </a:r>
            <a:r>
              <a:rPr sz="2067" b="1" spc="-20" dirty="0">
                <a:latin typeface="Calibri"/>
                <a:cs typeface="Calibri"/>
              </a:rPr>
              <a:t>o</a:t>
            </a:r>
            <a:r>
              <a:rPr sz="2067" b="1" spc="-13" dirty="0">
                <a:latin typeface="Calibri"/>
                <a:cs typeface="Calibri"/>
              </a:rPr>
              <a:t>r</a:t>
            </a:r>
            <a:r>
              <a:rPr sz="2067" b="1" spc="60" dirty="0">
                <a:latin typeface="Times New Roman"/>
                <a:cs typeface="Times New Roman"/>
              </a:rPr>
              <a:t> </a:t>
            </a:r>
            <a:r>
              <a:rPr sz="2067" b="1" spc="-13" dirty="0">
                <a:latin typeface="Calibri"/>
                <a:cs typeface="Calibri"/>
              </a:rPr>
              <a:t>d</a:t>
            </a:r>
            <a:r>
              <a:rPr sz="2067" b="1" spc="-7" dirty="0">
                <a:latin typeface="Calibri"/>
                <a:cs typeface="Calibri"/>
              </a:rPr>
              <a:t>e</a:t>
            </a:r>
            <a:r>
              <a:rPr sz="2067" b="1" spc="-20" dirty="0">
                <a:latin typeface="Calibri"/>
                <a:cs typeface="Calibri"/>
              </a:rPr>
              <a:t>c</a:t>
            </a:r>
            <a:r>
              <a:rPr sz="2067" b="1" spc="-13" dirty="0">
                <a:latin typeface="Calibri"/>
                <a:cs typeface="Calibri"/>
              </a:rPr>
              <a:t>k</a:t>
            </a:r>
            <a:r>
              <a:rPr sz="2067" b="1" spc="13" dirty="0">
                <a:latin typeface="Times New Roman"/>
                <a:cs typeface="Times New Roman"/>
              </a:rPr>
              <a:t> </a:t>
            </a:r>
            <a:r>
              <a:rPr sz="2067" b="1" spc="-20" dirty="0">
                <a:latin typeface="Calibri"/>
                <a:cs typeface="Calibri"/>
              </a:rPr>
              <a:t>o</a:t>
            </a:r>
            <a:r>
              <a:rPr sz="2067" b="1" spc="-7" dirty="0">
                <a:latin typeface="Calibri"/>
                <a:cs typeface="Calibri"/>
              </a:rPr>
              <a:t>f</a:t>
            </a:r>
            <a:r>
              <a:rPr sz="2067" b="1" spc="40" dirty="0">
                <a:latin typeface="Times New Roman"/>
                <a:cs typeface="Times New Roman"/>
              </a:rPr>
              <a:t> </a:t>
            </a:r>
            <a:r>
              <a:rPr sz="2067" b="1" spc="-20" dirty="0">
                <a:latin typeface="Calibri"/>
                <a:cs typeface="Calibri"/>
              </a:rPr>
              <a:t>ca</a:t>
            </a:r>
            <a:r>
              <a:rPr sz="2067" b="1" spc="-7" dirty="0">
                <a:latin typeface="Calibri"/>
                <a:cs typeface="Calibri"/>
              </a:rPr>
              <a:t>r</a:t>
            </a:r>
            <a:r>
              <a:rPr sz="2067" b="1" spc="-13" dirty="0">
                <a:latin typeface="Calibri"/>
                <a:cs typeface="Calibri"/>
              </a:rPr>
              <a:t>ds</a:t>
            </a:r>
            <a:r>
              <a:rPr sz="2067" b="1" spc="160" dirty="0">
                <a:latin typeface="Times New Roman"/>
                <a:cs typeface="Times New Roman"/>
              </a:rPr>
              <a:t> </a:t>
            </a:r>
            <a:r>
              <a:rPr sz="2067" b="1" spc="-20" dirty="0">
                <a:latin typeface="Calibri"/>
                <a:cs typeface="Calibri"/>
              </a:rPr>
              <a:t>et</a:t>
            </a:r>
            <a:r>
              <a:rPr sz="2067" b="1" spc="-13" dirty="0">
                <a:latin typeface="Calibri"/>
                <a:cs typeface="Calibri"/>
              </a:rPr>
              <a:t>c.</a:t>
            </a:r>
            <a:endParaRPr sz="2067"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bject 2">
            <a:extLst>
              <a:ext uri="{FF2B5EF4-FFF2-40B4-BE49-F238E27FC236}">
                <a16:creationId xmlns:a16="http://schemas.microsoft.com/office/drawing/2014/main" id="{30D2F536-5920-CE67-9F52-4DDA0EBF61A4}"/>
              </a:ext>
            </a:extLst>
          </p:cNvPr>
          <p:cNvSpPr>
            <a:spLocks/>
          </p:cNvSpPr>
          <p:nvPr/>
        </p:nvSpPr>
        <p:spPr bwMode="auto">
          <a:xfrm>
            <a:off x="4572000" y="4334933"/>
            <a:ext cx="3048000" cy="609600"/>
          </a:xfrm>
          <a:custGeom>
            <a:avLst/>
            <a:gdLst>
              <a:gd name="T0" fmla="*/ 2209799 w 2286000"/>
              <a:gd name="T1" fmla="*/ 0 h 457200"/>
              <a:gd name="T2" fmla="*/ 76199 w 2286000"/>
              <a:gd name="T3" fmla="*/ 0 h 457200"/>
              <a:gd name="T4" fmla="*/ 46360 w 2286000"/>
              <a:gd name="T5" fmla="*/ 5714 h 457200"/>
              <a:gd name="T6" fmla="*/ 22219 w 2286000"/>
              <a:gd name="T7" fmla="*/ 22229 h 457200"/>
              <a:gd name="T8" fmla="*/ 5730 w 2286000"/>
              <a:gd name="T9" fmla="*/ 46363 h 457200"/>
              <a:gd name="T10" fmla="*/ 0 w 2286000"/>
              <a:gd name="T11" fmla="*/ 76199 h 457200"/>
              <a:gd name="T12" fmla="*/ 0 w 2286000"/>
              <a:gd name="T13" fmla="*/ 380999 h 457200"/>
              <a:gd name="T14" fmla="*/ 5730 w 2286000"/>
              <a:gd name="T15" fmla="*/ 410218 h 457200"/>
              <a:gd name="T16" fmla="*/ 22219 w 2286000"/>
              <a:gd name="T17" fmla="*/ 434339 h 457200"/>
              <a:gd name="T18" fmla="*/ 46360 w 2286000"/>
              <a:gd name="T19" fmla="*/ 450854 h 457200"/>
              <a:gd name="T20" fmla="*/ 76199 w 2286000"/>
              <a:gd name="T21" fmla="*/ 457199 h 457200"/>
              <a:gd name="T22" fmla="*/ 2209799 w 2286000"/>
              <a:gd name="T23" fmla="*/ 457199 h 457200"/>
              <a:gd name="T24" fmla="*/ 2239639 w 2286000"/>
              <a:gd name="T25" fmla="*/ 450854 h 457200"/>
              <a:gd name="T26" fmla="*/ 2263780 w 2286000"/>
              <a:gd name="T27" fmla="*/ 434339 h 457200"/>
              <a:gd name="T28" fmla="*/ 2280300 w 2286000"/>
              <a:gd name="T29" fmla="*/ 410218 h 457200"/>
              <a:gd name="T30" fmla="*/ 2285999 w 2286000"/>
              <a:gd name="T31" fmla="*/ 380999 h 457200"/>
              <a:gd name="T32" fmla="*/ 2285999 w 2286000"/>
              <a:gd name="T33" fmla="*/ 76199 h 457200"/>
              <a:gd name="T34" fmla="*/ 2280300 w 2286000"/>
              <a:gd name="T35" fmla="*/ 46363 h 457200"/>
              <a:gd name="T36" fmla="*/ 2263780 w 2286000"/>
              <a:gd name="T37" fmla="*/ 22229 h 457200"/>
              <a:gd name="T38" fmla="*/ 2239639 w 2286000"/>
              <a:gd name="T39" fmla="*/ 5714 h 457200"/>
              <a:gd name="T40" fmla="*/ 2209799 w 22860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6000" h="457200">
                <a:moveTo>
                  <a:pt x="2209799" y="0"/>
                </a:moveTo>
                <a:lnTo>
                  <a:pt x="76199" y="0"/>
                </a:lnTo>
                <a:lnTo>
                  <a:pt x="46360" y="5714"/>
                </a:lnTo>
                <a:lnTo>
                  <a:pt x="22219" y="22229"/>
                </a:lnTo>
                <a:lnTo>
                  <a:pt x="5730" y="46363"/>
                </a:lnTo>
                <a:lnTo>
                  <a:pt x="0" y="76199"/>
                </a:lnTo>
                <a:lnTo>
                  <a:pt x="0" y="380999"/>
                </a:lnTo>
                <a:lnTo>
                  <a:pt x="5730" y="410218"/>
                </a:lnTo>
                <a:lnTo>
                  <a:pt x="22219" y="434339"/>
                </a:lnTo>
                <a:lnTo>
                  <a:pt x="46360" y="450854"/>
                </a:lnTo>
                <a:lnTo>
                  <a:pt x="76199" y="457199"/>
                </a:lnTo>
                <a:lnTo>
                  <a:pt x="2209799" y="457199"/>
                </a:lnTo>
                <a:lnTo>
                  <a:pt x="2239639" y="450854"/>
                </a:lnTo>
                <a:lnTo>
                  <a:pt x="2263780" y="434339"/>
                </a:lnTo>
                <a:lnTo>
                  <a:pt x="2280300" y="410218"/>
                </a:lnTo>
                <a:lnTo>
                  <a:pt x="2285999" y="380999"/>
                </a:lnTo>
                <a:lnTo>
                  <a:pt x="2285999" y="76199"/>
                </a:lnTo>
                <a:lnTo>
                  <a:pt x="2280300" y="46363"/>
                </a:lnTo>
                <a:lnTo>
                  <a:pt x="2263780" y="22229"/>
                </a:lnTo>
                <a:lnTo>
                  <a:pt x="2239639" y="5714"/>
                </a:lnTo>
                <a:lnTo>
                  <a:pt x="22097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83" name="object 3">
            <a:extLst>
              <a:ext uri="{FF2B5EF4-FFF2-40B4-BE49-F238E27FC236}">
                <a16:creationId xmlns:a16="http://schemas.microsoft.com/office/drawing/2014/main" id="{2A906239-558F-CB38-05DC-223180E1A167}"/>
              </a:ext>
            </a:extLst>
          </p:cNvPr>
          <p:cNvSpPr>
            <a:spLocks/>
          </p:cNvSpPr>
          <p:nvPr/>
        </p:nvSpPr>
        <p:spPr bwMode="auto">
          <a:xfrm>
            <a:off x="4572000" y="4334933"/>
            <a:ext cx="3048000" cy="609600"/>
          </a:xfrm>
          <a:custGeom>
            <a:avLst/>
            <a:gdLst>
              <a:gd name="T0" fmla="*/ 0 w 2286000"/>
              <a:gd name="T1" fmla="*/ 76199 h 457200"/>
              <a:gd name="T2" fmla="*/ 5730 w 2286000"/>
              <a:gd name="T3" fmla="*/ 46363 h 457200"/>
              <a:gd name="T4" fmla="*/ 22219 w 2286000"/>
              <a:gd name="T5" fmla="*/ 22229 h 457200"/>
              <a:gd name="T6" fmla="*/ 46360 w 2286000"/>
              <a:gd name="T7" fmla="*/ 5714 h 457200"/>
              <a:gd name="T8" fmla="*/ 76199 w 2286000"/>
              <a:gd name="T9" fmla="*/ 0 h 457200"/>
              <a:gd name="T10" fmla="*/ 2209799 w 2286000"/>
              <a:gd name="T11" fmla="*/ 0 h 457200"/>
              <a:gd name="T12" fmla="*/ 2239639 w 2286000"/>
              <a:gd name="T13" fmla="*/ 5714 h 457200"/>
              <a:gd name="T14" fmla="*/ 2263780 w 2286000"/>
              <a:gd name="T15" fmla="*/ 22229 h 457200"/>
              <a:gd name="T16" fmla="*/ 2280300 w 2286000"/>
              <a:gd name="T17" fmla="*/ 46363 h 457200"/>
              <a:gd name="T18" fmla="*/ 2285999 w 2286000"/>
              <a:gd name="T19" fmla="*/ 76199 h 457200"/>
              <a:gd name="T20" fmla="*/ 2285999 w 2286000"/>
              <a:gd name="T21" fmla="*/ 380999 h 457200"/>
              <a:gd name="T22" fmla="*/ 2280300 w 2286000"/>
              <a:gd name="T23" fmla="*/ 410218 h 457200"/>
              <a:gd name="T24" fmla="*/ 2263780 w 2286000"/>
              <a:gd name="T25" fmla="*/ 434339 h 457200"/>
              <a:gd name="T26" fmla="*/ 2239639 w 2286000"/>
              <a:gd name="T27" fmla="*/ 450854 h 457200"/>
              <a:gd name="T28" fmla="*/ 2209799 w 2286000"/>
              <a:gd name="T29" fmla="*/ 457199 h 457200"/>
              <a:gd name="T30" fmla="*/ 76199 w 2286000"/>
              <a:gd name="T31" fmla="*/ 457199 h 457200"/>
              <a:gd name="T32" fmla="*/ 46360 w 2286000"/>
              <a:gd name="T33" fmla="*/ 450854 h 457200"/>
              <a:gd name="T34" fmla="*/ 22219 w 2286000"/>
              <a:gd name="T35" fmla="*/ 434339 h 457200"/>
              <a:gd name="T36" fmla="*/ 5730 w 2286000"/>
              <a:gd name="T37" fmla="*/ 410218 h 457200"/>
              <a:gd name="T38" fmla="*/ 0 w 2286000"/>
              <a:gd name="T39" fmla="*/ 380999 h 457200"/>
              <a:gd name="T40" fmla="*/ 0 w 22860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6000" h="457200">
                <a:moveTo>
                  <a:pt x="0" y="76199"/>
                </a:moveTo>
                <a:lnTo>
                  <a:pt x="5730" y="46363"/>
                </a:lnTo>
                <a:lnTo>
                  <a:pt x="22219" y="22229"/>
                </a:lnTo>
                <a:lnTo>
                  <a:pt x="46360" y="5714"/>
                </a:lnTo>
                <a:lnTo>
                  <a:pt x="76199" y="0"/>
                </a:lnTo>
                <a:lnTo>
                  <a:pt x="2209799" y="0"/>
                </a:lnTo>
                <a:lnTo>
                  <a:pt x="2239639" y="5714"/>
                </a:lnTo>
                <a:lnTo>
                  <a:pt x="2263780" y="22229"/>
                </a:lnTo>
                <a:lnTo>
                  <a:pt x="2280300" y="46363"/>
                </a:lnTo>
                <a:lnTo>
                  <a:pt x="2285999" y="76199"/>
                </a:lnTo>
                <a:lnTo>
                  <a:pt x="2285999" y="380999"/>
                </a:lnTo>
                <a:lnTo>
                  <a:pt x="2280300" y="410218"/>
                </a:lnTo>
                <a:lnTo>
                  <a:pt x="2263780" y="434339"/>
                </a:lnTo>
                <a:lnTo>
                  <a:pt x="2239639" y="450854"/>
                </a:lnTo>
                <a:lnTo>
                  <a:pt x="2209799" y="457199"/>
                </a:lnTo>
                <a:lnTo>
                  <a:pt x="76199" y="457199"/>
                </a:lnTo>
                <a:lnTo>
                  <a:pt x="46360" y="450854"/>
                </a:lnTo>
                <a:lnTo>
                  <a:pt x="22219" y="434339"/>
                </a:lnTo>
                <a:lnTo>
                  <a:pt x="5730" y="410218"/>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0484" name="object 4">
            <a:extLst>
              <a:ext uri="{FF2B5EF4-FFF2-40B4-BE49-F238E27FC236}">
                <a16:creationId xmlns:a16="http://schemas.microsoft.com/office/drawing/2014/main" id="{7B464A95-D960-6743-DB5F-7784154DBF61}"/>
              </a:ext>
            </a:extLst>
          </p:cNvPr>
          <p:cNvSpPr>
            <a:spLocks noChangeArrowheads="1"/>
          </p:cNvSpPr>
          <p:nvPr/>
        </p:nvSpPr>
        <p:spPr bwMode="auto">
          <a:xfrm>
            <a:off x="3903133" y="3429001"/>
            <a:ext cx="3081867" cy="6561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5" name="object 5">
            <a:extLst>
              <a:ext uri="{FF2B5EF4-FFF2-40B4-BE49-F238E27FC236}">
                <a16:creationId xmlns:a16="http://schemas.microsoft.com/office/drawing/2014/main" id="{3B812949-CC01-2089-5A88-B38903A57BA9}"/>
              </a:ext>
            </a:extLst>
          </p:cNvPr>
          <p:cNvSpPr txBox="1"/>
          <p:nvPr/>
        </p:nvSpPr>
        <p:spPr>
          <a:xfrm>
            <a:off x="5488518" y="4387851"/>
            <a:ext cx="1617133" cy="656655"/>
          </a:xfrm>
          <a:prstGeom prst="rect">
            <a:avLst/>
          </a:prstGeom>
        </p:spPr>
        <p:txBody>
          <a:bodyPr lIns="0" tIns="0" rIns="0" bIns="0">
            <a:spAutoFit/>
          </a:bodyPr>
          <a:lstStyle/>
          <a:p>
            <a:pPr marL="16933">
              <a:defRPr/>
            </a:pPr>
            <a:r>
              <a:rPr sz="4267" b="1" spc="-707" dirty="0">
                <a:solidFill>
                  <a:srgbClr val="FFFFFF"/>
                </a:solidFill>
                <a:latin typeface="Tahoma"/>
                <a:cs typeface="Tahoma"/>
              </a:rPr>
              <a:t>GRA</a:t>
            </a:r>
            <a:r>
              <a:rPr sz="4267" b="1" spc="-720" dirty="0">
                <a:solidFill>
                  <a:srgbClr val="FFFFFF"/>
                </a:solidFill>
                <a:latin typeface="Tahoma"/>
                <a:cs typeface="Tahoma"/>
              </a:rPr>
              <a:t>P</a:t>
            </a:r>
            <a:r>
              <a:rPr sz="4267" b="1" dirty="0">
                <a:solidFill>
                  <a:srgbClr val="FFFFFF"/>
                </a:solidFill>
                <a:latin typeface="Tahoma"/>
                <a:cs typeface="Tahoma"/>
              </a:rPr>
              <a:t>H</a:t>
            </a:r>
            <a:endParaRPr sz="4267" dirty="0">
              <a:latin typeface="Tahoma"/>
              <a:cs typeface="Tahoma"/>
            </a:endParaRPr>
          </a:p>
        </p:txBody>
      </p:sp>
      <p:sp>
        <p:nvSpPr>
          <p:cNvPr id="20486" name="object 6">
            <a:extLst>
              <a:ext uri="{FF2B5EF4-FFF2-40B4-BE49-F238E27FC236}">
                <a16:creationId xmlns:a16="http://schemas.microsoft.com/office/drawing/2014/main" id="{EAD0BEA1-BBAB-517B-84A7-F05F82B85711}"/>
              </a:ext>
            </a:extLst>
          </p:cNvPr>
          <p:cNvSpPr>
            <a:spLocks/>
          </p:cNvSpPr>
          <p:nvPr/>
        </p:nvSpPr>
        <p:spPr bwMode="auto">
          <a:xfrm>
            <a:off x="5505452" y="4919133"/>
            <a:ext cx="1492249" cy="0"/>
          </a:xfrm>
          <a:custGeom>
            <a:avLst/>
            <a:gdLst>
              <a:gd name="T0" fmla="*/ 0 w 1120139"/>
              <a:gd name="T1" fmla="*/ 1113492 w 1120139"/>
              <a:gd name="T2" fmla="*/ 0 60000 65536"/>
              <a:gd name="T3" fmla="*/ 0 60000 65536"/>
            </a:gdLst>
            <a:ahLst/>
            <a:cxnLst>
              <a:cxn ang="T2">
                <a:pos x="T0" y="0"/>
              </a:cxn>
              <a:cxn ang="T3">
                <a:pos x="T1" y="0"/>
              </a:cxn>
            </a:cxnLst>
            <a:rect l="0" t="0" r="r" b="b"/>
            <a:pathLst>
              <a:path w="1120139">
                <a:moveTo>
                  <a:pt x="0" y="0"/>
                </a:moveTo>
                <a:lnTo>
                  <a:pt x="1120139" y="0"/>
                </a:lnTo>
              </a:path>
            </a:pathLst>
          </a:custGeom>
          <a:noFill/>
          <a:ln w="40893">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0487" name="object 7">
            <a:extLst>
              <a:ext uri="{FF2B5EF4-FFF2-40B4-BE49-F238E27FC236}">
                <a16:creationId xmlns:a16="http://schemas.microsoft.com/office/drawing/2014/main" id="{E67C1DF2-836F-22C7-9387-605F56E1A14B}"/>
              </a:ext>
            </a:extLst>
          </p:cNvPr>
          <p:cNvSpPr>
            <a:spLocks/>
          </p:cNvSpPr>
          <p:nvPr/>
        </p:nvSpPr>
        <p:spPr bwMode="auto">
          <a:xfrm>
            <a:off x="306917" y="376767"/>
            <a:ext cx="11580283" cy="812800"/>
          </a:xfrm>
          <a:custGeom>
            <a:avLst/>
            <a:gdLst>
              <a:gd name="T0" fmla="*/ 8578593 w 8686165"/>
              <a:gd name="T1" fmla="*/ 0 h 609600"/>
              <a:gd name="T2" fmla="*/ 100887 w 8686165"/>
              <a:gd name="T3" fmla="*/ 0 h 609600"/>
              <a:gd name="T4" fmla="*/ 61541 w 8686165"/>
              <a:gd name="T5" fmla="*/ 8260 h 609600"/>
              <a:gd name="T6" fmla="*/ 29184 w 8686165"/>
              <a:gd name="T7" fmla="*/ 29839 h 609600"/>
              <a:gd name="T8" fmla="*/ 7612 w 8686165"/>
              <a:gd name="T9" fmla="*/ 62209 h 609600"/>
              <a:gd name="T10" fmla="*/ 0 w 8686165"/>
              <a:gd name="T11" fmla="*/ 101589 h 609600"/>
              <a:gd name="T12" fmla="*/ 0 w 8686165"/>
              <a:gd name="T13" fmla="*/ 507979 h 609600"/>
              <a:gd name="T14" fmla="*/ 7612 w 8686165"/>
              <a:gd name="T15" fmla="*/ 547359 h 609600"/>
              <a:gd name="T16" fmla="*/ 29184 w 8686165"/>
              <a:gd name="T17" fmla="*/ 579760 h 609600"/>
              <a:gd name="T18" fmla="*/ 61541 w 8686165"/>
              <a:gd name="T19" fmla="*/ 601339 h 609600"/>
              <a:gd name="T20" fmla="*/ 100887 w 8686165"/>
              <a:gd name="T21" fmla="*/ 609599 h 609600"/>
              <a:gd name="T22" fmla="*/ 8578593 w 8686165"/>
              <a:gd name="T23" fmla="*/ 609599 h 609600"/>
              <a:gd name="T24" fmla="*/ 8617943 w 8686165"/>
              <a:gd name="T25" fmla="*/ 601339 h 609600"/>
              <a:gd name="T26" fmla="*/ 8650319 w 8686165"/>
              <a:gd name="T27" fmla="*/ 579760 h 609600"/>
              <a:gd name="T28" fmla="*/ 8671881 w 8686165"/>
              <a:gd name="T29" fmla="*/ 547359 h 609600"/>
              <a:gd name="T30" fmla="*/ 8679496 w 8686165"/>
              <a:gd name="T31" fmla="*/ 507979 h 609600"/>
              <a:gd name="T32" fmla="*/ 8679496 w 8686165"/>
              <a:gd name="T33" fmla="*/ 101589 h 609600"/>
              <a:gd name="T34" fmla="*/ 8671881 w 8686165"/>
              <a:gd name="T35" fmla="*/ 62209 h 609600"/>
              <a:gd name="T36" fmla="*/ 8650319 w 8686165"/>
              <a:gd name="T37" fmla="*/ 29839 h 609600"/>
              <a:gd name="T38" fmla="*/ 8617943 w 8686165"/>
              <a:gd name="T39" fmla="*/ 8260 h 609600"/>
              <a:gd name="T40" fmla="*/ 8578593 w 8686165"/>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165" h="609600">
                <a:moveTo>
                  <a:pt x="8585185" y="0"/>
                </a:moveTo>
                <a:lnTo>
                  <a:pt x="100964" y="0"/>
                </a:lnTo>
                <a:lnTo>
                  <a:pt x="61590" y="8260"/>
                </a:lnTo>
                <a:lnTo>
                  <a:pt x="29205" y="29839"/>
                </a:lnTo>
                <a:lnTo>
                  <a:pt x="7619" y="62209"/>
                </a:lnTo>
                <a:lnTo>
                  <a:pt x="0" y="101589"/>
                </a:lnTo>
                <a:lnTo>
                  <a:pt x="0" y="507979"/>
                </a:lnTo>
                <a:lnTo>
                  <a:pt x="7619" y="547359"/>
                </a:lnTo>
                <a:lnTo>
                  <a:pt x="29205" y="579760"/>
                </a:lnTo>
                <a:lnTo>
                  <a:pt x="61590" y="601339"/>
                </a:lnTo>
                <a:lnTo>
                  <a:pt x="100964" y="609599"/>
                </a:lnTo>
                <a:lnTo>
                  <a:pt x="8585185" y="609599"/>
                </a:lnTo>
                <a:lnTo>
                  <a:pt x="8624565" y="601339"/>
                </a:lnTo>
                <a:lnTo>
                  <a:pt x="8656965" y="579760"/>
                </a:lnTo>
                <a:lnTo>
                  <a:pt x="8678545" y="547359"/>
                </a:lnTo>
                <a:lnTo>
                  <a:pt x="8686165" y="507979"/>
                </a:lnTo>
                <a:lnTo>
                  <a:pt x="8686165" y="101589"/>
                </a:lnTo>
                <a:lnTo>
                  <a:pt x="8678545" y="62209"/>
                </a:lnTo>
                <a:lnTo>
                  <a:pt x="8656965" y="29839"/>
                </a:lnTo>
                <a:lnTo>
                  <a:pt x="8624565" y="8260"/>
                </a:lnTo>
                <a:lnTo>
                  <a:pt x="8585185"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88" name="object 8">
            <a:extLst>
              <a:ext uri="{FF2B5EF4-FFF2-40B4-BE49-F238E27FC236}">
                <a16:creationId xmlns:a16="http://schemas.microsoft.com/office/drawing/2014/main" id="{BABDDB60-7ADA-631B-D21E-57C5A190CD08}"/>
              </a:ext>
            </a:extLst>
          </p:cNvPr>
          <p:cNvSpPr>
            <a:spLocks/>
          </p:cNvSpPr>
          <p:nvPr/>
        </p:nvSpPr>
        <p:spPr bwMode="auto">
          <a:xfrm>
            <a:off x="306917" y="376767"/>
            <a:ext cx="11580283" cy="812800"/>
          </a:xfrm>
          <a:custGeom>
            <a:avLst/>
            <a:gdLst>
              <a:gd name="T0" fmla="*/ 0 w 8686165"/>
              <a:gd name="T1" fmla="*/ 101589 h 609600"/>
              <a:gd name="T2" fmla="*/ 7612 w 8686165"/>
              <a:gd name="T3" fmla="*/ 62209 h 609600"/>
              <a:gd name="T4" fmla="*/ 29184 w 8686165"/>
              <a:gd name="T5" fmla="*/ 29839 h 609600"/>
              <a:gd name="T6" fmla="*/ 61541 w 8686165"/>
              <a:gd name="T7" fmla="*/ 8260 h 609600"/>
              <a:gd name="T8" fmla="*/ 100887 w 8686165"/>
              <a:gd name="T9" fmla="*/ 0 h 609600"/>
              <a:gd name="T10" fmla="*/ 8578593 w 8686165"/>
              <a:gd name="T11" fmla="*/ 0 h 609600"/>
              <a:gd name="T12" fmla="*/ 8617943 w 8686165"/>
              <a:gd name="T13" fmla="*/ 8260 h 609600"/>
              <a:gd name="T14" fmla="*/ 8650319 w 8686165"/>
              <a:gd name="T15" fmla="*/ 29839 h 609600"/>
              <a:gd name="T16" fmla="*/ 8671881 w 8686165"/>
              <a:gd name="T17" fmla="*/ 62209 h 609600"/>
              <a:gd name="T18" fmla="*/ 8679496 w 8686165"/>
              <a:gd name="T19" fmla="*/ 101589 h 609600"/>
              <a:gd name="T20" fmla="*/ 8679496 w 8686165"/>
              <a:gd name="T21" fmla="*/ 507979 h 609600"/>
              <a:gd name="T22" fmla="*/ 8671881 w 8686165"/>
              <a:gd name="T23" fmla="*/ 547359 h 609600"/>
              <a:gd name="T24" fmla="*/ 8650319 w 8686165"/>
              <a:gd name="T25" fmla="*/ 579760 h 609600"/>
              <a:gd name="T26" fmla="*/ 8617943 w 8686165"/>
              <a:gd name="T27" fmla="*/ 601339 h 609600"/>
              <a:gd name="T28" fmla="*/ 8578593 w 8686165"/>
              <a:gd name="T29" fmla="*/ 609599 h 609600"/>
              <a:gd name="T30" fmla="*/ 100887 w 8686165"/>
              <a:gd name="T31" fmla="*/ 609599 h 609600"/>
              <a:gd name="T32" fmla="*/ 61541 w 8686165"/>
              <a:gd name="T33" fmla="*/ 601339 h 609600"/>
              <a:gd name="T34" fmla="*/ 29184 w 8686165"/>
              <a:gd name="T35" fmla="*/ 579760 h 609600"/>
              <a:gd name="T36" fmla="*/ 7612 w 8686165"/>
              <a:gd name="T37" fmla="*/ 547359 h 609600"/>
              <a:gd name="T38" fmla="*/ 0 w 8686165"/>
              <a:gd name="T39" fmla="*/ 507979 h 609600"/>
              <a:gd name="T40" fmla="*/ 0 w 8686165"/>
              <a:gd name="T41" fmla="*/ 101589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165" h="609600">
                <a:moveTo>
                  <a:pt x="0" y="101589"/>
                </a:moveTo>
                <a:lnTo>
                  <a:pt x="7619" y="62209"/>
                </a:lnTo>
                <a:lnTo>
                  <a:pt x="29205" y="29839"/>
                </a:lnTo>
                <a:lnTo>
                  <a:pt x="61590" y="8260"/>
                </a:lnTo>
                <a:lnTo>
                  <a:pt x="100964" y="0"/>
                </a:lnTo>
                <a:lnTo>
                  <a:pt x="8585185" y="0"/>
                </a:lnTo>
                <a:lnTo>
                  <a:pt x="8624565" y="8260"/>
                </a:lnTo>
                <a:lnTo>
                  <a:pt x="8656965" y="29839"/>
                </a:lnTo>
                <a:lnTo>
                  <a:pt x="8678545" y="62209"/>
                </a:lnTo>
                <a:lnTo>
                  <a:pt x="8686165" y="101589"/>
                </a:lnTo>
                <a:lnTo>
                  <a:pt x="8686165" y="507979"/>
                </a:lnTo>
                <a:lnTo>
                  <a:pt x="8678545" y="547359"/>
                </a:lnTo>
                <a:lnTo>
                  <a:pt x="8656965" y="579760"/>
                </a:lnTo>
                <a:lnTo>
                  <a:pt x="8624565" y="601339"/>
                </a:lnTo>
                <a:lnTo>
                  <a:pt x="8585185" y="609599"/>
                </a:lnTo>
                <a:lnTo>
                  <a:pt x="100964" y="609599"/>
                </a:lnTo>
                <a:lnTo>
                  <a:pt x="61590" y="601339"/>
                </a:lnTo>
                <a:lnTo>
                  <a:pt x="29205" y="579760"/>
                </a:lnTo>
                <a:lnTo>
                  <a:pt x="7619" y="547359"/>
                </a:lnTo>
                <a:lnTo>
                  <a:pt x="0" y="507979"/>
                </a:lnTo>
                <a:lnTo>
                  <a:pt x="0" y="101589"/>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0489" name="object 9">
            <a:extLst>
              <a:ext uri="{FF2B5EF4-FFF2-40B4-BE49-F238E27FC236}">
                <a16:creationId xmlns:a16="http://schemas.microsoft.com/office/drawing/2014/main" id="{E2CEFE7B-CCD9-FC2D-35CD-E126C768B986}"/>
              </a:ext>
            </a:extLst>
          </p:cNvPr>
          <p:cNvSpPr>
            <a:spLocks noChangeArrowheads="1"/>
          </p:cNvSpPr>
          <p:nvPr/>
        </p:nvSpPr>
        <p:spPr bwMode="auto">
          <a:xfrm>
            <a:off x="357718" y="237067"/>
            <a:ext cx="11798300" cy="12700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0490" name="object 10">
            <a:extLst>
              <a:ext uri="{FF2B5EF4-FFF2-40B4-BE49-F238E27FC236}">
                <a16:creationId xmlns:a16="http://schemas.microsoft.com/office/drawing/2014/main" id="{2D1F4558-263D-93DC-0E3E-1B26050D7A4A}"/>
              </a:ext>
            </a:extLst>
          </p:cNvPr>
          <p:cNvSpPr>
            <a:spLocks/>
          </p:cNvSpPr>
          <p:nvPr/>
        </p:nvSpPr>
        <p:spPr bwMode="auto">
          <a:xfrm>
            <a:off x="9146117" y="2205567"/>
            <a:ext cx="2639483" cy="609600"/>
          </a:xfrm>
          <a:custGeom>
            <a:avLst/>
            <a:gdLst>
              <a:gd name="T0" fmla="*/ 1897954 w 1980565"/>
              <a:gd name="T1" fmla="*/ 0 h 457200"/>
              <a:gd name="T2" fmla="*/ 75307 w 1980565"/>
              <a:gd name="T3" fmla="*/ 0 h 457200"/>
              <a:gd name="T4" fmla="*/ 46206 w 1980565"/>
              <a:gd name="T5" fmla="*/ 5699 h 457200"/>
              <a:gd name="T6" fmla="*/ 22142 w 1980565"/>
              <a:gd name="T7" fmla="*/ 22219 h 457200"/>
              <a:gd name="T8" fmla="*/ 5678 w 1980565"/>
              <a:gd name="T9" fmla="*/ 46360 h 457200"/>
              <a:gd name="T10" fmla="*/ 0 w 1980565"/>
              <a:gd name="T11" fmla="*/ 76199 h 457200"/>
              <a:gd name="T12" fmla="*/ 0 w 1980565"/>
              <a:gd name="T13" fmla="*/ 380999 h 457200"/>
              <a:gd name="T14" fmla="*/ 5678 w 1980565"/>
              <a:gd name="T15" fmla="*/ 410839 h 457200"/>
              <a:gd name="T16" fmla="*/ 22142 w 1980565"/>
              <a:gd name="T17" fmla="*/ 434980 h 457200"/>
              <a:gd name="T18" fmla="*/ 46206 w 1980565"/>
              <a:gd name="T19" fmla="*/ 451475 h 457200"/>
              <a:gd name="T20" fmla="*/ 75307 w 1980565"/>
              <a:gd name="T21" fmla="*/ 457190 h 457200"/>
              <a:gd name="T22" fmla="*/ 1897954 w 1980565"/>
              <a:gd name="T23" fmla="*/ 457190 h 457200"/>
              <a:gd name="T24" fmla="*/ 1927694 w 1980565"/>
              <a:gd name="T25" fmla="*/ 451475 h 457200"/>
              <a:gd name="T26" fmla="*/ 1951753 w 1980565"/>
              <a:gd name="T27" fmla="*/ 434980 h 457200"/>
              <a:gd name="T28" fmla="*/ 1968187 w 1980565"/>
              <a:gd name="T29" fmla="*/ 410839 h 457200"/>
              <a:gd name="T30" fmla="*/ 1973897 w 1980565"/>
              <a:gd name="T31" fmla="*/ 380999 h 457200"/>
              <a:gd name="T32" fmla="*/ 1973897 w 1980565"/>
              <a:gd name="T33" fmla="*/ 76199 h 457200"/>
              <a:gd name="T34" fmla="*/ 1968187 w 1980565"/>
              <a:gd name="T35" fmla="*/ 46360 h 457200"/>
              <a:gd name="T36" fmla="*/ 1951753 w 1980565"/>
              <a:gd name="T37" fmla="*/ 22219 h 457200"/>
              <a:gd name="T38" fmla="*/ 1927694 w 1980565"/>
              <a:gd name="T39" fmla="*/ 5699 h 457200"/>
              <a:gd name="T40" fmla="*/ 1897954 w 1980565"/>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80565" h="457200">
                <a:moveTo>
                  <a:pt x="1904359" y="0"/>
                </a:moveTo>
                <a:lnTo>
                  <a:pt x="75559" y="0"/>
                </a:lnTo>
                <a:lnTo>
                  <a:pt x="46360" y="5699"/>
                </a:lnTo>
                <a:lnTo>
                  <a:pt x="22219" y="22219"/>
                </a:lnTo>
                <a:lnTo>
                  <a:pt x="5699" y="46360"/>
                </a:lnTo>
                <a:lnTo>
                  <a:pt x="0" y="76199"/>
                </a:lnTo>
                <a:lnTo>
                  <a:pt x="0" y="380999"/>
                </a:lnTo>
                <a:lnTo>
                  <a:pt x="5699" y="410839"/>
                </a:lnTo>
                <a:lnTo>
                  <a:pt x="22219" y="434980"/>
                </a:lnTo>
                <a:lnTo>
                  <a:pt x="46360" y="451475"/>
                </a:lnTo>
                <a:lnTo>
                  <a:pt x="75559" y="457190"/>
                </a:lnTo>
                <a:lnTo>
                  <a:pt x="1904359" y="457190"/>
                </a:lnTo>
                <a:lnTo>
                  <a:pt x="1934199" y="451475"/>
                </a:lnTo>
                <a:lnTo>
                  <a:pt x="1958339" y="434980"/>
                </a:lnTo>
                <a:lnTo>
                  <a:pt x="1974829" y="410839"/>
                </a:lnTo>
                <a:lnTo>
                  <a:pt x="1980559" y="380999"/>
                </a:lnTo>
                <a:lnTo>
                  <a:pt x="1980559" y="76199"/>
                </a:lnTo>
                <a:lnTo>
                  <a:pt x="1974829" y="46360"/>
                </a:lnTo>
                <a:lnTo>
                  <a:pt x="1958339" y="22219"/>
                </a:lnTo>
                <a:lnTo>
                  <a:pt x="1934199" y="5699"/>
                </a:lnTo>
                <a:lnTo>
                  <a:pt x="190435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91" name="object 11">
            <a:extLst>
              <a:ext uri="{FF2B5EF4-FFF2-40B4-BE49-F238E27FC236}">
                <a16:creationId xmlns:a16="http://schemas.microsoft.com/office/drawing/2014/main" id="{6C866E87-F9CB-61DE-D8E5-8EF0E0E4F58A}"/>
              </a:ext>
            </a:extLst>
          </p:cNvPr>
          <p:cNvSpPr>
            <a:spLocks/>
          </p:cNvSpPr>
          <p:nvPr/>
        </p:nvSpPr>
        <p:spPr bwMode="auto">
          <a:xfrm>
            <a:off x="9146117" y="2205567"/>
            <a:ext cx="2639483" cy="609600"/>
          </a:xfrm>
          <a:custGeom>
            <a:avLst/>
            <a:gdLst>
              <a:gd name="T0" fmla="*/ 0 w 1980565"/>
              <a:gd name="T1" fmla="*/ 76199 h 457200"/>
              <a:gd name="T2" fmla="*/ 5678 w 1980565"/>
              <a:gd name="T3" fmla="*/ 46360 h 457200"/>
              <a:gd name="T4" fmla="*/ 22142 w 1980565"/>
              <a:gd name="T5" fmla="*/ 22219 h 457200"/>
              <a:gd name="T6" fmla="*/ 46206 w 1980565"/>
              <a:gd name="T7" fmla="*/ 5699 h 457200"/>
              <a:gd name="T8" fmla="*/ 75307 w 1980565"/>
              <a:gd name="T9" fmla="*/ 0 h 457200"/>
              <a:gd name="T10" fmla="*/ 1897954 w 1980565"/>
              <a:gd name="T11" fmla="*/ 0 h 457200"/>
              <a:gd name="T12" fmla="*/ 1927694 w 1980565"/>
              <a:gd name="T13" fmla="*/ 5699 h 457200"/>
              <a:gd name="T14" fmla="*/ 1951753 w 1980565"/>
              <a:gd name="T15" fmla="*/ 22219 h 457200"/>
              <a:gd name="T16" fmla="*/ 1968187 w 1980565"/>
              <a:gd name="T17" fmla="*/ 46360 h 457200"/>
              <a:gd name="T18" fmla="*/ 1973897 w 1980565"/>
              <a:gd name="T19" fmla="*/ 76199 h 457200"/>
              <a:gd name="T20" fmla="*/ 1973897 w 1980565"/>
              <a:gd name="T21" fmla="*/ 380999 h 457200"/>
              <a:gd name="T22" fmla="*/ 1968187 w 1980565"/>
              <a:gd name="T23" fmla="*/ 410839 h 457200"/>
              <a:gd name="T24" fmla="*/ 1951753 w 1980565"/>
              <a:gd name="T25" fmla="*/ 434980 h 457200"/>
              <a:gd name="T26" fmla="*/ 1927694 w 1980565"/>
              <a:gd name="T27" fmla="*/ 451475 h 457200"/>
              <a:gd name="T28" fmla="*/ 1897954 w 1980565"/>
              <a:gd name="T29" fmla="*/ 457190 h 457200"/>
              <a:gd name="T30" fmla="*/ 75307 w 1980565"/>
              <a:gd name="T31" fmla="*/ 457190 h 457200"/>
              <a:gd name="T32" fmla="*/ 46206 w 1980565"/>
              <a:gd name="T33" fmla="*/ 451475 h 457200"/>
              <a:gd name="T34" fmla="*/ 22142 w 1980565"/>
              <a:gd name="T35" fmla="*/ 434980 h 457200"/>
              <a:gd name="T36" fmla="*/ 5678 w 1980565"/>
              <a:gd name="T37" fmla="*/ 410839 h 457200"/>
              <a:gd name="T38" fmla="*/ 0 w 1980565"/>
              <a:gd name="T39" fmla="*/ 380999 h 457200"/>
              <a:gd name="T40" fmla="*/ 0 w 1980565"/>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80565" h="457200">
                <a:moveTo>
                  <a:pt x="0" y="76199"/>
                </a:moveTo>
                <a:lnTo>
                  <a:pt x="5699" y="46360"/>
                </a:lnTo>
                <a:lnTo>
                  <a:pt x="22219" y="22219"/>
                </a:lnTo>
                <a:lnTo>
                  <a:pt x="46360" y="5699"/>
                </a:lnTo>
                <a:lnTo>
                  <a:pt x="75559" y="0"/>
                </a:lnTo>
                <a:lnTo>
                  <a:pt x="1904359" y="0"/>
                </a:lnTo>
                <a:lnTo>
                  <a:pt x="1934199" y="5699"/>
                </a:lnTo>
                <a:lnTo>
                  <a:pt x="1958339" y="22219"/>
                </a:lnTo>
                <a:lnTo>
                  <a:pt x="1974829" y="46360"/>
                </a:lnTo>
                <a:lnTo>
                  <a:pt x="1980559" y="76199"/>
                </a:lnTo>
                <a:lnTo>
                  <a:pt x="1980559" y="380999"/>
                </a:lnTo>
                <a:lnTo>
                  <a:pt x="1974829" y="410839"/>
                </a:lnTo>
                <a:lnTo>
                  <a:pt x="1958339" y="434980"/>
                </a:lnTo>
                <a:lnTo>
                  <a:pt x="1934199" y="451475"/>
                </a:lnTo>
                <a:lnTo>
                  <a:pt x="1904359" y="457190"/>
                </a:lnTo>
                <a:lnTo>
                  <a:pt x="75559" y="457190"/>
                </a:lnTo>
                <a:lnTo>
                  <a:pt x="46360" y="451475"/>
                </a:lnTo>
                <a:lnTo>
                  <a:pt x="22219" y="434980"/>
                </a:lnTo>
                <a:lnTo>
                  <a:pt x="5699" y="410839"/>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2" name="object 12">
            <a:extLst>
              <a:ext uri="{FF2B5EF4-FFF2-40B4-BE49-F238E27FC236}">
                <a16:creationId xmlns:a16="http://schemas.microsoft.com/office/drawing/2014/main" id="{4C656FBD-8BA5-3E08-5C28-1AF9D26A3CA0}"/>
              </a:ext>
            </a:extLst>
          </p:cNvPr>
          <p:cNvSpPr txBox="1"/>
          <p:nvPr/>
        </p:nvSpPr>
        <p:spPr>
          <a:xfrm>
            <a:off x="315384" y="4995333"/>
            <a:ext cx="11582400" cy="1156920"/>
          </a:xfrm>
          <a:prstGeom prst="rect">
            <a:avLst/>
          </a:prstGeom>
          <a:ln w="28574">
            <a:solidFill>
              <a:srgbClr val="000000"/>
            </a:solidFill>
          </a:ln>
        </p:spPr>
        <p:txBody>
          <a:bodyPr lIns="0" tIns="0" rIns="0" bIns="0">
            <a:spAutoFit/>
          </a:bodyPr>
          <a:lstStyle/>
          <a:p>
            <a:pPr marL="101597">
              <a:defRPr/>
            </a:pPr>
            <a:r>
              <a:rPr sz="1733" spc="-20" dirty="0">
                <a:solidFill>
                  <a:srgbClr val="FF0000"/>
                </a:solidFill>
                <a:latin typeface="Wingdings"/>
                <a:cs typeface="Wingdings"/>
              </a:rPr>
              <a:t></a:t>
            </a:r>
            <a:r>
              <a:rPr sz="1733" spc="-267" dirty="0">
                <a:solidFill>
                  <a:srgbClr val="FF0000"/>
                </a:solidFill>
                <a:latin typeface="Times New Roman"/>
                <a:cs typeface="Times New Roman"/>
              </a:rPr>
              <a:t> </a:t>
            </a:r>
            <a:r>
              <a:rPr sz="1867" b="1" spc="-7" dirty="0">
                <a:solidFill>
                  <a:srgbClr val="FF0000"/>
                </a:solidFill>
                <a:latin typeface="Calibri"/>
                <a:cs typeface="Calibri"/>
              </a:rPr>
              <a:t>DE</a:t>
            </a:r>
            <a:r>
              <a:rPr sz="1867" b="1" spc="7" dirty="0">
                <a:solidFill>
                  <a:srgbClr val="FF0000"/>
                </a:solidFill>
                <a:latin typeface="Calibri"/>
                <a:cs typeface="Calibri"/>
              </a:rPr>
              <a:t>F</a:t>
            </a:r>
            <a:r>
              <a:rPr sz="1867" b="1" dirty="0">
                <a:solidFill>
                  <a:srgbClr val="FF0000"/>
                </a:solidFill>
                <a:latin typeface="Calibri"/>
                <a:cs typeface="Calibri"/>
              </a:rPr>
              <a:t>IN</a:t>
            </a:r>
            <a:r>
              <a:rPr sz="1867" b="1" spc="-13" dirty="0">
                <a:solidFill>
                  <a:srgbClr val="FF0000"/>
                </a:solidFill>
                <a:latin typeface="Calibri"/>
                <a:cs typeface="Calibri"/>
              </a:rPr>
              <a:t>I</a:t>
            </a:r>
            <a:r>
              <a:rPr sz="1867" b="1" spc="-7" dirty="0">
                <a:solidFill>
                  <a:srgbClr val="FF0000"/>
                </a:solidFill>
                <a:latin typeface="Calibri"/>
                <a:cs typeface="Calibri"/>
              </a:rPr>
              <a:t>TIO</a:t>
            </a:r>
            <a:r>
              <a:rPr sz="1867" b="1" dirty="0">
                <a:solidFill>
                  <a:srgbClr val="FF0000"/>
                </a:solidFill>
                <a:latin typeface="Calibri"/>
                <a:cs typeface="Calibri"/>
              </a:rPr>
              <a:t>N</a:t>
            </a:r>
            <a:r>
              <a:rPr sz="1867" b="1" spc="-67" dirty="0">
                <a:solidFill>
                  <a:srgbClr val="FF0000"/>
                </a:solidFill>
                <a:latin typeface="Times New Roman"/>
                <a:cs typeface="Times New Roman"/>
              </a:rPr>
              <a:t> </a:t>
            </a:r>
            <a:r>
              <a:rPr sz="1867" b="1" dirty="0">
                <a:solidFill>
                  <a:srgbClr val="FF0000"/>
                </a:solidFill>
                <a:latin typeface="Calibri"/>
                <a:cs typeface="Calibri"/>
              </a:rPr>
              <a:t>:</a:t>
            </a:r>
            <a:r>
              <a:rPr sz="1867" b="1" spc="-140" dirty="0">
                <a:solidFill>
                  <a:srgbClr val="FF0000"/>
                </a:solidFill>
                <a:latin typeface="Times New Roman"/>
                <a:cs typeface="Times New Roman"/>
              </a:rPr>
              <a:t> </a:t>
            </a:r>
            <a:r>
              <a:rPr sz="1867" b="1" spc="-7" dirty="0">
                <a:latin typeface="Calibri"/>
                <a:cs typeface="Calibri"/>
              </a:rPr>
              <a:t>Th</a:t>
            </a:r>
            <a:r>
              <a:rPr sz="1867" b="1" dirty="0">
                <a:latin typeface="Calibri"/>
                <a:cs typeface="Calibri"/>
              </a:rPr>
              <a:t>e</a:t>
            </a:r>
            <a:r>
              <a:rPr sz="1867" b="1" spc="33" dirty="0">
                <a:latin typeface="Times New Roman"/>
                <a:cs typeface="Times New Roman"/>
              </a:rPr>
              <a:t> </a:t>
            </a:r>
            <a:r>
              <a:rPr sz="1867" b="1" dirty="0">
                <a:latin typeface="Calibri"/>
                <a:cs typeface="Calibri"/>
              </a:rPr>
              <a:t>pi</a:t>
            </a:r>
            <a:r>
              <a:rPr sz="1867" b="1" spc="-20" dirty="0">
                <a:latin typeface="Calibri"/>
                <a:cs typeface="Calibri"/>
              </a:rPr>
              <a:t>c</a:t>
            </a:r>
            <a:r>
              <a:rPr sz="1867" b="1" dirty="0">
                <a:latin typeface="Calibri"/>
                <a:cs typeface="Calibri"/>
              </a:rPr>
              <a:t>to</a:t>
            </a:r>
            <a:r>
              <a:rPr sz="1867" b="1" spc="-13" dirty="0">
                <a:latin typeface="Calibri"/>
                <a:cs typeface="Calibri"/>
              </a:rPr>
              <a:t>r</a:t>
            </a:r>
            <a:r>
              <a:rPr sz="1867" b="1" dirty="0">
                <a:latin typeface="Calibri"/>
                <a:cs typeface="Calibri"/>
              </a:rPr>
              <a:t>ial</a:t>
            </a:r>
            <a:r>
              <a:rPr sz="1867" b="1" spc="-73" dirty="0">
                <a:latin typeface="Times New Roman"/>
                <a:cs typeface="Times New Roman"/>
              </a:rPr>
              <a:t> </a:t>
            </a:r>
            <a:r>
              <a:rPr sz="1867" b="1" spc="-13" dirty="0">
                <a:latin typeface="Calibri"/>
                <a:cs typeface="Calibri"/>
              </a:rPr>
              <a:t>r</a:t>
            </a:r>
            <a:r>
              <a:rPr sz="1867" b="1" spc="-7" dirty="0">
                <a:latin typeface="Calibri"/>
                <a:cs typeface="Calibri"/>
              </a:rPr>
              <a:t>epres</a:t>
            </a:r>
            <a:r>
              <a:rPr sz="1867" b="1" spc="-13" dirty="0">
                <a:latin typeface="Calibri"/>
                <a:cs typeface="Calibri"/>
              </a:rPr>
              <a:t>e</a:t>
            </a:r>
            <a:r>
              <a:rPr sz="1867" b="1" dirty="0">
                <a:latin typeface="Calibri"/>
                <a:cs typeface="Calibri"/>
              </a:rPr>
              <a:t>n</a:t>
            </a:r>
            <a:r>
              <a:rPr sz="1867" b="1" spc="-13" dirty="0">
                <a:latin typeface="Calibri"/>
                <a:cs typeface="Calibri"/>
              </a:rPr>
              <a:t>t</a:t>
            </a:r>
            <a:r>
              <a:rPr sz="1867" b="1" dirty="0">
                <a:latin typeface="Calibri"/>
                <a:cs typeface="Calibri"/>
              </a:rPr>
              <a:t>a</a:t>
            </a:r>
            <a:r>
              <a:rPr sz="1867" b="1" spc="-7" dirty="0">
                <a:latin typeface="Calibri"/>
                <a:cs typeface="Calibri"/>
              </a:rPr>
              <a:t>t</a:t>
            </a:r>
            <a:r>
              <a:rPr sz="1867" b="1" dirty="0">
                <a:latin typeface="Calibri"/>
                <a:cs typeface="Calibri"/>
              </a:rPr>
              <a:t>ion</a:t>
            </a:r>
            <a:r>
              <a:rPr sz="1867" b="1" spc="-152" dirty="0">
                <a:latin typeface="Times New Roman"/>
                <a:cs typeface="Times New Roman"/>
              </a:rPr>
              <a:t> </a:t>
            </a:r>
            <a:r>
              <a:rPr sz="1867" b="1" dirty="0">
                <a:latin typeface="Calibri"/>
                <a:cs typeface="Calibri"/>
              </a:rPr>
              <a:t>of</a:t>
            </a:r>
            <a:r>
              <a:rPr sz="1867" b="1" spc="-120" dirty="0">
                <a:latin typeface="Times New Roman"/>
                <a:cs typeface="Times New Roman"/>
              </a:rPr>
              <a:t> </a:t>
            </a:r>
            <a:r>
              <a:rPr sz="1867" b="1" dirty="0">
                <a:latin typeface="Calibri"/>
                <a:cs typeface="Calibri"/>
              </a:rPr>
              <a:t>the</a:t>
            </a:r>
            <a:r>
              <a:rPr sz="1867" b="1" spc="-80" dirty="0">
                <a:latin typeface="Times New Roman"/>
                <a:cs typeface="Times New Roman"/>
              </a:rPr>
              <a:t> </a:t>
            </a:r>
            <a:r>
              <a:rPr sz="1867" b="1" dirty="0">
                <a:latin typeface="Calibri"/>
                <a:cs typeface="Calibri"/>
              </a:rPr>
              <a:t>set</a:t>
            </a:r>
            <a:r>
              <a:rPr sz="1867" b="1" spc="-80" dirty="0">
                <a:latin typeface="Times New Roman"/>
                <a:cs typeface="Times New Roman"/>
              </a:rPr>
              <a:t> </a:t>
            </a:r>
            <a:r>
              <a:rPr sz="1867" b="1" dirty="0">
                <a:latin typeface="Calibri"/>
                <a:cs typeface="Calibri"/>
              </a:rPr>
              <a:t>of</a:t>
            </a:r>
            <a:r>
              <a:rPr sz="1867" b="1" spc="-133" dirty="0">
                <a:latin typeface="Times New Roman"/>
                <a:cs typeface="Times New Roman"/>
              </a:rPr>
              <a:t> </a:t>
            </a:r>
            <a:r>
              <a:rPr sz="1867" b="1" spc="-7" dirty="0">
                <a:latin typeface="Calibri"/>
                <a:cs typeface="Calibri"/>
              </a:rPr>
              <a:t>e</a:t>
            </a:r>
            <a:r>
              <a:rPr sz="1867" b="1" dirty="0">
                <a:latin typeface="Calibri"/>
                <a:cs typeface="Calibri"/>
              </a:rPr>
              <a:t>l</a:t>
            </a:r>
            <a:r>
              <a:rPr sz="1867" b="1" spc="-7" dirty="0">
                <a:latin typeface="Calibri"/>
                <a:cs typeface="Calibri"/>
              </a:rPr>
              <a:t>eme</a:t>
            </a:r>
            <a:r>
              <a:rPr sz="1867" b="1" spc="-13" dirty="0">
                <a:latin typeface="Calibri"/>
                <a:cs typeface="Calibri"/>
              </a:rPr>
              <a:t>n</a:t>
            </a:r>
            <a:r>
              <a:rPr sz="1867" b="1" dirty="0">
                <a:latin typeface="Calibri"/>
                <a:cs typeface="Calibri"/>
              </a:rPr>
              <a:t>ts.</a:t>
            </a:r>
            <a:endParaRPr sz="1867">
              <a:latin typeface="Calibri"/>
              <a:cs typeface="Calibri"/>
            </a:endParaRPr>
          </a:p>
          <a:p>
            <a:pPr marL="101597">
              <a:spcBef>
                <a:spcPts val="1153"/>
              </a:spcBef>
              <a:defRPr/>
            </a:pPr>
            <a:r>
              <a:rPr sz="1733" spc="-20" dirty="0">
                <a:solidFill>
                  <a:srgbClr val="FF0000"/>
                </a:solidFill>
                <a:latin typeface="Wingdings"/>
                <a:cs typeface="Wingdings"/>
              </a:rPr>
              <a:t></a:t>
            </a:r>
            <a:r>
              <a:rPr sz="1733" spc="-267" dirty="0">
                <a:solidFill>
                  <a:srgbClr val="FF0000"/>
                </a:solidFill>
                <a:latin typeface="Times New Roman"/>
                <a:cs typeface="Times New Roman"/>
              </a:rPr>
              <a:t> </a:t>
            </a:r>
            <a:r>
              <a:rPr sz="1867" b="1" spc="-60" dirty="0">
                <a:solidFill>
                  <a:srgbClr val="FF0000"/>
                </a:solidFill>
                <a:latin typeface="Calibri"/>
                <a:cs typeface="Calibri"/>
              </a:rPr>
              <a:t>E</a:t>
            </a:r>
            <a:r>
              <a:rPr sz="1867" b="1" spc="-73" dirty="0">
                <a:solidFill>
                  <a:srgbClr val="FF0000"/>
                </a:solidFill>
                <a:latin typeface="Calibri"/>
                <a:cs typeface="Calibri"/>
              </a:rPr>
              <a:t>D</a:t>
            </a:r>
            <a:r>
              <a:rPr sz="1867" b="1" spc="-93" dirty="0">
                <a:solidFill>
                  <a:srgbClr val="FF0000"/>
                </a:solidFill>
                <a:latin typeface="Calibri"/>
                <a:cs typeface="Calibri"/>
              </a:rPr>
              <a:t>G</a:t>
            </a:r>
            <a:r>
              <a:rPr sz="1867" b="1" spc="-60" dirty="0">
                <a:solidFill>
                  <a:srgbClr val="FF0000"/>
                </a:solidFill>
                <a:latin typeface="Calibri"/>
                <a:cs typeface="Calibri"/>
              </a:rPr>
              <a:t>E</a:t>
            </a:r>
            <a:r>
              <a:rPr sz="1867" b="1" spc="-67" dirty="0">
                <a:solidFill>
                  <a:srgbClr val="FF0000"/>
                </a:solidFill>
                <a:latin typeface="Calibri"/>
                <a:cs typeface="Calibri"/>
              </a:rPr>
              <a:t>S</a:t>
            </a:r>
            <a:r>
              <a:rPr sz="1867" b="1" spc="213" dirty="0">
                <a:solidFill>
                  <a:srgbClr val="FF0000"/>
                </a:solidFill>
                <a:latin typeface="Times New Roman"/>
                <a:cs typeface="Times New Roman"/>
              </a:rPr>
              <a:t> </a:t>
            </a:r>
            <a:r>
              <a:rPr sz="1867" b="1" spc="-40" dirty="0">
                <a:solidFill>
                  <a:srgbClr val="FF0000"/>
                </a:solidFill>
                <a:latin typeface="Calibri"/>
                <a:cs typeface="Calibri"/>
              </a:rPr>
              <a:t>:</a:t>
            </a:r>
            <a:r>
              <a:rPr sz="1867" b="1" spc="180" dirty="0">
                <a:solidFill>
                  <a:srgbClr val="FF0000"/>
                </a:solidFill>
                <a:latin typeface="Times New Roman"/>
                <a:cs typeface="Times New Roman"/>
              </a:rPr>
              <a:t> </a:t>
            </a:r>
            <a:r>
              <a:rPr sz="1867" b="1" spc="-47" dirty="0">
                <a:latin typeface="Calibri"/>
                <a:cs typeface="Calibri"/>
              </a:rPr>
              <a:t>It</a:t>
            </a:r>
            <a:r>
              <a:rPr sz="1867" b="1" dirty="0">
                <a:latin typeface="Times New Roman"/>
                <a:cs typeface="Times New Roman"/>
              </a:rPr>
              <a:t> </a:t>
            </a:r>
            <a:r>
              <a:rPr sz="1867" b="1" spc="-187" dirty="0">
                <a:latin typeface="Times New Roman"/>
                <a:cs typeface="Times New Roman"/>
              </a:rPr>
              <a:t> </a:t>
            </a:r>
            <a:r>
              <a:rPr sz="1867" b="1" spc="-47" dirty="0">
                <a:latin typeface="Calibri"/>
                <a:cs typeface="Calibri"/>
              </a:rPr>
              <a:t>is</a:t>
            </a:r>
            <a:r>
              <a:rPr sz="1867" b="1" spc="113" dirty="0">
                <a:latin typeface="Times New Roman"/>
                <a:cs typeface="Times New Roman"/>
              </a:rPr>
              <a:t> </a:t>
            </a:r>
            <a:r>
              <a:rPr sz="1867" b="1" spc="-47" dirty="0">
                <a:latin typeface="Calibri"/>
                <a:cs typeface="Calibri"/>
              </a:rPr>
              <a:t>re</a:t>
            </a:r>
            <a:r>
              <a:rPr sz="1867" b="1" spc="-73" dirty="0">
                <a:latin typeface="Calibri"/>
                <a:cs typeface="Calibri"/>
              </a:rPr>
              <a:t>p</a:t>
            </a:r>
            <a:r>
              <a:rPr sz="1867" b="1" spc="-33" dirty="0">
                <a:latin typeface="Calibri"/>
                <a:cs typeface="Calibri"/>
              </a:rPr>
              <a:t>r</a:t>
            </a:r>
            <a:r>
              <a:rPr sz="1867" b="1" spc="-73" dirty="0">
                <a:latin typeface="Calibri"/>
                <a:cs typeface="Calibri"/>
              </a:rPr>
              <a:t>e</a:t>
            </a:r>
            <a:r>
              <a:rPr sz="1867" b="1" spc="-40" dirty="0">
                <a:latin typeface="Calibri"/>
                <a:cs typeface="Calibri"/>
              </a:rPr>
              <a:t>s</a:t>
            </a:r>
            <a:r>
              <a:rPr sz="1867" b="1" spc="-60" dirty="0">
                <a:latin typeface="Calibri"/>
                <a:cs typeface="Calibri"/>
              </a:rPr>
              <a:t>e</a:t>
            </a:r>
            <a:r>
              <a:rPr sz="1867" b="1" spc="-73" dirty="0">
                <a:latin typeface="Calibri"/>
                <a:cs typeface="Calibri"/>
              </a:rPr>
              <a:t>n</a:t>
            </a:r>
            <a:r>
              <a:rPr sz="1867" b="1" spc="-33" dirty="0">
                <a:latin typeface="Calibri"/>
                <a:cs typeface="Calibri"/>
              </a:rPr>
              <a:t>t</a:t>
            </a:r>
            <a:r>
              <a:rPr sz="1867" b="1" spc="-73" dirty="0">
                <a:latin typeface="Calibri"/>
                <a:cs typeface="Calibri"/>
              </a:rPr>
              <a:t>ed</a:t>
            </a:r>
            <a:r>
              <a:rPr sz="1867" b="1" spc="7" dirty="0">
                <a:latin typeface="Times New Roman"/>
                <a:cs typeface="Times New Roman"/>
              </a:rPr>
              <a:t> </a:t>
            </a:r>
            <a:r>
              <a:rPr sz="1867" b="1" spc="-67" dirty="0">
                <a:latin typeface="Calibri"/>
                <a:cs typeface="Calibri"/>
              </a:rPr>
              <a:t>by</a:t>
            </a:r>
            <a:r>
              <a:rPr sz="1867" b="1" spc="47" dirty="0">
                <a:latin typeface="Times New Roman"/>
                <a:cs typeface="Times New Roman"/>
              </a:rPr>
              <a:t> </a:t>
            </a:r>
            <a:r>
              <a:rPr sz="1867" b="1" spc="-53" dirty="0">
                <a:latin typeface="Calibri"/>
                <a:cs typeface="Calibri"/>
              </a:rPr>
              <a:t>v</a:t>
            </a:r>
            <a:r>
              <a:rPr sz="1867" b="1" spc="-67" dirty="0">
                <a:latin typeface="Calibri"/>
                <a:cs typeface="Calibri"/>
              </a:rPr>
              <a:t>e</a:t>
            </a:r>
            <a:r>
              <a:rPr sz="1867" b="1" spc="-27" dirty="0">
                <a:latin typeface="Calibri"/>
                <a:cs typeface="Calibri"/>
              </a:rPr>
              <a:t>r</a:t>
            </a:r>
            <a:r>
              <a:rPr sz="1867" b="1" spc="-40" dirty="0">
                <a:latin typeface="Calibri"/>
                <a:cs typeface="Calibri"/>
              </a:rPr>
              <a:t>ti</a:t>
            </a:r>
            <a:r>
              <a:rPr sz="1867" b="1" spc="-47" dirty="0">
                <a:latin typeface="Calibri"/>
                <a:cs typeface="Calibri"/>
              </a:rPr>
              <a:t>c</a:t>
            </a:r>
            <a:r>
              <a:rPr sz="1867" b="1" spc="-73" dirty="0">
                <a:latin typeface="Calibri"/>
                <a:cs typeface="Calibri"/>
              </a:rPr>
              <a:t>e</a:t>
            </a:r>
            <a:r>
              <a:rPr sz="1867" b="1" spc="-53" dirty="0">
                <a:latin typeface="Calibri"/>
                <a:cs typeface="Calibri"/>
              </a:rPr>
              <a:t>s</a:t>
            </a:r>
            <a:r>
              <a:rPr sz="1867" b="1" spc="120" dirty="0">
                <a:latin typeface="Times New Roman"/>
                <a:cs typeface="Times New Roman"/>
              </a:rPr>
              <a:t> </a:t>
            </a:r>
            <a:r>
              <a:rPr sz="1867" b="1" spc="-67" dirty="0">
                <a:latin typeface="Calibri"/>
                <a:cs typeface="Calibri"/>
              </a:rPr>
              <a:t>c</a:t>
            </a:r>
            <a:r>
              <a:rPr sz="1867" b="1" spc="-60" dirty="0">
                <a:latin typeface="Calibri"/>
                <a:cs typeface="Calibri"/>
              </a:rPr>
              <a:t>o</a:t>
            </a:r>
            <a:r>
              <a:rPr sz="1867" b="1" spc="-73" dirty="0">
                <a:latin typeface="Calibri"/>
                <a:cs typeface="Calibri"/>
              </a:rPr>
              <a:t>n</a:t>
            </a:r>
            <a:r>
              <a:rPr sz="1867" b="1" spc="-53" dirty="0">
                <a:latin typeface="Calibri"/>
                <a:cs typeface="Calibri"/>
              </a:rPr>
              <a:t>n</a:t>
            </a:r>
            <a:r>
              <a:rPr sz="1867" b="1" spc="-67" dirty="0">
                <a:latin typeface="Calibri"/>
                <a:cs typeface="Calibri"/>
              </a:rPr>
              <a:t>e</a:t>
            </a:r>
            <a:r>
              <a:rPr sz="1867" b="1" spc="-40" dirty="0">
                <a:latin typeface="Calibri"/>
                <a:cs typeface="Calibri"/>
              </a:rPr>
              <a:t>c</a:t>
            </a:r>
            <a:r>
              <a:rPr sz="1867" b="1" spc="-47" dirty="0">
                <a:latin typeface="Calibri"/>
                <a:cs typeface="Calibri"/>
              </a:rPr>
              <a:t>t</a:t>
            </a:r>
            <a:r>
              <a:rPr sz="1867" b="1" spc="-60" dirty="0">
                <a:latin typeface="Calibri"/>
                <a:cs typeface="Calibri"/>
              </a:rPr>
              <a:t>e</a:t>
            </a:r>
            <a:r>
              <a:rPr sz="1867" b="1" spc="-73" dirty="0">
                <a:latin typeface="Calibri"/>
                <a:cs typeface="Calibri"/>
              </a:rPr>
              <a:t>d</a:t>
            </a:r>
            <a:r>
              <a:rPr sz="1867" b="1" spc="20" dirty="0">
                <a:latin typeface="Times New Roman"/>
                <a:cs typeface="Times New Roman"/>
              </a:rPr>
              <a:t> </a:t>
            </a:r>
            <a:r>
              <a:rPr sz="1867" b="1" spc="-67" dirty="0">
                <a:latin typeface="Calibri"/>
                <a:cs typeface="Calibri"/>
              </a:rPr>
              <a:t>by</a:t>
            </a:r>
            <a:r>
              <a:rPr sz="1867" b="1" spc="27" dirty="0">
                <a:latin typeface="Times New Roman"/>
                <a:cs typeface="Times New Roman"/>
              </a:rPr>
              <a:t> </a:t>
            </a:r>
            <a:r>
              <a:rPr sz="1867" b="1" spc="-47" dirty="0">
                <a:latin typeface="Calibri"/>
                <a:cs typeface="Calibri"/>
              </a:rPr>
              <a:t>th</a:t>
            </a:r>
            <a:r>
              <a:rPr sz="1867" b="1" spc="-67" dirty="0">
                <a:latin typeface="Calibri"/>
                <a:cs typeface="Calibri"/>
              </a:rPr>
              <a:t>e</a:t>
            </a:r>
            <a:r>
              <a:rPr sz="1867" b="1" spc="107" dirty="0">
                <a:latin typeface="Times New Roman"/>
                <a:cs typeface="Times New Roman"/>
              </a:rPr>
              <a:t> </a:t>
            </a:r>
            <a:r>
              <a:rPr sz="1867" b="1" spc="-33" dirty="0">
                <a:latin typeface="Calibri"/>
                <a:cs typeface="Calibri"/>
              </a:rPr>
              <a:t>li</a:t>
            </a:r>
            <a:r>
              <a:rPr sz="1867" b="1" spc="-60" dirty="0">
                <a:latin typeface="Calibri"/>
                <a:cs typeface="Calibri"/>
              </a:rPr>
              <a:t>nks</a:t>
            </a:r>
            <a:r>
              <a:rPr sz="1867" b="1" spc="100" dirty="0">
                <a:latin typeface="Times New Roman"/>
                <a:cs typeface="Times New Roman"/>
              </a:rPr>
              <a:t> </a:t>
            </a:r>
            <a:r>
              <a:rPr sz="1867" b="1" spc="-47" dirty="0">
                <a:latin typeface="Calibri"/>
                <a:cs typeface="Calibri"/>
              </a:rPr>
              <a:t>k</a:t>
            </a:r>
            <a:r>
              <a:rPr sz="1867" b="1" spc="-60" dirty="0">
                <a:latin typeface="Calibri"/>
                <a:cs typeface="Calibri"/>
              </a:rPr>
              <a:t>n</a:t>
            </a:r>
            <a:r>
              <a:rPr sz="1867" b="1" spc="-73" dirty="0">
                <a:latin typeface="Calibri"/>
                <a:cs typeface="Calibri"/>
              </a:rPr>
              <a:t>o</a:t>
            </a:r>
            <a:r>
              <a:rPr sz="1867" b="1" spc="-80" dirty="0">
                <a:latin typeface="Calibri"/>
                <a:cs typeface="Calibri"/>
              </a:rPr>
              <a:t>w</a:t>
            </a:r>
            <a:r>
              <a:rPr sz="1867" b="1" spc="-73" dirty="0">
                <a:latin typeface="Calibri"/>
                <a:cs typeface="Calibri"/>
              </a:rPr>
              <a:t>n</a:t>
            </a:r>
            <a:r>
              <a:rPr sz="1867" b="1" dirty="0">
                <a:latin typeface="Times New Roman"/>
                <a:cs typeface="Times New Roman"/>
              </a:rPr>
              <a:t> </a:t>
            </a:r>
            <a:r>
              <a:rPr sz="1867" b="1" spc="-73" dirty="0">
                <a:latin typeface="Calibri"/>
                <a:cs typeface="Calibri"/>
              </a:rPr>
              <a:t>a</a:t>
            </a:r>
            <a:r>
              <a:rPr sz="1867" b="1" spc="-53" dirty="0">
                <a:latin typeface="Calibri"/>
                <a:cs typeface="Calibri"/>
              </a:rPr>
              <a:t>s</a:t>
            </a:r>
            <a:r>
              <a:rPr sz="1867" b="1" dirty="0">
                <a:latin typeface="Times New Roman"/>
                <a:cs typeface="Times New Roman"/>
              </a:rPr>
              <a:t> </a:t>
            </a:r>
            <a:r>
              <a:rPr sz="1867" b="1" spc="-180" dirty="0">
                <a:latin typeface="Times New Roman"/>
                <a:cs typeface="Times New Roman"/>
              </a:rPr>
              <a:t> </a:t>
            </a:r>
            <a:r>
              <a:rPr sz="1867" b="1" spc="-60" dirty="0">
                <a:latin typeface="Calibri"/>
                <a:cs typeface="Calibri"/>
              </a:rPr>
              <a:t>e</a:t>
            </a:r>
            <a:r>
              <a:rPr sz="1867" b="1" spc="-73" dirty="0">
                <a:latin typeface="Calibri"/>
                <a:cs typeface="Calibri"/>
              </a:rPr>
              <a:t>d</a:t>
            </a:r>
            <a:r>
              <a:rPr sz="1867" b="1" spc="-53" dirty="0">
                <a:latin typeface="Calibri"/>
                <a:cs typeface="Calibri"/>
              </a:rPr>
              <a:t>g</a:t>
            </a:r>
            <a:r>
              <a:rPr sz="1867" b="1" spc="-73" dirty="0">
                <a:latin typeface="Calibri"/>
                <a:cs typeface="Calibri"/>
              </a:rPr>
              <a:t>e</a:t>
            </a:r>
            <a:r>
              <a:rPr sz="1867" b="1" spc="-40" dirty="0">
                <a:latin typeface="Calibri"/>
                <a:cs typeface="Calibri"/>
              </a:rPr>
              <a:t>s.</a:t>
            </a:r>
            <a:endParaRPr sz="1867">
              <a:latin typeface="Calibri"/>
              <a:cs typeface="Calibri"/>
            </a:endParaRPr>
          </a:p>
          <a:p>
            <a:pPr marL="101597">
              <a:spcBef>
                <a:spcPts val="1073"/>
              </a:spcBef>
              <a:defRPr/>
            </a:pPr>
            <a:r>
              <a:rPr sz="1733" spc="-20" dirty="0">
                <a:latin typeface="Wingdings"/>
                <a:cs typeface="Wingdings"/>
              </a:rPr>
              <a:t></a:t>
            </a:r>
            <a:r>
              <a:rPr sz="1733" spc="-267" dirty="0">
                <a:latin typeface="Times New Roman"/>
                <a:cs typeface="Times New Roman"/>
              </a:rPr>
              <a:t> </a:t>
            </a:r>
            <a:r>
              <a:rPr sz="1867" b="1" spc="-80" dirty="0">
                <a:latin typeface="Calibri"/>
                <a:cs typeface="Calibri"/>
              </a:rPr>
              <a:t>A</a:t>
            </a:r>
            <a:r>
              <a:rPr sz="1867" b="1" spc="100" dirty="0">
                <a:latin typeface="Times New Roman"/>
                <a:cs typeface="Times New Roman"/>
              </a:rPr>
              <a:t> </a:t>
            </a:r>
            <a:r>
              <a:rPr sz="1867" b="1" spc="-67" dirty="0">
                <a:latin typeface="Calibri"/>
                <a:cs typeface="Calibri"/>
              </a:rPr>
              <a:t>gr</a:t>
            </a:r>
            <a:r>
              <a:rPr sz="1867" b="1" spc="-53" dirty="0">
                <a:latin typeface="Calibri"/>
                <a:cs typeface="Calibri"/>
              </a:rPr>
              <a:t>a</a:t>
            </a:r>
            <a:r>
              <a:rPr sz="1867" b="1" spc="-73" dirty="0">
                <a:latin typeface="Calibri"/>
                <a:cs typeface="Calibri"/>
              </a:rPr>
              <a:t>ph</a:t>
            </a:r>
            <a:r>
              <a:rPr sz="1867" b="1" spc="167" dirty="0">
                <a:latin typeface="Times New Roman"/>
                <a:cs typeface="Times New Roman"/>
              </a:rPr>
              <a:t> </a:t>
            </a:r>
            <a:r>
              <a:rPr sz="1867" b="1" spc="-20" dirty="0">
                <a:latin typeface="Calibri"/>
                <a:cs typeface="Calibri"/>
              </a:rPr>
              <a:t>i</a:t>
            </a:r>
            <a:r>
              <a:rPr sz="1867" b="1" spc="-53" dirty="0">
                <a:latin typeface="Calibri"/>
                <a:cs typeface="Calibri"/>
              </a:rPr>
              <a:t>s</a:t>
            </a:r>
            <a:r>
              <a:rPr sz="1867" b="1" spc="80" dirty="0">
                <a:latin typeface="Times New Roman"/>
                <a:cs typeface="Times New Roman"/>
              </a:rPr>
              <a:t> </a:t>
            </a:r>
            <a:r>
              <a:rPr sz="1867" b="1" spc="-60" dirty="0">
                <a:latin typeface="Calibri"/>
                <a:cs typeface="Calibri"/>
              </a:rPr>
              <a:t>d</a:t>
            </a:r>
            <a:r>
              <a:rPr sz="1867" b="1" spc="-40" dirty="0">
                <a:latin typeface="Calibri"/>
                <a:cs typeface="Calibri"/>
              </a:rPr>
              <a:t>if</a:t>
            </a:r>
            <a:r>
              <a:rPr sz="1867" b="1" spc="-20" dirty="0">
                <a:latin typeface="Calibri"/>
                <a:cs typeface="Calibri"/>
              </a:rPr>
              <a:t>f</a:t>
            </a:r>
            <a:r>
              <a:rPr sz="1867" b="1" spc="-67" dirty="0">
                <a:latin typeface="Calibri"/>
                <a:cs typeface="Calibri"/>
              </a:rPr>
              <a:t>e</a:t>
            </a:r>
            <a:r>
              <a:rPr sz="1867" b="1" spc="-27" dirty="0">
                <a:latin typeface="Calibri"/>
                <a:cs typeface="Calibri"/>
              </a:rPr>
              <a:t>r</a:t>
            </a:r>
            <a:r>
              <a:rPr sz="1867" b="1" spc="-73" dirty="0">
                <a:latin typeface="Calibri"/>
                <a:cs typeface="Calibri"/>
              </a:rPr>
              <a:t>e</a:t>
            </a:r>
            <a:r>
              <a:rPr sz="1867" b="1" spc="-60" dirty="0">
                <a:latin typeface="Calibri"/>
                <a:cs typeface="Calibri"/>
              </a:rPr>
              <a:t>n</a:t>
            </a:r>
            <a:r>
              <a:rPr sz="1867" b="1" spc="-47" dirty="0">
                <a:latin typeface="Calibri"/>
                <a:cs typeface="Calibri"/>
              </a:rPr>
              <a:t>t</a:t>
            </a:r>
            <a:r>
              <a:rPr sz="1867" b="1" spc="93" dirty="0">
                <a:latin typeface="Times New Roman"/>
                <a:cs typeface="Times New Roman"/>
              </a:rPr>
              <a:t> </a:t>
            </a:r>
            <a:r>
              <a:rPr sz="1867" b="1" spc="-20" dirty="0">
                <a:latin typeface="Calibri"/>
                <a:cs typeface="Calibri"/>
              </a:rPr>
              <a:t>f</a:t>
            </a:r>
            <a:r>
              <a:rPr sz="1867" b="1" spc="-67" dirty="0">
                <a:latin typeface="Calibri"/>
                <a:cs typeface="Calibri"/>
              </a:rPr>
              <a:t>ro</a:t>
            </a:r>
            <a:r>
              <a:rPr sz="1867" b="1" spc="-107" dirty="0">
                <a:latin typeface="Calibri"/>
                <a:cs typeface="Calibri"/>
              </a:rPr>
              <a:t>m</a:t>
            </a:r>
            <a:r>
              <a:rPr sz="1867" b="1" spc="-33" dirty="0">
                <a:latin typeface="Times New Roman"/>
                <a:cs typeface="Times New Roman"/>
              </a:rPr>
              <a:t> </a:t>
            </a:r>
            <a:r>
              <a:rPr sz="1867" b="1" spc="-33" dirty="0">
                <a:latin typeface="Calibri"/>
                <a:cs typeface="Calibri"/>
              </a:rPr>
              <a:t>t</a:t>
            </a:r>
            <a:r>
              <a:rPr sz="1867" b="1" spc="-27" dirty="0">
                <a:latin typeface="Calibri"/>
                <a:cs typeface="Calibri"/>
              </a:rPr>
              <a:t>r</a:t>
            </a:r>
            <a:r>
              <a:rPr sz="1867" b="1" spc="-73" dirty="0">
                <a:latin typeface="Calibri"/>
                <a:cs typeface="Calibri"/>
              </a:rPr>
              <a:t>e</a:t>
            </a:r>
            <a:r>
              <a:rPr sz="1867" b="1" spc="-67" dirty="0">
                <a:latin typeface="Calibri"/>
                <a:cs typeface="Calibri"/>
              </a:rPr>
              <a:t>e</a:t>
            </a:r>
            <a:r>
              <a:rPr sz="1867" b="1" spc="-67" dirty="0">
                <a:latin typeface="Times New Roman"/>
                <a:cs typeface="Times New Roman"/>
              </a:rPr>
              <a:t> </a:t>
            </a:r>
            <a:r>
              <a:rPr sz="1867" b="1" spc="-53" dirty="0">
                <a:latin typeface="Calibri"/>
                <a:cs typeface="Calibri"/>
              </a:rPr>
              <a:t>in</a:t>
            </a:r>
            <a:r>
              <a:rPr sz="1867" b="1" spc="13" dirty="0">
                <a:latin typeface="Times New Roman"/>
                <a:cs typeface="Times New Roman"/>
              </a:rPr>
              <a:t> </a:t>
            </a:r>
            <a:r>
              <a:rPr sz="1867" b="1" spc="-33" dirty="0">
                <a:latin typeface="Calibri"/>
                <a:cs typeface="Calibri"/>
              </a:rPr>
              <a:t>t</a:t>
            </a:r>
            <a:r>
              <a:rPr sz="1867" b="1" spc="-73" dirty="0">
                <a:latin typeface="Calibri"/>
                <a:cs typeface="Calibri"/>
              </a:rPr>
              <a:t>he</a:t>
            </a:r>
            <a:r>
              <a:rPr sz="1867" b="1" spc="107" dirty="0">
                <a:latin typeface="Times New Roman"/>
                <a:cs typeface="Times New Roman"/>
              </a:rPr>
              <a:t> </a:t>
            </a:r>
            <a:r>
              <a:rPr sz="1867" b="1" spc="-53" dirty="0">
                <a:latin typeface="Calibri"/>
                <a:cs typeface="Calibri"/>
              </a:rPr>
              <a:t>se</a:t>
            </a:r>
            <a:r>
              <a:rPr sz="1867" b="1" spc="-73" dirty="0">
                <a:latin typeface="Calibri"/>
                <a:cs typeface="Calibri"/>
              </a:rPr>
              <a:t>n</a:t>
            </a:r>
            <a:r>
              <a:rPr sz="1867" b="1" spc="-33" dirty="0">
                <a:latin typeface="Calibri"/>
                <a:cs typeface="Calibri"/>
              </a:rPr>
              <a:t>s</a:t>
            </a:r>
            <a:r>
              <a:rPr sz="1867" b="1" spc="-67" dirty="0">
                <a:latin typeface="Calibri"/>
                <a:cs typeface="Calibri"/>
              </a:rPr>
              <a:t>e</a:t>
            </a:r>
            <a:r>
              <a:rPr sz="1867" b="1" spc="107" dirty="0">
                <a:latin typeface="Times New Roman"/>
                <a:cs typeface="Times New Roman"/>
              </a:rPr>
              <a:t> </a:t>
            </a:r>
            <a:r>
              <a:rPr sz="1867" b="1" spc="-47" dirty="0">
                <a:latin typeface="Calibri"/>
                <a:cs typeface="Calibri"/>
              </a:rPr>
              <a:t>t</a:t>
            </a:r>
            <a:r>
              <a:rPr sz="1867" b="1" spc="-60" dirty="0">
                <a:latin typeface="Calibri"/>
                <a:cs typeface="Calibri"/>
              </a:rPr>
              <a:t>hat</a:t>
            </a:r>
            <a:r>
              <a:rPr sz="1867" b="1" spc="93" dirty="0">
                <a:latin typeface="Times New Roman"/>
                <a:cs typeface="Times New Roman"/>
              </a:rPr>
              <a:t> </a:t>
            </a:r>
            <a:r>
              <a:rPr sz="1867" b="1" spc="-67" dirty="0">
                <a:latin typeface="Calibri"/>
                <a:cs typeface="Calibri"/>
              </a:rPr>
              <a:t>a</a:t>
            </a:r>
            <a:r>
              <a:rPr sz="1867" b="1" spc="-20" dirty="0">
                <a:latin typeface="Times New Roman"/>
                <a:cs typeface="Times New Roman"/>
              </a:rPr>
              <a:t> </a:t>
            </a:r>
            <a:r>
              <a:rPr sz="1867" b="1" spc="-53" dirty="0">
                <a:latin typeface="Calibri"/>
                <a:cs typeface="Calibri"/>
              </a:rPr>
              <a:t>g</a:t>
            </a:r>
            <a:r>
              <a:rPr sz="1867" b="1" spc="-27" dirty="0">
                <a:latin typeface="Calibri"/>
                <a:cs typeface="Calibri"/>
              </a:rPr>
              <a:t>r</a:t>
            </a:r>
            <a:r>
              <a:rPr sz="1867" b="1" spc="-67" dirty="0">
                <a:latin typeface="Calibri"/>
                <a:cs typeface="Calibri"/>
              </a:rPr>
              <a:t>a</a:t>
            </a:r>
            <a:r>
              <a:rPr sz="1867" b="1" spc="-60" dirty="0">
                <a:latin typeface="Calibri"/>
                <a:cs typeface="Calibri"/>
              </a:rPr>
              <a:t>p</a:t>
            </a:r>
            <a:r>
              <a:rPr sz="1867" b="1" spc="-73" dirty="0">
                <a:latin typeface="Calibri"/>
                <a:cs typeface="Calibri"/>
              </a:rPr>
              <a:t>h</a:t>
            </a:r>
            <a:r>
              <a:rPr sz="1867" b="1" spc="-13" dirty="0">
                <a:latin typeface="Times New Roman"/>
                <a:cs typeface="Times New Roman"/>
              </a:rPr>
              <a:t> </a:t>
            </a:r>
            <a:r>
              <a:rPr sz="1867" b="1" spc="-40" dirty="0">
                <a:latin typeface="Calibri"/>
                <a:cs typeface="Calibri"/>
              </a:rPr>
              <a:t>c</a:t>
            </a:r>
            <a:r>
              <a:rPr sz="1867" b="1" spc="-73" dirty="0">
                <a:latin typeface="Calibri"/>
                <a:cs typeface="Calibri"/>
              </a:rPr>
              <a:t>an</a:t>
            </a:r>
            <a:r>
              <a:rPr sz="1867" b="1" spc="160" dirty="0">
                <a:latin typeface="Times New Roman"/>
                <a:cs typeface="Times New Roman"/>
              </a:rPr>
              <a:t> </a:t>
            </a:r>
            <a:r>
              <a:rPr sz="1867" b="1" spc="-60" dirty="0">
                <a:latin typeface="Calibri"/>
                <a:cs typeface="Calibri"/>
              </a:rPr>
              <a:t>h</a:t>
            </a:r>
            <a:r>
              <a:rPr sz="1867" b="1" spc="-67" dirty="0">
                <a:latin typeface="Calibri"/>
                <a:cs typeface="Calibri"/>
              </a:rPr>
              <a:t>a</a:t>
            </a:r>
            <a:r>
              <a:rPr sz="1867" b="1" spc="-53" dirty="0">
                <a:latin typeface="Calibri"/>
                <a:cs typeface="Calibri"/>
              </a:rPr>
              <a:t>v</a:t>
            </a:r>
            <a:r>
              <a:rPr sz="1867" b="1" spc="-67" dirty="0">
                <a:latin typeface="Calibri"/>
                <a:cs typeface="Calibri"/>
              </a:rPr>
              <a:t>e</a:t>
            </a:r>
            <a:r>
              <a:rPr sz="1867" b="1" spc="107" dirty="0">
                <a:latin typeface="Times New Roman"/>
                <a:cs typeface="Times New Roman"/>
              </a:rPr>
              <a:t> </a:t>
            </a:r>
            <a:r>
              <a:rPr sz="1867" b="1" spc="-67" dirty="0">
                <a:latin typeface="Calibri"/>
                <a:cs typeface="Calibri"/>
              </a:rPr>
              <a:t>cy</a:t>
            </a:r>
            <a:r>
              <a:rPr sz="1867" b="1" spc="-40" dirty="0">
                <a:latin typeface="Calibri"/>
                <a:cs typeface="Calibri"/>
              </a:rPr>
              <a:t>c</a:t>
            </a:r>
            <a:r>
              <a:rPr sz="1867" b="1" spc="-53" dirty="0">
                <a:latin typeface="Calibri"/>
                <a:cs typeface="Calibri"/>
              </a:rPr>
              <a:t>le</a:t>
            </a:r>
            <a:r>
              <a:rPr sz="1867" b="1" spc="120" dirty="0">
                <a:latin typeface="Times New Roman"/>
                <a:cs typeface="Times New Roman"/>
              </a:rPr>
              <a:t> </a:t>
            </a:r>
            <a:r>
              <a:rPr sz="1867" b="1" spc="-87" dirty="0">
                <a:latin typeface="Calibri"/>
                <a:cs typeface="Calibri"/>
              </a:rPr>
              <a:t>wh</a:t>
            </a:r>
            <a:r>
              <a:rPr sz="1867" b="1" spc="-20" dirty="0">
                <a:latin typeface="Calibri"/>
                <a:cs typeface="Calibri"/>
              </a:rPr>
              <a:t>i</a:t>
            </a:r>
            <a:r>
              <a:rPr sz="1867" b="1" spc="-53" dirty="0">
                <a:latin typeface="Calibri"/>
                <a:cs typeface="Calibri"/>
              </a:rPr>
              <a:t>le</a:t>
            </a:r>
            <a:r>
              <a:rPr sz="1867" b="1" spc="107" dirty="0">
                <a:latin typeface="Times New Roman"/>
                <a:cs typeface="Times New Roman"/>
              </a:rPr>
              <a:t> </a:t>
            </a:r>
            <a:r>
              <a:rPr sz="1867" b="1" spc="-47" dirty="0">
                <a:latin typeface="Calibri"/>
                <a:cs typeface="Calibri"/>
              </a:rPr>
              <a:t>t</a:t>
            </a:r>
            <a:r>
              <a:rPr sz="1867" b="1" spc="-60" dirty="0">
                <a:latin typeface="Calibri"/>
                <a:cs typeface="Calibri"/>
              </a:rPr>
              <a:t>h</a:t>
            </a:r>
            <a:r>
              <a:rPr sz="1867" b="1" spc="-67" dirty="0">
                <a:latin typeface="Calibri"/>
                <a:cs typeface="Calibri"/>
              </a:rPr>
              <a:t>e</a:t>
            </a:r>
            <a:r>
              <a:rPr sz="1867" b="1" spc="93" dirty="0">
                <a:latin typeface="Times New Roman"/>
                <a:cs typeface="Times New Roman"/>
              </a:rPr>
              <a:t> </a:t>
            </a:r>
            <a:r>
              <a:rPr sz="1867" b="1" spc="-33" dirty="0">
                <a:latin typeface="Calibri"/>
                <a:cs typeface="Calibri"/>
              </a:rPr>
              <a:t>t</a:t>
            </a:r>
            <a:r>
              <a:rPr sz="1867" b="1" spc="-27" dirty="0">
                <a:latin typeface="Calibri"/>
                <a:cs typeface="Calibri"/>
              </a:rPr>
              <a:t>r</a:t>
            </a:r>
            <a:r>
              <a:rPr sz="1867" b="1" spc="-73" dirty="0">
                <a:latin typeface="Calibri"/>
                <a:cs typeface="Calibri"/>
              </a:rPr>
              <a:t>e</a:t>
            </a:r>
            <a:r>
              <a:rPr sz="1867" b="1" spc="-67" dirty="0">
                <a:latin typeface="Calibri"/>
                <a:cs typeface="Calibri"/>
              </a:rPr>
              <a:t>e</a:t>
            </a:r>
            <a:r>
              <a:rPr sz="1867" b="1" spc="107" dirty="0">
                <a:latin typeface="Times New Roman"/>
                <a:cs typeface="Times New Roman"/>
              </a:rPr>
              <a:t> </a:t>
            </a:r>
            <a:r>
              <a:rPr sz="1867" b="1" spc="-40" dirty="0">
                <a:latin typeface="Calibri"/>
                <a:cs typeface="Calibri"/>
              </a:rPr>
              <a:t>c</a:t>
            </a:r>
            <a:r>
              <a:rPr sz="1867" b="1" spc="-73" dirty="0">
                <a:latin typeface="Calibri"/>
                <a:cs typeface="Calibri"/>
              </a:rPr>
              <a:t>an</a:t>
            </a:r>
            <a:r>
              <a:rPr sz="1867" b="1" dirty="0">
                <a:latin typeface="Times New Roman"/>
                <a:cs typeface="Times New Roman"/>
              </a:rPr>
              <a:t> </a:t>
            </a:r>
            <a:r>
              <a:rPr sz="1867" b="1" spc="-73" dirty="0">
                <a:latin typeface="Calibri"/>
                <a:cs typeface="Calibri"/>
              </a:rPr>
              <a:t>n</a:t>
            </a:r>
            <a:r>
              <a:rPr sz="1867" b="1" spc="-60" dirty="0">
                <a:latin typeface="Calibri"/>
                <a:cs typeface="Calibri"/>
              </a:rPr>
              <a:t>o</a:t>
            </a:r>
            <a:r>
              <a:rPr sz="1867" b="1" spc="-47" dirty="0">
                <a:latin typeface="Calibri"/>
                <a:cs typeface="Calibri"/>
              </a:rPr>
              <a:t>t</a:t>
            </a:r>
            <a:r>
              <a:rPr sz="1867" b="1" spc="93" dirty="0">
                <a:latin typeface="Times New Roman"/>
                <a:cs typeface="Times New Roman"/>
              </a:rPr>
              <a:t> </a:t>
            </a:r>
            <a:r>
              <a:rPr sz="1867" b="1" spc="-73" dirty="0">
                <a:latin typeface="Calibri"/>
                <a:cs typeface="Calibri"/>
              </a:rPr>
              <a:t>h</a:t>
            </a:r>
            <a:r>
              <a:rPr sz="1867" b="1" spc="-53" dirty="0">
                <a:latin typeface="Calibri"/>
                <a:cs typeface="Calibri"/>
              </a:rPr>
              <a:t>a</a:t>
            </a:r>
            <a:r>
              <a:rPr sz="1867" b="1" spc="-73" dirty="0">
                <a:latin typeface="Calibri"/>
                <a:cs typeface="Calibri"/>
              </a:rPr>
              <a:t>v</a:t>
            </a:r>
            <a:r>
              <a:rPr sz="1867" b="1" spc="-67" dirty="0">
                <a:latin typeface="Calibri"/>
                <a:cs typeface="Calibri"/>
              </a:rPr>
              <a:t>e</a:t>
            </a:r>
            <a:r>
              <a:rPr sz="1867" b="1" spc="107" dirty="0">
                <a:latin typeface="Times New Roman"/>
                <a:cs typeface="Times New Roman"/>
              </a:rPr>
              <a:t> </a:t>
            </a:r>
            <a:r>
              <a:rPr sz="1867" b="1" spc="-47" dirty="0">
                <a:latin typeface="Calibri"/>
                <a:cs typeface="Calibri"/>
              </a:rPr>
              <a:t>th</a:t>
            </a:r>
            <a:r>
              <a:rPr sz="1867" b="1" spc="-67" dirty="0">
                <a:latin typeface="Calibri"/>
                <a:cs typeface="Calibri"/>
              </a:rPr>
              <a:t>e</a:t>
            </a:r>
            <a:r>
              <a:rPr sz="1867" b="1" spc="107" dirty="0">
                <a:latin typeface="Times New Roman"/>
                <a:cs typeface="Times New Roman"/>
              </a:rPr>
              <a:t> </a:t>
            </a:r>
            <a:r>
              <a:rPr sz="1867" b="1" spc="-73" dirty="0">
                <a:latin typeface="Calibri"/>
                <a:cs typeface="Calibri"/>
              </a:rPr>
              <a:t>o</a:t>
            </a:r>
            <a:r>
              <a:rPr sz="1867" b="1" spc="-60" dirty="0">
                <a:latin typeface="Calibri"/>
                <a:cs typeface="Calibri"/>
              </a:rPr>
              <a:t>ne.</a:t>
            </a:r>
            <a:endParaRPr sz="1867">
              <a:latin typeface="Calibri"/>
              <a:cs typeface="Calibri"/>
            </a:endParaRPr>
          </a:p>
        </p:txBody>
      </p:sp>
      <p:sp>
        <p:nvSpPr>
          <p:cNvPr id="20493" name="object 13">
            <a:extLst>
              <a:ext uri="{FF2B5EF4-FFF2-40B4-BE49-F238E27FC236}">
                <a16:creationId xmlns:a16="http://schemas.microsoft.com/office/drawing/2014/main" id="{EB91A9D6-A080-630B-3B6E-41FDFFCD4B21}"/>
              </a:ext>
            </a:extLst>
          </p:cNvPr>
          <p:cNvSpPr>
            <a:spLocks noChangeArrowheads="1"/>
          </p:cNvSpPr>
          <p:nvPr/>
        </p:nvSpPr>
        <p:spPr bwMode="auto">
          <a:xfrm>
            <a:off x="325967" y="1661584"/>
            <a:ext cx="11245851" cy="71120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0494" name="object 14">
            <a:extLst>
              <a:ext uri="{FF2B5EF4-FFF2-40B4-BE49-F238E27FC236}">
                <a16:creationId xmlns:a16="http://schemas.microsoft.com/office/drawing/2014/main" id="{9949DC9E-D756-A9F0-A397-317DA0B0A356}"/>
              </a:ext>
            </a:extLst>
          </p:cNvPr>
          <p:cNvSpPr>
            <a:spLocks/>
          </p:cNvSpPr>
          <p:nvPr/>
        </p:nvSpPr>
        <p:spPr bwMode="auto">
          <a:xfrm>
            <a:off x="342900" y="1729318"/>
            <a:ext cx="160867" cy="158749"/>
          </a:xfrm>
          <a:custGeom>
            <a:avLst/>
            <a:gdLst>
              <a:gd name="T0" fmla="*/ 60056 w 120650"/>
              <a:gd name="T1" fmla="*/ 69437 h 119380"/>
              <a:gd name="T2" fmla="*/ 35706 w 120650"/>
              <a:gd name="T3" fmla="*/ 93098 h 119380"/>
              <a:gd name="T4" fmla="*/ 60056 w 120650"/>
              <a:gd name="T5" fmla="*/ 116792 h 119380"/>
              <a:gd name="T6" fmla="*/ 84416 w 120650"/>
              <a:gd name="T7" fmla="*/ 93098 h 119380"/>
              <a:gd name="T8" fmla="*/ 60056 w 120650"/>
              <a:gd name="T9" fmla="*/ 69437 h 119380"/>
              <a:gd name="T10" fmla="*/ 24348 w 120650"/>
              <a:gd name="T11" fmla="*/ 34762 h 119380"/>
              <a:gd name="T12" fmla="*/ 0 w 120650"/>
              <a:gd name="T13" fmla="*/ 58455 h 119380"/>
              <a:gd name="T14" fmla="*/ 24348 w 120650"/>
              <a:gd name="T15" fmla="*/ 82150 h 119380"/>
              <a:gd name="T16" fmla="*/ 48778 w 120650"/>
              <a:gd name="T17" fmla="*/ 58455 h 119380"/>
              <a:gd name="T18" fmla="*/ 24348 w 120650"/>
              <a:gd name="T19" fmla="*/ 34762 h 119380"/>
              <a:gd name="T20" fmla="*/ 95785 w 120650"/>
              <a:gd name="T21" fmla="*/ 34762 h 119380"/>
              <a:gd name="T22" fmla="*/ 71425 w 120650"/>
              <a:gd name="T23" fmla="*/ 58455 h 119380"/>
              <a:gd name="T24" fmla="*/ 95785 w 120650"/>
              <a:gd name="T25" fmla="*/ 82150 h 119380"/>
              <a:gd name="T26" fmla="*/ 120123 w 120650"/>
              <a:gd name="T27" fmla="*/ 58455 h 119380"/>
              <a:gd name="T28" fmla="*/ 95785 w 120650"/>
              <a:gd name="T29" fmla="*/ 34762 h 119380"/>
              <a:gd name="T30" fmla="*/ 60056 w 120650"/>
              <a:gd name="T31" fmla="*/ 0 h 119380"/>
              <a:gd name="T32" fmla="*/ 35706 w 120650"/>
              <a:gd name="T33" fmla="*/ 23663 h 119380"/>
              <a:gd name="T34" fmla="*/ 60056 w 120650"/>
              <a:gd name="T35" fmla="*/ 47476 h 119380"/>
              <a:gd name="T36" fmla="*/ 84486 w 120650"/>
              <a:gd name="T37" fmla="*/ 23663 h 119380"/>
              <a:gd name="T38" fmla="*/ 60056 w 120650"/>
              <a:gd name="T39" fmla="*/ 0 h 11938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0650" h="119380">
                <a:moveTo>
                  <a:pt x="60056" y="70744"/>
                </a:moveTo>
                <a:lnTo>
                  <a:pt x="35706" y="94853"/>
                </a:lnTo>
                <a:lnTo>
                  <a:pt x="60056" y="118993"/>
                </a:lnTo>
                <a:lnTo>
                  <a:pt x="84416" y="94853"/>
                </a:lnTo>
                <a:lnTo>
                  <a:pt x="60056" y="70744"/>
                </a:lnTo>
                <a:close/>
              </a:path>
              <a:path w="120650" h="119380">
                <a:moveTo>
                  <a:pt x="24348" y="35417"/>
                </a:moveTo>
                <a:lnTo>
                  <a:pt x="0" y="59557"/>
                </a:lnTo>
                <a:lnTo>
                  <a:pt x="24348" y="83698"/>
                </a:lnTo>
                <a:lnTo>
                  <a:pt x="48778" y="59557"/>
                </a:lnTo>
                <a:lnTo>
                  <a:pt x="24348" y="35417"/>
                </a:lnTo>
                <a:close/>
              </a:path>
              <a:path w="120650" h="119380">
                <a:moveTo>
                  <a:pt x="95785" y="35417"/>
                </a:moveTo>
                <a:lnTo>
                  <a:pt x="71425" y="59557"/>
                </a:lnTo>
                <a:lnTo>
                  <a:pt x="95785" y="83698"/>
                </a:lnTo>
                <a:lnTo>
                  <a:pt x="120123" y="59557"/>
                </a:lnTo>
                <a:lnTo>
                  <a:pt x="95785" y="35417"/>
                </a:lnTo>
                <a:close/>
              </a:path>
              <a:path w="120650" h="119380">
                <a:moveTo>
                  <a:pt x="60056" y="0"/>
                </a:moveTo>
                <a:lnTo>
                  <a:pt x="35706" y="24109"/>
                </a:lnTo>
                <a:lnTo>
                  <a:pt x="60056" y="48371"/>
                </a:lnTo>
                <a:lnTo>
                  <a:pt x="84486" y="24109"/>
                </a:lnTo>
                <a:lnTo>
                  <a:pt x="600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95" name="object 15">
            <a:extLst>
              <a:ext uri="{FF2B5EF4-FFF2-40B4-BE49-F238E27FC236}">
                <a16:creationId xmlns:a16="http://schemas.microsoft.com/office/drawing/2014/main" id="{B112D64E-D1A9-28E7-BF01-EE42D4CA261C}"/>
              </a:ext>
            </a:extLst>
          </p:cNvPr>
          <p:cNvSpPr>
            <a:spLocks noChangeArrowheads="1"/>
          </p:cNvSpPr>
          <p:nvPr/>
        </p:nvSpPr>
        <p:spPr bwMode="auto">
          <a:xfrm>
            <a:off x="325967" y="2514600"/>
            <a:ext cx="4864100" cy="27940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0496" name="object 16">
            <a:extLst>
              <a:ext uri="{FF2B5EF4-FFF2-40B4-BE49-F238E27FC236}">
                <a16:creationId xmlns:a16="http://schemas.microsoft.com/office/drawing/2014/main" id="{3969A88B-1E82-080B-0C22-CA6C459720C3}"/>
              </a:ext>
            </a:extLst>
          </p:cNvPr>
          <p:cNvSpPr>
            <a:spLocks/>
          </p:cNvSpPr>
          <p:nvPr/>
        </p:nvSpPr>
        <p:spPr bwMode="auto">
          <a:xfrm>
            <a:off x="342900" y="2578101"/>
            <a:ext cx="160867" cy="158751"/>
          </a:xfrm>
          <a:custGeom>
            <a:avLst/>
            <a:gdLst>
              <a:gd name="T0" fmla="*/ 60056 w 120650"/>
              <a:gd name="T1" fmla="*/ 69440 h 119380"/>
              <a:gd name="T2" fmla="*/ 35706 w 120650"/>
              <a:gd name="T3" fmla="*/ 93103 h 119380"/>
              <a:gd name="T4" fmla="*/ 60056 w 120650"/>
              <a:gd name="T5" fmla="*/ 116799 h 119380"/>
              <a:gd name="T6" fmla="*/ 84416 w 120650"/>
              <a:gd name="T7" fmla="*/ 93103 h 119380"/>
              <a:gd name="T8" fmla="*/ 60056 w 120650"/>
              <a:gd name="T9" fmla="*/ 69440 h 119380"/>
              <a:gd name="T10" fmla="*/ 24348 w 120650"/>
              <a:gd name="T11" fmla="*/ 34763 h 119380"/>
              <a:gd name="T12" fmla="*/ 0 w 120650"/>
              <a:gd name="T13" fmla="*/ 58459 h 119380"/>
              <a:gd name="T14" fmla="*/ 24348 w 120650"/>
              <a:gd name="T15" fmla="*/ 82155 h 119380"/>
              <a:gd name="T16" fmla="*/ 48778 w 120650"/>
              <a:gd name="T17" fmla="*/ 58459 h 119380"/>
              <a:gd name="T18" fmla="*/ 24348 w 120650"/>
              <a:gd name="T19" fmla="*/ 34763 h 119380"/>
              <a:gd name="T20" fmla="*/ 95785 w 120650"/>
              <a:gd name="T21" fmla="*/ 34763 h 119380"/>
              <a:gd name="T22" fmla="*/ 71425 w 120650"/>
              <a:gd name="T23" fmla="*/ 58459 h 119380"/>
              <a:gd name="T24" fmla="*/ 95785 w 120650"/>
              <a:gd name="T25" fmla="*/ 82155 h 119380"/>
              <a:gd name="T26" fmla="*/ 120123 w 120650"/>
              <a:gd name="T27" fmla="*/ 58459 h 119380"/>
              <a:gd name="T28" fmla="*/ 95785 w 120650"/>
              <a:gd name="T29" fmla="*/ 34763 h 119380"/>
              <a:gd name="T30" fmla="*/ 60056 w 120650"/>
              <a:gd name="T31" fmla="*/ 0 h 119380"/>
              <a:gd name="T32" fmla="*/ 35706 w 120650"/>
              <a:gd name="T33" fmla="*/ 23664 h 119380"/>
              <a:gd name="T34" fmla="*/ 60056 w 120650"/>
              <a:gd name="T35" fmla="*/ 47480 h 119380"/>
              <a:gd name="T36" fmla="*/ 84486 w 120650"/>
              <a:gd name="T37" fmla="*/ 23664 h 119380"/>
              <a:gd name="T38" fmla="*/ 60056 w 120650"/>
              <a:gd name="T39" fmla="*/ 0 h 11938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0650" h="119380">
                <a:moveTo>
                  <a:pt x="60056" y="70744"/>
                </a:moveTo>
                <a:lnTo>
                  <a:pt x="35706" y="94853"/>
                </a:lnTo>
                <a:lnTo>
                  <a:pt x="60056" y="118993"/>
                </a:lnTo>
                <a:lnTo>
                  <a:pt x="84416" y="94853"/>
                </a:lnTo>
                <a:lnTo>
                  <a:pt x="60056" y="70744"/>
                </a:lnTo>
                <a:close/>
              </a:path>
              <a:path w="120650" h="119380">
                <a:moveTo>
                  <a:pt x="24348" y="35417"/>
                </a:moveTo>
                <a:lnTo>
                  <a:pt x="0" y="59557"/>
                </a:lnTo>
                <a:lnTo>
                  <a:pt x="24348" y="83698"/>
                </a:lnTo>
                <a:lnTo>
                  <a:pt x="48778" y="59557"/>
                </a:lnTo>
                <a:lnTo>
                  <a:pt x="24348" y="35417"/>
                </a:lnTo>
                <a:close/>
              </a:path>
              <a:path w="120650" h="119380">
                <a:moveTo>
                  <a:pt x="95785" y="35417"/>
                </a:moveTo>
                <a:lnTo>
                  <a:pt x="71425" y="59557"/>
                </a:lnTo>
                <a:lnTo>
                  <a:pt x="95785" y="83698"/>
                </a:lnTo>
                <a:lnTo>
                  <a:pt x="120123" y="59557"/>
                </a:lnTo>
                <a:lnTo>
                  <a:pt x="95785" y="35417"/>
                </a:lnTo>
                <a:close/>
              </a:path>
              <a:path w="120650" h="119380">
                <a:moveTo>
                  <a:pt x="60056" y="0"/>
                </a:moveTo>
                <a:lnTo>
                  <a:pt x="35706" y="24109"/>
                </a:lnTo>
                <a:lnTo>
                  <a:pt x="60056" y="48371"/>
                </a:lnTo>
                <a:lnTo>
                  <a:pt x="84486" y="24109"/>
                </a:lnTo>
                <a:lnTo>
                  <a:pt x="600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97" name="object 17">
            <a:extLst>
              <a:ext uri="{FF2B5EF4-FFF2-40B4-BE49-F238E27FC236}">
                <a16:creationId xmlns:a16="http://schemas.microsoft.com/office/drawing/2014/main" id="{74D4CE91-826B-E082-024A-D95FFD0F2578}"/>
              </a:ext>
            </a:extLst>
          </p:cNvPr>
          <p:cNvSpPr>
            <a:spLocks noChangeArrowheads="1"/>
          </p:cNvSpPr>
          <p:nvPr/>
        </p:nvSpPr>
        <p:spPr bwMode="auto">
          <a:xfrm>
            <a:off x="9853084" y="2156885"/>
            <a:ext cx="1397000" cy="732367"/>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0498" name="object 18">
            <a:extLst>
              <a:ext uri="{FF2B5EF4-FFF2-40B4-BE49-F238E27FC236}">
                <a16:creationId xmlns:a16="http://schemas.microsoft.com/office/drawing/2014/main" id="{A1B2A159-7897-1394-B44F-8FE3885A33F4}"/>
              </a:ext>
            </a:extLst>
          </p:cNvPr>
          <p:cNvSpPr>
            <a:spLocks/>
          </p:cNvSpPr>
          <p:nvPr/>
        </p:nvSpPr>
        <p:spPr bwMode="auto">
          <a:xfrm>
            <a:off x="9872134" y="2290233"/>
            <a:ext cx="1377951" cy="577851"/>
          </a:xfrm>
          <a:custGeom>
            <a:avLst/>
            <a:gdLst>
              <a:gd name="T0" fmla="*/ 99147 w 1033779"/>
              <a:gd name="T1" fmla="*/ 6126 h 433069"/>
              <a:gd name="T2" fmla="*/ 45133 w 1033779"/>
              <a:gd name="T3" fmla="*/ 39826 h 433069"/>
              <a:gd name="T4" fmla="*/ 14430 w 1033779"/>
              <a:gd name="T5" fmla="*/ 88846 h 433069"/>
              <a:gd name="T6" fmla="*/ 21385 w 1033779"/>
              <a:gd name="T7" fmla="*/ 272673 h 433069"/>
              <a:gd name="T8" fmla="*/ 83793 w 1033779"/>
              <a:gd name="T9" fmla="*/ 337012 h 433069"/>
              <a:gd name="T10" fmla="*/ 188561 w 1033779"/>
              <a:gd name="T11" fmla="*/ 431989 h 433069"/>
              <a:gd name="T12" fmla="*/ 251677 w 1033779"/>
              <a:gd name="T13" fmla="*/ 379904 h 433069"/>
              <a:gd name="T14" fmla="*/ 209754 w 1033779"/>
              <a:gd name="T15" fmla="*/ 346203 h 433069"/>
              <a:gd name="T16" fmla="*/ 253227 w 1033779"/>
              <a:gd name="T17" fmla="*/ 297183 h 433069"/>
              <a:gd name="T18" fmla="*/ 95375 w 1033779"/>
              <a:gd name="T19" fmla="*/ 257354 h 433069"/>
              <a:gd name="T20" fmla="*/ 112291 w 1033779"/>
              <a:gd name="T21" fmla="*/ 73529 h 433069"/>
              <a:gd name="T22" fmla="*/ 168502 w 1033779"/>
              <a:gd name="T23" fmla="*/ 3061 h 433069"/>
              <a:gd name="T24" fmla="*/ 262046 w 1033779"/>
              <a:gd name="T25" fmla="*/ 376840 h 433069"/>
              <a:gd name="T26" fmla="*/ 245610 w 1033779"/>
              <a:gd name="T27" fmla="*/ 6126 h 433069"/>
              <a:gd name="T28" fmla="*/ 266966 w 1033779"/>
              <a:gd name="T29" fmla="*/ 73529 h 433069"/>
              <a:gd name="T30" fmla="*/ 288609 w 1033779"/>
              <a:gd name="T31" fmla="*/ 177697 h 433069"/>
              <a:gd name="T32" fmla="*/ 260051 w 1033779"/>
              <a:gd name="T33" fmla="*/ 289041 h 433069"/>
              <a:gd name="T34" fmla="*/ 328068 w 1033779"/>
              <a:gd name="T35" fmla="*/ 343139 h 433069"/>
              <a:gd name="T36" fmla="*/ 416817 w 1033779"/>
              <a:gd name="T37" fmla="*/ 343139 h 433069"/>
              <a:gd name="T38" fmla="*/ 470403 w 1033779"/>
              <a:gd name="T39" fmla="*/ 309438 h 433069"/>
              <a:gd name="T40" fmla="*/ 320643 w 1033779"/>
              <a:gd name="T41" fmla="*/ 217526 h 433069"/>
              <a:gd name="T42" fmla="*/ 705057 w 1033779"/>
              <a:gd name="T43" fmla="*/ 340075 h 433069"/>
              <a:gd name="T44" fmla="*/ 806127 w 1033779"/>
              <a:gd name="T45" fmla="*/ 343139 h 433069"/>
              <a:gd name="T46" fmla="*/ 859713 w 1033779"/>
              <a:gd name="T47" fmla="*/ 309438 h 433069"/>
              <a:gd name="T48" fmla="*/ 634921 w 1033779"/>
              <a:gd name="T49" fmla="*/ 6126 h 433069"/>
              <a:gd name="T50" fmla="*/ 477101 w 1033779"/>
              <a:gd name="T51" fmla="*/ 297183 h 433069"/>
              <a:gd name="T52" fmla="*/ 664544 w 1033779"/>
              <a:gd name="T53" fmla="*/ 312502 h 433069"/>
              <a:gd name="T54" fmla="*/ 544950 w 1033779"/>
              <a:gd name="T55" fmla="*/ 193016 h 433069"/>
              <a:gd name="T56" fmla="*/ 634952 w 1033779"/>
              <a:gd name="T57" fmla="*/ 70467 h 433069"/>
              <a:gd name="T58" fmla="*/ 884443 w 1033779"/>
              <a:gd name="T59" fmla="*/ 235908 h 433069"/>
              <a:gd name="T60" fmla="*/ 1031072 w 1033779"/>
              <a:gd name="T61" fmla="*/ 343139 h 433069"/>
              <a:gd name="T62" fmla="*/ 1031072 w 1033779"/>
              <a:gd name="T63" fmla="*/ 128677 h 433069"/>
              <a:gd name="T64" fmla="*/ 672297 w 1033779"/>
              <a:gd name="T65" fmla="*/ 6126 h 433069"/>
              <a:gd name="T66" fmla="*/ 664544 w 1033779"/>
              <a:gd name="T67" fmla="*/ 312502 h 433069"/>
              <a:gd name="T68" fmla="*/ 709954 w 1033779"/>
              <a:gd name="T69" fmla="*/ 217526 h 433069"/>
              <a:gd name="T70" fmla="*/ 709954 w 1033779"/>
              <a:gd name="T71" fmla="*/ 70467 h 433069"/>
              <a:gd name="T72" fmla="*/ 470435 w 1033779"/>
              <a:gd name="T73" fmla="*/ 309379 h 433069"/>
              <a:gd name="T74" fmla="*/ 495647 w 1033779"/>
              <a:gd name="T75" fmla="*/ 6126 h 433069"/>
              <a:gd name="T76" fmla="*/ 872078 w 1033779"/>
              <a:gd name="T77" fmla="*/ 287992 h 433069"/>
              <a:gd name="T78" fmla="*/ 245720 w 1033779"/>
              <a:gd name="T79" fmla="*/ 226717 h 433069"/>
              <a:gd name="T80" fmla="*/ 272406 w 1033779"/>
              <a:gd name="T81" fmla="*/ 263482 h 433069"/>
              <a:gd name="T82" fmla="*/ 280762 w 1033779"/>
              <a:gd name="T83" fmla="*/ 107232 h 433069"/>
              <a:gd name="T84" fmla="*/ 245902 w 1033779"/>
              <a:gd name="T85" fmla="*/ 42892 h 433069"/>
              <a:gd name="T86" fmla="*/ 176006 w 1033779"/>
              <a:gd name="T87" fmla="*/ 73529 h 433069"/>
              <a:gd name="T88" fmla="*/ 197761 w 1033779"/>
              <a:gd name="T89" fmla="*/ 248163 h 433069"/>
              <a:gd name="T90" fmla="*/ 255651 w 1033779"/>
              <a:gd name="T91" fmla="*/ 278800 h 433069"/>
              <a:gd name="T92" fmla="*/ 245639 w 1033779"/>
              <a:gd name="T93" fmla="*/ 64336 h 433069"/>
              <a:gd name="T94" fmla="*/ 393863 w 1033779"/>
              <a:gd name="T95" fmla="*/ 278800 h 433069"/>
              <a:gd name="T96" fmla="*/ 810047 w 1033779"/>
              <a:gd name="T97" fmla="*/ 6126 h 433069"/>
              <a:gd name="T98" fmla="*/ 859746 w 1033779"/>
              <a:gd name="T99" fmla="*/ 284928 h 433069"/>
              <a:gd name="T100" fmla="*/ 709954 w 1033779"/>
              <a:gd name="T101" fmla="*/ 193016 h 433069"/>
              <a:gd name="T102" fmla="*/ 709954 w 1033779"/>
              <a:gd name="T103" fmla="*/ 70467 h 4330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1033779" h="433069">
                <a:moveTo>
                  <a:pt x="154405" y="0"/>
                </a:moveTo>
                <a:lnTo>
                  <a:pt x="138981" y="0"/>
                </a:lnTo>
                <a:lnTo>
                  <a:pt x="125139" y="3047"/>
                </a:lnTo>
                <a:lnTo>
                  <a:pt x="111936" y="3047"/>
                </a:lnTo>
                <a:lnTo>
                  <a:pt x="99357" y="6095"/>
                </a:lnTo>
                <a:lnTo>
                  <a:pt x="87384" y="12191"/>
                </a:lnTo>
                <a:lnTo>
                  <a:pt x="76001" y="15239"/>
                </a:lnTo>
                <a:lnTo>
                  <a:pt x="65193" y="24383"/>
                </a:lnTo>
                <a:lnTo>
                  <a:pt x="54941" y="30479"/>
                </a:lnTo>
                <a:lnTo>
                  <a:pt x="45231" y="39623"/>
                </a:lnTo>
                <a:lnTo>
                  <a:pt x="36044" y="48767"/>
                </a:lnTo>
                <a:lnTo>
                  <a:pt x="29742" y="57911"/>
                </a:lnTo>
                <a:lnTo>
                  <a:pt x="24043" y="67055"/>
                </a:lnTo>
                <a:lnTo>
                  <a:pt x="18948" y="79247"/>
                </a:lnTo>
                <a:lnTo>
                  <a:pt x="14458" y="88391"/>
                </a:lnTo>
                <a:lnTo>
                  <a:pt x="2552" y="137159"/>
                </a:lnTo>
                <a:lnTo>
                  <a:pt x="0" y="185927"/>
                </a:lnTo>
                <a:lnTo>
                  <a:pt x="875" y="198119"/>
                </a:lnTo>
                <a:lnTo>
                  <a:pt x="7688" y="237743"/>
                </a:lnTo>
                <a:lnTo>
                  <a:pt x="21434" y="271271"/>
                </a:lnTo>
                <a:lnTo>
                  <a:pt x="27700" y="283463"/>
                </a:lnTo>
                <a:lnTo>
                  <a:pt x="34860" y="292607"/>
                </a:lnTo>
                <a:lnTo>
                  <a:pt x="42945" y="304799"/>
                </a:lnTo>
                <a:lnTo>
                  <a:pt x="52161" y="313943"/>
                </a:lnTo>
                <a:lnTo>
                  <a:pt x="83975" y="335279"/>
                </a:lnTo>
                <a:lnTo>
                  <a:pt x="122079" y="344423"/>
                </a:lnTo>
                <a:lnTo>
                  <a:pt x="136186" y="347471"/>
                </a:lnTo>
                <a:lnTo>
                  <a:pt x="137295" y="359663"/>
                </a:lnTo>
                <a:lnTo>
                  <a:pt x="155251" y="402335"/>
                </a:lnTo>
                <a:lnTo>
                  <a:pt x="188967" y="429767"/>
                </a:lnTo>
                <a:lnTo>
                  <a:pt x="200273" y="432815"/>
                </a:lnTo>
                <a:lnTo>
                  <a:pt x="273201" y="432815"/>
                </a:lnTo>
                <a:lnTo>
                  <a:pt x="289325" y="426719"/>
                </a:lnTo>
                <a:lnTo>
                  <a:pt x="289325" y="377951"/>
                </a:lnTo>
                <a:lnTo>
                  <a:pt x="252216" y="377951"/>
                </a:lnTo>
                <a:lnTo>
                  <a:pt x="234741" y="374903"/>
                </a:lnTo>
                <a:lnTo>
                  <a:pt x="222760" y="371855"/>
                </a:lnTo>
                <a:lnTo>
                  <a:pt x="213101" y="365759"/>
                </a:lnTo>
                <a:lnTo>
                  <a:pt x="209779" y="356615"/>
                </a:lnTo>
                <a:lnTo>
                  <a:pt x="210202" y="344423"/>
                </a:lnTo>
                <a:lnTo>
                  <a:pt x="215936" y="329183"/>
                </a:lnTo>
                <a:lnTo>
                  <a:pt x="226470" y="323087"/>
                </a:lnTo>
                <a:lnTo>
                  <a:pt x="236275" y="313943"/>
                </a:lnTo>
                <a:lnTo>
                  <a:pt x="245369" y="304799"/>
                </a:lnTo>
                <a:lnTo>
                  <a:pt x="253769" y="295655"/>
                </a:lnTo>
                <a:lnTo>
                  <a:pt x="260611" y="287555"/>
                </a:lnTo>
                <a:lnTo>
                  <a:pt x="258838" y="283463"/>
                </a:lnTo>
                <a:lnTo>
                  <a:pt x="139313" y="283463"/>
                </a:lnTo>
                <a:lnTo>
                  <a:pt x="128085" y="280415"/>
                </a:lnTo>
                <a:lnTo>
                  <a:pt x="95578" y="256031"/>
                </a:lnTo>
                <a:lnTo>
                  <a:pt x="81340" y="219455"/>
                </a:lnTo>
                <a:lnTo>
                  <a:pt x="77472" y="164591"/>
                </a:lnTo>
                <a:lnTo>
                  <a:pt x="78150" y="152399"/>
                </a:lnTo>
                <a:lnTo>
                  <a:pt x="89330" y="103631"/>
                </a:lnTo>
                <a:lnTo>
                  <a:pt x="112529" y="73151"/>
                </a:lnTo>
                <a:lnTo>
                  <a:pt x="135471" y="64007"/>
                </a:lnTo>
                <a:lnTo>
                  <a:pt x="246164" y="64007"/>
                </a:lnTo>
                <a:lnTo>
                  <a:pt x="246153" y="42387"/>
                </a:lnTo>
                <a:lnTo>
                  <a:pt x="206862" y="12191"/>
                </a:lnTo>
                <a:lnTo>
                  <a:pt x="168866" y="3047"/>
                </a:lnTo>
                <a:lnTo>
                  <a:pt x="154405" y="0"/>
                </a:lnTo>
                <a:close/>
              </a:path>
              <a:path w="1033779" h="433069">
                <a:moveTo>
                  <a:pt x="289325" y="368807"/>
                </a:moveTo>
                <a:lnTo>
                  <a:pt x="278901" y="368807"/>
                </a:lnTo>
                <a:lnTo>
                  <a:pt x="274085" y="371855"/>
                </a:lnTo>
                <a:lnTo>
                  <a:pt x="262606" y="374903"/>
                </a:lnTo>
                <a:lnTo>
                  <a:pt x="252216" y="377951"/>
                </a:lnTo>
                <a:lnTo>
                  <a:pt x="289325" y="377951"/>
                </a:lnTo>
                <a:lnTo>
                  <a:pt x="289325" y="368807"/>
                </a:lnTo>
                <a:close/>
              </a:path>
              <a:path w="1033779" h="433069">
                <a:moveTo>
                  <a:pt x="321329" y="6095"/>
                </a:moveTo>
                <a:lnTo>
                  <a:pt x="246135" y="6095"/>
                </a:lnTo>
                <a:lnTo>
                  <a:pt x="246153" y="42387"/>
                </a:lnTo>
                <a:lnTo>
                  <a:pt x="246427" y="42671"/>
                </a:lnTo>
                <a:lnTo>
                  <a:pt x="254308" y="51815"/>
                </a:lnTo>
                <a:lnTo>
                  <a:pt x="261339" y="60959"/>
                </a:lnTo>
                <a:lnTo>
                  <a:pt x="267540" y="73151"/>
                </a:lnTo>
                <a:lnTo>
                  <a:pt x="272931" y="85343"/>
                </a:lnTo>
                <a:lnTo>
                  <a:pt x="277532" y="94487"/>
                </a:lnTo>
                <a:lnTo>
                  <a:pt x="286801" y="134111"/>
                </a:lnTo>
                <a:lnTo>
                  <a:pt x="289402" y="161543"/>
                </a:lnTo>
                <a:lnTo>
                  <a:pt x="289225" y="176783"/>
                </a:lnTo>
                <a:lnTo>
                  <a:pt x="285458" y="219455"/>
                </a:lnTo>
                <a:lnTo>
                  <a:pt x="272987" y="262127"/>
                </a:lnTo>
                <a:lnTo>
                  <a:pt x="268557" y="274319"/>
                </a:lnTo>
                <a:lnTo>
                  <a:pt x="261493" y="286511"/>
                </a:lnTo>
                <a:lnTo>
                  <a:pt x="260611" y="287555"/>
                </a:lnTo>
                <a:lnTo>
                  <a:pt x="261480" y="289559"/>
                </a:lnTo>
                <a:lnTo>
                  <a:pt x="268002" y="298703"/>
                </a:lnTo>
                <a:lnTo>
                  <a:pt x="275823" y="310895"/>
                </a:lnTo>
                <a:lnTo>
                  <a:pt x="285002" y="320039"/>
                </a:lnTo>
                <a:lnTo>
                  <a:pt x="328768" y="341375"/>
                </a:lnTo>
                <a:lnTo>
                  <a:pt x="356233" y="347471"/>
                </a:lnTo>
                <a:lnTo>
                  <a:pt x="378423" y="347471"/>
                </a:lnTo>
                <a:lnTo>
                  <a:pt x="392253" y="344423"/>
                </a:lnTo>
                <a:lnTo>
                  <a:pt x="405329" y="344423"/>
                </a:lnTo>
                <a:lnTo>
                  <a:pt x="417711" y="341375"/>
                </a:lnTo>
                <a:lnTo>
                  <a:pt x="429464" y="335279"/>
                </a:lnTo>
                <a:lnTo>
                  <a:pt x="440648" y="332231"/>
                </a:lnTo>
                <a:lnTo>
                  <a:pt x="451325" y="323087"/>
                </a:lnTo>
                <a:lnTo>
                  <a:pt x="461559" y="316991"/>
                </a:lnTo>
                <a:lnTo>
                  <a:pt x="471411" y="307847"/>
                </a:lnTo>
                <a:lnTo>
                  <a:pt x="471443" y="283463"/>
                </a:lnTo>
                <a:lnTo>
                  <a:pt x="365304" y="283463"/>
                </a:lnTo>
                <a:lnTo>
                  <a:pt x="351944" y="280415"/>
                </a:lnTo>
                <a:lnTo>
                  <a:pt x="324048" y="243839"/>
                </a:lnTo>
                <a:lnTo>
                  <a:pt x="321329" y="216407"/>
                </a:lnTo>
                <a:lnTo>
                  <a:pt x="321329" y="6095"/>
                </a:lnTo>
                <a:close/>
              </a:path>
              <a:path w="1033779" h="433069">
                <a:moveTo>
                  <a:pt x="736588" y="277367"/>
                </a:moveTo>
                <a:lnTo>
                  <a:pt x="673739" y="277367"/>
                </a:lnTo>
                <a:lnTo>
                  <a:pt x="673739" y="318638"/>
                </a:lnTo>
                <a:lnTo>
                  <a:pt x="706569" y="338327"/>
                </a:lnTo>
                <a:lnTo>
                  <a:pt x="746377" y="347471"/>
                </a:lnTo>
                <a:lnTo>
                  <a:pt x="768567" y="347471"/>
                </a:lnTo>
                <a:lnTo>
                  <a:pt x="782397" y="344423"/>
                </a:lnTo>
                <a:lnTo>
                  <a:pt x="795473" y="344423"/>
                </a:lnTo>
                <a:lnTo>
                  <a:pt x="807855" y="341375"/>
                </a:lnTo>
                <a:lnTo>
                  <a:pt x="819608" y="335279"/>
                </a:lnTo>
                <a:lnTo>
                  <a:pt x="830792" y="332231"/>
                </a:lnTo>
                <a:lnTo>
                  <a:pt x="841469" y="323087"/>
                </a:lnTo>
                <a:lnTo>
                  <a:pt x="851703" y="316991"/>
                </a:lnTo>
                <a:lnTo>
                  <a:pt x="861554" y="307847"/>
                </a:lnTo>
                <a:lnTo>
                  <a:pt x="861587" y="283463"/>
                </a:lnTo>
                <a:lnTo>
                  <a:pt x="755448" y="283463"/>
                </a:lnTo>
                <a:lnTo>
                  <a:pt x="742088" y="280415"/>
                </a:lnTo>
                <a:lnTo>
                  <a:pt x="736588" y="277367"/>
                </a:lnTo>
                <a:close/>
              </a:path>
              <a:path w="1033779" h="433069">
                <a:moveTo>
                  <a:pt x="636279" y="6095"/>
                </a:moveTo>
                <a:lnTo>
                  <a:pt x="496711" y="6095"/>
                </a:lnTo>
                <a:lnTo>
                  <a:pt x="496711" y="219455"/>
                </a:lnTo>
                <a:lnTo>
                  <a:pt x="496195" y="234695"/>
                </a:lnTo>
                <a:lnTo>
                  <a:pt x="488450" y="274319"/>
                </a:lnTo>
                <a:lnTo>
                  <a:pt x="478123" y="295655"/>
                </a:lnTo>
                <a:lnTo>
                  <a:pt x="471443" y="307788"/>
                </a:lnTo>
                <a:lnTo>
                  <a:pt x="471443" y="341375"/>
                </a:lnTo>
                <a:lnTo>
                  <a:pt x="673739" y="341375"/>
                </a:lnTo>
                <a:lnTo>
                  <a:pt x="673739" y="318638"/>
                </a:lnTo>
                <a:lnTo>
                  <a:pt x="665967" y="310895"/>
                </a:lnTo>
                <a:lnTo>
                  <a:pt x="658146" y="298703"/>
                </a:lnTo>
                <a:lnTo>
                  <a:pt x="651624" y="289559"/>
                </a:lnTo>
                <a:lnTo>
                  <a:pt x="646341" y="277367"/>
                </a:lnTo>
                <a:lnTo>
                  <a:pt x="546119" y="277367"/>
                </a:lnTo>
                <a:lnTo>
                  <a:pt x="546119" y="192023"/>
                </a:lnTo>
                <a:lnTo>
                  <a:pt x="636372" y="192023"/>
                </a:lnTo>
                <a:lnTo>
                  <a:pt x="636340" y="128015"/>
                </a:lnTo>
                <a:lnTo>
                  <a:pt x="546119" y="128015"/>
                </a:lnTo>
                <a:lnTo>
                  <a:pt x="546119" y="70103"/>
                </a:lnTo>
                <a:lnTo>
                  <a:pt x="636311" y="70103"/>
                </a:lnTo>
                <a:lnTo>
                  <a:pt x="636279" y="6095"/>
                </a:lnTo>
                <a:close/>
              </a:path>
              <a:path w="1033779" h="433069">
                <a:moveTo>
                  <a:pt x="1033281" y="6095"/>
                </a:moveTo>
                <a:lnTo>
                  <a:pt x="886855" y="6095"/>
                </a:lnTo>
                <a:lnTo>
                  <a:pt x="886855" y="219455"/>
                </a:lnTo>
                <a:lnTo>
                  <a:pt x="886339" y="234695"/>
                </a:lnTo>
                <a:lnTo>
                  <a:pt x="878594" y="274319"/>
                </a:lnTo>
                <a:lnTo>
                  <a:pt x="868267" y="295655"/>
                </a:lnTo>
                <a:lnTo>
                  <a:pt x="861587" y="307788"/>
                </a:lnTo>
                <a:lnTo>
                  <a:pt x="861587" y="341375"/>
                </a:lnTo>
                <a:lnTo>
                  <a:pt x="1033281" y="341375"/>
                </a:lnTo>
                <a:lnTo>
                  <a:pt x="1033281" y="277367"/>
                </a:lnTo>
                <a:lnTo>
                  <a:pt x="936263" y="277367"/>
                </a:lnTo>
                <a:lnTo>
                  <a:pt x="936263" y="192023"/>
                </a:lnTo>
                <a:lnTo>
                  <a:pt x="1033281" y="192023"/>
                </a:lnTo>
                <a:lnTo>
                  <a:pt x="1033281" y="128015"/>
                </a:lnTo>
                <a:lnTo>
                  <a:pt x="936263" y="128015"/>
                </a:lnTo>
                <a:lnTo>
                  <a:pt x="936263" y="70103"/>
                </a:lnTo>
                <a:lnTo>
                  <a:pt x="1033281" y="70103"/>
                </a:lnTo>
                <a:lnTo>
                  <a:pt x="1033281" y="6095"/>
                </a:lnTo>
                <a:close/>
              </a:path>
              <a:path w="1033779" h="433069">
                <a:moveTo>
                  <a:pt x="673739" y="6095"/>
                </a:moveTo>
                <a:lnTo>
                  <a:pt x="636279" y="6095"/>
                </a:lnTo>
                <a:lnTo>
                  <a:pt x="636389" y="225551"/>
                </a:lnTo>
                <a:lnTo>
                  <a:pt x="642235" y="265175"/>
                </a:lnTo>
                <a:lnTo>
                  <a:pt x="658146" y="298703"/>
                </a:lnTo>
                <a:lnTo>
                  <a:pt x="665967" y="310895"/>
                </a:lnTo>
                <a:lnTo>
                  <a:pt x="673739" y="318638"/>
                </a:lnTo>
                <a:lnTo>
                  <a:pt x="673739" y="277367"/>
                </a:lnTo>
                <a:lnTo>
                  <a:pt x="736588" y="277367"/>
                </a:lnTo>
                <a:lnTo>
                  <a:pt x="714192" y="243839"/>
                </a:lnTo>
                <a:lnTo>
                  <a:pt x="711473" y="216407"/>
                </a:lnTo>
                <a:lnTo>
                  <a:pt x="711473" y="192023"/>
                </a:lnTo>
                <a:lnTo>
                  <a:pt x="663711" y="192023"/>
                </a:lnTo>
                <a:lnTo>
                  <a:pt x="663711" y="128015"/>
                </a:lnTo>
                <a:lnTo>
                  <a:pt x="711473" y="128015"/>
                </a:lnTo>
                <a:lnTo>
                  <a:pt x="711473" y="70103"/>
                </a:lnTo>
                <a:lnTo>
                  <a:pt x="673739" y="70103"/>
                </a:lnTo>
                <a:lnTo>
                  <a:pt x="673739" y="6095"/>
                </a:lnTo>
                <a:close/>
              </a:path>
              <a:path w="1033779" h="433069">
                <a:moveTo>
                  <a:pt x="496711" y="6095"/>
                </a:moveTo>
                <a:lnTo>
                  <a:pt x="471443" y="6095"/>
                </a:lnTo>
                <a:lnTo>
                  <a:pt x="471443" y="307788"/>
                </a:lnTo>
                <a:lnTo>
                  <a:pt x="478123" y="295655"/>
                </a:lnTo>
                <a:lnTo>
                  <a:pt x="483803" y="286511"/>
                </a:lnTo>
                <a:lnTo>
                  <a:pt x="494646" y="249935"/>
                </a:lnTo>
                <a:lnTo>
                  <a:pt x="496711" y="219455"/>
                </a:lnTo>
                <a:lnTo>
                  <a:pt x="496711" y="6095"/>
                </a:lnTo>
                <a:close/>
              </a:path>
              <a:path w="1033779" h="433069">
                <a:moveTo>
                  <a:pt x="886855" y="6095"/>
                </a:moveTo>
                <a:lnTo>
                  <a:pt x="861587" y="6095"/>
                </a:lnTo>
                <a:lnTo>
                  <a:pt x="861587" y="307788"/>
                </a:lnTo>
                <a:lnTo>
                  <a:pt x="868267" y="295655"/>
                </a:lnTo>
                <a:lnTo>
                  <a:pt x="873947" y="286511"/>
                </a:lnTo>
                <a:lnTo>
                  <a:pt x="884790" y="249935"/>
                </a:lnTo>
                <a:lnTo>
                  <a:pt x="886855" y="219455"/>
                </a:lnTo>
                <a:lnTo>
                  <a:pt x="886855" y="6095"/>
                </a:lnTo>
                <a:close/>
              </a:path>
              <a:path w="1033779" h="433069">
                <a:moveTo>
                  <a:pt x="246153" y="42387"/>
                </a:moveTo>
                <a:lnTo>
                  <a:pt x="246245" y="225551"/>
                </a:lnTo>
                <a:lnTo>
                  <a:pt x="252091" y="265175"/>
                </a:lnTo>
                <a:lnTo>
                  <a:pt x="260611" y="287555"/>
                </a:lnTo>
                <a:lnTo>
                  <a:pt x="261493" y="286511"/>
                </a:lnTo>
                <a:lnTo>
                  <a:pt x="268557" y="274319"/>
                </a:lnTo>
                <a:lnTo>
                  <a:pt x="272987" y="262127"/>
                </a:lnTo>
                <a:lnTo>
                  <a:pt x="276895" y="252983"/>
                </a:lnTo>
                <a:lnTo>
                  <a:pt x="287250" y="207263"/>
                </a:lnTo>
                <a:lnTo>
                  <a:pt x="289402" y="161543"/>
                </a:lnTo>
                <a:lnTo>
                  <a:pt x="288446" y="146303"/>
                </a:lnTo>
                <a:lnTo>
                  <a:pt x="281364" y="106679"/>
                </a:lnTo>
                <a:lnTo>
                  <a:pt x="272931" y="85343"/>
                </a:lnTo>
                <a:lnTo>
                  <a:pt x="267540" y="73151"/>
                </a:lnTo>
                <a:lnTo>
                  <a:pt x="261339" y="60959"/>
                </a:lnTo>
                <a:lnTo>
                  <a:pt x="254308" y="51815"/>
                </a:lnTo>
                <a:lnTo>
                  <a:pt x="246427" y="42671"/>
                </a:lnTo>
                <a:lnTo>
                  <a:pt x="246153" y="42387"/>
                </a:lnTo>
                <a:close/>
              </a:path>
              <a:path w="1033779" h="433069">
                <a:moveTo>
                  <a:pt x="246164" y="64007"/>
                </a:moveTo>
                <a:lnTo>
                  <a:pt x="150904" y="64007"/>
                </a:lnTo>
                <a:lnTo>
                  <a:pt x="162061" y="67055"/>
                </a:lnTo>
                <a:lnTo>
                  <a:pt x="176384" y="73151"/>
                </a:lnTo>
                <a:lnTo>
                  <a:pt x="199474" y="103631"/>
                </a:lnTo>
                <a:lnTo>
                  <a:pt x="211155" y="152399"/>
                </a:lnTo>
                <a:lnTo>
                  <a:pt x="211869" y="185927"/>
                </a:lnTo>
                <a:lnTo>
                  <a:pt x="211051" y="198119"/>
                </a:lnTo>
                <a:lnTo>
                  <a:pt x="198186" y="246887"/>
                </a:lnTo>
                <a:lnTo>
                  <a:pt x="177894" y="271271"/>
                </a:lnTo>
                <a:lnTo>
                  <a:pt x="165328" y="280415"/>
                </a:lnTo>
                <a:lnTo>
                  <a:pt x="154018" y="283463"/>
                </a:lnTo>
                <a:lnTo>
                  <a:pt x="258838" y="283463"/>
                </a:lnTo>
                <a:lnTo>
                  <a:pt x="256197" y="277367"/>
                </a:lnTo>
                <a:lnTo>
                  <a:pt x="252091" y="265175"/>
                </a:lnTo>
                <a:lnTo>
                  <a:pt x="249105" y="252983"/>
                </a:lnTo>
                <a:lnTo>
                  <a:pt x="247176" y="240791"/>
                </a:lnTo>
                <a:lnTo>
                  <a:pt x="246245" y="225551"/>
                </a:lnTo>
                <a:lnTo>
                  <a:pt x="246164" y="64007"/>
                </a:lnTo>
                <a:close/>
              </a:path>
              <a:path w="1033779" h="433069">
                <a:moveTo>
                  <a:pt x="471443" y="6095"/>
                </a:moveTo>
                <a:lnTo>
                  <a:pt x="421639" y="6095"/>
                </a:lnTo>
                <a:lnTo>
                  <a:pt x="421312" y="225551"/>
                </a:lnTo>
                <a:lnTo>
                  <a:pt x="419721" y="237743"/>
                </a:lnTo>
                <a:lnTo>
                  <a:pt x="394708" y="277367"/>
                </a:lnTo>
                <a:lnTo>
                  <a:pt x="381965" y="283463"/>
                </a:lnTo>
                <a:lnTo>
                  <a:pt x="471443" y="283463"/>
                </a:lnTo>
                <a:lnTo>
                  <a:pt x="471443" y="6095"/>
                </a:lnTo>
                <a:close/>
              </a:path>
              <a:path w="1033779" h="433069">
                <a:moveTo>
                  <a:pt x="861587" y="6095"/>
                </a:moveTo>
                <a:lnTo>
                  <a:pt x="811783" y="6095"/>
                </a:lnTo>
                <a:lnTo>
                  <a:pt x="811456" y="225551"/>
                </a:lnTo>
                <a:lnTo>
                  <a:pt x="809865" y="237743"/>
                </a:lnTo>
                <a:lnTo>
                  <a:pt x="784852" y="277367"/>
                </a:lnTo>
                <a:lnTo>
                  <a:pt x="772109" y="283463"/>
                </a:lnTo>
                <a:lnTo>
                  <a:pt x="861587" y="283463"/>
                </a:lnTo>
                <a:lnTo>
                  <a:pt x="861587" y="6095"/>
                </a:lnTo>
                <a:close/>
              </a:path>
              <a:path w="1033779" h="433069">
                <a:moveTo>
                  <a:pt x="711473" y="128015"/>
                </a:moveTo>
                <a:lnTo>
                  <a:pt x="663711" y="128015"/>
                </a:lnTo>
                <a:lnTo>
                  <a:pt x="663711" y="192023"/>
                </a:lnTo>
                <a:lnTo>
                  <a:pt x="711473" y="192023"/>
                </a:lnTo>
                <a:lnTo>
                  <a:pt x="711473" y="128015"/>
                </a:lnTo>
                <a:close/>
              </a:path>
              <a:path w="1033779" h="433069">
                <a:moveTo>
                  <a:pt x="711473" y="6095"/>
                </a:moveTo>
                <a:lnTo>
                  <a:pt x="673739" y="6095"/>
                </a:lnTo>
                <a:lnTo>
                  <a:pt x="673739" y="70103"/>
                </a:lnTo>
                <a:lnTo>
                  <a:pt x="711473" y="70103"/>
                </a:lnTo>
                <a:lnTo>
                  <a:pt x="711473" y="60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0499" name="object 19">
            <a:extLst>
              <a:ext uri="{FF2B5EF4-FFF2-40B4-BE49-F238E27FC236}">
                <a16:creationId xmlns:a16="http://schemas.microsoft.com/office/drawing/2014/main" id="{6B97C4BC-49BD-F743-3AC2-95C59E944155}"/>
              </a:ext>
            </a:extLst>
          </p:cNvPr>
          <p:cNvSpPr>
            <a:spLocks/>
          </p:cNvSpPr>
          <p:nvPr/>
        </p:nvSpPr>
        <p:spPr bwMode="auto">
          <a:xfrm>
            <a:off x="9853084" y="2813051"/>
            <a:ext cx="1354667" cy="0"/>
          </a:xfrm>
          <a:custGeom>
            <a:avLst/>
            <a:gdLst>
              <a:gd name="T0" fmla="*/ 0 w 1015365"/>
              <a:gd name="T1" fmla="*/ 1019435 w 1015365"/>
              <a:gd name="T2" fmla="*/ 0 60000 65536"/>
              <a:gd name="T3" fmla="*/ 0 60000 65536"/>
            </a:gdLst>
            <a:ahLst/>
            <a:cxnLst>
              <a:cxn ang="T2">
                <a:pos x="T0" y="0"/>
              </a:cxn>
              <a:cxn ang="T3">
                <a:pos x="T1" y="0"/>
              </a:cxn>
            </a:cxnLst>
            <a:rect l="0" t="0" r="r" b="b"/>
            <a:pathLst>
              <a:path w="1015365">
                <a:moveTo>
                  <a:pt x="0" y="0"/>
                </a:moveTo>
                <a:lnTo>
                  <a:pt x="1014983" y="0"/>
                </a:lnTo>
              </a:path>
            </a:pathLst>
          </a:custGeom>
          <a:noFill/>
          <a:ln w="4546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0500" name="object 20">
            <a:extLst>
              <a:ext uri="{FF2B5EF4-FFF2-40B4-BE49-F238E27FC236}">
                <a16:creationId xmlns:a16="http://schemas.microsoft.com/office/drawing/2014/main" id="{AD7E8893-DE8B-F243-625D-2458D98BD52E}"/>
              </a:ext>
            </a:extLst>
          </p:cNvPr>
          <p:cNvSpPr>
            <a:spLocks noChangeArrowheads="1"/>
          </p:cNvSpPr>
          <p:nvPr/>
        </p:nvSpPr>
        <p:spPr bwMode="auto">
          <a:xfrm>
            <a:off x="325967" y="2948517"/>
            <a:ext cx="11349567" cy="277283"/>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0501" name="object 21">
            <a:extLst>
              <a:ext uri="{FF2B5EF4-FFF2-40B4-BE49-F238E27FC236}">
                <a16:creationId xmlns:a16="http://schemas.microsoft.com/office/drawing/2014/main" id="{7FB014ED-474E-B09C-1990-949C2B56FCEE}"/>
              </a:ext>
            </a:extLst>
          </p:cNvPr>
          <p:cNvSpPr>
            <a:spLocks/>
          </p:cNvSpPr>
          <p:nvPr/>
        </p:nvSpPr>
        <p:spPr bwMode="auto">
          <a:xfrm>
            <a:off x="342900" y="3012018"/>
            <a:ext cx="160867" cy="158749"/>
          </a:xfrm>
          <a:custGeom>
            <a:avLst/>
            <a:gdLst>
              <a:gd name="T0" fmla="*/ 60056 w 120650"/>
              <a:gd name="T1" fmla="*/ 69440 h 119380"/>
              <a:gd name="T2" fmla="*/ 35706 w 120650"/>
              <a:gd name="T3" fmla="*/ 93113 h 119380"/>
              <a:gd name="T4" fmla="*/ 60056 w 120650"/>
              <a:gd name="T5" fmla="*/ 116802 h 119380"/>
              <a:gd name="T6" fmla="*/ 84416 w 120650"/>
              <a:gd name="T7" fmla="*/ 93113 h 119380"/>
              <a:gd name="T8" fmla="*/ 60056 w 120650"/>
              <a:gd name="T9" fmla="*/ 69440 h 119380"/>
              <a:gd name="T10" fmla="*/ 24348 w 120650"/>
              <a:gd name="T11" fmla="*/ 34777 h 119380"/>
              <a:gd name="T12" fmla="*/ 0 w 120650"/>
              <a:gd name="T13" fmla="*/ 58465 h 119380"/>
              <a:gd name="T14" fmla="*/ 24348 w 120650"/>
              <a:gd name="T15" fmla="*/ 82153 h 119380"/>
              <a:gd name="T16" fmla="*/ 48778 w 120650"/>
              <a:gd name="T17" fmla="*/ 58465 h 119380"/>
              <a:gd name="T18" fmla="*/ 24348 w 120650"/>
              <a:gd name="T19" fmla="*/ 34777 h 119380"/>
              <a:gd name="T20" fmla="*/ 95785 w 120650"/>
              <a:gd name="T21" fmla="*/ 34777 h 119380"/>
              <a:gd name="T22" fmla="*/ 71425 w 120650"/>
              <a:gd name="T23" fmla="*/ 58465 h 119380"/>
              <a:gd name="T24" fmla="*/ 95785 w 120650"/>
              <a:gd name="T25" fmla="*/ 82153 h 119380"/>
              <a:gd name="T26" fmla="*/ 120123 w 120650"/>
              <a:gd name="T27" fmla="*/ 58465 h 119380"/>
              <a:gd name="T28" fmla="*/ 95785 w 120650"/>
              <a:gd name="T29" fmla="*/ 34777 h 119380"/>
              <a:gd name="T30" fmla="*/ 60056 w 120650"/>
              <a:gd name="T31" fmla="*/ 0 h 119380"/>
              <a:gd name="T32" fmla="*/ 35706 w 120650"/>
              <a:gd name="T33" fmla="*/ 23688 h 119380"/>
              <a:gd name="T34" fmla="*/ 60056 w 120650"/>
              <a:gd name="T35" fmla="*/ 47490 h 119380"/>
              <a:gd name="T36" fmla="*/ 84486 w 120650"/>
              <a:gd name="T37" fmla="*/ 23688 h 119380"/>
              <a:gd name="T38" fmla="*/ 60056 w 120650"/>
              <a:gd name="T39" fmla="*/ 0 h 11938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20650" h="119380">
                <a:moveTo>
                  <a:pt x="60056" y="70747"/>
                </a:moveTo>
                <a:lnTo>
                  <a:pt x="35706" y="94868"/>
                </a:lnTo>
                <a:lnTo>
                  <a:pt x="60056" y="119003"/>
                </a:lnTo>
                <a:lnTo>
                  <a:pt x="84416" y="94868"/>
                </a:lnTo>
                <a:lnTo>
                  <a:pt x="60056" y="70747"/>
                </a:lnTo>
                <a:close/>
              </a:path>
              <a:path w="120650" h="119380">
                <a:moveTo>
                  <a:pt x="24348" y="35432"/>
                </a:moveTo>
                <a:lnTo>
                  <a:pt x="0" y="59567"/>
                </a:lnTo>
                <a:lnTo>
                  <a:pt x="24348" y="83701"/>
                </a:lnTo>
                <a:lnTo>
                  <a:pt x="48778" y="59567"/>
                </a:lnTo>
                <a:lnTo>
                  <a:pt x="24348" y="35432"/>
                </a:lnTo>
                <a:close/>
              </a:path>
              <a:path w="120650" h="119380">
                <a:moveTo>
                  <a:pt x="95785" y="35432"/>
                </a:moveTo>
                <a:lnTo>
                  <a:pt x="71425" y="59567"/>
                </a:lnTo>
                <a:lnTo>
                  <a:pt x="95785" y="83701"/>
                </a:lnTo>
                <a:lnTo>
                  <a:pt x="120123" y="59567"/>
                </a:lnTo>
                <a:lnTo>
                  <a:pt x="95785" y="35432"/>
                </a:lnTo>
                <a:close/>
              </a:path>
              <a:path w="120650" h="119380">
                <a:moveTo>
                  <a:pt x="60056" y="0"/>
                </a:moveTo>
                <a:lnTo>
                  <a:pt x="35706" y="24134"/>
                </a:lnTo>
                <a:lnTo>
                  <a:pt x="60056" y="48386"/>
                </a:lnTo>
                <a:lnTo>
                  <a:pt x="84486" y="24134"/>
                </a:lnTo>
                <a:lnTo>
                  <a:pt x="600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2" name="object 22">
            <a:extLst>
              <a:ext uri="{FF2B5EF4-FFF2-40B4-BE49-F238E27FC236}">
                <a16:creationId xmlns:a16="http://schemas.microsoft.com/office/drawing/2014/main" id="{BEF0FA74-D21C-15F3-CA4E-D4E5CFC5F54C}"/>
              </a:ext>
            </a:extLst>
          </p:cNvPr>
          <p:cNvSpPr txBox="1"/>
          <p:nvPr/>
        </p:nvSpPr>
        <p:spPr>
          <a:xfrm>
            <a:off x="205317" y="1494367"/>
            <a:ext cx="11785600" cy="1585306"/>
          </a:xfrm>
          <a:prstGeom prst="rect">
            <a:avLst/>
          </a:prstGeom>
          <a:ln w="28574">
            <a:solidFill>
              <a:srgbClr val="000000"/>
            </a:solidFill>
          </a:ln>
        </p:spPr>
        <p:txBody>
          <a:bodyPr lIns="0" tIns="0" rIns="0" bIns="0">
            <a:spAutoFit/>
          </a:bodyPr>
          <a:lstStyle/>
          <a:p>
            <a:pPr marL="315797">
              <a:defRPr/>
            </a:pPr>
            <a:r>
              <a:rPr sz="1867" b="1" spc="-7" dirty="0">
                <a:latin typeface="Calibri"/>
                <a:cs typeface="Calibri"/>
              </a:rPr>
              <a:t>Q</a:t>
            </a:r>
            <a:r>
              <a:rPr sz="1867" b="1" dirty="0">
                <a:latin typeface="Calibri"/>
                <a:cs typeface="Calibri"/>
              </a:rPr>
              <a:t>ueue</a:t>
            </a:r>
            <a:r>
              <a:rPr sz="1867" b="1" spc="-67" dirty="0">
                <a:latin typeface="Times New Roman"/>
                <a:cs typeface="Times New Roman"/>
              </a:rPr>
              <a:t> </a:t>
            </a:r>
            <a:r>
              <a:rPr sz="1867" b="1" dirty="0">
                <a:latin typeface="Calibri"/>
                <a:cs typeface="Calibri"/>
              </a:rPr>
              <a:t>is</a:t>
            </a:r>
            <a:r>
              <a:rPr sz="1867" b="1" spc="-67" dirty="0">
                <a:latin typeface="Times New Roman"/>
                <a:cs typeface="Times New Roman"/>
              </a:rPr>
              <a:t> </a:t>
            </a:r>
            <a:r>
              <a:rPr sz="1867" b="1" dirty="0">
                <a:latin typeface="Calibri"/>
                <a:cs typeface="Calibri"/>
              </a:rPr>
              <a:t>a</a:t>
            </a:r>
            <a:r>
              <a:rPr sz="1867" b="1" spc="-33" dirty="0">
                <a:latin typeface="Times New Roman"/>
                <a:cs typeface="Times New Roman"/>
              </a:rPr>
              <a:t> </a:t>
            </a:r>
            <a:r>
              <a:rPr sz="1867" b="1" dirty="0">
                <a:latin typeface="Calibri"/>
                <a:cs typeface="Calibri"/>
              </a:rPr>
              <a:t>li</a:t>
            </a:r>
            <a:r>
              <a:rPr sz="1867" b="1" spc="-13" dirty="0">
                <a:latin typeface="Calibri"/>
                <a:cs typeface="Calibri"/>
              </a:rPr>
              <a:t>n</a:t>
            </a:r>
            <a:r>
              <a:rPr sz="1867" b="1" spc="-7" dirty="0">
                <a:latin typeface="Calibri"/>
                <a:cs typeface="Calibri"/>
              </a:rPr>
              <a:t>e</a:t>
            </a:r>
            <a:r>
              <a:rPr sz="1867" b="1" spc="-13" dirty="0">
                <a:latin typeface="Calibri"/>
                <a:cs typeface="Calibri"/>
              </a:rPr>
              <a:t>a</a:t>
            </a:r>
            <a:r>
              <a:rPr sz="1867" b="1" dirty="0">
                <a:latin typeface="Calibri"/>
                <a:cs typeface="Calibri"/>
              </a:rPr>
              <a:t>r</a:t>
            </a:r>
            <a:r>
              <a:rPr sz="1867" b="1" spc="-80" dirty="0">
                <a:latin typeface="Times New Roman"/>
                <a:cs typeface="Times New Roman"/>
              </a:rPr>
              <a:t> </a:t>
            </a:r>
            <a:r>
              <a:rPr sz="1867" b="1" dirty="0">
                <a:latin typeface="Calibri"/>
                <a:cs typeface="Calibri"/>
              </a:rPr>
              <a:t>li</a:t>
            </a:r>
            <a:r>
              <a:rPr sz="1867" b="1" spc="-13" dirty="0">
                <a:latin typeface="Calibri"/>
                <a:cs typeface="Calibri"/>
              </a:rPr>
              <a:t>s</a:t>
            </a:r>
            <a:r>
              <a:rPr sz="1867" b="1" dirty="0">
                <a:latin typeface="Calibri"/>
                <a:cs typeface="Calibri"/>
              </a:rPr>
              <a:t>t</a:t>
            </a:r>
            <a:r>
              <a:rPr sz="1867" b="1" spc="-60" dirty="0">
                <a:latin typeface="Times New Roman"/>
                <a:cs typeface="Times New Roman"/>
              </a:rPr>
              <a:t> </a:t>
            </a:r>
            <a:r>
              <a:rPr sz="1867" b="1" dirty="0">
                <a:latin typeface="Calibri"/>
                <a:cs typeface="Calibri"/>
              </a:rPr>
              <a:t>in</a:t>
            </a:r>
            <a:r>
              <a:rPr sz="1867" b="1" spc="-133" dirty="0">
                <a:latin typeface="Times New Roman"/>
                <a:cs typeface="Times New Roman"/>
              </a:rPr>
              <a:t> </a:t>
            </a:r>
            <a:r>
              <a:rPr sz="1867" b="1" spc="-7" dirty="0">
                <a:latin typeface="Calibri"/>
                <a:cs typeface="Calibri"/>
              </a:rPr>
              <a:t>whi</a:t>
            </a:r>
            <a:r>
              <a:rPr sz="1867" b="1" spc="-20" dirty="0">
                <a:latin typeface="Calibri"/>
                <a:cs typeface="Calibri"/>
              </a:rPr>
              <a:t>c</a:t>
            </a:r>
            <a:r>
              <a:rPr sz="1867" b="1" dirty="0">
                <a:latin typeface="Calibri"/>
                <a:cs typeface="Calibri"/>
              </a:rPr>
              <a:t>h</a:t>
            </a:r>
            <a:r>
              <a:rPr sz="1867" b="1" spc="-7" dirty="0">
                <a:latin typeface="Times New Roman"/>
                <a:cs typeface="Times New Roman"/>
              </a:rPr>
              <a:t> </a:t>
            </a:r>
            <a:r>
              <a:rPr sz="1867" b="1" spc="-7" dirty="0">
                <a:latin typeface="Calibri"/>
                <a:cs typeface="Calibri"/>
              </a:rPr>
              <a:t>ele</a:t>
            </a:r>
            <a:r>
              <a:rPr sz="1867" b="1" spc="-20" dirty="0">
                <a:latin typeface="Calibri"/>
                <a:cs typeface="Calibri"/>
              </a:rPr>
              <a:t>m</a:t>
            </a:r>
            <a:r>
              <a:rPr sz="1867" b="1" spc="-7" dirty="0">
                <a:latin typeface="Calibri"/>
                <a:cs typeface="Calibri"/>
              </a:rPr>
              <a:t>e</a:t>
            </a:r>
            <a:r>
              <a:rPr sz="1867" b="1" spc="-20" dirty="0">
                <a:latin typeface="Calibri"/>
                <a:cs typeface="Calibri"/>
              </a:rPr>
              <a:t>n</a:t>
            </a:r>
            <a:r>
              <a:rPr sz="1867" b="1" dirty="0">
                <a:latin typeface="Calibri"/>
                <a:cs typeface="Calibri"/>
              </a:rPr>
              <a:t>ts</a:t>
            </a:r>
            <a:r>
              <a:rPr sz="1867" b="1" spc="-167" dirty="0">
                <a:latin typeface="Times New Roman"/>
                <a:cs typeface="Times New Roman"/>
              </a:rPr>
              <a:t> </a:t>
            </a:r>
            <a:r>
              <a:rPr sz="1867" b="1" spc="-7" dirty="0">
                <a:latin typeface="Calibri"/>
                <a:cs typeface="Calibri"/>
              </a:rPr>
              <a:t>c</a:t>
            </a:r>
            <a:r>
              <a:rPr sz="1867" b="1" spc="-20" dirty="0">
                <a:latin typeface="Calibri"/>
                <a:cs typeface="Calibri"/>
              </a:rPr>
              <a:t>a</a:t>
            </a:r>
            <a:r>
              <a:rPr sz="1867" b="1" dirty="0">
                <a:latin typeface="Calibri"/>
                <a:cs typeface="Calibri"/>
              </a:rPr>
              <a:t>n</a:t>
            </a:r>
            <a:r>
              <a:rPr sz="1867" b="1" spc="-133" dirty="0">
                <a:latin typeface="Times New Roman"/>
                <a:cs typeface="Times New Roman"/>
              </a:rPr>
              <a:t> </a:t>
            </a:r>
            <a:r>
              <a:rPr sz="1867" b="1" dirty="0">
                <a:latin typeface="Calibri"/>
                <a:cs typeface="Calibri"/>
              </a:rPr>
              <a:t>be</a:t>
            </a:r>
            <a:r>
              <a:rPr sz="1867" b="1" spc="-53" dirty="0">
                <a:latin typeface="Times New Roman"/>
                <a:cs typeface="Times New Roman"/>
              </a:rPr>
              <a:t> </a:t>
            </a:r>
            <a:r>
              <a:rPr sz="1867" b="1" spc="-13" dirty="0">
                <a:latin typeface="Calibri"/>
                <a:cs typeface="Calibri"/>
              </a:rPr>
              <a:t>i</a:t>
            </a:r>
            <a:r>
              <a:rPr sz="1867" b="1" dirty="0">
                <a:latin typeface="Calibri"/>
                <a:cs typeface="Calibri"/>
              </a:rPr>
              <a:t>n</a:t>
            </a:r>
            <a:r>
              <a:rPr sz="1867" b="1" spc="-13" dirty="0">
                <a:latin typeface="Calibri"/>
                <a:cs typeface="Calibri"/>
              </a:rPr>
              <a:t>s</a:t>
            </a:r>
            <a:r>
              <a:rPr sz="1867" b="1" spc="-7" dirty="0">
                <a:latin typeface="Calibri"/>
                <a:cs typeface="Calibri"/>
              </a:rPr>
              <a:t>e</a:t>
            </a:r>
            <a:r>
              <a:rPr sz="1867" b="1" spc="-13" dirty="0">
                <a:latin typeface="Calibri"/>
                <a:cs typeface="Calibri"/>
              </a:rPr>
              <a:t>r</a:t>
            </a:r>
            <a:r>
              <a:rPr sz="1867" b="1" dirty="0">
                <a:latin typeface="Calibri"/>
                <a:cs typeface="Calibri"/>
              </a:rPr>
              <a:t>ted</a:t>
            </a:r>
            <a:r>
              <a:rPr sz="1867" b="1" spc="-147" dirty="0">
                <a:latin typeface="Times New Roman"/>
                <a:cs typeface="Times New Roman"/>
              </a:rPr>
              <a:t> </a:t>
            </a:r>
            <a:r>
              <a:rPr sz="1867" b="1" dirty="0">
                <a:latin typeface="Calibri"/>
                <a:cs typeface="Calibri"/>
              </a:rPr>
              <a:t>only</a:t>
            </a:r>
            <a:r>
              <a:rPr sz="1867" b="1" spc="-120" dirty="0">
                <a:latin typeface="Times New Roman"/>
                <a:cs typeface="Times New Roman"/>
              </a:rPr>
              <a:t> </a:t>
            </a:r>
            <a:r>
              <a:rPr sz="1867" b="1" dirty="0">
                <a:latin typeface="Calibri"/>
                <a:cs typeface="Calibri"/>
              </a:rPr>
              <a:t>at</a:t>
            </a:r>
            <a:r>
              <a:rPr sz="1867" b="1" spc="-80" dirty="0">
                <a:latin typeface="Times New Roman"/>
                <a:cs typeface="Times New Roman"/>
              </a:rPr>
              <a:t> </a:t>
            </a:r>
            <a:r>
              <a:rPr sz="1867" b="1" dirty="0">
                <a:latin typeface="Calibri"/>
                <a:cs typeface="Calibri"/>
              </a:rPr>
              <a:t>one</a:t>
            </a:r>
            <a:r>
              <a:rPr sz="1867" b="1" spc="-53" dirty="0">
                <a:latin typeface="Times New Roman"/>
                <a:cs typeface="Times New Roman"/>
              </a:rPr>
              <a:t> </a:t>
            </a:r>
            <a:r>
              <a:rPr sz="1867" b="1" spc="-7" dirty="0">
                <a:latin typeface="Calibri"/>
                <a:cs typeface="Calibri"/>
              </a:rPr>
              <a:t>e</a:t>
            </a:r>
            <a:r>
              <a:rPr sz="1867" b="1" spc="-20" dirty="0">
                <a:latin typeface="Calibri"/>
                <a:cs typeface="Calibri"/>
              </a:rPr>
              <a:t>n</a:t>
            </a:r>
            <a:r>
              <a:rPr sz="1867" b="1" dirty="0">
                <a:latin typeface="Calibri"/>
                <a:cs typeface="Calibri"/>
              </a:rPr>
              <a:t>d</a:t>
            </a:r>
            <a:r>
              <a:rPr sz="1867" b="1" spc="-133" dirty="0">
                <a:latin typeface="Times New Roman"/>
                <a:cs typeface="Times New Roman"/>
              </a:rPr>
              <a:t> </a:t>
            </a:r>
            <a:r>
              <a:rPr sz="1867" b="1" spc="-7" dirty="0">
                <a:latin typeface="Calibri"/>
                <a:cs typeface="Calibri"/>
              </a:rPr>
              <a:t>c</a:t>
            </a:r>
            <a:r>
              <a:rPr sz="1867" b="1" spc="-20" dirty="0">
                <a:latin typeface="Calibri"/>
                <a:cs typeface="Calibri"/>
              </a:rPr>
              <a:t>a</a:t>
            </a:r>
            <a:r>
              <a:rPr sz="1867" b="1" dirty="0">
                <a:latin typeface="Calibri"/>
                <a:cs typeface="Calibri"/>
              </a:rPr>
              <a:t>ll</a:t>
            </a:r>
            <a:r>
              <a:rPr sz="1867" b="1" spc="-13" dirty="0">
                <a:latin typeface="Calibri"/>
                <a:cs typeface="Calibri"/>
              </a:rPr>
              <a:t>e</a:t>
            </a:r>
            <a:r>
              <a:rPr sz="1867" b="1" dirty="0">
                <a:latin typeface="Calibri"/>
                <a:cs typeface="Calibri"/>
              </a:rPr>
              <a:t>d</a:t>
            </a:r>
            <a:r>
              <a:rPr sz="1867" b="1" spc="27" dirty="0">
                <a:latin typeface="Times New Roman"/>
                <a:cs typeface="Times New Roman"/>
              </a:rPr>
              <a:t> </a:t>
            </a:r>
            <a:r>
              <a:rPr sz="1867" b="1" dirty="0">
                <a:solidFill>
                  <a:srgbClr val="FF0000"/>
                </a:solidFill>
                <a:latin typeface="Calibri"/>
                <a:cs typeface="Calibri"/>
              </a:rPr>
              <a:t>r</a:t>
            </a:r>
            <a:r>
              <a:rPr sz="1867" b="1" spc="-7" dirty="0">
                <a:solidFill>
                  <a:srgbClr val="FF0000"/>
                </a:solidFill>
                <a:latin typeface="Calibri"/>
                <a:cs typeface="Calibri"/>
              </a:rPr>
              <a:t>e</a:t>
            </a:r>
            <a:r>
              <a:rPr sz="1867" b="1" spc="-13" dirty="0">
                <a:solidFill>
                  <a:srgbClr val="FF0000"/>
                </a:solidFill>
                <a:latin typeface="Calibri"/>
                <a:cs typeface="Calibri"/>
              </a:rPr>
              <a:t>a</a:t>
            </a:r>
            <a:r>
              <a:rPr sz="1867" b="1" dirty="0">
                <a:solidFill>
                  <a:srgbClr val="FF0000"/>
                </a:solidFill>
                <a:latin typeface="Calibri"/>
                <a:cs typeface="Calibri"/>
              </a:rPr>
              <a:t>r</a:t>
            </a:r>
            <a:r>
              <a:rPr sz="1867" b="1" spc="-60" dirty="0">
                <a:solidFill>
                  <a:srgbClr val="FF0000"/>
                </a:solidFill>
                <a:latin typeface="Times New Roman"/>
                <a:cs typeface="Times New Roman"/>
              </a:rPr>
              <a:t> </a:t>
            </a:r>
            <a:r>
              <a:rPr sz="1867" b="1" spc="-13" dirty="0">
                <a:latin typeface="Calibri"/>
                <a:cs typeface="Calibri"/>
              </a:rPr>
              <a:t>a</a:t>
            </a:r>
            <a:r>
              <a:rPr sz="1867" b="1" dirty="0">
                <a:latin typeface="Calibri"/>
                <a:cs typeface="Calibri"/>
              </a:rPr>
              <a:t>nd</a:t>
            </a:r>
            <a:r>
              <a:rPr sz="1867" b="1" dirty="0">
                <a:latin typeface="Times New Roman"/>
                <a:cs typeface="Times New Roman"/>
              </a:rPr>
              <a:t> </a:t>
            </a:r>
            <a:r>
              <a:rPr sz="1867" b="1" spc="-20" dirty="0">
                <a:latin typeface="Calibri"/>
                <a:cs typeface="Calibri"/>
              </a:rPr>
              <a:t>d</a:t>
            </a:r>
            <a:r>
              <a:rPr sz="1867" b="1" spc="-7" dirty="0">
                <a:latin typeface="Calibri"/>
                <a:cs typeface="Calibri"/>
              </a:rPr>
              <a:t>el</a:t>
            </a:r>
            <a:r>
              <a:rPr sz="1867" b="1" spc="-13" dirty="0">
                <a:latin typeface="Calibri"/>
                <a:cs typeface="Calibri"/>
              </a:rPr>
              <a:t>e</a:t>
            </a:r>
            <a:r>
              <a:rPr sz="1867" b="1" dirty="0">
                <a:latin typeface="Calibri"/>
                <a:cs typeface="Calibri"/>
              </a:rPr>
              <a:t>ted</a:t>
            </a:r>
            <a:r>
              <a:rPr sz="1867" b="1" spc="-147" dirty="0">
                <a:latin typeface="Times New Roman"/>
                <a:cs typeface="Times New Roman"/>
              </a:rPr>
              <a:t> </a:t>
            </a:r>
            <a:r>
              <a:rPr sz="1867" b="1" dirty="0">
                <a:latin typeface="Calibri"/>
                <a:cs typeface="Calibri"/>
              </a:rPr>
              <a:t>only</a:t>
            </a:r>
            <a:r>
              <a:rPr sz="1867" b="1" spc="-120" dirty="0">
                <a:latin typeface="Times New Roman"/>
                <a:cs typeface="Times New Roman"/>
              </a:rPr>
              <a:t> </a:t>
            </a:r>
            <a:r>
              <a:rPr sz="1867" b="1" dirty="0">
                <a:latin typeface="Calibri"/>
                <a:cs typeface="Calibri"/>
              </a:rPr>
              <a:t>at</a:t>
            </a:r>
            <a:r>
              <a:rPr sz="1867" b="1" spc="-67" dirty="0">
                <a:latin typeface="Times New Roman"/>
                <a:cs typeface="Times New Roman"/>
              </a:rPr>
              <a:t> </a:t>
            </a:r>
            <a:r>
              <a:rPr sz="1867" b="1" spc="-13" dirty="0">
                <a:latin typeface="Calibri"/>
                <a:cs typeface="Calibri"/>
              </a:rPr>
              <a:t>t</a:t>
            </a:r>
            <a:r>
              <a:rPr sz="1867" b="1" spc="-20" dirty="0">
                <a:latin typeface="Calibri"/>
                <a:cs typeface="Calibri"/>
              </a:rPr>
              <a:t>h</a:t>
            </a:r>
            <a:r>
              <a:rPr sz="1867" b="1" dirty="0">
                <a:latin typeface="Calibri"/>
                <a:cs typeface="Calibri"/>
              </a:rPr>
              <a:t>e</a:t>
            </a:r>
            <a:r>
              <a:rPr sz="1867" b="1" spc="-53" dirty="0">
                <a:latin typeface="Times New Roman"/>
                <a:cs typeface="Times New Roman"/>
              </a:rPr>
              <a:t> </a:t>
            </a:r>
            <a:r>
              <a:rPr sz="1867" b="1" dirty="0">
                <a:latin typeface="Calibri"/>
                <a:cs typeface="Calibri"/>
              </a:rPr>
              <a:t>o</a:t>
            </a:r>
            <a:r>
              <a:rPr sz="1867" b="1" spc="-13" dirty="0">
                <a:latin typeface="Calibri"/>
                <a:cs typeface="Calibri"/>
              </a:rPr>
              <a:t>t</a:t>
            </a:r>
            <a:r>
              <a:rPr sz="1867" b="1" dirty="0">
                <a:latin typeface="Calibri"/>
                <a:cs typeface="Calibri"/>
              </a:rPr>
              <a:t>her</a:t>
            </a:r>
            <a:endParaRPr sz="1867">
              <a:latin typeface="Calibri"/>
              <a:cs typeface="Calibri"/>
            </a:endParaRPr>
          </a:p>
          <a:p>
            <a:pPr marL="100751">
              <a:spcBef>
                <a:spcPts val="1140"/>
              </a:spcBef>
              <a:defRPr/>
            </a:pPr>
            <a:r>
              <a:rPr sz="1867" b="1" dirty="0">
                <a:latin typeface="Calibri"/>
                <a:cs typeface="Calibri"/>
              </a:rPr>
              <a:t>end</a:t>
            </a:r>
            <a:r>
              <a:rPr sz="1867" b="1" spc="-127" dirty="0">
                <a:latin typeface="Times New Roman"/>
                <a:cs typeface="Times New Roman"/>
              </a:rPr>
              <a:t> </a:t>
            </a:r>
            <a:r>
              <a:rPr sz="1867" b="1" spc="-20" dirty="0">
                <a:latin typeface="Calibri"/>
                <a:cs typeface="Calibri"/>
              </a:rPr>
              <a:t>c</a:t>
            </a:r>
            <a:r>
              <a:rPr sz="1867" b="1" dirty="0">
                <a:latin typeface="Calibri"/>
                <a:cs typeface="Calibri"/>
              </a:rPr>
              <a:t>al</a:t>
            </a:r>
            <a:r>
              <a:rPr sz="1867" b="1" spc="-13" dirty="0">
                <a:latin typeface="Calibri"/>
                <a:cs typeface="Calibri"/>
              </a:rPr>
              <a:t>l</a:t>
            </a:r>
            <a:r>
              <a:rPr sz="1867" b="1" spc="-7" dirty="0">
                <a:latin typeface="Calibri"/>
                <a:cs typeface="Calibri"/>
              </a:rPr>
              <a:t>e</a:t>
            </a:r>
            <a:r>
              <a:rPr sz="1867" b="1" dirty="0">
                <a:latin typeface="Calibri"/>
                <a:cs typeface="Calibri"/>
              </a:rPr>
              <a:t>d</a:t>
            </a:r>
            <a:r>
              <a:rPr sz="1867" b="1" spc="-107" dirty="0">
                <a:latin typeface="Times New Roman"/>
                <a:cs typeface="Times New Roman"/>
              </a:rPr>
              <a:t> </a:t>
            </a:r>
            <a:r>
              <a:rPr sz="1867" b="1" spc="-7" dirty="0">
                <a:solidFill>
                  <a:srgbClr val="FF0000"/>
                </a:solidFill>
                <a:latin typeface="Calibri"/>
                <a:cs typeface="Calibri"/>
              </a:rPr>
              <a:t>f</a:t>
            </a:r>
            <a:r>
              <a:rPr sz="1867" b="1" dirty="0">
                <a:solidFill>
                  <a:srgbClr val="FF0000"/>
                </a:solidFill>
                <a:latin typeface="Calibri"/>
                <a:cs typeface="Calibri"/>
              </a:rPr>
              <a:t>r</a:t>
            </a:r>
            <a:r>
              <a:rPr sz="1867" b="1" spc="-20" dirty="0">
                <a:solidFill>
                  <a:srgbClr val="FF0000"/>
                </a:solidFill>
                <a:latin typeface="Calibri"/>
                <a:cs typeface="Calibri"/>
              </a:rPr>
              <a:t>o</a:t>
            </a:r>
            <a:r>
              <a:rPr sz="1867" b="1" dirty="0">
                <a:solidFill>
                  <a:srgbClr val="FF0000"/>
                </a:solidFill>
                <a:latin typeface="Calibri"/>
                <a:cs typeface="Calibri"/>
              </a:rPr>
              <a:t>n</a:t>
            </a:r>
            <a:r>
              <a:rPr sz="1867" b="1" spc="7" dirty="0">
                <a:solidFill>
                  <a:srgbClr val="FF0000"/>
                </a:solidFill>
                <a:latin typeface="Calibri"/>
                <a:cs typeface="Calibri"/>
              </a:rPr>
              <a:t>t</a:t>
            </a:r>
            <a:r>
              <a:rPr sz="1867" b="1" dirty="0">
                <a:latin typeface="Calibri"/>
                <a:cs typeface="Calibri"/>
              </a:rPr>
              <a:t>.</a:t>
            </a:r>
            <a:endParaRPr sz="1867">
              <a:latin typeface="Calibri"/>
              <a:cs typeface="Calibri"/>
            </a:endParaRPr>
          </a:p>
          <a:p>
            <a:pPr marL="315797">
              <a:spcBef>
                <a:spcPts val="1073"/>
              </a:spcBef>
              <a:defRPr/>
            </a:pPr>
            <a:r>
              <a:rPr sz="1867" b="1" spc="-7" dirty="0">
                <a:latin typeface="Calibri"/>
                <a:cs typeface="Calibri"/>
              </a:rPr>
              <a:t>I</a:t>
            </a:r>
            <a:r>
              <a:rPr sz="1867" b="1" dirty="0">
                <a:latin typeface="Calibri"/>
                <a:cs typeface="Calibri"/>
              </a:rPr>
              <a:t>t</a:t>
            </a:r>
            <a:r>
              <a:rPr sz="1867" b="1" spc="67" dirty="0">
                <a:latin typeface="Times New Roman"/>
                <a:cs typeface="Times New Roman"/>
              </a:rPr>
              <a:t> </a:t>
            </a:r>
            <a:r>
              <a:rPr sz="1867" b="1" dirty="0">
                <a:latin typeface="Calibri"/>
                <a:cs typeface="Calibri"/>
              </a:rPr>
              <a:t>is</a:t>
            </a:r>
            <a:r>
              <a:rPr sz="1867" b="1" spc="-67" dirty="0">
                <a:latin typeface="Times New Roman"/>
                <a:cs typeface="Times New Roman"/>
              </a:rPr>
              <a:t> </a:t>
            </a:r>
            <a:r>
              <a:rPr sz="1867" b="1" spc="-13" dirty="0">
                <a:latin typeface="Calibri"/>
                <a:cs typeface="Calibri"/>
              </a:rPr>
              <a:t>a</a:t>
            </a:r>
            <a:r>
              <a:rPr sz="1867" b="1" dirty="0">
                <a:latin typeface="Calibri"/>
                <a:cs typeface="Calibri"/>
              </a:rPr>
              <a:t>n</a:t>
            </a:r>
            <a:r>
              <a:rPr sz="1867" b="1" spc="-13" dirty="0">
                <a:latin typeface="Times New Roman"/>
                <a:cs typeface="Times New Roman"/>
              </a:rPr>
              <a:t> </a:t>
            </a:r>
            <a:r>
              <a:rPr sz="1867" b="1" dirty="0">
                <a:latin typeface="Calibri"/>
                <a:cs typeface="Calibri"/>
              </a:rPr>
              <a:t>a</a:t>
            </a:r>
            <a:r>
              <a:rPr sz="1867" b="1" spc="-13" dirty="0">
                <a:latin typeface="Calibri"/>
                <a:cs typeface="Calibri"/>
              </a:rPr>
              <a:t>b</a:t>
            </a:r>
            <a:r>
              <a:rPr sz="1867" b="1" dirty="0">
                <a:latin typeface="Calibri"/>
                <a:cs typeface="Calibri"/>
              </a:rPr>
              <a:t>stra</a:t>
            </a:r>
            <a:r>
              <a:rPr sz="1867" b="1" spc="-20" dirty="0">
                <a:latin typeface="Calibri"/>
                <a:cs typeface="Calibri"/>
              </a:rPr>
              <a:t>c</a:t>
            </a:r>
            <a:r>
              <a:rPr sz="1867" b="1" dirty="0">
                <a:latin typeface="Calibri"/>
                <a:cs typeface="Calibri"/>
              </a:rPr>
              <a:t>t</a:t>
            </a:r>
            <a:r>
              <a:rPr sz="1867" b="1" spc="-47" dirty="0">
                <a:latin typeface="Times New Roman"/>
                <a:cs typeface="Times New Roman"/>
              </a:rPr>
              <a:t> </a:t>
            </a:r>
            <a:r>
              <a:rPr sz="1867" b="1" spc="-13" dirty="0">
                <a:latin typeface="Calibri"/>
                <a:cs typeface="Calibri"/>
              </a:rPr>
              <a:t>d</a:t>
            </a:r>
            <a:r>
              <a:rPr sz="1867" b="1" dirty="0">
                <a:latin typeface="Calibri"/>
                <a:cs typeface="Calibri"/>
              </a:rPr>
              <a:t>a</a:t>
            </a:r>
            <a:r>
              <a:rPr sz="1867" b="1" spc="-7" dirty="0">
                <a:latin typeface="Calibri"/>
                <a:cs typeface="Calibri"/>
              </a:rPr>
              <a:t>t</a:t>
            </a:r>
            <a:r>
              <a:rPr sz="1867" b="1" dirty="0">
                <a:latin typeface="Calibri"/>
                <a:cs typeface="Calibri"/>
              </a:rPr>
              <a:t>a</a:t>
            </a:r>
            <a:r>
              <a:rPr sz="1867" b="1" spc="-160" dirty="0">
                <a:latin typeface="Times New Roman"/>
                <a:cs typeface="Times New Roman"/>
              </a:rPr>
              <a:t> </a:t>
            </a:r>
            <a:r>
              <a:rPr sz="1867" b="1" dirty="0">
                <a:latin typeface="Calibri"/>
                <a:cs typeface="Calibri"/>
              </a:rPr>
              <a:t>stru</a:t>
            </a:r>
            <a:r>
              <a:rPr sz="1867" b="1" spc="-20" dirty="0">
                <a:latin typeface="Calibri"/>
                <a:cs typeface="Calibri"/>
              </a:rPr>
              <a:t>c</a:t>
            </a:r>
            <a:r>
              <a:rPr sz="1867" b="1" dirty="0">
                <a:latin typeface="Calibri"/>
                <a:cs typeface="Calibri"/>
              </a:rPr>
              <a:t>t</a:t>
            </a:r>
            <a:r>
              <a:rPr sz="1867" b="1" spc="-13" dirty="0">
                <a:latin typeface="Calibri"/>
                <a:cs typeface="Calibri"/>
              </a:rPr>
              <a:t>u</a:t>
            </a:r>
            <a:r>
              <a:rPr sz="1867" b="1" dirty="0">
                <a:latin typeface="Calibri"/>
                <a:cs typeface="Calibri"/>
              </a:rPr>
              <a:t>r</a:t>
            </a:r>
            <a:r>
              <a:rPr sz="1867" b="1" spc="-7" dirty="0">
                <a:latin typeface="Calibri"/>
                <a:cs typeface="Calibri"/>
              </a:rPr>
              <a:t>e</a:t>
            </a:r>
            <a:r>
              <a:rPr sz="1867" b="1" dirty="0">
                <a:latin typeface="Calibri"/>
                <a:cs typeface="Calibri"/>
              </a:rPr>
              <a:t>,</a:t>
            </a:r>
            <a:r>
              <a:rPr sz="1867" b="1" spc="-93" dirty="0">
                <a:latin typeface="Times New Roman"/>
                <a:cs typeface="Times New Roman"/>
              </a:rPr>
              <a:t> </a:t>
            </a:r>
            <a:r>
              <a:rPr sz="1867" b="1" dirty="0">
                <a:latin typeface="Calibri"/>
                <a:cs typeface="Calibri"/>
              </a:rPr>
              <a:t>si</a:t>
            </a:r>
            <a:r>
              <a:rPr sz="1867" b="1" spc="-13" dirty="0">
                <a:latin typeface="Calibri"/>
                <a:cs typeface="Calibri"/>
              </a:rPr>
              <a:t>m</a:t>
            </a:r>
            <a:r>
              <a:rPr sz="1867" b="1" dirty="0">
                <a:latin typeface="Calibri"/>
                <a:cs typeface="Calibri"/>
              </a:rPr>
              <a:t>il</a:t>
            </a:r>
            <a:r>
              <a:rPr sz="1867" b="1" spc="-13" dirty="0">
                <a:latin typeface="Calibri"/>
                <a:cs typeface="Calibri"/>
              </a:rPr>
              <a:t>a</a:t>
            </a:r>
            <a:r>
              <a:rPr sz="1867" b="1" dirty="0">
                <a:latin typeface="Calibri"/>
                <a:cs typeface="Calibri"/>
              </a:rPr>
              <a:t>r</a:t>
            </a:r>
            <a:r>
              <a:rPr sz="1867" b="1" spc="-80" dirty="0">
                <a:latin typeface="Times New Roman"/>
                <a:cs typeface="Times New Roman"/>
              </a:rPr>
              <a:t> </a:t>
            </a:r>
            <a:r>
              <a:rPr sz="1867" b="1" spc="7" dirty="0">
                <a:latin typeface="Calibri"/>
                <a:cs typeface="Calibri"/>
              </a:rPr>
              <a:t>t</a:t>
            </a:r>
            <a:r>
              <a:rPr sz="1867" b="1" dirty="0">
                <a:latin typeface="Calibri"/>
                <a:cs typeface="Calibri"/>
              </a:rPr>
              <a:t>o</a:t>
            </a:r>
            <a:r>
              <a:rPr sz="1867" b="1" spc="-147" dirty="0">
                <a:latin typeface="Times New Roman"/>
                <a:cs typeface="Times New Roman"/>
              </a:rPr>
              <a:t> </a:t>
            </a:r>
            <a:r>
              <a:rPr sz="1867" b="1" spc="-13" dirty="0">
                <a:latin typeface="Calibri"/>
                <a:cs typeface="Calibri"/>
              </a:rPr>
              <a:t>s</a:t>
            </a:r>
            <a:r>
              <a:rPr sz="1867" b="1" dirty="0">
                <a:latin typeface="Calibri"/>
                <a:cs typeface="Calibri"/>
              </a:rPr>
              <a:t>tack.</a:t>
            </a:r>
            <a:endParaRPr sz="1867">
              <a:latin typeface="Calibri"/>
              <a:cs typeface="Calibri"/>
            </a:endParaRPr>
          </a:p>
          <a:p>
            <a:pPr marL="315797">
              <a:spcBef>
                <a:spcPts val="1167"/>
              </a:spcBef>
              <a:defRPr/>
            </a:pPr>
            <a:r>
              <a:rPr sz="1867" b="1" dirty="0">
                <a:latin typeface="Calibri"/>
                <a:cs typeface="Calibri"/>
              </a:rPr>
              <a:t>Queue</a:t>
            </a:r>
            <a:r>
              <a:rPr sz="1867" b="1" spc="-60" dirty="0">
                <a:latin typeface="Times New Roman"/>
                <a:cs typeface="Times New Roman"/>
              </a:rPr>
              <a:t> </a:t>
            </a:r>
            <a:r>
              <a:rPr sz="1867" b="1" spc="-13" dirty="0">
                <a:latin typeface="Calibri"/>
                <a:cs typeface="Calibri"/>
              </a:rPr>
              <a:t>i</a:t>
            </a:r>
            <a:r>
              <a:rPr sz="1867" b="1" dirty="0">
                <a:latin typeface="Calibri"/>
                <a:cs typeface="Calibri"/>
              </a:rPr>
              <a:t>s</a:t>
            </a:r>
            <a:r>
              <a:rPr sz="1867" b="1" spc="-67" dirty="0">
                <a:latin typeface="Times New Roman"/>
                <a:cs typeface="Times New Roman"/>
              </a:rPr>
              <a:t> </a:t>
            </a:r>
            <a:r>
              <a:rPr sz="1867" b="1" dirty="0">
                <a:latin typeface="Calibri"/>
                <a:cs typeface="Calibri"/>
              </a:rPr>
              <a:t>o</a:t>
            </a:r>
            <a:r>
              <a:rPr sz="1867" b="1" spc="-13" dirty="0">
                <a:latin typeface="Calibri"/>
                <a:cs typeface="Calibri"/>
              </a:rPr>
              <a:t>p</a:t>
            </a:r>
            <a:r>
              <a:rPr sz="1867" b="1" spc="-7" dirty="0">
                <a:latin typeface="Calibri"/>
                <a:cs typeface="Calibri"/>
              </a:rPr>
              <a:t>en</a:t>
            </a:r>
            <a:r>
              <a:rPr sz="1867" b="1" spc="-13" dirty="0">
                <a:latin typeface="Calibri"/>
                <a:cs typeface="Calibri"/>
              </a:rPr>
              <a:t>e</a:t>
            </a:r>
            <a:r>
              <a:rPr sz="1867" b="1" dirty="0">
                <a:latin typeface="Calibri"/>
                <a:cs typeface="Calibri"/>
              </a:rPr>
              <a:t>d</a:t>
            </a:r>
            <a:r>
              <a:rPr sz="1867" b="1" spc="-147" dirty="0">
                <a:latin typeface="Times New Roman"/>
                <a:cs typeface="Times New Roman"/>
              </a:rPr>
              <a:t> </a:t>
            </a:r>
            <a:r>
              <a:rPr sz="1867" b="1" spc="-13" dirty="0">
                <a:latin typeface="Calibri"/>
                <a:cs typeface="Calibri"/>
              </a:rPr>
              <a:t>a</a:t>
            </a:r>
            <a:r>
              <a:rPr sz="1867" b="1" dirty="0">
                <a:latin typeface="Calibri"/>
                <a:cs typeface="Calibri"/>
              </a:rPr>
              <a:t>t</a:t>
            </a:r>
            <a:r>
              <a:rPr sz="1867" b="1" spc="-60" dirty="0">
                <a:latin typeface="Times New Roman"/>
                <a:cs typeface="Times New Roman"/>
              </a:rPr>
              <a:t> </a:t>
            </a:r>
            <a:r>
              <a:rPr sz="1867" b="1" spc="-13" dirty="0">
                <a:latin typeface="Calibri"/>
                <a:cs typeface="Calibri"/>
              </a:rPr>
              <a:t>b</a:t>
            </a:r>
            <a:r>
              <a:rPr sz="1867" b="1" dirty="0">
                <a:latin typeface="Calibri"/>
                <a:cs typeface="Calibri"/>
              </a:rPr>
              <a:t>oth</a:t>
            </a:r>
            <a:r>
              <a:rPr sz="1867" b="1" spc="-33" dirty="0">
                <a:latin typeface="Times New Roman"/>
                <a:cs typeface="Times New Roman"/>
              </a:rPr>
              <a:t> </a:t>
            </a:r>
            <a:r>
              <a:rPr sz="1867" b="1" spc="-7" dirty="0">
                <a:latin typeface="Calibri"/>
                <a:cs typeface="Calibri"/>
              </a:rPr>
              <a:t>e</a:t>
            </a:r>
            <a:r>
              <a:rPr sz="1867" b="1" spc="-13" dirty="0">
                <a:latin typeface="Calibri"/>
                <a:cs typeface="Calibri"/>
              </a:rPr>
              <a:t>n</a:t>
            </a:r>
            <a:r>
              <a:rPr sz="1867" b="1" dirty="0">
                <a:latin typeface="Calibri"/>
                <a:cs typeface="Calibri"/>
              </a:rPr>
              <a:t>d</a:t>
            </a:r>
            <a:r>
              <a:rPr sz="1867" b="1" spc="-20" dirty="0">
                <a:latin typeface="Times New Roman"/>
                <a:cs typeface="Times New Roman"/>
              </a:rPr>
              <a:t> </a:t>
            </a:r>
            <a:r>
              <a:rPr sz="1867" b="1" spc="-13" dirty="0">
                <a:latin typeface="Calibri"/>
                <a:cs typeface="Calibri"/>
              </a:rPr>
              <a:t>t</a:t>
            </a:r>
            <a:r>
              <a:rPr sz="1867" b="1" dirty="0">
                <a:latin typeface="Calibri"/>
                <a:cs typeface="Calibri"/>
              </a:rPr>
              <a:t>herefo</a:t>
            </a:r>
            <a:r>
              <a:rPr sz="1867" b="1" spc="-20" dirty="0">
                <a:latin typeface="Calibri"/>
                <a:cs typeface="Calibri"/>
              </a:rPr>
              <a:t>r</a:t>
            </a:r>
            <a:r>
              <a:rPr sz="1867" b="1" dirty="0">
                <a:latin typeface="Calibri"/>
                <a:cs typeface="Calibri"/>
              </a:rPr>
              <a:t>e</a:t>
            </a:r>
            <a:r>
              <a:rPr sz="1867" b="1" spc="-67" dirty="0">
                <a:latin typeface="Times New Roman"/>
                <a:cs typeface="Times New Roman"/>
              </a:rPr>
              <a:t> </a:t>
            </a:r>
            <a:r>
              <a:rPr sz="1867" b="1" dirty="0">
                <a:latin typeface="Calibri"/>
                <a:cs typeface="Calibri"/>
              </a:rPr>
              <a:t>it</a:t>
            </a:r>
            <a:r>
              <a:rPr sz="1867" b="1" spc="-80" dirty="0">
                <a:latin typeface="Times New Roman"/>
                <a:cs typeface="Times New Roman"/>
              </a:rPr>
              <a:t> </a:t>
            </a:r>
            <a:r>
              <a:rPr sz="1867" b="1" spc="-7" dirty="0">
                <a:latin typeface="Calibri"/>
                <a:cs typeface="Calibri"/>
              </a:rPr>
              <a:t>fol</a:t>
            </a:r>
            <a:r>
              <a:rPr sz="1867" b="1" spc="7" dirty="0">
                <a:latin typeface="Calibri"/>
                <a:cs typeface="Calibri"/>
              </a:rPr>
              <a:t>l</a:t>
            </a:r>
            <a:r>
              <a:rPr sz="1867" b="1" dirty="0">
                <a:latin typeface="Calibri"/>
                <a:cs typeface="Calibri"/>
              </a:rPr>
              <a:t>o</a:t>
            </a:r>
            <a:r>
              <a:rPr sz="1867" b="1" spc="-20" dirty="0">
                <a:latin typeface="Calibri"/>
                <a:cs typeface="Calibri"/>
              </a:rPr>
              <a:t>w</a:t>
            </a:r>
            <a:r>
              <a:rPr sz="1867" b="1" dirty="0">
                <a:latin typeface="Calibri"/>
                <a:cs typeface="Calibri"/>
              </a:rPr>
              <a:t>s</a:t>
            </a:r>
            <a:r>
              <a:rPr sz="1867" b="1" spc="-93" dirty="0">
                <a:latin typeface="Times New Roman"/>
                <a:cs typeface="Times New Roman"/>
              </a:rPr>
              <a:t> </a:t>
            </a:r>
            <a:r>
              <a:rPr sz="1867" b="1" dirty="0">
                <a:solidFill>
                  <a:srgbClr val="FF0000"/>
                </a:solidFill>
                <a:latin typeface="Calibri"/>
                <a:cs typeface="Calibri"/>
              </a:rPr>
              <a:t>Fi</a:t>
            </a:r>
            <a:r>
              <a:rPr sz="1867" b="1" spc="-13" dirty="0">
                <a:solidFill>
                  <a:srgbClr val="FF0000"/>
                </a:solidFill>
                <a:latin typeface="Calibri"/>
                <a:cs typeface="Calibri"/>
              </a:rPr>
              <a:t>r</a:t>
            </a:r>
            <a:r>
              <a:rPr sz="1867" b="1" dirty="0">
                <a:solidFill>
                  <a:srgbClr val="FF0000"/>
                </a:solidFill>
                <a:latin typeface="Calibri"/>
                <a:cs typeface="Calibri"/>
              </a:rPr>
              <a:t>s</a:t>
            </a:r>
            <a:r>
              <a:rPr sz="1867" b="1" spc="-7" dirty="0">
                <a:solidFill>
                  <a:srgbClr val="FF0000"/>
                </a:solidFill>
                <a:latin typeface="Calibri"/>
                <a:cs typeface="Calibri"/>
              </a:rPr>
              <a:t>t</a:t>
            </a:r>
            <a:r>
              <a:rPr sz="1867" b="1" dirty="0">
                <a:solidFill>
                  <a:srgbClr val="FF0000"/>
                </a:solidFill>
                <a:latin typeface="Calibri"/>
                <a:cs typeface="Calibri"/>
              </a:rPr>
              <a:t>-</a:t>
            </a:r>
            <a:r>
              <a:rPr sz="1867" b="1" spc="-7" dirty="0">
                <a:solidFill>
                  <a:srgbClr val="FF0000"/>
                </a:solidFill>
                <a:latin typeface="Calibri"/>
                <a:cs typeface="Calibri"/>
              </a:rPr>
              <a:t>I</a:t>
            </a:r>
            <a:r>
              <a:rPr sz="1867" b="1" dirty="0">
                <a:solidFill>
                  <a:srgbClr val="FF0000"/>
                </a:solidFill>
                <a:latin typeface="Calibri"/>
                <a:cs typeface="Calibri"/>
              </a:rPr>
              <a:t>n</a:t>
            </a:r>
            <a:r>
              <a:rPr sz="1867" b="1" spc="-13" dirty="0">
                <a:solidFill>
                  <a:srgbClr val="FF0000"/>
                </a:solidFill>
                <a:latin typeface="Calibri"/>
                <a:cs typeface="Calibri"/>
              </a:rPr>
              <a:t>-</a:t>
            </a:r>
            <a:r>
              <a:rPr sz="1867" b="1" dirty="0">
                <a:solidFill>
                  <a:srgbClr val="FF0000"/>
                </a:solidFill>
                <a:latin typeface="Calibri"/>
                <a:cs typeface="Calibri"/>
              </a:rPr>
              <a:t>Firs</a:t>
            </a:r>
            <a:r>
              <a:rPr sz="1867" b="1" spc="-13" dirty="0">
                <a:solidFill>
                  <a:srgbClr val="FF0000"/>
                </a:solidFill>
                <a:latin typeface="Calibri"/>
                <a:cs typeface="Calibri"/>
              </a:rPr>
              <a:t>t-</a:t>
            </a:r>
            <a:r>
              <a:rPr sz="1867" b="1" spc="-7" dirty="0">
                <a:solidFill>
                  <a:srgbClr val="FF0000"/>
                </a:solidFill>
                <a:latin typeface="Calibri"/>
                <a:cs typeface="Calibri"/>
              </a:rPr>
              <a:t>Ou</a:t>
            </a:r>
            <a:r>
              <a:rPr sz="1867" b="1" dirty="0">
                <a:solidFill>
                  <a:srgbClr val="FF0000"/>
                </a:solidFill>
                <a:latin typeface="Calibri"/>
                <a:cs typeface="Calibri"/>
              </a:rPr>
              <a:t>t</a:t>
            </a:r>
            <a:r>
              <a:rPr sz="1867" b="1" spc="-187" dirty="0">
                <a:solidFill>
                  <a:srgbClr val="FF0000"/>
                </a:solidFill>
                <a:latin typeface="Times New Roman"/>
                <a:cs typeface="Times New Roman"/>
              </a:rPr>
              <a:t> </a:t>
            </a:r>
            <a:r>
              <a:rPr sz="1867" b="1" spc="-7" dirty="0">
                <a:solidFill>
                  <a:srgbClr val="FF0000"/>
                </a:solidFill>
                <a:latin typeface="Calibri"/>
                <a:cs typeface="Calibri"/>
              </a:rPr>
              <a:t>(</a:t>
            </a:r>
            <a:r>
              <a:rPr sz="1867" b="1" dirty="0">
                <a:solidFill>
                  <a:srgbClr val="FF0000"/>
                </a:solidFill>
                <a:latin typeface="Calibri"/>
                <a:cs typeface="Calibri"/>
              </a:rPr>
              <a:t>FIF</a:t>
            </a:r>
            <a:r>
              <a:rPr sz="1867" b="1" spc="-7" dirty="0">
                <a:solidFill>
                  <a:srgbClr val="FF0000"/>
                </a:solidFill>
                <a:latin typeface="Calibri"/>
                <a:cs typeface="Calibri"/>
              </a:rPr>
              <a:t>O</a:t>
            </a:r>
            <a:r>
              <a:rPr sz="1867" b="1" dirty="0">
                <a:solidFill>
                  <a:srgbClr val="FF0000"/>
                </a:solidFill>
                <a:latin typeface="Calibri"/>
                <a:cs typeface="Calibri"/>
              </a:rPr>
              <a:t>)</a:t>
            </a:r>
            <a:r>
              <a:rPr sz="1867" b="1" spc="-107" dirty="0">
                <a:solidFill>
                  <a:srgbClr val="FF0000"/>
                </a:solidFill>
                <a:latin typeface="Times New Roman"/>
                <a:cs typeface="Times New Roman"/>
              </a:rPr>
              <a:t> </a:t>
            </a:r>
            <a:r>
              <a:rPr sz="1867" b="1" spc="-7" dirty="0">
                <a:latin typeface="Calibri"/>
                <a:cs typeface="Calibri"/>
              </a:rPr>
              <a:t>me</a:t>
            </a:r>
            <a:r>
              <a:rPr sz="1867" b="1" dirty="0">
                <a:latin typeface="Calibri"/>
                <a:cs typeface="Calibri"/>
              </a:rPr>
              <a:t>th</a:t>
            </a:r>
            <a:r>
              <a:rPr sz="1867" b="1" spc="-13" dirty="0">
                <a:latin typeface="Calibri"/>
                <a:cs typeface="Calibri"/>
              </a:rPr>
              <a:t>o</a:t>
            </a:r>
            <a:r>
              <a:rPr sz="1867" b="1" dirty="0">
                <a:latin typeface="Calibri"/>
                <a:cs typeface="Calibri"/>
              </a:rPr>
              <a:t>do</a:t>
            </a:r>
            <a:r>
              <a:rPr sz="1867" b="1" spc="-13" dirty="0">
                <a:latin typeface="Calibri"/>
                <a:cs typeface="Calibri"/>
              </a:rPr>
              <a:t>l</a:t>
            </a:r>
            <a:r>
              <a:rPr sz="1867" b="1" dirty="0">
                <a:latin typeface="Calibri"/>
                <a:cs typeface="Calibri"/>
              </a:rPr>
              <a:t>o</a:t>
            </a:r>
            <a:r>
              <a:rPr sz="1867" b="1" spc="-7" dirty="0">
                <a:latin typeface="Calibri"/>
                <a:cs typeface="Calibri"/>
              </a:rPr>
              <a:t>g</a:t>
            </a:r>
            <a:r>
              <a:rPr sz="1867" b="1" dirty="0">
                <a:latin typeface="Calibri"/>
                <a:cs typeface="Calibri"/>
              </a:rPr>
              <a:t>y</a:t>
            </a:r>
            <a:r>
              <a:rPr sz="1867" b="1" spc="-120" dirty="0">
                <a:latin typeface="Times New Roman"/>
                <a:cs typeface="Times New Roman"/>
              </a:rPr>
              <a:t> </a:t>
            </a:r>
            <a:r>
              <a:rPr sz="1867" b="1" spc="-7" dirty="0">
                <a:latin typeface="Calibri"/>
                <a:cs typeface="Calibri"/>
              </a:rPr>
              <a:t>fo</a:t>
            </a:r>
            <a:r>
              <a:rPr sz="1867" b="1" dirty="0">
                <a:latin typeface="Calibri"/>
                <a:cs typeface="Calibri"/>
              </a:rPr>
              <a:t>r</a:t>
            </a:r>
            <a:r>
              <a:rPr sz="1867" b="1" spc="-93" dirty="0">
                <a:latin typeface="Times New Roman"/>
                <a:cs typeface="Times New Roman"/>
              </a:rPr>
              <a:t> </a:t>
            </a:r>
            <a:r>
              <a:rPr sz="1867" b="1" dirty="0">
                <a:latin typeface="Calibri"/>
                <a:cs typeface="Calibri"/>
              </a:rPr>
              <a:t>s</a:t>
            </a:r>
            <a:r>
              <a:rPr sz="1867" b="1" spc="7" dirty="0">
                <a:latin typeface="Calibri"/>
                <a:cs typeface="Calibri"/>
              </a:rPr>
              <a:t>t</a:t>
            </a:r>
            <a:r>
              <a:rPr sz="1867" b="1" dirty="0">
                <a:latin typeface="Calibri"/>
                <a:cs typeface="Calibri"/>
              </a:rPr>
              <a:t>o</a:t>
            </a:r>
            <a:r>
              <a:rPr sz="1867" b="1" spc="-13" dirty="0">
                <a:latin typeface="Calibri"/>
                <a:cs typeface="Calibri"/>
              </a:rPr>
              <a:t>r</a:t>
            </a:r>
            <a:r>
              <a:rPr sz="1867" b="1" dirty="0">
                <a:latin typeface="Calibri"/>
                <a:cs typeface="Calibri"/>
              </a:rPr>
              <a:t>ing</a:t>
            </a:r>
            <a:r>
              <a:rPr sz="1867" b="1" spc="-140" dirty="0">
                <a:latin typeface="Times New Roman"/>
                <a:cs typeface="Times New Roman"/>
              </a:rPr>
              <a:t> </a:t>
            </a:r>
            <a:r>
              <a:rPr sz="1867" b="1" dirty="0">
                <a:latin typeface="Calibri"/>
                <a:cs typeface="Calibri"/>
              </a:rPr>
              <a:t>the</a:t>
            </a:r>
            <a:r>
              <a:rPr sz="1867" b="1" spc="-60" dirty="0">
                <a:latin typeface="Times New Roman"/>
                <a:cs typeface="Times New Roman"/>
              </a:rPr>
              <a:t> </a:t>
            </a:r>
            <a:r>
              <a:rPr sz="1867" b="1" spc="-13" dirty="0">
                <a:latin typeface="Calibri"/>
                <a:cs typeface="Calibri"/>
              </a:rPr>
              <a:t>d</a:t>
            </a:r>
            <a:r>
              <a:rPr sz="1867" b="1" dirty="0">
                <a:latin typeface="Calibri"/>
                <a:cs typeface="Calibri"/>
              </a:rPr>
              <a:t>a</a:t>
            </a:r>
            <a:r>
              <a:rPr sz="1867" b="1" spc="7" dirty="0">
                <a:latin typeface="Calibri"/>
                <a:cs typeface="Calibri"/>
              </a:rPr>
              <a:t>t</a:t>
            </a:r>
            <a:r>
              <a:rPr sz="1867" b="1" dirty="0">
                <a:latin typeface="Calibri"/>
                <a:cs typeface="Calibri"/>
              </a:rPr>
              <a:t>a</a:t>
            </a:r>
            <a:r>
              <a:rPr sz="1867" b="1" spc="-160" dirty="0">
                <a:latin typeface="Times New Roman"/>
                <a:cs typeface="Times New Roman"/>
              </a:rPr>
              <a:t> </a:t>
            </a:r>
            <a:r>
              <a:rPr sz="1867" b="1" spc="-13" dirty="0">
                <a:latin typeface="Calibri"/>
                <a:cs typeface="Calibri"/>
              </a:rPr>
              <a:t>i</a:t>
            </a:r>
            <a:r>
              <a:rPr sz="1867" b="1" dirty="0">
                <a:latin typeface="Calibri"/>
                <a:cs typeface="Calibri"/>
              </a:rPr>
              <a:t>t</a:t>
            </a:r>
            <a:r>
              <a:rPr sz="1867" b="1" spc="-7" dirty="0">
                <a:latin typeface="Calibri"/>
                <a:cs typeface="Calibri"/>
              </a:rPr>
              <a:t>ems.</a:t>
            </a:r>
            <a:endParaRPr sz="1867">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bject 2">
            <a:extLst>
              <a:ext uri="{FF2B5EF4-FFF2-40B4-BE49-F238E27FC236}">
                <a16:creationId xmlns:a16="http://schemas.microsoft.com/office/drawing/2014/main" id="{3BD94B70-9CA2-DD07-5BEE-5C80DBA7798A}"/>
              </a:ext>
            </a:extLst>
          </p:cNvPr>
          <p:cNvSpPr>
            <a:spLocks/>
          </p:cNvSpPr>
          <p:nvPr/>
        </p:nvSpPr>
        <p:spPr bwMode="auto">
          <a:xfrm>
            <a:off x="4368800" y="1998133"/>
            <a:ext cx="2641600" cy="609600"/>
          </a:xfrm>
          <a:custGeom>
            <a:avLst/>
            <a:gdLst>
              <a:gd name="T0" fmla="*/ 1904999 w 1981200"/>
              <a:gd name="T1" fmla="*/ 0 h 457200"/>
              <a:gd name="T2" fmla="*/ 76199 w 1981200"/>
              <a:gd name="T3" fmla="*/ 0 h 457200"/>
              <a:gd name="T4" fmla="*/ 46360 w 1981200"/>
              <a:gd name="T5" fmla="*/ 5699 h 457200"/>
              <a:gd name="T6" fmla="*/ 22219 w 1981200"/>
              <a:gd name="T7" fmla="*/ 22219 h 457200"/>
              <a:gd name="T8" fmla="*/ 5730 w 1981200"/>
              <a:gd name="T9" fmla="*/ 46360 h 457200"/>
              <a:gd name="T10" fmla="*/ 0 w 1981200"/>
              <a:gd name="T11" fmla="*/ 76199 h 457200"/>
              <a:gd name="T12" fmla="*/ 0 w 1981200"/>
              <a:gd name="T13" fmla="*/ 380999 h 457200"/>
              <a:gd name="T14" fmla="*/ 5730 w 1981200"/>
              <a:gd name="T15" fmla="*/ 410839 h 457200"/>
              <a:gd name="T16" fmla="*/ 22219 w 1981200"/>
              <a:gd name="T17" fmla="*/ 434980 h 457200"/>
              <a:gd name="T18" fmla="*/ 46360 w 1981200"/>
              <a:gd name="T19" fmla="*/ 450829 h 457200"/>
              <a:gd name="T20" fmla="*/ 76199 w 1981200"/>
              <a:gd name="T21" fmla="*/ 457199 h 457200"/>
              <a:gd name="T22" fmla="*/ 1904999 w 1981200"/>
              <a:gd name="T23" fmla="*/ 457199 h 457200"/>
              <a:gd name="T24" fmla="*/ 1934839 w 1981200"/>
              <a:gd name="T25" fmla="*/ 450829 h 457200"/>
              <a:gd name="T26" fmla="*/ 1958980 w 1981200"/>
              <a:gd name="T27" fmla="*/ 434980 h 457200"/>
              <a:gd name="T28" fmla="*/ 1975500 w 1981200"/>
              <a:gd name="T29" fmla="*/ 410839 h 457200"/>
              <a:gd name="T30" fmla="*/ 1981199 w 1981200"/>
              <a:gd name="T31" fmla="*/ 380999 h 457200"/>
              <a:gd name="T32" fmla="*/ 1981199 w 1981200"/>
              <a:gd name="T33" fmla="*/ 76199 h 457200"/>
              <a:gd name="T34" fmla="*/ 1975500 w 1981200"/>
              <a:gd name="T35" fmla="*/ 46360 h 457200"/>
              <a:gd name="T36" fmla="*/ 1958980 w 1981200"/>
              <a:gd name="T37" fmla="*/ 22219 h 457200"/>
              <a:gd name="T38" fmla="*/ 1934839 w 1981200"/>
              <a:gd name="T39" fmla="*/ 5699 h 457200"/>
              <a:gd name="T40" fmla="*/ 1904999 w 1981200"/>
              <a:gd name="T41" fmla="*/ 0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81200" h="457200">
                <a:moveTo>
                  <a:pt x="1904999" y="0"/>
                </a:moveTo>
                <a:lnTo>
                  <a:pt x="76199" y="0"/>
                </a:lnTo>
                <a:lnTo>
                  <a:pt x="46360" y="5699"/>
                </a:lnTo>
                <a:lnTo>
                  <a:pt x="22219" y="22219"/>
                </a:lnTo>
                <a:lnTo>
                  <a:pt x="5730" y="46360"/>
                </a:lnTo>
                <a:lnTo>
                  <a:pt x="0" y="76199"/>
                </a:lnTo>
                <a:lnTo>
                  <a:pt x="0" y="380999"/>
                </a:lnTo>
                <a:lnTo>
                  <a:pt x="5730" y="410839"/>
                </a:lnTo>
                <a:lnTo>
                  <a:pt x="22219" y="434980"/>
                </a:lnTo>
                <a:lnTo>
                  <a:pt x="46360" y="450829"/>
                </a:lnTo>
                <a:lnTo>
                  <a:pt x="76199" y="457199"/>
                </a:lnTo>
                <a:lnTo>
                  <a:pt x="1904999" y="457199"/>
                </a:lnTo>
                <a:lnTo>
                  <a:pt x="1934839" y="450829"/>
                </a:lnTo>
                <a:lnTo>
                  <a:pt x="1958980" y="434980"/>
                </a:lnTo>
                <a:lnTo>
                  <a:pt x="1975500" y="410839"/>
                </a:lnTo>
                <a:lnTo>
                  <a:pt x="1981199" y="380999"/>
                </a:lnTo>
                <a:lnTo>
                  <a:pt x="1981199" y="76199"/>
                </a:lnTo>
                <a:lnTo>
                  <a:pt x="1975500" y="46360"/>
                </a:lnTo>
                <a:lnTo>
                  <a:pt x="1958980" y="22219"/>
                </a:lnTo>
                <a:lnTo>
                  <a:pt x="1934839" y="5699"/>
                </a:lnTo>
                <a:lnTo>
                  <a:pt x="1904999" y="0"/>
                </a:lnTo>
                <a:close/>
              </a:path>
            </a:pathLst>
          </a:custGeom>
          <a:solidFill>
            <a:srgbClr val="001F5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2531" name="object 3">
            <a:extLst>
              <a:ext uri="{FF2B5EF4-FFF2-40B4-BE49-F238E27FC236}">
                <a16:creationId xmlns:a16="http://schemas.microsoft.com/office/drawing/2014/main" id="{7D82F11C-814B-0A9E-3948-8E06B0EA1B82}"/>
              </a:ext>
            </a:extLst>
          </p:cNvPr>
          <p:cNvSpPr>
            <a:spLocks/>
          </p:cNvSpPr>
          <p:nvPr/>
        </p:nvSpPr>
        <p:spPr bwMode="auto">
          <a:xfrm>
            <a:off x="4368800" y="1998133"/>
            <a:ext cx="2641600" cy="609600"/>
          </a:xfrm>
          <a:custGeom>
            <a:avLst/>
            <a:gdLst>
              <a:gd name="T0" fmla="*/ 0 w 1981200"/>
              <a:gd name="T1" fmla="*/ 76199 h 457200"/>
              <a:gd name="T2" fmla="*/ 5730 w 1981200"/>
              <a:gd name="T3" fmla="*/ 46360 h 457200"/>
              <a:gd name="T4" fmla="*/ 22219 w 1981200"/>
              <a:gd name="T5" fmla="*/ 22219 h 457200"/>
              <a:gd name="T6" fmla="*/ 46360 w 1981200"/>
              <a:gd name="T7" fmla="*/ 5699 h 457200"/>
              <a:gd name="T8" fmla="*/ 76199 w 1981200"/>
              <a:gd name="T9" fmla="*/ 0 h 457200"/>
              <a:gd name="T10" fmla="*/ 1904999 w 1981200"/>
              <a:gd name="T11" fmla="*/ 0 h 457200"/>
              <a:gd name="T12" fmla="*/ 1934839 w 1981200"/>
              <a:gd name="T13" fmla="*/ 5699 h 457200"/>
              <a:gd name="T14" fmla="*/ 1958980 w 1981200"/>
              <a:gd name="T15" fmla="*/ 22219 h 457200"/>
              <a:gd name="T16" fmla="*/ 1975500 w 1981200"/>
              <a:gd name="T17" fmla="*/ 46360 h 457200"/>
              <a:gd name="T18" fmla="*/ 1981199 w 1981200"/>
              <a:gd name="T19" fmla="*/ 76199 h 457200"/>
              <a:gd name="T20" fmla="*/ 1981199 w 1981200"/>
              <a:gd name="T21" fmla="*/ 380999 h 457200"/>
              <a:gd name="T22" fmla="*/ 1975500 w 1981200"/>
              <a:gd name="T23" fmla="*/ 410839 h 457200"/>
              <a:gd name="T24" fmla="*/ 1958980 w 1981200"/>
              <a:gd name="T25" fmla="*/ 434980 h 457200"/>
              <a:gd name="T26" fmla="*/ 1934839 w 1981200"/>
              <a:gd name="T27" fmla="*/ 450829 h 457200"/>
              <a:gd name="T28" fmla="*/ 1904999 w 1981200"/>
              <a:gd name="T29" fmla="*/ 457199 h 457200"/>
              <a:gd name="T30" fmla="*/ 76199 w 1981200"/>
              <a:gd name="T31" fmla="*/ 457199 h 457200"/>
              <a:gd name="T32" fmla="*/ 46360 w 1981200"/>
              <a:gd name="T33" fmla="*/ 450829 h 457200"/>
              <a:gd name="T34" fmla="*/ 22219 w 1981200"/>
              <a:gd name="T35" fmla="*/ 434980 h 457200"/>
              <a:gd name="T36" fmla="*/ 5730 w 1981200"/>
              <a:gd name="T37" fmla="*/ 410839 h 457200"/>
              <a:gd name="T38" fmla="*/ 0 w 1981200"/>
              <a:gd name="T39" fmla="*/ 380999 h 457200"/>
              <a:gd name="T40" fmla="*/ 0 w 1981200"/>
              <a:gd name="T41" fmla="*/ 76199 h 457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981200" h="457200">
                <a:moveTo>
                  <a:pt x="0" y="76199"/>
                </a:moveTo>
                <a:lnTo>
                  <a:pt x="5730" y="46360"/>
                </a:lnTo>
                <a:lnTo>
                  <a:pt x="22219" y="22219"/>
                </a:lnTo>
                <a:lnTo>
                  <a:pt x="46360" y="5699"/>
                </a:lnTo>
                <a:lnTo>
                  <a:pt x="76199" y="0"/>
                </a:lnTo>
                <a:lnTo>
                  <a:pt x="1904999" y="0"/>
                </a:lnTo>
                <a:lnTo>
                  <a:pt x="1934839" y="5699"/>
                </a:lnTo>
                <a:lnTo>
                  <a:pt x="1958980" y="22219"/>
                </a:lnTo>
                <a:lnTo>
                  <a:pt x="1975500" y="46360"/>
                </a:lnTo>
                <a:lnTo>
                  <a:pt x="1981199" y="76199"/>
                </a:lnTo>
                <a:lnTo>
                  <a:pt x="1981199" y="380999"/>
                </a:lnTo>
                <a:lnTo>
                  <a:pt x="1975500" y="410839"/>
                </a:lnTo>
                <a:lnTo>
                  <a:pt x="1958980" y="434980"/>
                </a:lnTo>
                <a:lnTo>
                  <a:pt x="1934839" y="450829"/>
                </a:lnTo>
                <a:lnTo>
                  <a:pt x="1904999" y="457199"/>
                </a:lnTo>
                <a:lnTo>
                  <a:pt x="76199" y="457199"/>
                </a:lnTo>
                <a:lnTo>
                  <a:pt x="46360" y="450829"/>
                </a:lnTo>
                <a:lnTo>
                  <a:pt x="22219" y="434980"/>
                </a:lnTo>
                <a:lnTo>
                  <a:pt x="5730" y="410839"/>
                </a:lnTo>
                <a:lnTo>
                  <a:pt x="0" y="380999"/>
                </a:lnTo>
                <a:lnTo>
                  <a:pt x="0" y="76199"/>
                </a:lnTo>
                <a:close/>
              </a:path>
            </a:pathLst>
          </a:custGeom>
          <a:noFill/>
          <a:ln w="25399">
            <a:solidFill>
              <a:srgbClr val="001F5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2532" name="object 4">
            <a:extLst>
              <a:ext uri="{FF2B5EF4-FFF2-40B4-BE49-F238E27FC236}">
                <a16:creationId xmlns:a16="http://schemas.microsoft.com/office/drawing/2014/main" id="{571181E5-F08E-C805-111A-3995D231C893}"/>
              </a:ext>
            </a:extLst>
          </p:cNvPr>
          <p:cNvSpPr>
            <a:spLocks noChangeArrowheads="1"/>
          </p:cNvSpPr>
          <p:nvPr/>
        </p:nvSpPr>
        <p:spPr bwMode="auto">
          <a:xfrm>
            <a:off x="4351867" y="1943101"/>
            <a:ext cx="2675467" cy="732367"/>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5" name="object 5">
            <a:extLst>
              <a:ext uri="{FF2B5EF4-FFF2-40B4-BE49-F238E27FC236}">
                <a16:creationId xmlns:a16="http://schemas.microsoft.com/office/drawing/2014/main" id="{668F4DCC-4573-CD81-228B-69B6A3757883}"/>
              </a:ext>
            </a:extLst>
          </p:cNvPr>
          <p:cNvSpPr txBox="1"/>
          <p:nvPr/>
        </p:nvSpPr>
        <p:spPr>
          <a:xfrm>
            <a:off x="5196418" y="2006600"/>
            <a:ext cx="1350433" cy="684226"/>
          </a:xfrm>
          <a:prstGeom prst="rect">
            <a:avLst/>
          </a:prstGeom>
        </p:spPr>
        <p:txBody>
          <a:bodyPr lIns="0" tIns="0" rIns="0" bIns="0">
            <a:spAutoFit/>
          </a:bodyPr>
          <a:lstStyle/>
          <a:p>
            <a:pPr marL="16933">
              <a:lnSpc>
                <a:spcPts val="5753"/>
              </a:lnSpc>
              <a:defRPr/>
            </a:pPr>
            <a:r>
              <a:rPr sz="4800" b="1" spc="-653" dirty="0">
                <a:solidFill>
                  <a:srgbClr val="FFFFFF"/>
                </a:solidFill>
                <a:latin typeface="Tahoma"/>
                <a:cs typeface="Tahoma"/>
              </a:rPr>
              <a:t>T</a:t>
            </a:r>
            <a:r>
              <a:rPr sz="4800" b="1" spc="-673" dirty="0">
                <a:solidFill>
                  <a:srgbClr val="FFFFFF"/>
                </a:solidFill>
                <a:latin typeface="Tahoma"/>
                <a:cs typeface="Tahoma"/>
              </a:rPr>
              <a:t>R</a:t>
            </a:r>
            <a:r>
              <a:rPr sz="4800" b="1" spc="-653" dirty="0">
                <a:solidFill>
                  <a:srgbClr val="FFFFFF"/>
                </a:solidFill>
                <a:latin typeface="Tahoma"/>
                <a:cs typeface="Tahoma"/>
              </a:rPr>
              <a:t>E</a:t>
            </a:r>
            <a:r>
              <a:rPr sz="4800" b="1" dirty="0">
                <a:solidFill>
                  <a:srgbClr val="FFFFFF"/>
                </a:solidFill>
                <a:latin typeface="Tahoma"/>
                <a:cs typeface="Tahoma"/>
              </a:rPr>
              <a:t>E</a:t>
            </a:r>
            <a:endParaRPr sz="4800">
              <a:latin typeface="Tahoma"/>
              <a:cs typeface="Tahoma"/>
            </a:endParaRPr>
          </a:p>
        </p:txBody>
      </p:sp>
      <p:sp>
        <p:nvSpPr>
          <p:cNvPr id="22534" name="object 6">
            <a:extLst>
              <a:ext uri="{FF2B5EF4-FFF2-40B4-BE49-F238E27FC236}">
                <a16:creationId xmlns:a16="http://schemas.microsoft.com/office/drawing/2014/main" id="{42A194DF-D731-08E2-13D7-A96C9002F06F}"/>
              </a:ext>
            </a:extLst>
          </p:cNvPr>
          <p:cNvSpPr>
            <a:spLocks/>
          </p:cNvSpPr>
          <p:nvPr/>
        </p:nvSpPr>
        <p:spPr bwMode="auto">
          <a:xfrm>
            <a:off x="5211234" y="2599267"/>
            <a:ext cx="1231900" cy="0"/>
          </a:xfrm>
          <a:custGeom>
            <a:avLst/>
            <a:gdLst>
              <a:gd name="T0" fmla="*/ 0 w 923925"/>
              <a:gd name="T1" fmla="*/ 923543 w 923925"/>
              <a:gd name="T2" fmla="*/ 0 60000 65536"/>
              <a:gd name="T3" fmla="*/ 0 60000 65536"/>
            </a:gdLst>
            <a:ahLst/>
            <a:cxnLst>
              <a:cxn ang="T2">
                <a:pos x="T0" y="0"/>
              </a:cxn>
              <a:cxn ang="T3">
                <a:pos x="T1" y="0"/>
              </a:cxn>
            </a:cxnLst>
            <a:rect l="0" t="0" r="r" b="b"/>
            <a:pathLst>
              <a:path w="923925">
                <a:moveTo>
                  <a:pt x="0" y="0"/>
                </a:moveTo>
                <a:lnTo>
                  <a:pt x="923543" y="0"/>
                </a:lnTo>
              </a:path>
            </a:pathLst>
          </a:custGeom>
          <a:noFill/>
          <a:ln w="45465">
            <a:solidFill>
              <a:srgbClr val="FFFF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2535" name="object 7">
            <a:extLst>
              <a:ext uri="{FF2B5EF4-FFF2-40B4-BE49-F238E27FC236}">
                <a16:creationId xmlns:a16="http://schemas.microsoft.com/office/drawing/2014/main" id="{A9EBFCE5-0B63-3A78-CB66-CFC37622CD94}"/>
              </a:ext>
            </a:extLst>
          </p:cNvPr>
          <p:cNvSpPr txBox="1">
            <a:spLocks noChangeArrowheads="1"/>
          </p:cNvSpPr>
          <p:nvPr/>
        </p:nvSpPr>
        <p:spPr bwMode="auto">
          <a:xfrm>
            <a:off x="203200" y="2683933"/>
            <a:ext cx="11785600" cy="2889702"/>
          </a:xfrm>
          <a:prstGeom prst="rect">
            <a:avLst/>
          </a:prstGeom>
          <a:noFill/>
          <a:ln w="28574">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762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Trees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multilevel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structures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with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hierarchical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relationship</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among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its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elements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known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nodes.</a:t>
            </a:r>
            <a:endParaRPr lang="en-US" altLang="en-US" sz="1867">
              <a:cs typeface="Calibri" panose="020F0502020204030204" pitchFamily="34" charset="0"/>
            </a:endParaRPr>
          </a:p>
          <a:p>
            <a:pPr>
              <a:spcBef>
                <a:spcPts val="1151"/>
              </a:spcBef>
            </a:pPr>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bottommost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hierarchy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called</a:t>
            </a:r>
            <a:r>
              <a:rPr lang="en-US" altLang="en-US" sz="1867" b="1">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leaf</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node.</a:t>
            </a:r>
            <a:endParaRPr lang="en-US" altLang="en-US" sz="1867">
              <a:cs typeface="Calibri" panose="020F0502020204030204" pitchFamily="34" charset="0"/>
            </a:endParaRPr>
          </a:p>
          <a:p>
            <a:pPr>
              <a:spcBef>
                <a:spcPts val="1067"/>
              </a:spcBef>
            </a:pPr>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topmost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called</a:t>
            </a:r>
            <a:r>
              <a:rPr lang="en-US" altLang="en-US" sz="1867" b="1">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root</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node.</a:t>
            </a:r>
            <a:endParaRPr lang="en-US" altLang="en-US" sz="1867">
              <a:cs typeface="Calibri" panose="020F0502020204030204" pitchFamily="34" charset="0"/>
            </a:endParaRPr>
          </a:p>
          <a:p>
            <a:pPr>
              <a:spcBef>
                <a:spcPts val="1184"/>
              </a:spcBef>
            </a:pPr>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Each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contains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pointers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point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adjacent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nodes.</a:t>
            </a:r>
            <a:endParaRPr lang="en-US" altLang="en-US" sz="1867">
              <a:cs typeface="Calibri" panose="020F0502020204030204" pitchFamily="34" charset="0"/>
            </a:endParaRPr>
          </a:p>
          <a:p>
            <a:pPr>
              <a:spcBef>
                <a:spcPts val="1151"/>
              </a:spcBef>
            </a:pPr>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Tree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data</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structure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based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parent-child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relationship</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among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nodes.</a:t>
            </a:r>
            <a:endParaRPr lang="en-US" altLang="en-US" sz="1867">
              <a:cs typeface="Calibri" panose="020F0502020204030204" pitchFamily="34" charset="0"/>
            </a:endParaRPr>
          </a:p>
          <a:p>
            <a:pPr>
              <a:lnSpc>
                <a:spcPts val="3417"/>
              </a:lnSpc>
              <a:spcBef>
                <a:spcPts val="200"/>
              </a:spcBef>
            </a:pPr>
            <a:r>
              <a:rPr lang="en-US" altLang="en-US" sz="1733">
                <a:latin typeface="Wingdings" panose="05000000000000000000" pitchFamily="2" charset="2"/>
              </a:rPr>
              <a:t></a:t>
            </a:r>
            <a:r>
              <a:rPr lang="en-US" altLang="en-US" sz="1733">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Each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tree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have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more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one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children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except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leaf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whereas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each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have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atmost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one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parent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except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root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node.</a:t>
            </a:r>
            <a:endParaRPr lang="en-US" altLang="en-US" sz="1867">
              <a:cs typeface="Calibri" panose="020F0502020204030204" pitchFamily="34" charset="0"/>
            </a:endParaRPr>
          </a:p>
        </p:txBody>
      </p:sp>
      <p:sp>
        <p:nvSpPr>
          <p:cNvPr id="22536" name="object 8">
            <a:extLst>
              <a:ext uri="{FF2B5EF4-FFF2-40B4-BE49-F238E27FC236}">
                <a16:creationId xmlns:a16="http://schemas.microsoft.com/office/drawing/2014/main" id="{C4B668FD-C4BB-AAEF-685E-62E886DC117C}"/>
              </a:ext>
            </a:extLst>
          </p:cNvPr>
          <p:cNvSpPr>
            <a:spLocks/>
          </p:cNvSpPr>
          <p:nvPr/>
        </p:nvSpPr>
        <p:spPr bwMode="auto">
          <a:xfrm>
            <a:off x="304800" y="376767"/>
            <a:ext cx="11582400" cy="812800"/>
          </a:xfrm>
          <a:custGeom>
            <a:avLst/>
            <a:gdLst>
              <a:gd name="T0" fmla="*/ 8585209 w 8686800"/>
              <a:gd name="T1" fmla="*/ 0 h 609600"/>
              <a:gd name="T2" fmla="*/ 101595 w 8686800"/>
              <a:gd name="T3" fmla="*/ 0 h 609600"/>
              <a:gd name="T4" fmla="*/ 62234 w 8686800"/>
              <a:gd name="T5" fmla="*/ 8260 h 609600"/>
              <a:gd name="T6" fmla="*/ 29849 w 8686800"/>
              <a:gd name="T7" fmla="*/ 29839 h 609600"/>
              <a:gd name="T8" fmla="*/ 8250 w 8686800"/>
              <a:gd name="T9" fmla="*/ 62209 h 609600"/>
              <a:gd name="T10" fmla="*/ 0 w 8686800"/>
              <a:gd name="T11" fmla="*/ 101589 h 609600"/>
              <a:gd name="T12" fmla="*/ 0 w 8686800"/>
              <a:gd name="T13" fmla="*/ 507979 h 609600"/>
              <a:gd name="T14" fmla="*/ 8250 w 8686800"/>
              <a:gd name="T15" fmla="*/ 547359 h 609600"/>
              <a:gd name="T16" fmla="*/ 29849 w 8686800"/>
              <a:gd name="T17" fmla="*/ 579760 h 609600"/>
              <a:gd name="T18" fmla="*/ 62234 w 8686800"/>
              <a:gd name="T19" fmla="*/ 601339 h 609600"/>
              <a:gd name="T20" fmla="*/ 101595 w 8686800"/>
              <a:gd name="T21" fmla="*/ 609599 h 609600"/>
              <a:gd name="T22" fmla="*/ 8585209 w 8686800"/>
              <a:gd name="T23" fmla="*/ 609599 h 609600"/>
              <a:gd name="T24" fmla="*/ 8624559 w 8686800"/>
              <a:gd name="T25" fmla="*/ 601339 h 609600"/>
              <a:gd name="T26" fmla="*/ 8656959 w 8686800"/>
              <a:gd name="T27" fmla="*/ 579760 h 609600"/>
              <a:gd name="T28" fmla="*/ 8678539 w 8686800"/>
              <a:gd name="T29" fmla="*/ 547359 h 609600"/>
              <a:gd name="T30" fmla="*/ 8686799 w 8686800"/>
              <a:gd name="T31" fmla="*/ 507979 h 609600"/>
              <a:gd name="T32" fmla="*/ 8686799 w 8686800"/>
              <a:gd name="T33" fmla="*/ 101589 h 609600"/>
              <a:gd name="T34" fmla="*/ 8678539 w 8686800"/>
              <a:gd name="T35" fmla="*/ 62209 h 609600"/>
              <a:gd name="T36" fmla="*/ 8656959 w 8686800"/>
              <a:gd name="T37" fmla="*/ 29839 h 609600"/>
              <a:gd name="T38" fmla="*/ 8624559 w 8686800"/>
              <a:gd name="T39" fmla="*/ 8260 h 609600"/>
              <a:gd name="T40" fmla="*/ 8585209 w 8686800"/>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8585209" y="0"/>
                </a:moveTo>
                <a:lnTo>
                  <a:pt x="101595" y="0"/>
                </a:lnTo>
                <a:lnTo>
                  <a:pt x="62234" y="8260"/>
                </a:lnTo>
                <a:lnTo>
                  <a:pt x="29849" y="29839"/>
                </a:lnTo>
                <a:lnTo>
                  <a:pt x="8250" y="62209"/>
                </a:lnTo>
                <a:lnTo>
                  <a:pt x="0" y="101589"/>
                </a:lnTo>
                <a:lnTo>
                  <a:pt x="0" y="507979"/>
                </a:lnTo>
                <a:lnTo>
                  <a:pt x="8250" y="547359"/>
                </a:lnTo>
                <a:lnTo>
                  <a:pt x="29849" y="579760"/>
                </a:lnTo>
                <a:lnTo>
                  <a:pt x="62234" y="601339"/>
                </a:lnTo>
                <a:lnTo>
                  <a:pt x="101595" y="609599"/>
                </a:lnTo>
                <a:lnTo>
                  <a:pt x="8585209" y="609599"/>
                </a:lnTo>
                <a:lnTo>
                  <a:pt x="8624559" y="601339"/>
                </a:lnTo>
                <a:lnTo>
                  <a:pt x="8656959" y="579760"/>
                </a:lnTo>
                <a:lnTo>
                  <a:pt x="8678539" y="547359"/>
                </a:lnTo>
                <a:lnTo>
                  <a:pt x="8686799" y="507979"/>
                </a:lnTo>
                <a:lnTo>
                  <a:pt x="8686799" y="101589"/>
                </a:lnTo>
                <a:lnTo>
                  <a:pt x="8678539" y="62209"/>
                </a:lnTo>
                <a:lnTo>
                  <a:pt x="8656959" y="29839"/>
                </a:lnTo>
                <a:lnTo>
                  <a:pt x="8624559" y="8260"/>
                </a:lnTo>
                <a:lnTo>
                  <a:pt x="858520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22537" name="object 9">
            <a:extLst>
              <a:ext uri="{FF2B5EF4-FFF2-40B4-BE49-F238E27FC236}">
                <a16:creationId xmlns:a16="http://schemas.microsoft.com/office/drawing/2014/main" id="{53447751-9EF4-567A-7686-EF392E2DEA5E}"/>
              </a:ext>
            </a:extLst>
          </p:cNvPr>
          <p:cNvSpPr>
            <a:spLocks/>
          </p:cNvSpPr>
          <p:nvPr/>
        </p:nvSpPr>
        <p:spPr bwMode="auto">
          <a:xfrm>
            <a:off x="304800" y="376767"/>
            <a:ext cx="11582400" cy="812800"/>
          </a:xfrm>
          <a:custGeom>
            <a:avLst/>
            <a:gdLst>
              <a:gd name="T0" fmla="*/ 0 w 8686800"/>
              <a:gd name="T1" fmla="*/ 101589 h 609600"/>
              <a:gd name="T2" fmla="*/ 8250 w 8686800"/>
              <a:gd name="T3" fmla="*/ 62209 h 609600"/>
              <a:gd name="T4" fmla="*/ 29849 w 8686800"/>
              <a:gd name="T5" fmla="*/ 29839 h 609600"/>
              <a:gd name="T6" fmla="*/ 62234 w 8686800"/>
              <a:gd name="T7" fmla="*/ 8260 h 609600"/>
              <a:gd name="T8" fmla="*/ 101595 w 8686800"/>
              <a:gd name="T9" fmla="*/ 0 h 609600"/>
              <a:gd name="T10" fmla="*/ 8585209 w 8686800"/>
              <a:gd name="T11" fmla="*/ 0 h 609600"/>
              <a:gd name="T12" fmla="*/ 8624559 w 8686800"/>
              <a:gd name="T13" fmla="*/ 8260 h 609600"/>
              <a:gd name="T14" fmla="*/ 8656959 w 8686800"/>
              <a:gd name="T15" fmla="*/ 29839 h 609600"/>
              <a:gd name="T16" fmla="*/ 8678539 w 8686800"/>
              <a:gd name="T17" fmla="*/ 62209 h 609600"/>
              <a:gd name="T18" fmla="*/ 8686799 w 8686800"/>
              <a:gd name="T19" fmla="*/ 101589 h 609600"/>
              <a:gd name="T20" fmla="*/ 8686799 w 8686800"/>
              <a:gd name="T21" fmla="*/ 507979 h 609600"/>
              <a:gd name="T22" fmla="*/ 8678539 w 8686800"/>
              <a:gd name="T23" fmla="*/ 547359 h 609600"/>
              <a:gd name="T24" fmla="*/ 8656959 w 8686800"/>
              <a:gd name="T25" fmla="*/ 579760 h 609600"/>
              <a:gd name="T26" fmla="*/ 8624559 w 8686800"/>
              <a:gd name="T27" fmla="*/ 601339 h 609600"/>
              <a:gd name="T28" fmla="*/ 8585209 w 8686800"/>
              <a:gd name="T29" fmla="*/ 609599 h 609600"/>
              <a:gd name="T30" fmla="*/ 101595 w 8686800"/>
              <a:gd name="T31" fmla="*/ 609599 h 609600"/>
              <a:gd name="T32" fmla="*/ 62234 w 8686800"/>
              <a:gd name="T33" fmla="*/ 601339 h 609600"/>
              <a:gd name="T34" fmla="*/ 29849 w 8686800"/>
              <a:gd name="T35" fmla="*/ 579760 h 609600"/>
              <a:gd name="T36" fmla="*/ 8250 w 8686800"/>
              <a:gd name="T37" fmla="*/ 547359 h 609600"/>
              <a:gd name="T38" fmla="*/ 0 w 8686800"/>
              <a:gd name="T39" fmla="*/ 507979 h 609600"/>
              <a:gd name="T40" fmla="*/ 0 w 8686800"/>
              <a:gd name="T41" fmla="*/ 101589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0" y="101589"/>
                </a:moveTo>
                <a:lnTo>
                  <a:pt x="8250" y="62209"/>
                </a:lnTo>
                <a:lnTo>
                  <a:pt x="29849" y="29839"/>
                </a:lnTo>
                <a:lnTo>
                  <a:pt x="62234" y="8260"/>
                </a:lnTo>
                <a:lnTo>
                  <a:pt x="101595" y="0"/>
                </a:lnTo>
                <a:lnTo>
                  <a:pt x="8585209" y="0"/>
                </a:lnTo>
                <a:lnTo>
                  <a:pt x="8624559" y="8260"/>
                </a:lnTo>
                <a:lnTo>
                  <a:pt x="8656959" y="29839"/>
                </a:lnTo>
                <a:lnTo>
                  <a:pt x="8678539" y="62209"/>
                </a:lnTo>
                <a:lnTo>
                  <a:pt x="8686799" y="101589"/>
                </a:lnTo>
                <a:lnTo>
                  <a:pt x="8686799" y="507979"/>
                </a:lnTo>
                <a:lnTo>
                  <a:pt x="8678539" y="547359"/>
                </a:lnTo>
                <a:lnTo>
                  <a:pt x="8656959" y="579760"/>
                </a:lnTo>
                <a:lnTo>
                  <a:pt x="8624559" y="601339"/>
                </a:lnTo>
                <a:lnTo>
                  <a:pt x="8585209" y="609599"/>
                </a:lnTo>
                <a:lnTo>
                  <a:pt x="101595" y="609599"/>
                </a:lnTo>
                <a:lnTo>
                  <a:pt x="62234" y="601339"/>
                </a:lnTo>
                <a:lnTo>
                  <a:pt x="29849" y="579760"/>
                </a:lnTo>
                <a:lnTo>
                  <a:pt x="8250" y="547359"/>
                </a:lnTo>
                <a:lnTo>
                  <a:pt x="0" y="507979"/>
                </a:lnTo>
                <a:lnTo>
                  <a:pt x="0" y="101589"/>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2538" name="object 10">
            <a:extLst>
              <a:ext uri="{FF2B5EF4-FFF2-40B4-BE49-F238E27FC236}">
                <a16:creationId xmlns:a16="http://schemas.microsoft.com/office/drawing/2014/main" id="{8F001BA3-B9DA-9B75-1C36-BC79BB15B3FA}"/>
              </a:ext>
            </a:extLst>
          </p:cNvPr>
          <p:cNvSpPr>
            <a:spLocks noChangeArrowheads="1"/>
          </p:cNvSpPr>
          <p:nvPr/>
        </p:nvSpPr>
        <p:spPr bwMode="auto">
          <a:xfrm>
            <a:off x="355601" y="237067"/>
            <a:ext cx="11798300" cy="12700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object 2">
            <a:extLst>
              <a:ext uri="{FF2B5EF4-FFF2-40B4-BE49-F238E27FC236}">
                <a16:creationId xmlns:a16="http://schemas.microsoft.com/office/drawing/2014/main" id="{E0C51CB2-27D0-6639-C260-F335F35FE2FD}"/>
              </a:ext>
            </a:extLst>
          </p:cNvPr>
          <p:cNvSpPr>
            <a:spLocks/>
          </p:cNvSpPr>
          <p:nvPr/>
        </p:nvSpPr>
        <p:spPr bwMode="auto">
          <a:xfrm>
            <a:off x="345017" y="1132417"/>
            <a:ext cx="11582400" cy="812800"/>
          </a:xfrm>
          <a:custGeom>
            <a:avLst/>
            <a:gdLst>
              <a:gd name="T0" fmla="*/ 8585219 w 8686800"/>
              <a:gd name="T1" fmla="*/ 0 h 609600"/>
              <a:gd name="T2" fmla="*/ 101608 w 8686800"/>
              <a:gd name="T3" fmla="*/ 0 h 609600"/>
              <a:gd name="T4" fmla="*/ 62234 w 8686800"/>
              <a:gd name="T5" fmla="*/ 8260 h 609600"/>
              <a:gd name="T6" fmla="*/ 29849 w 8686800"/>
              <a:gd name="T7" fmla="*/ 29870 h 609600"/>
              <a:gd name="T8" fmla="*/ 8263 w 8686800"/>
              <a:gd name="T9" fmla="*/ 62240 h 609600"/>
              <a:gd name="T10" fmla="*/ 0 w 8686800"/>
              <a:gd name="T11" fmla="*/ 101620 h 609600"/>
              <a:gd name="T12" fmla="*/ 0 w 8686800"/>
              <a:gd name="T13" fmla="*/ 508010 h 609600"/>
              <a:gd name="T14" fmla="*/ 8263 w 8686800"/>
              <a:gd name="T15" fmla="*/ 547390 h 609600"/>
              <a:gd name="T16" fmla="*/ 29849 w 8686800"/>
              <a:gd name="T17" fmla="*/ 579760 h 609600"/>
              <a:gd name="T18" fmla="*/ 62234 w 8686800"/>
              <a:gd name="T19" fmla="*/ 601370 h 609600"/>
              <a:gd name="T20" fmla="*/ 101608 w 8686800"/>
              <a:gd name="T21" fmla="*/ 609599 h 609600"/>
              <a:gd name="T22" fmla="*/ 8585219 w 8686800"/>
              <a:gd name="T23" fmla="*/ 609599 h 609600"/>
              <a:gd name="T24" fmla="*/ 8624568 w 8686800"/>
              <a:gd name="T25" fmla="*/ 601370 h 609600"/>
              <a:gd name="T26" fmla="*/ 8656969 w 8686800"/>
              <a:gd name="T27" fmla="*/ 579760 h 609600"/>
              <a:gd name="T28" fmla="*/ 8678548 w 8686800"/>
              <a:gd name="T29" fmla="*/ 547390 h 609600"/>
              <a:gd name="T30" fmla="*/ 8686808 w 8686800"/>
              <a:gd name="T31" fmla="*/ 508010 h 609600"/>
              <a:gd name="T32" fmla="*/ 8686808 w 8686800"/>
              <a:gd name="T33" fmla="*/ 101620 h 609600"/>
              <a:gd name="T34" fmla="*/ 8678548 w 8686800"/>
              <a:gd name="T35" fmla="*/ 62240 h 609600"/>
              <a:gd name="T36" fmla="*/ 8656969 w 8686800"/>
              <a:gd name="T37" fmla="*/ 29870 h 609600"/>
              <a:gd name="T38" fmla="*/ 8624568 w 8686800"/>
              <a:gd name="T39" fmla="*/ 8260 h 609600"/>
              <a:gd name="T40" fmla="*/ 8585219 w 8686800"/>
              <a:gd name="T41" fmla="*/ 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86800"/>
              <a:gd name="T64" fmla="*/ 0 h 609600"/>
              <a:gd name="T65" fmla="*/ 8686800 w 8686800"/>
              <a:gd name="T66" fmla="*/ 609600 h 60960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86800" h="609600">
                <a:moveTo>
                  <a:pt x="8585219" y="0"/>
                </a:moveTo>
                <a:lnTo>
                  <a:pt x="101608" y="0"/>
                </a:lnTo>
                <a:lnTo>
                  <a:pt x="62234" y="8260"/>
                </a:lnTo>
                <a:lnTo>
                  <a:pt x="29849" y="29870"/>
                </a:lnTo>
                <a:lnTo>
                  <a:pt x="8263" y="62240"/>
                </a:lnTo>
                <a:lnTo>
                  <a:pt x="0" y="101620"/>
                </a:lnTo>
                <a:lnTo>
                  <a:pt x="0" y="508010"/>
                </a:lnTo>
                <a:lnTo>
                  <a:pt x="8263" y="547390"/>
                </a:lnTo>
                <a:lnTo>
                  <a:pt x="29849" y="579760"/>
                </a:lnTo>
                <a:lnTo>
                  <a:pt x="62234" y="601370"/>
                </a:lnTo>
                <a:lnTo>
                  <a:pt x="101608" y="609599"/>
                </a:lnTo>
                <a:lnTo>
                  <a:pt x="8585219" y="609599"/>
                </a:lnTo>
                <a:lnTo>
                  <a:pt x="8624568" y="601370"/>
                </a:lnTo>
                <a:lnTo>
                  <a:pt x="8656969" y="579760"/>
                </a:lnTo>
                <a:lnTo>
                  <a:pt x="8678548" y="547390"/>
                </a:lnTo>
                <a:lnTo>
                  <a:pt x="8686808" y="508010"/>
                </a:lnTo>
                <a:lnTo>
                  <a:pt x="8686808" y="101620"/>
                </a:lnTo>
                <a:lnTo>
                  <a:pt x="8678548" y="62240"/>
                </a:lnTo>
                <a:lnTo>
                  <a:pt x="8656969" y="29870"/>
                </a:lnTo>
                <a:lnTo>
                  <a:pt x="8624568" y="8260"/>
                </a:lnTo>
                <a:lnTo>
                  <a:pt x="8585219"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a:r>
              <a:rPr lang="en-US" altLang="en-US" sz="2400"/>
              <a:t>Data Structure Operations</a:t>
            </a:r>
          </a:p>
        </p:txBody>
      </p:sp>
      <p:sp>
        <p:nvSpPr>
          <p:cNvPr id="24579" name="object 3">
            <a:extLst>
              <a:ext uri="{FF2B5EF4-FFF2-40B4-BE49-F238E27FC236}">
                <a16:creationId xmlns:a16="http://schemas.microsoft.com/office/drawing/2014/main" id="{9992C9C7-8DFD-60A6-C084-F28C52B37370}"/>
              </a:ext>
            </a:extLst>
          </p:cNvPr>
          <p:cNvSpPr>
            <a:spLocks/>
          </p:cNvSpPr>
          <p:nvPr/>
        </p:nvSpPr>
        <p:spPr bwMode="auto">
          <a:xfrm>
            <a:off x="321733" y="1202267"/>
            <a:ext cx="11582400" cy="812800"/>
          </a:xfrm>
          <a:custGeom>
            <a:avLst/>
            <a:gdLst>
              <a:gd name="T0" fmla="*/ 0 w 8686800"/>
              <a:gd name="T1" fmla="*/ 101620 h 609600"/>
              <a:gd name="T2" fmla="*/ 8263 w 8686800"/>
              <a:gd name="T3" fmla="*/ 62240 h 609600"/>
              <a:gd name="T4" fmla="*/ 29849 w 8686800"/>
              <a:gd name="T5" fmla="*/ 29870 h 609600"/>
              <a:gd name="T6" fmla="*/ 62234 w 8686800"/>
              <a:gd name="T7" fmla="*/ 8260 h 609600"/>
              <a:gd name="T8" fmla="*/ 101608 w 8686800"/>
              <a:gd name="T9" fmla="*/ 0 h 609600"/>
              <a:gd name="T10" fmla="*/ 8585219 w 8686800"/>
              <a:gd name="T11" fmla="*/ 0 h 609600"/>
              <a:gd name="T12" fmla="*/ 8624568 w 8686800"/>
              <a:gd name="T13" fmla="*/ 8260 h 609600"/>
              <a:gd name="T14" fmla="*/ 8656969 w 8686800"/>
              <a:gd name="T15" fmla="*/ 29870 h 609600"/>
              <a:gd name="T16" fmla="*/ 8678548 w 8686800"/>
              <a:gd name="T17" fmla="*/ 62240 h 609600"/>
              <a:gd name="T18" fmla="*/ 8686808 w 8686800"/>
              <a:gd name="T19" fmla="*/ 101620 h 609600"/>
              <a:gd name="T20" fmla="*/ 8686808 w 8686800"/>
              <a:gd name="T21" fmla="*/ 508010 h 609600"/>
              <a:gd name="T22" fmla="*/ 8678548 w 8686800"/>
              <a:gd name="T23" fmla="*/ 547390 h 609600"/>
              <a:gd name="T24" fmla="*/ 8656969 w 8686800"/>
              <a:gd name="T25" fmla="*/ 579760 h 609600"/>
              <a:gd name="T26" fmla="*/ 8624568 w 8686800"/>
              <a:gd name="T27" fmla="*/ 601370 h 609600"/>
              <a:gd name="T28" fmla="*/ 8585219 w 8686800"/>
              <a:gd name="T29" fmla="*/ 609599 h 609600"/>
              <a:gd name="T30" fmla="*/ 101608 w 8686800"/>
              <a:gd name="T31" fmla="*/ 609599 h 609600"/>
              <a:gd name="T32" fmla="*/ 62234 w 8686800"/>
              <a:gd name="T33" fmla="*/ 601370 h 609600"/>
              <a:gd name="T34" fmla="*/ 29849 w 8686800"/>
              <a:gd name="T35" fmla="*/ 579760 h 609600"/>
              <a:gd name="T36" fmla="*/ 8263 w 8686800"/>
              <a:gd name="T37" fmla="*/ 547390 h 609600"/>
              <a:gd name="T38" fmla="*/ 0 w 8686800"/>
              <a:gd name="T39" fmla="*/ 508010 h 609600"/>
              <a:gd name="T40" fmla="*/ 0 w 8686800"/>
              <a:gd name="T41" fmla="*/ 101620 h 6096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86800" h="609600">
                <a:moveTo>
                  <a:pt x="0" y="101620"/>
                </a:moveTo>
                <a:lnTo>
                  <a:pt x="8263" y="62240"/>
                </a:lnTo>
                <a:lnTo>
                  <a:pt x="29849" y="29870"/>
                </a:lnTo>
                <a:lnTo>
                  <a:pt x="62234" y="8260"/>
                </a:lnTo>
                <a:lnTo>
                  <a:pt x="101608" y="0"/>
                </a:lnTo>
                <a:lnTo>
                  <a:pt x="8585219" y="0"/>
                </a:lnTo>
                <a:lnTo>
                  <a:pt x="8624568" y="8260"/>
                </a:lnTo>
                <a:lnTo>
                  <a:pt x="8656969" y="29870"/>
                </a:lnTo>
                <a:lnTo>
                  <a:pt x="8678548" y="62240"/>
                </a:lnTo>
                <a:lnTo>
                  <a:pt x="8686808" y="101620"/>
                </a:lnTo>
                <a:lnTo>
                  <a:pt x="8686808" y="508010"/>
                </a:lnTo>
                <a:lnTo>
                  <a:pt x="8678548" y="547390"/>
                </a:lnTo>
                <a:lnTo>
                  <a:pt x="8656969" y="579760"/>
                </a:lnTo>
                <a:lnTo>
                  <a:pt x="8624568" y="601370"/>
                </a:lnTo>
                <a:lnTo>
                  <a:pt x="8585219" y="609599"/>
                </a:lnTo>
                <a:lnTo>
                  <a:pt x="101608" y="609599"/>
                </a:lnTo>
                <a:lnTo>
                  <a:pt x="62234" y="601370"/>
                </a:lnTo>
                <a:lnTo>
                  <a:pt x="29849" y="579760"/>
                </a:lnTo>
                <a:lnTo>
                  <a:pt x="8263" y="547390"/>
                </a:lnTo>
                <a:lnTo>
                  <a:pt x="0" y="508010"/>
                </a:lnTo>
                <a:lnTo>
                  <a:pt x="0" y="101620"/>
                </a:lnTo>
                <a:close/>
              </a:path>
            </a:pathLst>
          </a:custGeom>
          <a:noFill/>
          <a:ln w="57149">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80" name="object 4">
            <a:extLst>
              <a:ext uri="{FF2B5EF4-FFF2-40B4-BE49-F238E27FC236}">
                <a16:creationId xmlns:a16="http://schemas.microsoft.com/office/drawing/2014/main" id="{4C02CF5C-55B2-EE01-8184-F9AA00425654}"/>
              </a:ext>
            </a:extLst>
          </p:cNvPr>
          <p:cNvSpPr>
            <a:spLocks/>
          </p:cNvSpPr>
          <p:nvPr/>
        </p:nvSpPr>
        <p:spPr bwMode="auto">
          <a:xfrm>
            <a:off x="423333" y="5164667"/>
            <a:ext cx="3454400" cy="1693333"/>
          </a:xfrm>
          <a:custGeom>
            <a:avLst/>
            <a:gdLst>
              <a:gd name="T0" fmla="*/ 2590799 w 2590800"/>
              <a:gd name="T1" fmla="*/ 1266196 h 1270635"/>
              <a:gd name="T2" fmla="*/ 2590799 w 2590800"/>
              <a:gd name="T3" fmla="*/ 0 h 1270635"/>
              <a:gd name="T4" fmla="*/ 0 w 2590800"/>
              <a:gd name="T5" fmla="*/ 0 h 1270635"/>
              <a:gd name="T6" fmla="*/ 0 w 2590800"/>
              <a:gd name="T7" fmla="*/ 1266196 h 127063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90800" h="1270635">
                <a:moveTo>
                  <a:pt x="2590799" y="1270634"/>
                </a:moveTo>
                <a:lnTo>
                  <a:pt x="2590799" y="0"/>
                </a:lnTo>
                <a:lnTo>
                  <a:pt x="0" y="0"/>
                </a:lnTo>
                <a:lnTo>
                  <a:pt x="0" y="1270634"/>
                </a:lnTo>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81" name="object 5">
            <a:extLst>
              <a:ext uri="{FF2B5EF4-FFF2-40B4-BE49-F238E27FC236}">
                <a16:creationId xmlns:a16="http://schemas.microsoft.com/office/drawing/2014/main" id="{8F6A38EE-1B0B-C813-49F0-B10ECAA13425}"/>
              </a:ext>
            </a:extLst>
          </p:cNvPr>
          <p:cNvSpPr>
            <a:spLocks noChangeArrowheads="1"/>
          </p:cNvSpPr>
          <p:nvPr/>
        </p:nvSpPr>
        <p:spPr bwMode="auto">
          <a:xfrm>
            <a:off x="823385" y="533400"/>
            <a:ext cx="732367" cy="81280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82" name="object 6">
            <a:extLst>
              <a:ext uri="{FF2B5EF4-FFF2-40B4-BE49-F238E27FC236}">
                <a16:creationId xmlns:a16="http://schemas.microsoft.com/office/drawing/2014/main" id="{D47F5B3C-C911-E397-75DC-21723C8D61F2}"/>
              </a:ext>
            </a:extLst>
          </p:cNvPr>
          <p:cNvSpPr txBox="1">
            <a:spLocks noChangeArrowheads="1"/>
          </p:cNvSpPr>
          <p:nvPr/>
        </p:nvSpPr>
        <p:spPr bwMode="auto">
          <a:xfrm>
            <a:off x="1049867" y="677334"/>
            <a:ext cx="279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3200">
                <a:solidFill>
                  <a:srgbClr val="4F80BC"/>
                </a:solidFill>
                <a:latin typeface="Courier New" panose="02070309020205020404" pitchFamily="49" charset="0"/>
                <a:cs typeface="Courier New" panose="02070309020205020404" pitchFamily="49" charset="0"/>
              </a:rPr>
              <a:t>o</a:t>
            </a:r>
            <a:endParaRPr lang="en-US" altLang="en-US" sz="3200">
              <a:latin typeface="Courier New" panose="02070309020205020404" pitchFamily="49" charset="0"/>
              <a:cs typeface="Courier New" panose="02070309020205020404" pitchFamily="49" charset="0"/>
            </a:endParaRPr>
          </a:p>
        </p:txBody>
      </p:sp>
      <p:sp>
        <p:nvSpPr>
          <p:cNvPr id="24583" name="object 7">
            <a:extLst>
              <a:ext uri="{FF2B5EF4-FFF2-40B4-BE49-F238E27FC236}">
                <a16:creationId xmlns:a16="http://schemas.microsoft.com/office/drawing/2014/main" id="{7EAABAC2-3B5F-D4A2-8608-E5B84F692363}"/>
              </a:ext>
            </a:extLst>
          </p:cNvPr>
          <p:cNvSpPr>
            <a:spLocks noChangeArrowheads="1"/>
          </p:cNvSpPr>
          <p:nvPr/>
        </p:nvSpPr>
        <p:spPr bwMode="auto">
          <a:xfrm>
            <a:off x="1574800" y="484717"/>
            <a:ext cx="694267" cy="853016"/>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84" name="object 8">
            <a:extLst>
              <a:ext uri="{FF2B5EF4-FFF2-40B4-BE49-F238E27FC236}">
                <a16:creationId xmlns:a16="http://schemas.microsoft.com/office/drawing/2014/main" id="{D1153956-B10D-BF28-0479-B78091A64905}"/>
              </a:ext>
            </a:extLst>
          </p:cNvPr>
          <p:cNvSpPr>
            <a:spLocks noChangeArrowheads="1"/>
          </p:cNvSpPr>
          <p:nvPr/>
        </p:nvSpPr>
        <p:spPr bwMode="auto">
          <a:xfrm>
            <a:off x="823385" y="971551"/>
            <a:ext cx="732367" cy="814916"/>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85" name="object 11">
            <a:extLst>
              <a:ext uri="{FF2B5EF4-FFF2-40B4-BE49-F238E27FC236}">
                <a16:creationId xmlns:a16="http://schemas.microsoft.com/office/drawing/2014/main" id="{748DF353-7B07-249C-2537-F1BFEA56E42F}"/>
              </a:ext>
            </a:extLst>
          </p:cNvPr>
          <p:cNvSpPr>
            <a:spLocks noChangeArrowheads="1"/>
          </p:cNvSpPr>
          <p:nvPr/>
        </p:nvSpPr>
        <p:spPr bwMode="auto">
          <a:xfrm>
            <a:off x="5204884" y="924985"/>
            <a:ext cx="694267" cy="8509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86" name="object 12">
            <a:extLst>
              <a:ext uri="{FF2B5EF4-FFF2-40B4-BE49-F238E27FC236}">
                <a16:creationId xmlns:a16="http://schemas.microsoft.com/office/drawing/2014/main" id="{159ACF6B-8BAD-9F61-7662-CCC72B5F5C57}"/>
              </a:ext>
            </a:extLst>
          </p:cNvPr>
          <p:cNvSpPr txBox="1">
            <a:spLocks noChangeArrowheads="1"/>
          </p:cNvSpPr>
          <p:nvPr/>
        </p:nvSpPr>
        <p:spPr bwMode="auto">
          <a:xfrm>
            <a:off x="423333" y="2116667"/>
            <a:ext cx="3454400" cy="2081019"/>
          </a:xfrm>
          <a:prstGeom prst="rect">
            <a:avLst/>
          </a:prstGeom>
          <a:noFill/>
          <a:ln w="19049">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6985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eaLnBrk="1" hangingPunct="1"/>
            <a:r>
              <a:rPr lang="en-US" altLang="en-US" sz="2400" b="1" dirty="0">
                <a:solidFill>
                  <a:srgbClr val="FF0000"/>
                </a:solidFill>
                <a:cs typeface="Calibri" panose="020F0502020204030204" pitchFamily="34" charset="0"/>
              </a:rPr>
              <a:t>1)</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a:solidFill>
                  <a:srgbClr val="FF0000"/>
                </a:solidFill>
                <a:cs typeface="Calibri" panose="020F0502020204030204" pitchFamily="34" charset="0"/>
              </a:rPr>
              <a:t>Traversing</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dirty="0">
                <a:solidFill>
                  <a:srgbClr val="FF0000"/>
                </a:solidFill>
                <a:cs typeface="Calibri" panose="020F0502020204030204" pitchFamily="34" charset="0"/>
              </a:rPr>
              <a:t>:-</a:t>
            </a:r>
            <a:endParaRPr lang="en-US" altLang="en-US" sz="2400" dirty="0">
              <a:cs typeface="Calibri" panose="020F0502020204030204" pitchFamily="34" charset="0"/>
            </a:endParaRPr>
          </a:p>
          <a:p>
            <a:pPr eaLnBrk="1" hangingPunct="1">
              <a:lnSpc>
                <a:spcPct val="101000"/>
              </a:lnSpc>
            </a:pPr>
            <a:r>
              <a:rPr lang="en-US" altLang="en-US" sz="1733" dirty="0">
                <a:latin typeface="Wingdings" panose="05000000000000000000" pitchFamily="2" charset="2"/>
              </a:rPr>
              <a:t></a:t>
            </a:r>
            <a:r>
              <a:rPr lang="en-US" altLang="en-US" sz="1867" b="1" i="1" dirty="0">
                <a:cs typeface="Calibri" panose="020F0502020204030204" pitchFamily="34" charset="0"/>
              </a:rPr>
              <a:t>Every</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data</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structure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contains</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set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of</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data</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elements.</a:t>
            </a:r>
            <a:endParaRPr lang="en-US" altLang="en-US" sz="1867" dirty="0">
              <a:cs typeface="Calibri" panose="020F0502020204030204" pitchFamily="34" charset="0"/>
            </a:endParaRPr>
          </a:p>
          <a:p>
            <a:pPr algn="just">
              <a:lnSpc>
                <a:spcPts val="2133"/>
              </a:lnSpc>
            </a:pPr>
            <a:r>
              <a:rPr lang="en-US" altLang="en-US" sz="1733" dirty="0">
                <a:latin typeface="Wingdings" panose="05000000000000000000" pitchFamily="2" charset="2"/>
              </a:rPr>
              <a:t></a:t>
            </a:r>
            <a:r>
              <a:rPr lang="en-US" altLang="en-US" sz="1867" b="1" i="1" dirty="0">
                <a:cs typeface="Calibri" panose="020F0502020204030204" pitchFamily="34" charset="0"/>
              </a:rPr>
              <a:t>It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means</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visiting</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each</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element</a:t>
            </a:r>
            <a:endParaRPr lang="en-US" altLang="en-US" sz="1867" dirty="0">
              <a:cs typeface="Calibri" panose="020F0502020204030204" pitchFamily="34" charset="0"/>
            </a:endParaRPr>
          </a:p>
          <a:p>
            <a:pPr algn="just" eaLnBrk="1" hangingPunct="1"/>
            <a:r>
              <a:rPr lang="en-US" altLang="en-US" sz="1867" b="1" i="1" dirty="0">
                <a:cs typeface="Calibri" panose="020F0502020204030204" pitchFamily="34" charset="0"/>
              </a:rPr>
              <a:t>of</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data</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structure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in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order</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to</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perform</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some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specific</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operation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like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searching</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or</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sorting.</a:t>
            </a:r>
            <a:endParaRPr lang="en-US" altLang="en-US" sz="1867" dirty="0">
              <a:cs typeface="Calibri" panose="020F0502020204030204" pitchFamily="34" charset="0"/>
            </a:endParaRPr>
          </a:p>
        </p:txBody>
      </p:sp>
      <p:sp>
        <p:nvSpPr>
          <p:cNvPr id="24587" name="object 13">
            <a:extLst>
              <a:ext uri="{FF2B5EF4-FFF2-40B4-BE49-F238E27FC236}">
                <a16:creationId xmlns:a16="http://schemas.microsoft.com/office/drawing/2014/main" id="{C3D94FE4-878B-D094-A663-3507855A6327}"/>
              </a:ext>
            </a:extLst>
          </p:cNvPr>
          <p:cNvSpPr txBox="1">
            <a:spLocks noChangeArrowheads="1"/>
          </p:cNvSpPr>
          <p:nvPr/>
        </p:nvSpPr>
        <p:spPr bwMode="auto">
          <a:xfrm>
            <a:off x="512234" y="5319185"/>
            <a:ext cx="2933700" cy="140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a:solidFill>
                  <a:srgbClr val="FF0000"/>
                </a:solidFill>
                <a:cs typeface="Calibri" panose="020F0502020204030204" pitchFamily="34" charset="0"/>
              </a:rPr>
              <a:t>2)</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Insertion:-</a:t>
            </a:r>
            <a:endParaRPr lang="en-US" altLang="en-US" sz="2400">
              <a:cs typeface="Calibri" panose="020F0502020204030204" pitchFamily="34" charset="0"/>
            </a:endParaRPr>
          </a:p>
          <a:p>
            <a:pPr>
              <a:spcBef>
                <a:spcPts val="51"/>
              </a:spcBef>
              <a:buClr>
                <a:srgbClr val="00AE50"/>
              </a:buClr>
              <a:buFont typeface="Wingdings" panose="05000000000000000000" pitchFamily="2" charset="2"/>
              <a:buChar char=""/>
            </a:pPr>
            <a:r>
              <a:rPr lang="en-US" altLang="en-US" sz="1333" b="1" u="sng">
                <a:solidFill>
                  <a:srgbClr val="00AE50"/>
                </a:solidFill>
                <a:cs typeface="Calibri" panose="020F0502020204030204" pitchFamily="34" charset="0"/>
              </a:rPr>
              <a:t>DEFINITION</a:t>
            </a:r>
            <a:r>
              <a:rPr lang="en-US" altLang="en-US" sz="1333" b="1">
                <a:solidFill>
                  <a:srgbClr val="00AE50"/>
                </a:solidFill>
                <a:latin typeface="Times New Roman" panose="02020603050405020304" pitchFamily="18" charset="0"/>
                <a:cs typeface="Times New Roman" panose="02020603050405020304" pitchFamily="18" charset="0"/>
              </a:rPr>
              <a:t> </a:t>
            </a:r>
            <a:r>
              <a:rPr lang="en-US" altLang="en-US" sz="1333" b="1">
                <a:solidFill>
                  <a:srgbClr val="00AE50"/>
                </a:solidFill>
                <a:cs typeface="Calibri" panose="020F0502020204030204" pitchFamily="34" charset="0"/>
              </a:rPr>
              <a:t>:</a:t>
            </a:r>
            <a:r>
              <a:rPr lang="en-US" altLang="en-US" sz="1333" b="1">
                <a:solidFill>
                  <a:srgbClr val="00AE50"/>
                </a:solidFill>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The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processof</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adding</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the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elements</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to</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the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data</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structure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at</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any</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location.</a:t>
            </a:r>
            <a:endParaRPr lang="en-US" altLang="en-US" sz="1333">
              <a:cs typeface="Calibri" panose="020F0502020204030204" pitchFamily="34" charset="0"/>
            </a:endParaRPr>
          </a:p>
          <a:p>
            <a:pPr>
              <a:lnSpc>
                <a:spcPct val="101000"/>
              </a:lnSpc>
              <a:spcBef>
                <a:spcPts val="33"/>
              </a:spcBef>
              <a:buClr>
                <a:srgbClr val="00AE50"/>
              </a:buClr>
              <a:buFont typeface="Wingdings" panose="05000000000000000000" pitchFamily="2" charset="2"/>
              <a:buChar char=""/>
            </a:pPr>
            <a:r>
              <a:rPr lang="en-US" altLang="en-US" sz="1333" b="1" i="1">
                <a:cs typeface="Calibri" panose="020F0502020204030204" pitchFamily="34" charset="0"/>
              </a:rPr>
              <a:t>If</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the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size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of</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data</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structure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is</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n</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then</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we</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can</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only</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insert</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n-1</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data</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elements</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into</a:t>
            </a:r>
            <a:r>
              <a:rPr lang="en-US" altLang="en-US" sz="1333" b="1" i="1">
                <a:latin typeface="Times New Roman" panose="02020603050405020304" pitchFamily="18" charset="0"/>
                <a:cs typeface="Times New Roman" panose="02020603050405020304" pitchFamily="18" charset="0"/>
              </a:rPr>
              <a:t> </a:t>
            </a:r>
            <a:r>
              <a:rPr lang="en-US" altLang="en-US" sz="1333" b="1" i="1">
                <a:cs typeface="Calibri" panose="020F0502020204030204" pitchFamily="34" charset="0"/>
              </a:rPr>
              <a:t>it.</a:t>
            </a:r>
            <a:endParaRPr lang="en-US" altLang="en-US" sz="1333">
              <a:cs typeface="Calibri" panose="020F0502020204030204" pitchFamily="34" charset="0"/>
            </a:endParaRPr>
          </a:p>
        </p:txBody>
      </p:sp>
      <p:sp>
        <p:nvSpPr>
          <p:cNvPr id="24588" name="object 14">
            <a:extLst>
              <a:ext uri="{FF2B5EF4-FFF2-40B4-BE49-F238E27FC236}">
                <a16:creationId xmlns:a16="http://schemas.microsoft.com/office/drawing/2014/main" id="{18B26261-B8F7-A6C6-3EC5-27B24C2B55A2}"/>
              </a:ext>
            </a:extLst>
          </p:cNvPr>
          <p:cNvSpPr>
            <a:spLocks/>
          </p:cNvSpPr>
          <p:nvPr/>
        </p:nvSpPr>
        <p:spPr bwMode="auto">
          <a:xfrm>
            <a:off x="4064000" y="5185834"/>
            <a:ext cx="4775200" cy="1672167"/>
          </a:xfrm>
          <a:custGeom>
            <a:avLst/>
            <a:gdLst>
              <a:gd name="T0" fmla="*/ 3581399 w 3581400"/>
              <a:gd name="T1" fmla="*/ 1250314 h 1254760"/>
              <a:gd name="T2" fmla="*/ 3581399 w 3581400"/>
              <a:gd name="T3" fmla="*/ 0 h 1254760"/>
              <a:gd name="T4" fmla="*/ 0 w 3581400"/>
              <a:gd name="T5" fmla="*/ 0 h 1254760"/>
              <a:gd name="T6" fmla="*/ 0 w 3581400"/>
              <a:gd name="T7" fmla="*/ 1250314 h 12547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81400" h="1254760">
                <a:moveTo>
                  <a:pt x="3581399" y="1254752"/>
                </a:moveTo>
                <a:lnTo>
                  <a:pt x="3581399" y="0"/>
                </a:lnTo>
                <a:lnTo>
                  <a:pt x="0" y="0"/>
                </a:lnTo>
                <a:lnTo>
                  <a:pt x="0" y="1254752"/>
                </a:lnTo>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89" name="object 15">
            <a:extLst>
              <a:ext uri="{FF2B5EF4-FFF2-40B4-BE49-F238E27FC236}">
                <a16:creationId xmlns:a16="http://schemas.microsoft.com/office/drawing/2014/main" id="{0081A0ED-7F9E-85F4-826B-7CECEBACB794}"/>
              </a:ext>
            </a:extLst>
          </p:cNvPr>
          <p:cNvSpPr txBox="1">
            <a:spLocks noChangeArrowheads="1"/>
          </p:cNvSpPr>
          <p:nvPr/>
        </p:nvSpPr>
        <p:spPr bwMode="auto">
          <a:xfrm>
            <a:off x="4174067" y="5461001"/>
            <a:ext cx="4508500" cy="182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nSpc>
                <a:spcPts val="2867"/>
              </a:lnSpc>
            </a:pPr>
            <a:r>
              <a:rPr lang="en-US" altLang="en-US" sz="2400" b="1">
                <a:solidFill>
                  <a:srgbClr val="FF0000"/>
                </a:solidFill>
                <a:cs typeface="Calibri" panose="020F0502020204030204" pitchFamily="34" charset="0"/>
              </a:rPr>
              <a:t>6)</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Merging</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a:t>
            </a:r>
            <a:endParaRPr lang="en-US" altLang="en-US" sz="2400">
              <a:cs typeface="Calibri" panose="020F0502020204030204" pitchFamily="34" charset="0"/>
            </a:endParaRPr>
          </a:p>
          <a:p>
            <a:pPr>
              <a:lnSpc>
                <a:spcPts val="2233"/>
              </a:lnSpc>
              <a:spcBef>
                <a:spcPts val="67"/>
              </a:spcBef>
            </a:pPr>
            <a:r>
              <a:rPr lang="en-US" altLang="en-US" sz="1867" b="1" i="1">
                <a:cs typeface="Calibri" panose="020F0502020204030204" pitchFamily="34" charset="0"/>
              </a:rPr>
              <a:t>When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two</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lists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List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and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List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B</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size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M</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and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respectively,</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similar</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type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elements,</a:t>
            </a:r>
            <a:endParaRPr lang="en-US" altLang="en-US" sz="1867">
              <a:cs typeface="Calibri" panose="020F0502020204030204" pitchFamily="34" charset="0"/>
            </a:endParaRPr>
          </a:p>
          <a:p>
            <a:pPr>
              <a:lnSpc>
                <a:spcPts val="2251"/>
              </a:lnSpc>
            </a:pPr>
            <a:r>
              <a:rPr lang="en-US" altLang="en-US" sz="1867" b="1" i="1">
                <a:cs typeface="Calibri" panose="020F0502020204030204" pitchFamily="34" charset="0"/>
              </a:rPr>
              <a:t>clubbed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or</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joined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to</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produce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third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list,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List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C</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size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(M+N),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this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process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is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called</a:t>
            </a:r>
            <a:endParaRPr lang="en-US" altLang="en-US" sz="1867">
              <a:cs typeface="Calibri" panose="020F0502020204030204" pitchFamily="34" charset="0"/>
            </a:endParaRPr>
          </a:p>
        </p:txBody>
      </p:sp>
      <p:sp>
        <p:nvSpPr>
          <p:cNvPr id="24590" name="object 16">
            <a:extLst>
              <a:ext uri="{FF2B5EF4-FFF2-40B4-BE49-F238E27FC236}">
                <a16:creationId xmlns:a16="http://schemas.microsoft.com/office/drawing/2014/main" id="{E4BBCEF2-4BD4-105C-A947-29E99422DA68}"/>
              </a:ext>
            </a:extLst>
          </p:cNvPr>
          <p:cNvSpPr>
            <a:spLocks/>
          </p:cNvSpPr>
          <p:nvPr/>
        </p:nvSpPr>
        <p:spPr bwMode="auto">
          <a:xfrm>
            <a:off x="8940800" y="4011085"/>
            <a:ext cx="3048000" cy="2846916"/>
          </a:xfrm>
          <a:custGeom>
            <a:avLst/>
            <a:gdLst>
              <a:gd name="T0" fmla="*/ 2285999 w 2286000"/>
              <a:gd name="T1" fmla="*/ 2129296 h 2136140"/>
              <a:gd name="T2" fmla="*/ 2285999 w 2286000"/>
              <a:gd name="T3" fmla="*/ 0 h 2136140"/>
              <a:gd name="T4" fmla="*/ 0 w 2286000"/>
              <a:gd name="T5" fmla="*/ 0 h 2136140"/>
              <a:gd name="T6" fmla="*/ 0 w 2286000"/>
              <a:gd name="T7" fmla="*/ 2129296 h 21361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86000" h="2136140">
                <a:moveTo>
                  <a:pt x="2285999" y="2135957"/>
                </a:moveTo>
                <a:lnTo>
                  <a:pt x="2285999" y="0"/>
                </a:lnTo>
                <a:lnTo>
                  <a:pt x="0" y="0"/>
                </a:lnTo>
                <a:lnTo>
                  <a:pt x="0" y="2135957"/>
                </a:lnTo>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91" name="object 17">
            <a:extLst>
              <a:ext uri="{FF2B5EF4-FFF2-40B4-BE49-F238E27FC236}">
                <a16:creationId xmlns:a16="http://schemas.microsoft.com/office/drawing/2014/main" id="{FAE38BE1-FED6-D891-5B4E-97F27A20A9E3}"/>
              </a:ext>
            </a:extLst>
          </p:cNvPr>
          <p:cNvSpPr txBox="1">
            <a:spLocks noChangeArrowheads="1"/>
          </p:cNvSpPr>
          <p:nvPr/>
        </p:nvSpPr>
        <p:spPr bwMode="auto">
          <a:xfrm>
            <a:off x="9055101" y="4121152"/>
            <a:ext cx="2825751" cy="2968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a:solidFill>
                  <a:srgbClr val="FF0000"/>
                </a:solidFill>
                <a:cs typeface="Calibri" panose="020F0502020204030204" pitchFamily="34" charset="0"/>
              </a:rPr>
              <a:t>5)</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Sorting</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a:t>
            </a:r>
            <a:endParaRPr lang="en-US" altLang="en-US" sz="2400">
              <a:cs typeface="Calibri" panose="020F0502020204030204" pitchFamily="34" charset="0"/>
            </a:endParaRPr>
          </a:p>
          <a:p>
            <a:pPr>
              <a:spcBef>
                <a:spcPts val="17"/>
              </a:spcBef>
            </a:pPr>
            <a:r>
              <a:rPr lang="en-US" altLang="en-US" sz="1733">
                <a:latin typeface="Wingdings" panose="05000000000000000000" pitchFamily="2" charset="2"/>
              </a:rPr>
              <a:t></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process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arranging</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data</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structure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in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specific</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order</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is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known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Sorting.</a:t>
            </a:r>
            <a:endParaRPr lang="en-US" altLang="en-US" sz="1867">
              <a:cs typeface="Calibri" panose="020F0502020204030204" pitchFamily="34" charset="0"/>
            </a:endParaRPr>
          </a:p>
          <a:p>
            <a:pPr>
              <a:spcBef>
                <a:spcPts val="67"/>
              </a:spcBef>
            </a:pPr>
            <a:r>
              <a:rPr lang="en-US" altLang="en-US" sz="1733">
                <a:latin typeface="Wingdings" panose="05000000000000000000" pitchFamily="2" charset="2"/>
              </a:rPr>
              <a:t></a:t>
            </a:r>
            <a:r>
              <a:rPr lang="en-US" altLang="en-US" sz="1867" b="1" i="1">
                <a:cs typeface="Calibri" panose="020F0502020204030204" pitchFamily="34" charset="0"/>
              </a:rPr>
              <a:t>There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are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many</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algorithms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that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can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be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used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to</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perform</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sorting,</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for</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example,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insertion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sort,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selection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sort,</a:t>
            </a:r>
            <a:endParaRPr lang="en-US" altLang="en-US" sz="1867">
              <a:cs typeface="Calibri" panose="020F0502020204030204" pitchFamily="34" charset="0"/>
            </a:endParaRPr>
          </a:p>
        </p:txBody>
      </p:sp>
      <p:sp>
        <p:nvSpPr>
          <p:cNvPr id="24592" name="object 18">
            <a:extLst>
              <a:ext uri="{FF2B5EF4-FFF2-40B4-BE49-F238E27FC236}">
                <a16:creationId xmlns:a16="http://schemas.microsoft.com/office/drawing/2014/main" id="{3B5832EE-3337-7E15-A04D-717256F1C030}"/>
              </a:ext>
            </a:extLst>
          </p:cNvPr>
          <p:cNvSpPr>
            <a:spLocks/>
          </p:cNvSpPr>
          <p:nvPr/>
        </p:nvSpPr>
        <p:spPr bwMode="auto">
          <a:xfrm>
            <a:off x="4114800" y="4015317"/>
            <a:ext cx="4775200" cy="1066800"/>
          </a:xfrm>
          <a:custGeom>
            <a:avLst/>
            <a:gdLst>
              <a:gd name="T0" fmla="*/ 0 w 3581400"/>
              <a:gd name="T1" fmla="*/ 796309 h 800735"/>
              <a:gd name="T2" fmla="*/ 3581399 w 3581400"/>
              <a:gd name="T3" fmla="*/ 796309 h 800735"/>
              <a:gd name="T4" fmla="*/ 3581399 w 3581400"/>
              <a:gd name="T5" fmla="*/ 0 h 800735"/>
              <a:gd name="T6" fmla="*/ 0 w 3581400"/>
              <a:gd name="T7" fmla="*/ 0 h 800735"/>
              <a:gd name="T8" fmla="*/ 0 w 3581400"/>
              <a:gd name="T9" fmla="*/ 796309 h 8007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81400" h="800735">
                <a:moveTo>
                  <a:pt x="0" y="800743"/>
                </a:moveTo>
                <a:lnTo>
                  <a:pt x="3581399" y="800743"/>
                </a:lnTo>
                <a:lnTo>
                  <a:pt x="3581399" y="0"/>
                </a:lnTo>
                <a:lnTo>
                  <a:pt x="0" y="0"/>
                </a:lnTo>
                <a:lnTo>
                  <a:pt x="0" y="800743"/>
                </a:lnTo>
                <a:close/>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93" name="object 19">
            <a:extLst>
              <a:ext uri="{FF2B5EF4-FFF2-40B4-BE49-F238E27FC236}">
                <a16:creationId xmlns:a16="http://schemas.microsoft.com/office/drawing/2014/main" id="{36A67649-897F-B0D9-050E-CE4C9D31D973}"/>
              </a:ext>
            </a:extLst>
          </p:cNvPr>
          <p:cNvSpPr txBox="1">
            <a:spLocks noChangeArrowheads="1"/>
          </p:cNvSpPr>
          <p:nvPr/>
        </p:nvSpPr>
        <p:spPr bwMode="auto">
          <a:xfrm>
            <a:off x="4224867" y="4125385"/>
            <a:ext cx="3937000" cy="947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a:solidFill>
                  <a:srgbClr val="FF0000"/>
                </a:solidFill>
                <a:cs typeface="Calibri" panose="020F0502020204030204" pitchFamily="34" charset="0"/>
              </a:rPr>
              <a:t>4)</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Searching</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a:t>
            </a:r>
            <a:endParaRPr lang="en-US" altLang="en-US" sz="2400">
              <a:cs typeface="Calibri" panose="020F0502020204030204" pitchFamily="34" charset="0"/>
            </a:endParaRPr>
          </a:p>
          <a:p>
            <a:pPr>
              <a:lnSpc>
                <a:spcPts val="2300"/>
              </a:lnSpc>
              <a:spcBef>
                <a:spcPts val="33"/>
              </a:spcBef>
            </a:pP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process</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finding</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location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of</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element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within</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data</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structure.</a:t>
            </a:r>
            <a:endParaRPr lang="en-US" altLang="en-US" sz="1867">
              <a:cs typeface="Calibri" panose="020F0502020204030204" pitchFamily="34" charset="0"/>
            </a:endParaRPr>
          </a:p>
        </p:txBody>
      </p:sp>
      <p:sp>
        <p:nvSpPr>
          <p:cNvPr id="24594" name="object 20">
            <a:extLst>
              <a:ext uri="{FF2B5EF4-FFF2-40B4-BE49-F238E27FC236}">
                <a16:creationId xmlns:a16="http://schemas.microsoft.com/office/drawing/2014/main" id="{EACFE39C-21A2-4BD3-698C-C61D81AC38FC}"/>
              </a:ext>
            </a:extLst>
          </p:cNvPr>
          <p:cNvSpPr>
            <a:spLocks/>
          </p:cNvSpPr>
          <p:nvPr/>
        </p:nvSpPr>
        <p:spPr bwMode="auto">
          <a:xfrm>
            <a:off x="4226984" y="1993901"/>
            <a:ext cx="7924800" cy="2010833"/>
          </a:xfrm>
          <a:custGeom>
            <a:avLst/>
            <a:gdLst>
              <a:gd name="T0" fmla="*/ 0 w 5943600"/>
              <a:gd name="T1" fmla="*/ 1508129 h 1508125"/>
              <a:gd name="T2" fmla="*/ 5943599 w 5943600"/>
              <a:gd name="T3" fmla="*/ 1508129 h 1508125"/>
              <a:gd name="T4" fmla="*/ 5943599 w 5943600"/>
              <a:gd name="T5" fmla="*/ 0 h 1508125"/>
              <a:gd name="T6" fmla="*/ 0 w 5943600"/>
              <a:gd name="T7" fmla="*/ 0 h 1508125"/>
              <a:gd name="T8" fmla="*/ 0 w 5943600"/>
              <a:gd name="T9" fmla="*/ 1508129 h 15081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43600" h="1508125">
                <a:moveTo>
                  <a:pt x="0" y="1508129"/>
                </a:moveTo>
                <a:lnTo>
                  <a:pt x="5943599" y="1508129"/>
                </a:lnTo>
                <a:lnTo>
                  <a:pt x="5943599" y="0"/>
                </a:lnTo>
                <a:lnTo>
                  <a:pt x="0" y="0"/>
                </a:lnTo>
                <a:lnTo>
                  <a:pt x="0" y="1508129"/>
                </a:lnTo>
                <a:close/>
              </a:path>
            </a:pathLst>
          </a:custGeom>
          <a:noFill/>
          <a:ln w="1904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24595" name="object 21">
            <a:extLst>
              <a:ext uri="{FF2B5EF4-FFF2-40B4-BE49-F238E27FC236}">
                <a16:creationId xmlns:a16="http://schemas.microsoft.com/office/drawing/2014/main" id="{6EA8E6B3-D630-857D-34C5-C048D181587C}"/>
              </a:ext>
            </a:extLst>
          </p:cNvPr>
          <p:cNvSpPr>
            <a:spLocks noChangeArrowheads="1"/>
          </p:cNvSpPr>
          <p:nvPr/>
        </p:nvSpPr>
        <p:spPr bwMode="auto">
          <a:xfrm>
            <a:off x="4353985" y="2429934"/>
            <a:ext cx="292100" cy="351367"/>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96" name="object 22">
            <a:extLst>
              <a:ext uri="{FF2B5EF4-FFF2-40B4-BE49-F238E27FC236}">
                <a16:creationId xmlns:a16="http://schemas.microsoft.com/office/drawing/2014/main" id="{E5B62A73-EF1A-68C3-00B1-6896D55877C0}"/>
              </a:ext>
            </a:extLst>
          </p:cNvPr>
          <p:cNvSpPr>
            <a:spLocks noChangeArrowheads="1"/>
          </p:cNvSpPr>
          <p:nvPr/>
        </p:nvSpPr>
        <p:spPr bwMode="auto">
          <a:xfrm>
            <a:off x="4353985" y="3088218"/>
            <a:ext cx="222249" cy="266700"/>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97" name="object 23">
            <a:extLst>
              <a:ext uri="{FF2B5EF4-FFF2-40B4-BE49-F238E27FC236}">
                <a16:creationId xmlns:a16="http://schemas.microsoft.com/office/drawing/2014/main" id="{D00409B7-539A-39D6-9148-ECE4651CFC5F}"/>
              </a:ext>
            </a:extLst>
          </p:cNvPr>
          <p:cNvSpPr>
            <a:spLocks noChangeArrowheads="1"/>
          </p:cNvSpPr>
          <p:nvPr/>
        </p:nvSpPr>
        <p:spPr bwMode="auto">
          <a:xfrm>
            <a:off x="4353985" y="3371851"/>
            <a:ext cx="222249" cy="268816"/>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endParaRPr lang="en-US" altLang="en-US" sz="2400"/>
          </a:p>
        </p:txBody>
      </p:sp>
      <p:sp>
        <p:nvSpPr>
          <p:cNvPr id="24598" name="object 24">
            <a:extLst>
              <a:ext uri="{FF2B5EF4-FFF2-40B4-BE49-F238E27FC236}">
                <a16:creationId xmlns:a16="http://schemas.microsoft.com/office/drawing/2014/main" id="{010E9932-9488-C45E-BACE-23EC692E18AF}"/>
              </a:ext>
            </a:extLst>
          </p:cNvPr>
          <p:cNvSpPr txBox="1">
            <a:spLocks noChangeArrowheads="1"/>
          </p:cNvSpPr>
          <p:nvPr/>
        </p:nvSpPr>
        <p:spPr bwMode="auto">
          <a:xfrm>
            <a:off x="4337051" y="2097618"/>
            <a:ext cx="7448549" cy="19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nSpc>
                <a:spcPts val="2851"/>
              </a:lnSpc>
            </a:pPr>
            <a:r>
              <a:rPr lang="en-US" altLang="en-US" sz="2400" b="1" dirty="0">
                <a:solidFill>
                  <a:srgbClr val="FF0000"/>
                </a:solidFill>
                <a:cs typeface="Calibri" panose="020F0502020204030204" pitchFamily="34" charset="0"/>
              </a:rPr>
              <a:t>3)</a:t>
            </a:r>
            <a:r>
              <a:rPr lang="en-US" altLang="en-US" sz="2400" b="1" dirty="0">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Deletion</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a:t>
            </a:r>
            <a:endParaRPr lang="en-US" altLang="en-US" sz="2400" dirty="0">
              <a:cs typeface="Calibri" panose="020F0502020204030204" pitchFamily="34" charset="0"/>
            </a:endParaRPr>
          </a:p>
          <a:p>
            <a:pPr>
              <a:lnSpc>
                <a:spcPts val="2851"/>
              </a:lnSpc>
            </a:pPr>
            <a:r>
              <a:rPr lang="en-US" altLang="en-US" sz="2400" b="1">
                <a:solidFill>
                  <a:srgbClr val="00AE50"/>
                </a:solidFill>
                <a:cs typeface="Calibri" panose="020F0502020204030204" pitchFamily="34" charset="0"/>
              </a:rPr>
              <a:t>:</a:t>
            </a:r>
            <a:r>
              <a:rPr lang="en-US" altLang="en-US" sz="2400" b="1">
                <a:solidFill>
                  <a:srgbClr val="00AE50"/>
                </a:solidFill>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process</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of</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removing</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element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from</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a:t>
            </a:r>
            <a:r>
              <a:rPr lang="en-US" altLang="en-US" sz="1867" b="1" i="1" dirty="0">
                <a:latin typeface="Times New Roman" panose="02020603050405020304" pitchFamily="18" charset="0"/>
                <a:cs typeface="Times New Roman" panose="02020603050405020304" pitchFamily="18" charset="0"/>
              </a:rPr>
              <a:t> </a:t>
            </a:r>
            <a:r>
              <a:rPr lang="en-US" altLang="en-US" sz="1867" b="1" i="1" dirty="0" err="1">
                <a:cs typeface="Calibri" panose="020F0502020204030204" pitchFamily="34" charset="0"/>
              </a:rPr>
              <a:t>datastructure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is</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called</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Deletion.</a:t>
            </a:r>
            <a:endParaRPr lang="en-US" altLang="en-US" sz="1867" dirty="0">
              <a:cs typeface="Calibri" panose="020F0502020204030204" pitchFamily="34" charset="0"/>
            </a:endParaRPr>
          </a:p>
          <a:p>
            <a:pPr>
              <a:lnSpc>
                <a:spcPts val="2167"/>
              </a:lnSpc>
            </a:pPr>
            <a:r>
              <a:rPr lang="en-US" altLang="en-US" sz="1867" b="1" i="1" dirty="0">
                <a:cs typeface="Calibri" panose="020F0502020204030204" pitchFamily="34" charset="0"/>
              </a:rPr>
              <a:t>We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can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delete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element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from</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data</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structure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any</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random</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location.</a:t>
            </a:r>
            <a:endParaRPr lang="en-US" altLang="en-US" sz="1867" dirty="0">
              <a:cs typeface="Calibri" panose="020F0502020204030204" pitchFamily="34" charset="0"/>
            </a:endParaRPr>
          </a:p>
          <a:p>
            <a:pPr>
              <a:lnSpc>
                <a:spcPts val="2167"/>
              </a:lnSpc>
              <a:spcBef>
                <a:spcPts val="133"/>
              </a:spcBef>
            </a:pPr>
            <a:r>
              <a:rPr lang="en-US" altLang="en-US" sz="1867" b="1" i="1" dirty="0">
                <a:cs typeface="Calibri" panose="020F0502020204030204" pitchFamily="34" charset="0"/>
              </a:rPr>
              <a:t>If</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we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try</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to</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delete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element</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from</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an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empty</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data</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structure</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then</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underflow</a:t>
            </a:r>
            <a:r>
              <a:rPr lang="en-US" altLang="en-US" sz="1867" b="1" i="1" dirty="0">
                <a:latin typeface="Times New Roman" panose="02020603050405020304" pitchFamily="18" charset="0"/>
                <a:cs typeface="Times New Roman" panose="02020603050405020304" pitchFamily="18" charset="0"/>
              </a:rPr>
              <a:t> </a:t>
            </a:r>
            <a:r>
              <a:rPr lang="en-US" altLang="en-US" sz="1867" b="1" i="1" dirty="0">
                <a:cs typeface="Calibri" panose="020F0502020204030204" pitchFamily="34" charset="0"/>
              </a:rPr>
              <a:t>occurs.</a:t>
            </a:r>
            <a:endParaRPr lang="en-US" altLang="en-US" sz="1867" dirty="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5925-F09C-EEB0-8D2B-5AF913718F14}"/>
              </a:ext>
            </a:extLst>
          </p:cNvPr>
          <p:cNvSpPr>
            <a:spLocks noGrp="1"/>
          </p:cNvSpPr>
          <p:nvPr>
            <p:ph type="title"/>
          </p:nvPr>
        </p:nvSpPr>
        <p:spPr>
          <a:xfrm>
            <a:off x="1049867" y="1107018"/>
            <a:ext cx="10092267" cy="368300"/>
          </a:xfrm>
        </p:spPr>
        <p:txBody>
          <a:bodyPr/>
          <a:lstStyle/>
          <a:p>
            <a:pPr>
              <a:defRPr/>
            </a:pPr>
            <a:r>
              <a:rPr lang="en-US" sz="2400" b="1" dirty="0">
                <a:solidFill>
                  <a:srgbClr val="FF0000"/>
                </a:solidFill>
                <a:latin typeface="Calibri" panose="020F0502020204030204" pitchFamily="34" charset="0"/>
                <a:ea typeface="Calibri" panose="020F0502020204030204" pitchFamily="34" charset="0"/>
              </a:rPr>
              <a:t>What</a:t>
            </a:r>
            <a:r>
              <a:rPr lang="en-US" sz="2400" b="1" spc="-47" dirty="0">
                <a:solidFill>
                  <a:srgbClr val="FF0000"/>
                </a:solidFill>
                <a:latin typeface="Calibri" panose="020F0502020204030204" pitchFamily="34" charset="0"/>
                <a:ea typeface="Calibri" panose="020F0502020204030204" pitchFamily="34" charset="0"/>
              </a:rPr>
              <a:t> </a:t>
            </a:r>
            <a:r>
              <a:rPr lang="en-US" sz="2400" b="1" dirty="0">
                <a:solidFill>
                  <a:srgbClr val="FF0000"/>
                </a:solidFill>
                <a:latin typeface="Calibri" panose="020F0502020204030204" pitchFamily="34" charset="0"/>
                <a:ea typeface="Calibri" panose="020F0502020204030204" pitchFamily="34" charset="0"/>
              </a:rPr>
              <a:t>is</a:t>
            </a:r>
            <a:r>
              <a:rPr lang="en-US" sz="2400" b="1" spc="-20" dirty="0">
                <a:solidFill>
                  <a:srgbClr val="FF0000"/>
                </a:solidFill>
                <a:latin typeface="Calibri" panose="020F0502020204030204" pitchFamily="34" charset="0"/>
                <a:ea typeface="Calibri" panose="020F0502020204030204" pitchFamily="34" charset="0"/>
              </a:rPr>
              <a:t> </a:t>
            </a:r>
            <a:r>
              <a:rPr lang="en-US" sz="2400" b="1" dirty="0">
                <a:solidFill>
                  <a:srgbClr val="FF0000"/>
                </a:solidFill>
                <a:latin typeface="Calibri" panose="020F0502020204030204" pitchFamily="34" charset="0"/>
                <a:ea typeface="Calibri" panose="020F0502020204030204" pitchFamily="34" charset="0"/>
              </a:rPr>
              <a:t>ADT</a:t>
            </a:r>
            <a:r>
              <a:rPr lang="en-US" sz="2400" b="1" spc="-20" dirty="0">
                <a:solidFill>
                  <a:srgbClr val="FF0000"/>
                </a:solidFill>
                <a:latin typeface="Calibri" panose="020F0502020204030204" pitchFamily="34" charset="0"/>
                <a:ea typeface="Calibri" panose="020F0502020204030204" pitchFamily="34" charset="0"/>
              </a:rPr>
              <a:t> </a:t>
            </a:r>
            <a:r>
              <a:rPr lang="en-US" sz="2400" b="1" dirty="0">
                <a:solidFill>
                  <a:srgbClr val="FF0000"/>
                </a:solidFill>
                <a:latin typeface="Calibri" panose="020F0502020204030204" pitchFamily="34" charset="0"/>
                <a:ea typeface="Calibri" panose="020F0502020204030204" pitchFamily="34" charset="0"/>
              </a:rPr>
              <a:t>?</a:t>
            </a:r>
            <a:endParaRPr lang="en-US" dirty="0"/>
          </a:p>
        </p:txBody>
      </p:sp>
      <p:sp>
        <p:nvSpPr>
          <p:cNvPr id="3" name="Text Placeholder 2">
            <a:extLst>
              <a:ext uri="{FF2B5EF4-FFF2-40B4-BE49-F238E27FC236}">
                <a16:creationId xmlns:a16="http://schemas.microsoft.com/office/drawing/2014/main" id="{05452DDB-80CF-C272-BD3F-41575408DF27}"/>
              </a:ext>
            </a:extLst>
          </p:cNvPr>
          <p:cNvSpPr>
            <a:spLocks noGrp="1"/>
          </p:cNvSpPr>
          <p:nvPr>
            <p:ph type="body" idx="1"/>
          </p:nvPr>
        </p:nvSpPr>
        <p:spPr>
          <a:xfrm>
            <a:off x="1168400" y="1109134"/>
            <a:ext cx="9855200" cy="6483351"/>
          </a:xfrm>
        </p:spPr>
        <p:txBody>
          <a:bodyPr/>
          <a:lstStyle/>
          <a:p>
            <a:pPr marL="0" indent="0">
              <a:buNone/>
              <a:defRPr/>
            </a:pPr>
            <a:endParaRPr lang="en-US" sz="2400" spc="-7" dirty="0">
              <a:solidFill>
                <a:srgbClr val="00AF50"/>
              </a:solidFill>
              <a:latin typeface="Calibri" panose="020F0502020204030204" pitchFamily="34" charset="0"/>
              <a:ea typeface="Calibri" panose="020F0502020204030204" pitchFamily="34" charset="0"/>
            </a:endParaRPr>
          </a:p>
          <a:p>
            <a:pPr>
              <a:defRPr/>
            </a:pPr>
            <a:r>
              <a:rPr lang="en-US" sz="2133" i="1" dirty="0">
                <a:latin typeface="Times New Roman" panose="02020603050405020304" pitchFamily="18" charset="0"/>
                <a:ea typeface="Calibri" panose="020F0502020204030204" pitchFamily="34" charset="0"/>
                <a:cs typeface="Times New Roman" panose="02020603050405020304" pitchFamily="18" charset="0"/>
              </a:rPr>
              <a:t>Abstract data type refer to a set of data values and associated operations that are specified </a:t>
            </a:r>
            <a:r>
              <a:rPr lang="en-US" sz="2133" i="1" dirty="0" err="1">
                <a:latin typeface="Times New Roman" panose="02020603050405020304" pitchFamily="18" charset="0"/>
                <a:ea typeface="Calibri" panose="020F0502020204030204" pitchFamily="34" charset="0"/>
                <a:cs typeface="Times New Roman" panose="02020603050405020304" pitchFamily="18" charset="0"/>
              </a:rPr>
              <a:t>accuarately</a:t>
            </a:r>
            <a:r>
              <a:rPr lang="en-US" sz="2133" i="1" dirty="0">
                <a:latin typeface="Times New Roman" panose="02020603050405020304" pitchFamily="18" charset="0"/>
                <a:ea typeface="Calibri" panose="020F0502020204030204" pitchFamily="34" charset="0"/>
                <a:cs typeface="Times New Roman" panose="02020603050405020304" pitchFamily="18" charset="0"/>
              </a:rPr>
              <a:t> ,independent of any particular implementation.</a:t>
            </a:r>
          </a:p>
          <a:p>
            <a:pPr>
              <a:defRPr/>
            </a:pPr>
            <a:r>
              <a:rPr lang="en-US" sz="2400" dirty="0">
                <a:solidFill>
                  <a:srgbClr val="FF0000"/>
                </a:solidFill>
                <a:latin typeface="Calibri" panose="020F0502020204030204" pitchFamily="34" charset="0"/>
                <a:ea typeface="Calibri" panose="020F0502020204030204" pitchFamily="34" charset="0"/>
              </a:rPr>
              <a:t>Parts</a:t>
            </a:r>
            <a:r>
              <a:rPr lang="en-US" sz="2400" spc="20" dirty="0">
                <a:solidFill>
                  <a:srgbClr val="FF0000"/>
                </a:solidFill>
                <a:latin typeface="Calibri" panose="020F0502020204030204" pitchFamily="34" charset="0"/>
                <a:ea typeface="Calibri" panose="020F0502020204030204" pitchFamily="34" charset="0"/>
              </a:rPr>
              <a:t> </a:t>
            </a:r>
            <a:r>
              <a:rPr lang="en-US" sz="2400" dirty="0">
                <a:solidFill>
                  <a:srgbClr val="FF0000"/>
                </a:solidFill>
                <a:latin typeface="Calibri" panose="020F0502020204030204" pitchFamily="34" charset="0"/>
                <a:ea typeface="Calibri" panose="020F0502020204030204" pitchFamily="34" charset="0"/>
              </a:rPr>
              <a:t>of</a:t>
            </a:r>
            <a:r>
              <a:rPr lang="en-US" sz="2400" spc="-87" dirty="0">
                <a:solidFill>
                  <a:srgbClr val="FF0000"/>
                </a:solidFill>
                <a:latin typeface="Calibri" panose="020F0502020204030204" pitchFamily="34" charset="0"/>
                <a:ea typeface="Calibri" panose="020F0502020204030204" pitchFamily="34" charset="0"/>
              </a:rPr>
              <a:t> </a:t>
            </a:r>
            <a:r>
              <a:rPr lang="en-US" sz="2400" dirty="0">
                <a:solidFill>
                  <a:srgbClr val="FF0000"/>
                </a:solidFill>
                <a:latin typeface="Calibri" panose="020F0502020204030204" pitchFamily="34" charset="0"/>
                <a:ea typeface="Calibri" panose="020F0502020204030204" pitchFamily="34" charset="0"/>
              </a:rPr>
              <a:t>ADT</a:t>
            </a:r>
          </a:p>
          <a:p>
            <a:pPr marL="380990" indent="-380990">
              <a:buFont typeface="Wingdings" panose="05000000000000000000" pitchFamily="2" charset="2"/>
              <a:buChar char="§"/>
              <a:defRPr/>
            </a:pPr>
            <a:r>
              <a:rPr lang="en-US" sz="2400" spc="-20" dirty="0">
                <a:latin typeface="Calibri" panose="020F0502020204030204" pitchFamily="34" charset="0"/>
                <a:ea typeface="Calibri" panose="020F0502020204030204" pitchFamily="34" charset="0"/>
              </a:rPr>
              <a:t>Declaration</a:t>
            </a:r>
            <a:r>
              <a:rPr lang="en-US" sz="2400" spc="-60" dirty="0">
                <a:latin typeface="Calibri" panose="020F0502020204030204" pitchFamily="34" charset="0"/>
                <a:ea typeface="Calibri" panose="020F0502020204030204" pitchFamily="34" charset="0"/>
              </a:rPr>
              <a:t> </a:t>
            </a:r>
            <a:r>
              <a:rPr lang="en-US" sz="2400" spc="-20" dirty="0">
                <a:latin typeface="Calibri" panose="020F0502020204030204" pitchFamily="34" charset="0"/>
                <a:ea typeface="Calibri" panose="020F0502020204030204" pitchFamily="34" charset="0"/>
              </a:rPr>
              <a:t>of</a:t>
            </a:r>
            <a:r>
              <a:rPr lang="en-US" sz="2400" spc="-27" dirty="0">
                <a:latin typeface="Calibri" panose="020F0502020204030204" pitchFamily="34" charset="0"/>
                <a:ea typeface="Calibri" panose="020F0502020204030204" pitchFamily="34" charset="0"/>
              </a:rPr>
              <a:t> </a:t>
            </a:r>
            <a:r>
              <a:rPr lang="en-US" sz="2400" spc="-20" dirty="0">
                <a:latin typeface="Calibri" panose="020F0502020204030204" pitchFamily="34" charset="0"/>
                <a:ea typeface="Calibri" panose="020F0502020204030204" pitchFamily="34" charset="0"/>
              </a:rPr>
              <a:t>data</a:t>
            </a:r>
          </a:p>
          <a:p>
            <a:pPr marL="380990" indent="-380990">
              <a:buFont typeface="Wingdings" panose="05000000000000000000" pitchFamily="2" charset="2"/>
              <a:buChar char="§"/>
              <a:defRPr/>
            </a:pPr>
            <a:r>
              <a:rPr lang="en-US" sz="2400" spc="-20" dirty="0">
                <a:latin typeface="Calibri" panose="020F0502020204030204" pitchFamily="34" charset="0"/>
                <a:ea typeface="Calibri" panose="020F0502020204030204" pitchFamily="34" charset="0"/>
              </a:rPr>
              <a:t>Declaration</a:t>
            </a:r>
            <a:r>
              <a:rPr lang="en-US" sz="2400" spc="-67" dirty="0">
                <a:latin typeface="Calibri" panose="020F0502020204030204" pitchFamily="34" charset="0"/>
                <a:ea typeface="Calibri" panose="020F0502020204030204" pitchFamily="34" charset="0"/>
              </a:rPr>
              <a:t> </a:t>
            </a:r>
            <a:r>
              <a:rPr lang="en-US" sz="2400" spc="-20" dirty="0">
                <a:latin typeface="Calibri" panose="020F0502020204030204" pitchFamily="34" charset="0"/>
                <a:ea typeface="Calibri" panose="020F0502020204030204" pitchFamily="34" charset="0"/>
              </a:rPr>
              <a:t>of</a:t>
            </a:r>
            <a:r>
              <a:rPr lang="en-US" sz="2400" spc="-40" dirty="0">
                <a:latin typeface="Calibri" panose="020F0502020204030204" pitchFamily="34" charset="0"/>
                <a:ea typeface="Calibri" panose="020F0502020204030204" pitchFamily="34" charset="0"/>
              </a:rPr>
              <a:t> </a:t>
            </a:r>
            <a:r>
              <a:rPr lang="en-US" sz="2400" spc="-20" dirty="0">
                <a:latin typeface="Calibri" panose="020F0502020204030204" pitchFamily="34" charset="0"/>
                <a:ea typeface="Calibri" panose="020F0502020204030204" pitchFamily="34" charset="0"/>
              </a:rPr>
              <a:t>operations</a:t>
            </a:r>
          </a:p>
          <a:p>
            <a:pPr marL="380990" indent="-380990">
              <a:buFont typeface="Wingdings" panose="05000000000000000000" pitchFamily="2" charset="2"/>
              <a:buChar char="§"/>
              <a:defRPr/>
            </a:pPr>
            <a:r>
              <a:rPr lang="en-US" sz="2400" spc="-20" dirty="0">
                <a:latin typeface="Calibri" panose="020F0502020204030204" pitchFamily="34" charset="0"/>
                <a:ea typeface="Calibri" panose="020F0502020204030204" pitchFamily="34" charset="0"/>
              </a:rPr>
              <a:t>Example-</a:t>
            </a:r>
            <a:r>
              <a:rPr lang="en-US" sz="2400" spc="-20" dirty="0" err="1">
                <a:latin typeface="Calibri" panose="020F0502020204030204" pitchFamily="34" charset="0"/>
                <a:ea typeface="Calibri" panose="020F0502020204030204" pitchFamily="34" charset="0"/>
              </a:rPr>
              <a:t>stack,queue,linked</a:t>
            </a:r>
            <a:r>
              <a:rPr lang="en-US" sz="2400" spc="-20" dirty="0">
                <a:latin typeface="Calibri" panose="020F0502020204030204" pitchFamily="34" charset="0"/>
                <a:ea typeface="Calibri" panose="020F0502020204030204" pitchFamily="34" charset="0"/>
              </a:rPr>
              <a:t> list </a:t>
            </a:r>
            <a:r>
              <a:rPr lang="en-US" sz="2400" spc="-20" dirty="0" err="1">
                <a:latin typeface="Calibri" panose="020F0502020204030204" pitchFamily="34" charset="0"/>
                <a:ea typeface="Calibri" panose="020F0502020204030204" pitchFamily="34" charset="0"/>
              </a:rPr>
              <a:t>etc</a:t>
            </a:r>
            <a:endParaRPr lang="en-US" sz="2400" spc="-20" dirty="0">
              <a:latin typeface="Calibri" panose="020F0502020204030204" pitchFamily="34" charset="0"/>
              <a:ea typeface="Calibri" panose="020F0502020204030204" pitchFamily="34" charset="0"/>
            </a:endParaRPr>
          </a:p>
          <a:p>
            <a:pPr marL="380990" indent="-380990">
              <a:buFont typeface="Wingdings" panose="05000000000000000000" pitchFamily="2" charset="2"/>
              <a:buChar char="§"/>
              <a:defRPr/>
            </a:pPr>
            <a:endParaRPr lang="en-US" sz="2400" spc="-20" dirty="0">
              <a:latin typeface="Calibri" panose="020F0502020204030204" pitchFamily="34" charset="0"/>
              <a:ea typeface="Calibri" panose="020F0502020204030204" pitchFamily="34" charset="0"/>
            </a:endParaRPr>
          </a:p>
          <a:p>
            <a:pPr>
              <a:defRPr/>
            </a:pPr>
            <a:endParaRPr lang="en-US" sz="2400" spc="-20" dirty="0">
              <a:latin typeface="Calibri" panose="020F0502020204030204" pitchFamily="34" charset="0"/>
              <a:ea typeface="Calibri" panose="020F0502020204030204" pitchFamily="34" charset="0"/>
            </a:endParaRPr>
          </a:p>
          <a:p>
            <a:pPr marL="380990" indent="-380990">
              <a:buFont typeface="Wingdings" panose="05000000000000000000" pitchFamily="2" charset="2"/>
              <a:buChar char="§"/>
              <a:defRPr/>
            </a:pPr>
            <a:endParaRPr lang="en-US" sz="2400" spc="-20" dirty="0">
              <a:latin typeface="Calibri" panose="020F0502020204030204" pitchFamily="34" charset="0"/>
              <a:ea typeface="Calibri" panose="020F0502020204030204" pitchFamily="34" charset="0"/>
            </a:endParaRPr>
          </a:p>
          <a:p>
            <a:pPr>
              <a:defRPr/>
            </a:pPr>
            <a:endParaRPr lang="en-US" sz="2400" dirty="0">
              <a:latin typeface="Calibri" panose="020F0502020204030204" pitchFamily="34" charset="0"/>
              <a:ea typeface="Calibri" panose="020F0502020204030204" pitchFamily="34" charset="0"/>
            </a:endParaRPr>
          </a:p>
          <a:p>
            <a:pPr>
              <a:spcBef>
                <a:spcPts val="40"/>
              </a:spcBef>
              <a:defRPr/>
            </a:pPr>
            <a:r>
              <a:rPr lang="en-US" sz="2400" dirty="0">
                <a:latin typeface="Calibri" panose="020F0502020204030204" pitchFamily="34" charset="0"/>
                <a:ea typeface="Calibri" panose="020F0502020204030204" pitchFamily="34" charset="0"/>
              </a:rPr>
              <a:t> </a:t>
            </a:r>
          </a:p>
          <a:p>
            <a:pPr>
              <a:defRPr/>
            </a:pPr>
            <a:endParaRPr lang="en-US" sz="2400" dirty="0">
              <a:latin typeface="Calibri" panose="020F0502020204030204" pitchFamily="34" charset="0"/>
              <a:ea typeface="Calibri" panose="020F0502020204030204" pitchFamily="34" charset="0"/>
            </a:endParaRPr>
          </a:p>
          <a:p>
            <a:pPr>
              <a:defRPr/>
            </a:pPr>
            <a:endParaRPr lang="en-US" dirty="0"/>
          </a:p>
          <a:p>
            <a:pPr>
              <a:defRPr/>
            </a:pPr>
            <a:endParaRPr lang="en-US" dirty="0"/>
          </a:p>
          <a:p>
            <a:pPr>
              <a:defRPr/>
            </a:pPr>
            <a:endParaRPr lang="en-US" dirty="0"/>
          </a:p>
        </p:txBody>
      </p:sp>
      <p:pic>
        <p:nvPicPr>
          <p:cNvPr id="26628" name="Picture 20">
            <a:extLst>
              <a:ext uri="{FF2B5EF4-FFF2-40B4-BE49-F238E27FC236}">
                <a16:creationId xmlns:a16="http://schemas.microsoft.com/office/drawing/2014/main" id="{EE9DF7BD-907F-EE42-40D5-D4A8B13BC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3434" y="2413000"/>
            <a:ext cx="4838700"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object 2">
            <a:extLst>
              <a:ext uri="{FF2B5EF4-FFF2-40B4-BE49-F238E27FC236}">
                <a16:creationId xmlns:a16="http://schemas.microsoft.com/office/drawing/2014/main" id="{E90752D6-A971-D4AF-7403-50D800E8DF6A}"/>
              </a:ext>
            </a:extLst>
          </p:cNvPr>
          <p:cNvSpPr>
            <a:spLocks/>
          </p:cNvSpPr>
          <p:nvPr/>
        </p:nvSpPr>
        <p:spPr bwMode="auto">
          <a:xfrm>
            <a:off x="5486400" y="482601"/>
            <a:ext cx="6400800" cy="4061884"/>
          </a:xfrm>
          <a:custGeom>
            <a:avLst/>
            <a:gdLst>
              <a:gd name="T0" fmla="*/ 0 w 4800600"/>
              <a:gd name="T1" fmla="*/ 3045145 h 3046729"/>
              <a:gd name="T2" fmla="*/ 4800599 w 4800600"/>
              <a:gd name="T3" fmla="*/ 3045145 h 3046729"/>
              <a:gd name="T4" fmla="*/ 4800599 w 4800600"/>
              <a:gd name="T5" fmla="*/ 0 h 3046729"/>
              <a:gd name="T6" fmla="*/ 0 w 4800600"/>
              <a:gd name="T7" fmla="*/ 0 h 3046729"/>
              <a:gd name="T8" fmla="*/ 0 w 4800600"/>
              <a:gd name="T9" fmla="*/ 3045145 h 30467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00600" h="3046729">
                <a:moveTo>
                  <a:pt x="0" y="3046725"/>
                </a:moveTo>
                <a:lnTo>
                  <a:pt x="4800599" y="3046725"/>
                </a:lnTo>
                <a:lnTo>
                  <a:pt x="4800599" y="0"/>
                </a:lnTo>
                <a:lnTo>
                  <a:pt x="0" y="0"/>
                </a:lnTo>
                <a:lnTo>
                  <a:pt x="0" y="3046725"/>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10243" name="object 3">
            <a:extLst>
              <a:ext uri="{FF2B5EF4-FFF2-40B4-BE49-F238E27FC236}">
                <a16:creationId xmlns:a16="http://schemas.microsoft.com/office/drawing/2014/main" id="{F2808692-EE93-9BE5-EF6B-CEBFE1ED4ABD}"/>
              </a:ext>
            </a:extLst>
          </p:cNvPr>
          <p:cNvSpPr txBox="1">
            <a:spLocks noChangeArrowheads="1"/>
          </p:cNvSpPr>
          <p:nvPr/>
        </p:nvSpPr>
        <p:spPr bwMode="auto">
          <a:xfrm>
            <a:off x="5391151" y="4627034"/>
            <a:ext cx="6400800" cy="1933863"/>
          </a:xfrm>
          <a:prstGeom prst="rect">
            <a:avLst/>
          </a:prstGeom>
          <a:noFill/>
          <a:ln w="953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90488">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lnSpc>
                <a:spcPct val="105000"/>
              </a:lnSpc>
            </a:pPr>
            <a:r>
              <a:rPr lang="en-US" altLang="en-US" sz="2000" b="1">
                <a:solidFill>
                  <a:srgbClr val="FF0000"/>
                </a:solidFill>
                <a:cs typeface="Calibri" panose="020F0502020204030204" pitchFamily="34" charset="0"/>
              </a:rPr>
              <a:t>Worst</a:t>
            </a:r>
            <a:r>
              <a:rPr lang="en-US" altLang="en-US" sz="2000" b="1">
                <a:solidFill>
                  <a:srgbClr val="FF0000"/>
                </a:solidFill>
                <a:latin typeface="Times New Roman" panose="02020603050405020304" pitchFamily="18" charset="0"/>
                <a:cs typeface="Times New Roman" panose="02020603050405020304" pitchFamily="18" charset="0"/>
              </a:rPr>
              <a:t> </a:t>
            </a:r>
            <a:r>
              <a:rPr lang="en-US" altLang="en-US" sz="2000" b="1">
                <a:solidFill>
                  <a:srgbClr val="FF0000"/>
                </a:solidFill>
                <a:cs typeface="Calibri" panose="020F0502020204030204" pitchFamily="34" charset="0"/>
              </a:rPr>
              <a:t>case</a:t>
            </a:r>
            <a:r>
              <a:rPr lang="en-US" altLang="en-US" sz="2000" b="1">
                <a:cs typeface="Calibri" panose="020F0502020204030204" pitchFamily="34" charset="0"/>
              </a:rPr>
              <a: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It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defines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input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for</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which</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algorithm</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takes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huge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time.</a:t>
            </a:r>
            <a:endParaRPr lang="en-US" altLang="en-US" sz="2000">
              <a:cs typeface="Calibri" panose="020F0502020204030204" pitchFamily="34" charset="0"/>
            </a:endParaRPr>
          </a:p>
          <a:p>
            <a:pPr eaLnBrk="1" hangingPunct="1">
              <a:lnSpc>
                <a:spcPct val="105000"/>
              </a:lnSpc>
            </a:pPr>
            <a:r>
              <a:rPr lang="en-US" altLang="en-US" sz="2000" b="1">
                <a:solidFill>
                  <a:srgbClr val="FF0000"/>
                </a:solidFill>
                <a:cs typeface="Calibri" panose="020F0502020204030204" pitchFamily="34" charset="0"/>
              </a:rPr>
              <a:t>Average</a:t>
            </a:r>
            <a:r>
              <a:rPr lang="en-US" altLang="en-US" sz="2000" b="1">
                <a:solidFill>
                  <a:srgbClr val="FF0000"/>
                </a:solidFill>
                <a:latin typeface="Times New Roman" panose="02020603050405020304" pitchFamily="18" charset="0"/>
                <a:cs typeface="Times New Roman" panose="02020603050405020304" pitchFamily="18" charset="0"/>
              </a:rPr>
              <a:t> </a:t>
            </a:r>
            <a:r>
              <a:rPr lang="en-US" altLang="en-US" sz="2000" b="1">
                <a:solidFill>
                  <a:srgbClr val="FF0000"/>
                </a:solidFill>
                <a:cs typeface="Calibri" panose="020F0502020204030204" pitchFamily="34" charset="0"/>
              </a:rPr>
              <a:t>case:</a:t>
            </a:r>
            <a:r>
              <a:rPr lang="en-US" altLang="en-US" sz="2000" b="1">
                <a:solidFill>
                  <a:srgbClr val="FF0000"/>
                </a:solidFill>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It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takes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average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time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for</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program</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execution.</a:t>
            </a:r>
            <a:endParaRPr lang="en-US" altLang="en-US" sz="2000">
              <a:cs typeface="Calibri" panose="020F0502020204030204" pitchFamily="34" charset="0"/>
            </a:endParaRPr>
          </a:p>
          <a:p>
            <a:pPr>
              <a:lnSpc>
                <a:spcPts val="2451"/>
              </a:lnSpc>
            </a:pPr>
            <a:r>
              <a:rPr lang="en-US" altLang="en-US" sz="2000" b="1">
                <a:solidFill>
                  <a:srgbClr val="FF0000"/>
                </a:solidFill>
                <a:cs typeface="Calibri" panose="020F0502020204030204" pitchFamily="34" charset="0"/>
              </a:rPr>
              <a:t>Best</a:t>
            </a:r>
            <a:r>
              <a:rPr lang="en-US" altLang="en-US" sz="2000" b="1">
                <a:solidFill>
                  <a:srgbClr val="FF0000"/>
                </a:solidFill>
                <a:latin typeface="Times New Roman" panose="02020603050405020304" pitchFamily="18" charset="0"/>
                <a:cs typeface="Times New Roman" panose="02020603050405020304" pitchFamily="18" charset="0"/>
              </a:rPr>
              <a:t> </a:t>
            </a:r>
            <a:r>
              <a:rPr lang="en-US" altLang="en-US" sz="2000" b="1">
                <a:solidFill>
                  <a:srgbClr val="FF0000"/>
                </a:solidFill>
                <a:cs typeface="Calibri" panose="020F0502020204030204" pitchFamily="34" charset="0"/>
              </a:rPr>
              <a:t>case:</a:t>
            </a:r>
            <a:r>
              <a:rPr lang="en-US" altLang="en-US" sz="2000" b="1">
                <a:solidFill>
                  <a:srgbClr val="FF0000"/>
                </a:solidFill>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It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defines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input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for</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which</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algorithm</a:t>
            </a:r>
            <a:endParaRPr lang="en-US" altLang="en-US" sz="2000">
              <a:cs typeface="Calibri" panose="020F0502020204030204" pitchFamily="34" charset="0"/>
            </a:endParaRPr>
          </a:p>
          <a:p>
            <a:pPr>
              <a:spcBef>
                <a:spcPts val="133"/>
              </a:spcBef>
            </a:pPr>
            <a:r>
              <a:rPr lang="en-US" altLang="en-US" sz="2000" b="1">
                <a:cs typeface="Calibri" panose="020F0502020204030204" pitchFamily="34" charset="0"/>
              </a:rPr>
              <a:t>takes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lowest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time.</a:t>
            </a:r>
            <a:endParaRPr lang="en-US" altLang="en-US" sz="2000">
              <a:cs typeface="Calibri" panose="020F0502020204030204" pitchFamily="34" charset="0"/>
            </a:endParaRPr>
          </a:p>
        </p:txBody>
      </p:sp>
      <p:sp>
        <p:nvSpPr>
          <p:cNvPr id="4" name="object 4">
            <a:extLst>
              <a:ext uri="{FF2B5EF4-FFF2-40B4-BE49-F238E27FC236}">
                <a16:creationId xmlns:a16="http://schemas.microsoft.com/office/drawing/2014/main" id="{0F756E5C-D1AC-E7B3-6822-F05AFA06E722}"/>
              </a:ext>
            </a:extLst>
          </p:cNvPr>
          <p:cNvSpPr txBox="1"/>
          <p:nvPr/>
        </p:nvSpPr>
        <p:spPr>
          <a:xfrm>
            <a:off x="5598585" y="603251"/>
            <a:ext cx="3414183" cy="492443"/>
          </a:xfrm>
          <a:prstGeom prst="rect">
            <a:avLst/>
          </a:prstGeom>
        </p:spPr>
        <p:txBody>
          <a:bodyPr lIns="0" tIns="0" rIns="0" bIns="0">
            <a:spAutoFit/>
          </a:bodyPr>
          <a:lstStyle/>
          <a:p>
            <a:pPr marL="16933">
              <a:defRPr/>
            </a:pPr>
            <a:r>
              <a:rPr sz="3200" b="1" spc="-20" dirty="0">
                <a:solidFill>
                  <a:srgbClr val="FF0000"/>
                </a:solidFill>
                <a:latin typeface="Calibri"/>
                <a:cs typeface="Calibri"/>
              </a:rPr>
              <a:t>Asymp</a:t>
            </a:r>
            <a:r>
              <a:rPr sz="3200" b="1" spc="-27" dirty="0">
                <a:solidFill>
                  <a:srgbClr val="FF0000"/>
                </a:solidFill>
                <a:latin typeface="Calibri"/>
                <a:cs typeface="Calibri"/>
              </a:rPr>
              <a:t>t</a:t>
            </a:r>
            <a:r>
              <a:rPr sz="3200" b="1" spc="-13" dirty="0">
                <a:solidFill>
                  <a:srgbClr val="FF0000"/>
                </a:solidFill>
                <a:latin typeface="Calibri"/>
                <a:cs typeface="Calibri"/>
              </a:rPr>
              <a:t>otic</a:t>
            </a:r>
            <a:r>
              <a:rPr sz="3200" b="1" spc="-173" dirty="0">
                <a:solidFill>
                  <a:srgbClr val="FF0000"/>
                </a:solidFill>
                <a:latin typeface="Times New Roman"/>
                <a:cs typeface="Times New Roman"/>
              </a:rPr>
              <a:t> </a:t>
            </a:r>
            <a:r>
              <a:rPr sz="3200" b="1" spc="-20" dirty="0">
                <a:solidFill>
                  <a:srgbClr val="FF0000"/>
                </a:solidFill>
                <a:latin typeface="Calibri"/>
                <a:cs typeface="Calibri"/>
              </a:rPr>
              <a:t>A</a:t>
            </a:r>
            <a:r>
              <a:rPr sz="3200" b="1" spc="-33" dirty="0">
                <a:solidFill>
                  <a:srgbClr val="FF0000"/>
                </a:solidFill>
                <a:latin typeface="Calibri"/>
                <a:cs typeface="Calibri"/>
              </a:rPr>
              <a:t>n</a:t>
            </a:r>
            <a:r>
              <a:rPr sz="3200" b="1" spc="-13" dirty="0">
                <a:solidFill>
                  <a:srgbClr val="FF0000"/>
                </a:solidFill>
                <a:latin typeface="Calibri"/>
                <a:cs typeface="Calibri"/>
              </a:rPr>
              <a:t>alysis</a:t>
            </a:r>
            <a:endParaRPr sz="3200">
              <a:latin typeface="Calibri"/>
              <a:cs typeface="Calibri"/>
            </a:endParaRPr>
          </a:p>
        </p:txBody>
      </p:sp>
      <p:sp>
        <p:nvSpPr>
          <p:cNvPr id="10245" name="object 5">
            <a:extLst>
              <a:ext uri="{FF2B5EF4-FFF2-40B4-BE49-F238E27FC236}">
                <a16:creationId xmlns:a16="http://schemas.microsoft.com/office/drawing/2014/main" id="{1C3DEEB1-0754-0311-2223-50A5B99A413C}"/>
              </a:ext>
            </a:extLst>
          </p:cNvPr>
          <p:cNvSpPr txBox="1">
            <a:spLocks noChangeArrowheads="1"/>
          </p:cNvSpPr>
          <p:nvPr/>
        </p:nvSpPr>
        <p:spPr bwMode="auto">
          <a:xfrm>
            <a:off x="5598584" y="1562100"/>
            <a:ext cx="5952067" cy="188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a:solidFill>
                  <a:schemeClr val="tx1"/>
                </a:solidFill>
                <a:latin typeface="Calibri" panose="020F0502020204030204" pitchFamily="34" charset="0"/>
                <a:cs typeface="Arial" panose="020B0604020202020204" pitchFamily="34" charset="0"/>
              </a:defRPr>
            </a:lvl1pPr>
            <a:lvl2pPr marL="742950" indent="-285750">
              <a:tabLst>
                <a:tab pos="355600" algn="l"/>
              </a:tabLst>
              <a:defRPr>
                <a:solidFill>
                  <a:schemeClr val="tx1"/>
                </a:solidFill>
                <a:latin typeface="Calibri" panose="020F0502020204030204" pitchFamily="34" charset="0"/>
                <a:cs typeface="Arial" panose="020B0604020202020204" pitchFamily="34" charset="0"/>
              </a:defRPr>
            </a:lvl2pPr>
            <a:lvl3pPr marL="1143000" indent="-228600">
              <a:tabLst>
                <a:tab pos="355600" algn="l"/>
              </a:tabLst>
              <a:defRPr>
                <a:solidFill>
                  <a:schemeClr val="tx1"/>
                </a:solidFill>
                <a:latin typeface="Calibri" panose="020F0502020204030204" pitchFamily="34" charset="0"/>
                <a:cs typeface="Arial" panose="020B0604020202020204" pitchFamily="34" charset="0"/>
              </a:defRPr>
            </a:lvl3pPr>
            <a:lvl4pPr marL="1600200" indent="-228600">
              <a:tabLst>
                <a:tab pos="355600" algn="l"/>
              </a:tabLst>
              <a:defRPr>
                <a:solidFill>
                  <a:schemeClr val="tx1"/>
                </a:solidFill>
                <a:latin typeface="Calibri" panose="020F0502020204030204" pitchFamily="34" charset="0"/>
                <a:cs typeface="Arial" panose="020B0604020202020204" pitchFamily="34" charset="0"/>
              </a:defRPr>
            </a:lvl4pPr>
            <a:lvl5pPr marL="2057400" indent="-228600">
              <a:tabLst>
                <a:tab pos="355600"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9pPr>
          </a:lstStyle>
          <a:p>
            <a:pPr>
              <a:lnSpc>
                <a:spcPct val="103000"/>
              </a:lnSpc>
              <a:spcBef>
                <a:spcPts val="33"/>
              </a:spcBef>
              <a:buFont typeface="Calibri" panose="020F0502020204030204" pitchFamily="34" charset="0"/>
              <a:buAutoNum type="arabicPeriod"/>
            </a:pPr>
            <a:r>
              <a:rPr lang="en-US" altLang="en-US" sz="2000" b="1">
                <a:cs typeface="Calibri" panose="020F0502020204030204" pitchFamily="34" charset="0"/>
              </a:rPr>
              <a:t>It evaluate the performance of the algorithm in terms of its input size.</a:t>
            </a:r>
          </a:p>
          <a:p>
            <a:pPr>
              <a:lnSpc>
                <a:spcPct val="103000"/>
              </a:lnSpc>
              <a:spcBef>
                <a:spcPts val="33"/>
              </a:spcBef>
              <a:buFont typeface="Calibri" panose="020F0502020204030204" pitchFamily="34" charset="0"/>
              <a:buAutoNum type="arabicPeriod"/>
            </a:pPr>
            <a:endParaRPr lang="en-US" altLang="en-US" sz="2000" b="1">
              <a:cs typeface="Calibri" panose="020F0502020204030204" pitchFamily="34" charset="0"/>
            </a:endParaRPr>
          </a:p>
          <a:p>
            <a:pPr>
              <a:lnSpc>
                <a:spcPct val="103000"/>
              </a:lnSpc>
              <a:spcBef>
                <a:spcPts val="33"/>
              </a:spcBef>
              <a:buFont typeface="Calibri" panose="020F0502020204030204" pitchFamily="34" charset="0"/>
              <a:buAutoNum type="arabicPeriod"/>
            </a:pPr>
            <a:r>
              <a:rPr lang="en-US" altLang="en-US" sz="2000" b="1">
                <a:cs typeface="Calibri" panose="020F0502020204030204" pitchFamily="34" charset="0"/>
              </a:rPr>
              <a:t>Using</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asymptotic</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analysis,</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we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can</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easily</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conclude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about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the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average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case,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best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case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and</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worst</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case</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scenario</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of</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an</a:t>
            </a:r>
            <a:r>
              <a:rPr lang="en-US" altLang="en-US" sz="2000" b="1">
                <a:latin typeface="Times New Roman" panose="02020603050405020304" pitchFamily="18" charset="0"/>
                <a:cs typeface="Times New Roman" panose="02020603050405020304" pitchFamily="18" charset="0"/>
              </a:rPr>
              <a:t> </a:t>
            </a:r>
            <a:r>
              <a:rPr lang="en-US" altLang="en-US" sz="2000" b="1">
                <a:cs typeface="Calibri" panose="020F0502020204030204" pitchFamily="34" charset="0"/>
              </a:rPr>
              <a:t>algorithm.</a:t>
            </a:r>
            <a:endParaRPr lang="en-US" altLang="en-US" sz="2000">
              <a:cs typeface="Calibri" panose="020F0502020204030204" pitchFamily="34" charset="0"/>
            </a:endParaRPr>
          </a:p>
        </p:txBody>
      </p:sp>
      <p:sp>
        <p:nvSpPr>
          <p:cNvPr id="10246" name="object 6">
            <a:extLst>
              <a:ext uri="{FF2B5EF4-FFF2-40B4-BE49-F238E27FC236}">
                <a16:creationId xmlns:a16="http://schemas.microsoft.com/office/drawing/2014/main" id="{E2058338-3EA6-74FA-6DF8-F9A039A75371}"/>
              </a:ext>
            </a:extLst>
          </p:cNvPr>
          <p:cNvSpPr txBox="1">
            <a:spLocks noChangeArrowheads="1"/>
          </p:cNvSpPr>
          <p:nvPr/>
        </p:nvSpPr>
        <p:spPr bwMode="auto">
          <a:xfrm>
            <a:off x="406400" y="1092200"/>
            <a:ext cx="4876800" cy="4431983"/>
          </a:xfrm>
          <a:prstGeom prst="rect">
            <a:avLst/>
          </a:prstGeom>
          <a:noFill/>
          <a:ln w="953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marL="85725">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2400" b="1">
                <a:solidFill>
                  <a:srgbClr val="FF0000"/>
                </a:solidFill>
                <a:cs typeface="Calibri" panose="020F0502020204030204" pitchFamily="34" charset="0"/>
              </a:rPr>
              <a:t>Time</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complexity:</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way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representing</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amount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time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needed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by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program</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to</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run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to</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completion.</a:t>
            </a:r>
            <a:endParaRPr lang="en-US" altLang="en-US" sz="2400">
              <a:cs typeface="Calibri" panose="020F0502020204030204" pitchFamily="34" charset="0"/>
            </a:endParaRPr>
          </a:p>
          <a:p>
            <a:pPr>
              <a:spcBef>
                <a:spcPts val="17"/>
              </a:spcBef>
            </a:pPr>
            <a:endParaRPr lang="en-US" altLang="en-US" sz="2400">
              <a:latin typeface="Times New Roman" panose="02020603050405020304" pitchFamily="18" charset="0"/>
              <a:cs typeface="Times New Roman" panose="02020603050405020304" pitchFamily="18" charset="0"/>
            </a:endParaRPr>
          </a:p>
          <a:p>
            <a:pPr eaLnBrk="1" hangingPunct="1"/>
            <a:r>
              <a:rPr lang="en-US" altLang="en-US" sz="2400" b="1">
                <a:solidFill>
                  <a:srgbClr val="FF0000"/>
                </a:solidFill>
                <a:cs typeface="Calibri" panose="020F0502020204030204" pitchFamily="34" charset="0"/>
              </a:rPr>
              <a:t>Space</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solidFill>
                  <a:srgbClr val="FF0000"/>
                </a:solidFill>
                <a:cs typeface="Calibri" panose="020F0502020204030204" pitchFamily="34" charset="0"/>
              </a:rPr>
              <a:t>complexity:</a:t>
            </a:r>
            <a:r>
              <a:rPr lang="en-US" altLang="en-US" sz="2400" b="1">
                <a:solidFill>
                  <a:srgbClr val="FF0000"/>
                </a:solidFill>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amount</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memory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space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required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by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algorithm,</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during</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course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of</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its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execution.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Space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complexity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required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situations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when</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limited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memory</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is</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available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and</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for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the</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multi</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user</a:t>
            </a:r>
            <a:r>
              <a:rPr lang="en-US" altLang="en-US" sz="2400" b="1">
                <a:latin typeface="Times New Roman" panose="02020603050405020304" pitchFamily="18" charset="0"/>
                <a:cs typeface="Times New Roman" panose="02020603050405020304" pitchFamily="18" charset="0"/>
              </a:rPr>
              <a:t> </a:t>
            </a:r>
            <a:r>
              <a:rPr lang="en-US" altLang="en-US" sz="2400" b="1">
                <a:cs typeface="Calibri" panose="020F0502020204030204" pitchFamily="34" charset="0"/>
              </a:rPr>
              <a:t>system.</a:t>
            </a:r>
            <a:endParaRPr lang="en-US" altLang="en-US" sz="240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0" y="0"/>
            <a:ext cx="9144000" cy="6858000"/>
          </a:xfrm>
          <a:prstGeom prst="rect">
            <a:avLst/>
          </a:prstGeom>
          <a:blipFill>
            <a:blip r:embed="rId3"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4572127" y="756869"/>
            <a:ext cx="3043555" cy="697230"/>
          </a:xfrm>
          <a:prstGeom prst="rect">
            <a:avLst/>
          </a:prstGeom>
        </p:spPr>
        <p:txBody>
          <a:bodyPr vert="horz" wrap="square" lIns="0" tIns="13335" rIns="0" bIns="0" rtlCol="0">
            <a:spAutoFit/>
          </a:bodyPr>
          <a:lstStyle/>
          <a:p>
            <a:pPr marL="12700">
              <a:lnSpc>
                <a:spcPct val="100000"/>
              </a:lnSpc>
              <a:spcBef>
                <a:spcPts val="105"/>
              </a:spcBef>
            </a:pPr>
            <a:r>
              <a:rPr dirty="0"/>
              <a:t>Applications</a:t>
            </a:r>
          </a:p>
        </p:txBody>
      </p:sp>
      <p:sp>
        <p:nvSpPr>
          <p:cNvPr id="4" name="object 4"/>
          <p:cNvSpPr/>
          <p:nvPr/>
        </p:nvSpPr>
        <p:spPr>
          <a:xfrm>
            <a:off x="2351533" y="1629155"/>
            <a:ext cx="7776971" cy="4535424"/>
          </a:xfrm>
          <a:prstGeom prst="rect">
            <a:avLst/>
          </a:prstGeom>
          <a:blipFill>
            <a:blip r:embed="rId4" cstate="print"/>
            <a:stretch>
              <a:fillRect/>
            </a:stretch>
          </a:blipFill>
        </p:spPr>
        <p:txBody>
          <a:bodyPr wrap="square" lIns="0" tIns="0" rIns="0" bIns="0" rtlCol="0"/>
          <a:lstStyle/>
          <a:p>
            <a:endParaRPr/>
          </a:p>
        </p:txBody>
      </p:sp>
      <p:sp>
        <p:nvSpPr>
          <p:cNvPr id="5" name="Date Placeholder 4">
            <a:extLst>
              <a:ext uri="{FF2B5EF4-FFF2-40B4-BE49-F238E27FC236}">
                <a16:creationId xmlns:a16="http://schemas.microsoft.com/office/drawing/2014/main" id="{7A200CB6-1EB5-4BCA-AE64-E0B810406F94}"/>
              </a:ext>
            </a:extLst>
          </p:cNvPr>
          <p:cNvSpPr>
            <a:spLocks noGrp="1"/>
          </p:cNvSpPr>
          <p:nvPr>
            <p:ph type="dt" sz="half" idx="6"/>
          </p:nvPr>
        </p:nvSpPr>
        <p:spPr>
          <a:xfrm>
            <a:off x="457200" y="6377940"/>
            <a:ext cx="2103120" cy="342900"/>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6BB5136-0681-4F3B-B00F-0A4CFFA11EB7}" type="datetime1">
              <a:rPr lang="en-US" smtClean="0"/>
              <a:pPr/>
              <a:t>8/7/2025</a:t>
            </a:fld>
            <a:endParaRPr lang="en-US"/>
          </a:p>
        </p:txBody>
      </p:sp>
      <p:sp>
        <p:nvSpPr>
          <p:cNvPr id="6" name="Footer Placeholder 5">
            <a:extLst>
              <a:ext uri="{FF2B5EF4-FFF2-40B4-BE49-F238E27FC236}">
                <a16:creationId xmlns:a16="http://schemas.microsoft.com/office/drawing/2014/main" id="{FF89965B-DD9F-40E4-B763-180F0B08CDC5}"/>
              </a:ext>
            </a:extLst>
          </p:cNvPr>
          <p:cNvSpPr>
            <a:spLocks noGrp="1"/>
          </p:cNvSpPr>
          <p:nvPr>
            <p:ph type="ftr" sz="quarter" idx="5"/>
          </p:nvPr>
        </p:nvSpPr>
        <p:spPr>
          <a:xfrm>
            <a:off x="3274314" y="6296263"/>
            <a:ext cx="2593975" cy="204351"/>
          </a:xfrm>
          <a:prstGeom prst="rect">
            <a:avLst/>
          </a:prstGeom>
        </p:spPr>
        <p:txBody>
          <a:bodyPr wrap="square" lIns="0" tIns="0" rIns="0" bIns="0">
            <a:spAutoFit/>
          </a:bodyPr>
          <a:lstStyle>
            <a:defPPr>
              <a:defRPr lang="en-US"/>
            </a:defPPr>
            <a:lvl1pPr marL="0" algn="l" defTabSz="914400" rtl="0" eaLnBrk="1" latinLnBrk="0" hangingPunct="1">
              <a:defRPr sz="1400" b="0" i="0" kern="1200">
                <a:solidFill>
                  <a:schemeClr val="tx1"/>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73125" marR="5080" indent="-739140">
              <a:lnSpc>
                <a:spcPts val="1680"/>
              </a:lnSpc>
              <a:spcBef>
                <a:spcPts val="25"/>
              </a:spcBef>
            </a:pPr>
            <a:endParaRPr lang="en-US" spc="-5" dirty="0">
              <a:solidFill>
                <a:srgbClr val="FFCC99"/>
              </a:solidFill>
              <a:latin typeface="Arial"/>
              <a:cs typeface="Arial"/>
            </a:endParaRPr>
          </a:p>
        </p:txBody>
      </p:sp>
      <p:sp>
        <p:nvSpPr>
          <p:cNvPr id="7" name="Slide Number Placeholder 6">
            <a:extLst>
              <a:ext uri="{FF2B5EF4-FFF2-40B4-BE49-F238E27FC236}">
                <a16:creationId xmlns:a16="http://schemas.microsoft.com/office/drawing/2014/main" id="{5C7700C4-EF4F-4CAD-BFD2-2EF94103AC6D}"/>
              </a:ext>
            </a:extLst>
          </p:cNvPr>
          <p:cNvSpPr>
            <a:spLocks noGrp="1"/>
          </p:cNvSpPr>
          <p:nvPr>
            <p:ph type="sldNum" sz="quarter" idx="7"/>
          </p:nvPr>
        </p:nvSpPr>
        <p:spPr>
          <a:xfrm>
            <a:off x="6583680" y="6377940"/>
            <a:ext cx="2103120" cy="342900"/>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a:t>
            </a:r>
          </a:p>
        </p:txBody>
      </p:sp>
      <p:sp>
        <p:nvSpPr>
          <p:cNvPr id="4" name="Content Placeholder 3"/>
          <p:cNvSpPr>
            <a:spLocks noGrp="1"/>
          </p:cNvSpPr>
          <p:nvPr>
            <p:ph idx="1"/>
          </p:nvPr>
        </p:nvSpPr>
        <p:spPr>
          <a:xfrm>
            <a:off x="2152650" y="2226470"/>
            <a:ext cx="4400550" cy="3717131"/>
          </a:xfrm>
        </p:spPr>
        <p:style>
          <a:lnRef idx="1">
            <a:schemeClr val="accent1"/>
          </a:lnRef>
          <a:fillRef idx="2">
            <a:schemeClr val="accent1"/>
          </a:fillRef>
          <a:effectRef idx="1">
            <a:schemeClr val="accent1"/>
          </a:effectRef>
          <a:fontRef idx="minor">
            <a:schemeClr val="dk1"/>
          </a:fontRef>
        </p:style>
        <p:txBody>
          <a:bodyPr>
            <a:normAutofit/>
          </a:bodyPr>
          <a:lstStyle/>
          <a:p>
            <a:r>
              <a:rPr lang="en-IN" dirty="0"/>
              <a:t>for(</a:t>
            </a:r>
            <a:r>
              <a:rPr lang="en-IN" dirty="0" err="1"/>
              <a:t>i</a:t>
            </a:r>
            <a:r>
              <a:rPr lang="en-IN" dirty="0"/>
              <a:t>=0; </a:t>
            </a:r>
            <a:r>
              <a:rPr lang="en-IN" dirty="0" err="1"/>
              <a:t>i</a:t>
            </a:r>
            <a:r>
              <a:rPr lang="en-IN" dirty="0"/>
              <a:t>&lt;n; </a:t>
            </a:r>
            <a:r>
              <a:rPr lang="en-IN" dirty="0" err="1"/>
              <a:t>i</a:t>
            </a:r>
            <a:r>
              <a:rPr lang="en-IN" dirty="0"/>
              <a:t>++)</a:t>
            </a:r>
          </a:p>
          <a:p>
            <a:r>
              <a:rPr lang="en-IN" dirty="0"/>
              <a:t>{</a:t>
            </a:r>
          </a:p>
          <a:p>
            <a:r>
              <a:rPr lang="en-IN" dirty="0"/>
              <a:t>     statement;</a:t>
            </a:r>
          </a:p>
          <a:p>
            <a:r>
              <a:rPr lang="en-IN" dirty="0"/>
              <a:t>}</a:t>
            </a:r>
          </a:p>
          <a:p>
            <a:endParaRPr lang="en-IN" dirty="0"/>
          </a:p>
        </p:txBody>
      </p:sp>
    </p:spTree>
    <p:extLst>
      <p:ext uri="{BB962C8B-B14F-4D97-AF65-F5344CB8AC3E}">
        <p14:creationId xmlns:p14="http://schemas.microsoft.com/office/powerpoint/2010/main" val="58169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65B6-D12C-43EF-8F72-C1759030F505}"/>
              </a:ext>
            </a:extLst>
          </p:cNvPr>
          <p:cNvSpPr>
            <a:spLocks noGrp="1"/>
          </p:cNvSpPr>
          <p:nvPr>
            <p:ph type="title"/>
          </p:nvPr>
        </p:nvSpPr>
        <p:spPr>
          <a:xfrm>
            <a:off x="2152652" y="818134"/>
            <a:ext cx="6039610" cy="1354217"/>
          </a:xfrm>
        </p:spPr>
        <p:txBody>
          <a:bodyPr/>
          <a:lstStyle/>
          <a:p>
            <a:r>
              <a:rPr lang="en-IN" dirty="0">
                <a:solidFill>
                  <a:srgbClr val="610B38"/>
                </a:solidFill>
                <a:latin typeface="erdana"/>
              </a:rPr>
              <a:t>Frequency Count Method</a:t>
            </a:r>
          </a:p>
        </p:txBody>
      </p:sp>
      <p:sp>
        <p:nvSpPr>
          <p:cNvPr id="8" name="Content Placeholder 3">
            <a:extLst>
              <a:ext uri="{FF2B5EF4-FFF2-40B4-BE49-F238E27FC236}">
                <a16:creationId xmlns:a16="http://schemas.microsoft.com/office/drawing/2014/main" id="{008FE5AA-EAC1-4997-BA59-2567B5AB2BFB}"/>
              </a:ext>
            </a:extLst>
          </p:cNvPr>
          <p:cNvSpPr txBox="1">
            <a:spLocks/>
          </p:cNvSpPr>
          <p:nvPr/>
        </p:nvSpPr>
        <p:spPr>
          <a:xfrm>
            <a:off x="2152651" y="1600201"/>
            <a:ext cx="5086349" cy="3889773"/>
          </a:xfrm>
          <a:prstGeom prst="rect">
            <a:avLst/>
          </a:prstGeom>
        </p:spPr>
        <p:style>
          <a:lnRef idx="1">
            <a:schemeClr val="accent1"/>
          </a:lnRef>
          <a:fillRef idx="2">
            <a:schemeClr val="accent1"/>
          </a:fillRef>
          <a:effectRef idx="1">
            <a:schemeClr val="accent1"/>
          </a:effectRef>
          <a:fontRef idx="minor">
            <a:schemeClr val="dk1"/>
          </a:fontRef>
        </p:style>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IN" dirty="0"/>
              <a:t>Algorithm Sum(A, n)</a:t>
            </a:r>
          </a:p>
          <a:p>
            <a:pPr marL="342900" lvl="1" indent="0">
              <a:buNone/>
            </a:pPr>
            <a:r>
              <a:rPr lang="en-IN" dirty="0"/>
              <a:t>{</a:t>
            </a:r>
          </a:p>
          <a:p>
            <a:pPr marL="342900" lvl="1" indent="0">
              <a:buNone/>
            </a:pPr>
            <a:r>
              <a:rPr lang="en-IN" dirty="0"/>
              <a:t>      	s = 0;</a:t>
            </a:r>
          </a:p>
          <a:p>
            <a:pPr marL="342900" lvl="1" indent="0">
              <a:buNone/>
            </a:pPr>
            <a:r>
              <a:rPr lang="en-IN" dirty="0"/>
              <a:t>	for(</a:t>
            </a:r>
            <a:r>
              <a:rPr lang="en-IN" dirty="0" err="1"/>
              <a:t>i</a:t>
            </a:r>
            <a:r>
              <a:rPr lang="en-IN" dirty="0"/>
              <a:t>=0; </a:t>
            </a:r>
            <a:r>
              <a:rPr lang="en-IN" dirty="0" err="1"/>
              <a:t>i</a:t>
            </a:r>
            <a:r>
              <a:rPr lang="en-IN" dirty="0"/>
              <a:t>&lt;n; </a:t>
            </a:r>
            <a:r>
              <a:rPr lang="en-IN" dirty="0" err="1"/>
              <a:t>i</a:t>
            </a:r>
            <a:r>
              <a:rPr lang="en-IN" dirty="0"/>
              <a:t>++)</a:t>
            </a:r>
          </a:p>
          <a:p>
            <a:pPr marL="342900" lvl="1" indent="0">
              <a:buNone/>
            </a:pPr>
            <a:r>
              <a:rPr lang="en-IN" dirty="0"/>
              <a:t>	{</a:t>
            </a:r>
          </a:p>
          <a:p>
            <a:pPr marL="342900" lvl="1" indent="0">
              <a:buNone/>
            </a:pPr>
            <a:r>
              <a:rPr lang="en-IN" dirty="0"/>
              <a:t>	    s = s + A[</a:t>
            </a:r>
            <a:r>
              <a:rPr lang="en-IN" dirty="0" err="1"/>
              <a:t>i</a:t>
            </a:r>
            <a:r>
              <a:rPr lang="en-IN" dirty="0"/>
              <a:t>];</a:t>
            </a:r>
          </a:p>
          <a:p>
            <a:pPr marL="342900" lvl="1" indent="0">
              <a:buNone/>
            </a:pPr>
            <a:r>
              <a:rPr lang="en-IN" dirty="0"/>
              <a:t>	}</a:t>
            </a:r>
          </a:p>
          <a:p>
            <a:pPr marL="342900" lvl="1" indent="0">
              <a:buNone/>
            </a:pPr>
            <a:r>
              <a:rPr lang="en-IN" dirty="0"/>
              <a:t>	return s;</a:t>
            </a:r>
          </a:p>
          <a:p>
            <a:pPr marL="342900" lvl="1" indent="0">
              <a:buNone/>
            </a:pPr>
            <a:r>
              <a:rPr lang="en-IN" dirty="0"/>
              <a:t>}</a:t>
            </a:r>
          </a:p>
        </p:txBody>
      </p:sp>
    </p:spTree>
    <p:extLst>
      <p:ext uri="{BB962C8B-B14F-4D97-AF65-F5344CB8AC3E}">
        <p14:creationId xmlns:p14="http://schemas.microsoft.com/office/powerpoint/2010/main" val="2160707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ED75-837A-44D2-AB86-884B37E5D68D}"/>
              </a:ext>
            </a:extLst>
          </p:cNvPr>
          <p:cNvSpPr>
            <a:spLocks noGrp="1"/>
          </p:cNvSpPr>
          <p:nvPr>
            <p:ph type="title"/>
          </p:nvPr>
        </p:nvSpPr>
        <p:spPr>
          <a:xfrm>
            <a:off x="2152650" y="381001"/>
            <a:ext cx="7886700" cy="615553"/>
          </a:xfrm>
        </p:spPr>
        <p:txBody>
          <a:bodyPr/>
          <a:lstStyle/>
          <a:p>
            <a:r>
              <a:rPr lang="en-IN" sz="4000" dirty="0">
                <a:solidFill>
                  <a:srgbClr val="610B38"/>
                </a:solidFill>
                <a:latin typeface="erdana"/>
              </a:rPr>
              <a:t>Frequency Count Method (Example)</a:t>
            </a:r>
            <a:endParaRPr lang="en-IN" sz="4000" dirty="0"/>
          </a:p>
        </p:txBody>
      </p:sp>
      <p:sp>
        <p:nvSpPr>
          <p:cNvPr id="6" name="Content Placeholder 3">
            <a:extLst>
              <a:ext uri="{FF2B5EF4-FFF2-40B4-BE49-F238E27FC236}">
                <a16:creationId xmlns:a16="http://schemas.microsoft.com/office/drawing/2014/main" id="{2D3EAFAD-F577-4E7A-AE29-342841280057}"/>
              </a:ext>
            </a:extLst>
          </p:cNvPr>
          <p:cNvSpPr txBox="1">
            <a:spLocks noGrp="1"/>
          </p:cNvSpPr>
          <p:nvPr>
            <p:ph idx="1"/>
          </p:nvPr>
        </p:nvSpPr>
        <p:spPr>
          <a:xfrm>
            <a:off x="2152650" y="1295401"/>
            <a:ext cx="4857750" cy="4194573"/>
          </a:xfrm>
          <a:prstGeom prst="rect">
            <a:avLst/>
          </a:prstGeom>
        </p:spPr>
        <p:style>
          <a:lnRef idx="1">
            <a:schemeClr val="accent1"/>
          </a:lnRef>
          <a:fillRef idx="2">
            <a:schemeClr val="accent1"/>
          </a:fillRef>
          <a:effectRef idx="1">
            <a:schemeClr val="accent1"/>
          </a:effectRef>
          <a:fontRef idx="minor">
            <a:schemeClr val="dk1"/>
          </a:fontRef>
        </p:style>
        <p:txBody>
          <a:bodyPr vert="horz" wrap="square"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IN" dirty="0"/>
              <a:t>Algorithm Add(</a:t>
            </a:r>
            <a:r>
              <a:rPr lang="en-IN" dirty="0" err="1"/>
              <a:t>A,B,n</a:t>
            </a:r>
            <a:r>
              <a:rPr lang="en-IN" dirty="0"/>
              <a:t>)</a:t>
            </a:r>
          </a:p>
          <a:p>
            <a:pPr marL="342900" lvl="1" indent="0">
              <a:buNone/>
            </a:pPr>
            <a:r>
              <a:rPr lang="en-IN" dirty="0"/>
              <a:t>{</a:t>
            </a:r>
          </a:p>
          <a:p>
            <a:pPr marL="342900" lvl="1" indent="0">
              <a:buNone/>
            </a:pPr>
            <a:r>
              <a:rPr lang="en-IN" dirty="0"/>
              <a:t>      	for(</a:t>
            </a:r>
            <a:r>
              <a:rPr lang="en-IN" dirty="0" err="1"/>
              <a:t>i</a:t>
            </a:r>
            <a:r>
              <a:rPr lang="en-IN" dirty="0"/>
              <a:t>=0; </a:t>
            </a:r>
            <a:r>
              <a:rPr lang="en-IN" dirty="0" err="1"/>
              <a:t>i</a:t>
            </a:r>
            <a:r>
              <a:rPr lang="en-IN" dirty="0"/>
              <a:t>&lt;n; </a:t>
            </a:r>
            <a:r>
              <a:rPr lang="en-IN" dirty="0" err="1"/>
              <a:t>i</a:t>
            </a:r>
            <a:r>
              <a:rPr lang="en-IN" dirty="0"/>
              <a:t>++)</a:t>
            </a:r>
          </a:p>
          <a:p>
            <a:pPr marL="342900" lvl="1" indent="0">
              <a:buNone/>
            </a:pPr>
            <a:r>
              <a:rPr lang="en-IN" dirty="0"/>
              <a:t>	{</a:t>
            </a:r>
          </a:p>
          <a:p>
            <a:pPr marL="342900" lvl="1" indent="0">
              <a:buNone/>
            </a:pPr>
            <a:r>
              <a:rPr lang="en-IN" dirty="0"/>
              <a:t>	    for(j=0; j&lt;n; </a:t>
            </a:r>
            <a:r>
              <a:rPr lang="en-IN" dirty="0" err="1"/>
              <a:t>j++</a:t>
            </a:r>
            <a:r>
              <a:rPr lang="en-IN" dirty="0"/>
              <a:t>)</a:t>
            </a:r>
          </a:p>
          <a:p>
            <a:pPr marL="342900" lvl="1" indent="0">
              <a:buNone/>
            </a:pPr>
            <a:r>
              <a:rPr lang="en-IN" dirty="0"/>
              <a:t>	    {</a:t>
            </a:r>
          </a:p>
          <a:p>
            <a:pPr marL="342900" lvl="1" indent="0">
              <a:buNone/>
            </a:pPr>
            <a:r>
              <a:rPr lang="en-IN" dirty="0"/>
              <a:t>		C[</a:t>
            </a:r>
            <a:r>
              <a:rPr lang="en-IN" dirty="0" err="1"/>
              <a:t>i,j</a:t>
            </a:r>
            <a:r>
              <a:rPr lang="en-IN" dirty="0"/>
              <a:t>] = A[</a:t>
            </a:r>
            <a:r>
              <a:rPr lang="en-IN" dirty="0" err="1"/>
              <a:t>i,j</a:t>
            </a:r>
            <a:r>
              <a:rPr lang="en-IN" dirty="0"/>
              <a:t>] + B[</a:t>
            </a:r>
            <a:r>
              <a:rPr lang="en-IN" dirty="0" err="1"/>
              <a:t>i,j</a:t>
            </a:r>
            <a:r>
              <a:rPr lang="en-IN" dirty="0"/>
              <a:t>]</a:t>
            </a:r>
          </a:p>
          <a:p>
            <a:pPr marL="342900" lvl="1" indent="0">
              <a:buNone/>
            </a:pPr>
            <a:r>
              <a:rPr lang="en-IN" dirty="0"/>
              <a:t>	    }</a:t>
            </a:r>
          </a:p>
          <a:p>
            <a:pPr marL="342900" lvl="1" indent="0">
              <a:buNone/>
            </a:pPr>
            <a:r>
              <a:rPr lang="en-IN" dirty="0"/>
              <a:t>	}</a:t>
            </a:r>
          </a:p>
          <a:p>
            <a:pPr marL="342900" lvl="1" indent="0">
              <a:buNone/>
            </a:pPr>
            <a:r>
              <a:rPr lang="en-IN" dirty="0"/>
              <a:t>}</a:t>
            </a:r>
          </a:p>
        </p:txBody>
      </p:sp>
    </p:spTree>
    <p:extLst>
      <p:ext uri="{BB962C8B-B14F-4D97-AF65-F5344CB8AC3E}">
        <p14:creationId xmlns:p14="http://schemas.microsoft.com/office/powerpoint/2010/main" val="543290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51465BE-3D3E-4630-B53C-ECF75DF65D1A}"/>
              </a:ext>
            </a:extLst>
          </p:cNvPr>
          <p:cNvSpPr txBox="1">
            <a:spLocks/>
          </p:cNvSpPr>
          <p:nvPr/>
        </p:nvSpPr>
        <p:spPr>
          <a:xfrm>
            <a:off x="2152650" y="436960"/>
            <a:ext cx="7886700" cy="62984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300">
                <a:solidFill>
                  <a:srgbClr val="610B38"/>
                </a:solidFill>
                <a:latin typeface="erdana"/>
              </a:rPr>
              <a:t>Frequency Count Method (Example)</a:t>
            </a:r>
            <a:endParaRPr lang="en-IN" sz="3300" dirty="0"/>
          </a:p>
        </p:txBody>
      </p:sp>
      <p:sp>
        <p:nvSpPr>
          <p:cNvPr id="5" name="Content Placeholder 3">
            <a:extLst>
              <a:ext uri="{FF2B5EF4-FFF2-40B4-BE49-F238E27FC236}">
                <a16:creationId xmlns:a16="http://schemas.microsoft.com/office/drawing/2014/main" id="{0A8B51B7-15F4-4072-A611-BAF80A0FCD23}"/>
              </a:ext>
            </a:extLst>
          </p:cNvPr>
          <p:cNvSpPr txBox="1">
            <a:spLocks/>
          </p:cNvSpPr>
          <p:nvPr/>
        </p:nvSpPr>
        <p:spPr>
          <a:xfrm>
            <a:off x="2057400" y="1295400"/>
            <a:ext cx="6534150" cy="5181600"/>
          </a:xfrm>
          <a:prstGeom prst="rect">
            <a:avLst/>
          </a:prstGeom>
        </p:spPr>
        <p:style>
          <a:lnRef idx="1">
            <a:schemeClr val="accent1"/>
          </a:lnRef>
          <a:fillRef idx="2">
            <a:schemeClr val="accent1"/>
          </a:fillRef>
          <a:effectRef idx="1">
            <a:schemeClr val="accent1"/>
          </a:effectRef>
          <a:fontRef idx="minor">
            <a:schemeClr val="dk1"/>
          </a:fontRef>
        </p:style>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IN" sz="2400" dirty="0"/>
              <a:t>Algorithm Multiply(A, B, n)</a:t>
            </a:r>
          </a:p>
          <a:p>
            <a:pPr marL="342900" lvl="1" indent="0">
              <a:buNone/>
            </a:pPr>
            <a:r>
              <a:rPr lang="en-IN" sz="2000" dirty="0"/>
              <a:t>{</a:t>
            </a:r>
          </a:p>
          <a:p>
            <a:pPr marL="342900" lvl="1" indent="0">
              <a:buNone/>
            </a:pPr>
            <a:r>
              <a:rPr lang="en-IN" sz="2000" dirty="0"/>
              <a:t>      	for(</a:t>
            </a:r>
            <a:r>
              <a:rPr lang="en-IN" sz="2000" dirty="0" err="1"/>
              <a:t>i</a:t>
            </a:r>
            <a:r>
              <a:rPr lang="en-IN" sz="2000" dirty="0"/>
              <a:t>=0; </a:t>
            </a:r>
            <a:r>
              <a:rPr lang="en-IN" sz="2000" dirty="0" err="1"/>
              <a:t>i</a:t>
            </a:r>
            <a:r>
              <a:rPr lang="en-IN" sz="2000" dirty="0"/>
              <a:t>&lt;n; </a:t>
            </a:r>
            <a:r>
              <a:rPr lang="en-IN" sz="2000" dirty="0" err="1"/>
              <a:t>i</a:t>
            </a:r>
            <a:r>
              <a:rPr lang="en-IN" sz="2000" dirty="0"/>
              <a:t>++)</a:t>
            </a:r>
          </a:p>
          <a:p>
            <a:pPr marL="342900" lvl="1" indent="0">
              <a:buNone/>
            </a:pPr>
            <a:r>
              <a:rPr lang="en-IN" sz="2000" dirty="0"/>
              <a:t>	{</a:t>
            </a:r>
          </a:p>
          <a:p>
            <a:pPr marL="342900" lvl="1" indent="0">
              <a:buNone/>
            </a:pPr>
            <a:r>
              <a:rPr lang="en-IN" sz="2000" dirty="0"/>
              <a:t>	    for(j=0; j&lt;n; </a:t>
            </a:r>
            <a:r>
              <a:rPr lang="en-IN" sz="2000" dirty="0" err="1"/>
              <a:t>j++</a:t>
            </a:r>
            <a:r>
              <a:rPr lang="en-IN" sz="2000" dirty="0"/>
              <a:t>)</a:t>
            </a:r>
          </a:p>
          <a:p>
            <a:pPr marL="342900" lvl="1" indent="0">
              <a:buNone/>
            </a:pPr>
            <a:r>
              <a:rPr lang="en-IN" sz="2000" dirty="0"/>
              <a:t>	    {</a:t>
            </a:r>
          </a:p>
          <a:p>
            <a:pPr marL="342900" lvl="1" indent="0">
              <a:buNone/>
            </a:pPr>
            <a:r>
              <a:rPr lang="en-IN" sz="2000" dirty="0"/>
              <a:t>	          C[</a:t>
            </a:r>
            <a:r>
              <a:rPr lang="en-IN" sz="2000" dirty="0" err="1"/>
              <a:t>i,j</a:t>
            </a:r>
            <a:r>
              <a:rPr lang="en-IN" sz="2000" dirty="0"/>
              <a:t>] = 0;</a:t>
            </a:r>
          </a:p>
          <a:p>
            <a:pPr marL="342900" lvl="1" indent="0">
              <a:buNone/>
            </a:pPr>
            <a:r>
              <a:rPr lang="en-IN" sz="2000" dirty="0"/>
              <a:t>	          for(k=0; k&lt;n; k++)</a:t>
            </a:r>
          </a:p>
          <a:p>
            <a:pPr marL="342900" lvl="1" indent="0">
              <a:buNone/>
            </a:pPr>
            <a:r>
              <a:rPr lang="en-IN" sz="2000" dirty="0"/>
              <a:t>	           {</a:t>
            </a:r>
          </a:p>
          <a:p>
            <a:pPr marL="342900" lvl="1" indent="0">
              <a:buNone/>
            </a:pPr>
            <a:r>
              <a:rPr lang="en-IN" sz="2000" dirty="0"/>
              <a:t>	              C[</a:t>
            </a:r>
            <a:r>
              <a:rPr lang="en-IN" sz="2000" dirty="0" err="1"/>
              <a:t>i,j</a:t>
            </a:r>
            <a:r>
              <a:rPr lang="en-IN" sz="2000" dirty="0"/>
              <a:t>] = C[</a:t>
            </a:r>
            <a:r>
              <a:rPr lang="en-IN" sz="2000" dirty="0" err="1"/>
              <a:t>i,j</a:t>
            </a:r>
            <a:r>
              <a:rPr lang="en-IN" sz="2000" dirty="0"/>
              <a:t>] + A[</a:t>
            </a:r>
            <a:r>
              <a:rPr lang="en-IN" sz="2000" dirty="0" err="1"/>
              <a:t>i,k</a:t>
            </a:r>
            <a:r>
              <a:rPr lang="en-IN" sz="2000" dirty="0"/>
              <a:t>] * B[</a:t>
            </a:r>
            <a:r>
              <a:rPr lang="en-IN" sz="2000" dirty="0" err="1"/>
              <a:t>i,j</a:t>
            </a:r>
            <a:r>
              <a:rPr lang="en-IN" sz="2000" dirty="0"/>
              <a:t>];</a:t>
            </a:r>
          </a:p>
          <a:p>
            <a:pPr marL="342900" lvl="1" indent="0">
              <a:buNone/>
            </a:pPr>
            <a:r>
              <a:rPr lang="en-IN" sz="2000" dirty="0"/>
              <a:t>	          }</a:t>
            </a:r>
          </a:p>
          <a:p>
            <a:pPr marL="342900" lvl="1" indent="0">
              <a:buNone/>
            </a:pPr>
            <a:r>
              <a:rPr lang="en-IN" sz="2000" dirty="0"/>
              <a:t>          }</a:t>
            </a:r>
          </a:p>
          <a:p>
            <a:pPr marL="342900" lvl="1" indent="0">
              <a:buNone/>
            </a:pPr>
            <a:r>
              <a:rPr lang="en-IN" sz="2000" dirty="0"/>
              <a:t>	}</a:t>
            </a:r>
          </a:p>
          <a:p>
            <a:pPr marL="342900" lvl="1" indent="0">
              <a:buNone/>
            </a:pPr>
            <a:r>
              <a:rPr lang="en-IN" sz="2000" dirty="0"/>
              <a:t>}</a:t>
            </a:r>
          </a:p>
        </p:txBody>
      </p:sp>
    </p:spTree>
    <p:extLst>
      <p:ext uri="{BB962C8B-B14F-4D97-AF65-F5344CB8AC3E}">
        <p14:creationId xmlns:p14="http://schemas.microsoft.com/office/powerpoint/2010/main" val="3133441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a:t>
            </a:r>
          </a:p>
        </p:txBody>
      </p:sp>
      <p:sp>
        <p:nvSpPr>
          <p:cNvPr id="4" name="Content Placeholder 3"/>
          <p:cNvSpPr>
            <a:spLocks noGrp="1"/>
          </p:cNvSpPr>
          <p:nvPr>
            <p:ph idx="1"/>
          </p:nvPr>
        </p:nvSpPr>
        <p:spPr>
          <a:xfrm>
            <a:off x="2152650" y="1828802"/>
            <a:ext cx="4857750" cy="3657599"/>
          </a:xfrm>
        </p:spPr>
        <p:style>
          <a:lnRef idx="1">
            <a:schemeClr val="accent1"/>
          </a:lnRef>
          <a:fillRef idx="2">
            <a:schemeClr val="accent1"/>
          </a:fillRef>
          <a:effectRef idx="1">
            <a:schemeClr val="accent1"/>
          </a:effectRef>
          <a:fontRef idx="minor">
            <a:schemeClr val="dk1"/>
          </a:fontRef>
        </p:style>
        <p:txBody>
          <a:bodyPr>
            <a:normAutofit/>
          </a:bodyPr>
          <a:lstStyle/>
          <a:p>
            <a:r>
              <a:rPr lang="en-IN" dirty="0"/>
              <a:t>for(</a:t>
            </a:r>
            <a:r>
              <a:rPr lang="en-IN" dirty="0" err="1"/>
              <a:t>i</a:t>
            </a:r>
            <a:r>
              <a:rPr lang="en-IN" dirty="0"/>
              <a:t>=n; </a:t>
            </a:r>
            <a:r>
              <a:rPr lang="en-IN" dirty="0" err="1"/>
              <a:t>i</a:t>
            </a:r>
            <a:r>
              <a:rPr lang="en-IN" dirty="0"/>
              <a:t>&gt;0; </a:t>
            </a:r>
            <a:r>
              <a:rPr lang="en-IN" dirty="0" err="1"/>
              <a:t>i</a:t>
            </a:r>
            <a:r>
              <a:rPr lang="en-IN" dirty="0"/>
              <a:t>--)</a:t>
            </a:r>
          </a:p>
          <a:p>
            <a:r>
              <a:rPr lang="en-IN" dirty="0"/>
              <a:t>{</a:t>
            </a:r>
          </a:p>
          <a:p>
            <a:r>
              <a:rPr lang="en-IN" dirty="0"/>
              <a:t>     statement;</a:t>
            </a:r>
          </a:p>
          <a:p>
            <a:r>
              <a:rPr lang="en-IN" dirty="0"/>
              <a:t>}</a:t>
            </a:r>
          </a:p>
          <a:p>
            <a:endParaRPr lang="en-IN" dirty="0"/>
          </a:p>
        </p:txBody>
      </p:sp>
    </p:spTree>
    <p:extLst>
      <p:ext uri="{BB962C8B-B14F-4D97-AF65-F5344CB8AC3E}">
        <p14:creationId xmlns:p14="http://schemas.microsoft.com/office/powerpoint/2010/main" val="1911178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a:t>
            </a:r>
          </a:p>
        </p:txBody>
      </p:sp>
      <p:sp>
        <p:nvSpPr>
          <p:cNvPr id="4" name="Content Placeholder 3"/>
          <p:cNvSpPr>
            <a:spLocks noGrp="1"/>
          </p:cNvSpPr>
          <p:nvPr>
            <p:ph idx="1"/>
          </p:nvPr>
        </p:nvSpPr>
        <p:spPr>
          <a:xfrm>
            <a:off x="2133600" y="2209801"/>
            <a:ext cx="4933950" cy="2704841"/>
          </a:xfrm>
        </p:spPr>
        <p:style>
          <a:lnRef idx="1">
            <a:schemeClr val="accent1"/>
          </a:lnRef>
          <a:fillRef idx="2">
            <a:schemeClr val="accent1"/>
          </a:fillRef>
          <a:effectRef idx="1">
            <a:schemeClr val="accent1"/>
          </a:effectRef>
          <a:fontRef idx="minor">
            <a:schemeClr val="dk1"/>
          </a:fontRef>
        </p:style>
        <p:txBody>
          <a:bodyPr>
            <a:normAutofit/>
          </a:bodyPr>
          <a:lstStyle/>
          <a:p>
            <a:r>
              <a:rPr lang="en-IN" sz="3200" dirty="0"/>
              <a:t>for(</a:t>
            </a:r>
            <a:r>
              <a:rPr lang="en-IN" sz="3200" dirty="0" err="1"/>
              <a:t>i</a:t>
            </a:r>
            <a:r>
              <a:rPr lang="en-IN" sz="3200" dirty="0"/>
              <a:t>=1; </a:t>
            </a:r>
            <a:r>
              <a:rPr lang="en-IN" sz="3200" dirty="0" err="1"/>
              <a:t>i</a:t>
            </a:r>
            <a:r>
              <a:rPr lang="en-IN" sz="3200" dirty="0"/>
              <a:t>&lt;n; </a:t>
            </a:r>
            <a:r>
              <a:rPr lang="en-IN" sz="3200" dirty="0" err="1"/>
              <a:t>i</a:t>
            </a:r>
            <a:r>
              <a:rPr lang="en-IN" sz="3200" dirty="0"/>
              <a:t>=i+2)</a:t>
            </a:r>
          </a:p>
          <a:p>
            <a:r>
              <a:rPr lang="en-IN" sz="3200" dirty="0"/>
              <a:t>{</a:t>
            </a:r>
          </a:p>
          <a:p>
            <a:r>
              <a:rPr lang="en-IN" sz="3200" dirty="0"/>
              <a:t>     statement;</a:t>
            </a:r>
          </a:p>
          <a:p>
            <a:r>
              <a:rPr lang="en-IN" sz="3200" dirty="0"/>
              <a:t>}</a:t>
            </a:r>
          </a:p>
          <a:p>
            <a:endParaRPr lang="en-IN" dirty="0"/>
          </a:p>
        </p:txBody>
      </p:sp>
    </p:spTree>
    <p:extLst>
      <p:ext uri="{BB962C8B-B14F-4D97-AF65-F5344CB8AC3E}">
        <p14:creationId xmlns:p14="http://schemas.microsoft.com/office/powerpoint/2010/main" val="2689202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a:t>
            </a:r>
          </a:p>
        </p:txBody>
      </p:sp>
      <p:sp>
        <p:nvSpPr>
          <p:cNvPr id="4" name="Content Placeholder 3"/>
          <p:cNvSpPr>
            <a:spLocks noGrp="1"/>
          </p:cNvSpPr>
          <p:nvPr>
            <p:ph idx="1"/>
          </p:nvPr>
        </p:nvSpPr>
        <p:spPr>
          <a:xfrm>
            <a:off x="2152650" y="2236980"/>
            <a:ext cx="5619750" cy="3640931"/>
          </a:xfrm>
        </p:spPr>
        <p:style>
          <a:lnRef idx="1">
            <a:schemeClr val="accent1"/>
          </a:lnRef>
          <a:fillRef idx="2">
            <a:schemeClr val="accent1"/>
          </a:fillRef>
          <a:effectRef idx="1">
            <a:schemeClr val="accent1"/>
          </a:effectRef>
          <a:fontRef idx="minor">
            <a:schemeClr val="dk1"/>
          </a:fontRef>
        </p:style>
        <p:txBody>
          <a:bodyPr>
            <a:normAutofit/>
          </a:bodyPr>
          <a:lstStyle/>
          <a:p>
            <a:r>
              <a:rPr lang="en-IN" dirty="0"/>
              <a:t>for(</a:t>
            </a:r>
            <a:r>
              <a:rPr lang="en-IN" dirty="0" err="1"/>
              <a:t>i</a:t>
            </a:r>
            <a:r>
              <a:rPr lang="en-IN" dirty="0"/>
              <a:t>=0; </a:t>
            </a:r>
            <a:r>
              <a:rPr lang="en-IN" dirty="0" err="1"/>
              <a:t>i</a:t>
            </a:r>
            <a:r>
              <a:rPr lang="en-IN" dirty="0"/>
              <a:t>&lt;n; </a:t>
            </a:r>
            <a:r>
              <a:rPr lang="en-IN" dirty="0" err="1"/>
              <a:t>i</a:t>
            </a:r>
            <a:r>
              <a:rPr lang="en-IN" dirty="0"/>
              <a:t>++)</a:t>
            </a:r>
          </a:p>
          <a:p>
            <a:r>
              <a:rPr lang="en-IN" dirty="0"/>
              <a:t>{</a:t>
            </a:r>
          </a:p>
          <a:p>
            <a:r>
              <a:rPr lang="en-IN" dirty="0"/>
              <a:t>	for(j=0; j&lt;n; j++)</a:t>
            </a:r>
          </a:p>
          <a:p>
            <a:r>
              <a:rPr lang="en-IN" dirty="0"/>
              <a:t>	{</a:t>
            </a:r>
          </a:p>
          <a:p>
            <a:r>
              <a:rPr lang="en-IN" dirty="0"/>
              <a:t>		statement;</a:t>
            </a:r>
          </a:p>
          <a:p>
            <a:r>
              <a:rPr lang="en-IN" dirty="0"/>
              <a:t>	}</a:t>
            </a:r>
          </a:p>
          <a:p>
            <a:r>
              <a:rPr lang="en-IN" dirty="0"/>
              <a:t>}</a:t>
            </a:r>
          </a:p>
          <a:p>
            <a:endParaRPr lang="en-IN" dirty="0"/>
          </a:p>
        </p:txBody>
      </p:sp>
    </p:spTree>
    <p:extLst>
      <p:ext uri="{BB962C8B-B14F-4D97-AF65-F5344CB8AC3E}">
        <p14:creationId xmlns:p14="http://schemas.microsoft.com/office/powerpoint/2010/main" val="2746186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a:t>
            </a:r>
          </a:p>
        </p:txBody>
      </p:sp>
      <p:sp>
        <p:nvSpPr>
          <p:cNvPr id="4" name="Content Placeholder 3"/>
          <p:cNvSpPr>
            <a:spLocks noGrp="1"/>
          </p:cNvSpPr>
          <p:nvPr>
            <p:ph idx="1"/>
          </p:nvPr>
        </p:nvSpPr>
        <p:spPr>
          <a:xfrm>
            <a:off x="2209800" y="2286000"/>
            <a:ext cx="5982461" cy="3581400"/>
          </a:xfrm>
        </p:spPr>
        <p:style>
          <a:lnRef idx="1">
            <a:schemeClr val="accent1"/>
          </a:lnRef>
          <a:fillRef idx="2">
            <a:schemeClr val="accent1"/>
          </a:fillRef>
          <a:effectRef idx="1">
            <a:schemeClr val="accent1"/>
          </a:effectRef>
          <a:fontRef idx="minor">
            <a:schemeClr val="dk1"/>
          </a:fontRef>
        </p:style>
        <p:txBody>
          <a:bodyPr/>
          <a:lstStyle/>
          <a:p>
            <a:r>
              <a:rPr lang="en-IN" sz="3600" dirty="0"/>
              <a:t>p=0;</a:t>
            </a:r>
          </a:p>
          <a:p>
            <a:r>
              <a:rPr lang="en-IN" sz="3600" dirty="0"/>
              <a:t>for(</a:t>
            </a:r>
            <a:r>
              <a:rPr lang="en-IN" sz="3600" dirty="0" err="1"/>
              <a:t>i</a:t>
            </a:r>
            <a:r>
              <a:rPr lang="en-IN" sz="3600" dirty="0"/>
              <a:t>=1; p&lt;=n; </a:t>
            </a:r>
            <a:r>
              <a:rPr lang="en-IN" sz="3600" dirty="0" err="1"/>
              <a:t>i</a:t>
            </a:r>
            <a:r>
              <a:rPr lang="en-IN" sz="3600" dirty="0"/>
              <a:t>++)</a:t>
            </a:r>
          </a:p>
          <a:p>
            <a:r>
              <a:rPr lang="en-IN" sz="3600" dirty="0"/>
              <a:t>{</a:t>
            </a:r>
          </a:p>
          <a:p>
            <a:r>
              <a:rPr lang="en-IN" sz="3600" dirty="0"/>
              <a:t>	p=</a:t>
            </a:r>
            <a:r>
              <a:rPr lang="en-IN" sz="3600" dirty="0" err="1"/>
              <a:t>p+i</a:t>
            </a:r>
            <a:r>
              <a:rPr lang="en-IN" sz="3600" dirty="0"/>
              <a:t>;</a:t>
            </a:r>
          </a:p>
          <a:p>
            <a:r>
              <a:rPr lang="en-IN" sz="3600" dirty="0"/>
              <a:t>}</a:t>
            </a:r>
          </a:p>
          <a:p>
            <a:endParaRPr lang="en-IN" sz="3600" dirty="0"/>
          </a:p>
        </p:txBody>
      </p:sp>
    </p:spTree>
    <p:extLst>
      <p:ext uri="{BB962C8B-B14F-4D97-AF65-F5344CB8AC3E}">
        <p14:creationId xmlns:p14="http://schemas.microsoft.com/office/powerpoint/2010/main" val="1129733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Example </a:t>
            </a:r>
          </a:p>
        </p:txBody>
      </p:sp>
      <p:sp>
        <p:nvSpPr>
          <p:cNvPr id="6" name="Content Placeholder 5"/>
          <p:cNvSpPr>
            <a:spLocks noGrp="1"/>
          </p:cNvSpPr>
          <p:nvPr>
            <p:ph idx="1"/>
          </p:nvPr>
        </p:nvSpPr>
        <p:spPr>
          <a:xfrm>
            <a:off x="2152650" y="2206098"/>
            <a:ext cx="5314950" cy="3280302"/>
          </a:xfrm>
        </p:spPr>
        <p:style>
          <a:lnRef idx="1">
            <a:schemeClr val="accent1"/>
          </a:lnRef>
          <a:fillRef idx="2">
            <a:schemeClr val="accent1"/>
          </a:fillRef>
          <a:effectRef idx="1">
            <a:schemeClr val="accent1"/>
          </a:effectRef>
          <a:fontRef idx="minor">
            <a:schemeClr val="dk1"/>
          </a:fontRef>
        </p:style>
        <p:txBody>
          <a:bodyPr/>
          <a:lstStyle/>
          <a:p>
            <a:r>
              <a:rPr lang="en-IN" dirty="0"/>
              <a:t>for(</a:t>
            </a:r>
            <a:r>
              <a:rPr lang="en-IN" dirty="0" err="1"/>
              <a:t>i</a:t>
            </a:r>
            <a:r>
              <a:rPr lang="en-IN" dirty="0"/>
              <a:t>=1; </a:t>
            </a:r>
            <a:r>
              <a:rPr lang="en-IN" dirty="0" err="1"/>
              <a:t>i</a:t>
            </a:r>
            <a:r>
              <a:rPr lang="en-IN" dirty="0"/>
              <a:t>&lt;n; </a:t>
            </a:r>
            <a:r>
              <a:rPr lang="en-IN" dirty="0" err="1"/>
              <a:t>i</a:t>
            </a:r>
            <a:r>
              <a:rPr lang="en-IN" dirty="0"/>
              <a:t>=</a:t>
            </a:r>
            <a:r>
              <a:rPr lang="en-IN" dirty="0" err="1"/>
              <a:t>i</a:t>
            </a:r>
            <a:r>
              <a:rPr lang="en-IN" dirty="0"/>
              <a:t>*2)</a:t>
            </a:r>
          </a:p>
          <a:p>
            <a:r>
              <a:rPr lang="en-IN" dirty="0"/>
              <a:t>{</a:t>
            </a:r>
          </a:p>
          <a:p>
            <a:r>
              <a:rPr lang="en-IN" dirty="0"/>
              <a:t>	statement;</a:t>
            </a:r>
          </a:p>
          <a:p>
            <a:r>
              <a:rPr lang="en-IN" dirty="0"/>
              <a:t>}</a:t>
            </a:r>
          </a:p>
        </p:txBody>
      </p:sp>
    </p:spTree>
    <p:extLst>
      <p:ext uri="{BB962C8B-B14F-4D97-AF65-F5344CB8AC3E}">
        <p14:creationId xmlns:p14="http://schemas.microsoft.com/office/powerpoint/2010/main" val="3700956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Example </a:t>
            </a:r>
          </a:p>
        </p:txBody>
      </p:sp>
      <p:sp>
        <p:nvSpPr>
          <p:cNvPr id="6" name="Content Placeholder 5"/>
          <p:cNvSpPr>
            <a:spLocks noGrp="1"/>
          </p:cNvSpPr>
          <p:nvPr>
            <p:ph idx="1"/>
          </p:nvPr>
        </p:nvSpPr>
        <p:spPr>
          <a:xfrm>
            <a:off x="2152650" y="2226468"/>
            <a:ext cx="5010151" cy="3259932"/>
          </a:xfrm>
        </p:spPr>
        <p:style>
          <a:lnRef idx="1">
            <a:schemeClr val="accent1"/>
          </a:lnRef>
          <a:fillRef idx="2">
            <a:schemeClr val="accent1"/>
          </a:fillRef>
          <a:effectRef idx="1">
            <a:schemeClr val="accent1"/>
          </a:effectRef>
          <a:fontRef idx="minor">
            <a:schemeClr val="dk1"/>
          </a:fontRef>
        </p:style>
        <p:txBody>
          <a:bodyPr/>
          <a:lstStyle/>
          <a:p>
            <a:r>
              <a:rPr lang="en-IN" sz="3200" dirty="0"/>
              <a:t>for(</a:t>
            </a:r>
            <a:r>
              <a:rPr lang="en-IN" sz="3200" dirty="0" err="1"/>
              <a:t>i</a:t>
            </a:r>
            <a:r>
              <a:rPr lang="en-IN" sz="3200" dirty="0"/>
              <a:t>=n; </a:t>
            </a:r>
            <a:r>
              <a:rPr lang="en-IN" sz="3200" dirty="0" err="1"/>
              <a:t>i</a:t>
            </a:r>
            <a:r>
              <a:rPr lang="en-IN" sz="3200" dirty="0"/>
              <a:t>&gt;=1; </a:t>
            </a:r>
            <a:r>
              <a:rPr lang="en-IN" sz="3200" dirty="0" err="1"/>
              <a:t>i</a:t>
            </a:r>
            <a:r>
              <a:rPr lang="en-IN" sz="3200" dirty="0"/>
              <a:t>=</a:t>
            </a:r>
            <a:r>
              <a:rPr lang="en-IN" sz="3200" dirty="0" err="1"/>
              <a:t>i</a:t>
            </a:r>
            <a:r>
              <a:rPr lang="en-IN" sz="3200" dirty="0"/>
              <a:t>/2)</a:t>
            </a:r>
          </a:p>
          <a:p>
            <a:r>
              <a:rPr lang="en-IN" sz="3200" dirty="0"/>
              <a:t>{</a:t>
            </a:r>
          </a:p>
          <a:p>
            <a:r>
              <a:rPr lang="en-IN" sz="3200" dirty="0"/>
              <a:t>	statement;</a:t>
            </a:r>
          </a:p>
          <a:p>
            <a:r>
              <a:rPr lang="en-IN" sz="3200" dirty="0"/>
              <a:t>}</a:t>
            </a:r>
          </a:p>
        </p:txBody>
      </p:sp>
    </p:spTree>
    <p:extLst>
      <p:ext uri="{BB962C8B-B14F-4D97-AF65-F5344CB8AC3E}">
        <p14:creationId xmlns:p14="http://schemas.microsoft.com/office/powerpoint/2010/main" val="3089790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Example </a:t>
            </a:r>
          </a:p>
        </p:txBody>
      </p:sp>
      <p:sp>
        <p:nvSpPr>
          <p:cNvPr id="6" name="Content Placeholder 5"/>
          <p:cNvSpPr>
            <a:spLocks noGrp="1"/>
          </p:cNvSpPr>
          <p:nvPr>
            <p:ph idx="1"/>
          </p:nvPr>
        </p:nvSpPr>
        <p:spPr>
          <a:xfrm>
            <a:off x="2152650" y="2226469"/>
            <a:ext cx="4781550" cy="3323987"/>
          </a:xfrm>
        </p:spPr>
        <p:style>
          <a:lnRef idx="1">
            <a:schemeClr val="accent1"/>
          </a:lnRef>
          <a:fillRef idx="2">
            <a:schemeClr val="accent1"/>
          </a:fillRef>
          <a:effectRef idx="1">
            <a:schemeClr val="accent1"/>
          </a:effectRef>
          <a:fontRef idx="minor">
            <a:schemeClr val="dk1"/>
          </a:fontRef>
        </p:style>
        <p:txBody>
          <a:bodyPr>
            <a:normAutofit lnSpcReduction="10000"/>
          </a:bodyPr>
          <a:lstStyle/>
          <a:p>
            <a:r>
              <a:rPr lang="en-IN" sz="2400" dirty="0"/>
              <a:t>for(</a:t>
            </a:r>
            <a:r>
              <a:rPr lang="en-IN" sz="2400" dirty="0" err="1"/>
              <a:t>i</a:t>
            </a:r>
            <a:r>
              <a:rPr lang="en-IN" sz="2400" dirty="0"/>
              <a:t>=1; </a:t>
            </a:r>
            <a:r>
              <a:rPr lang="en-IN" sz="2400" dirty="0" err="1"/>
              <a:t>i</a:t>
            </a:r>
            <a:r>
              <a:rPr lang="en-IN" sz="2400" dirty="0"/>
              <a:t>&lt;n; </a:t>
            </a:r>
            <a:r>
              <a:rPr lang="en-IN" sz="2400" dirty="0" err="1"/>
              <a:t>i</a:t>
            </a:r>
            <a:r>
              <a:rPr lang="en-IN" sz="2400" dirty="0"/>
              <a:t>++)</a:t>
            </a:r>
          </a:p>
          <a:p>
            <a:r>
              <a:rPr lang="en-IN" sz="2400" dirty="0"/>
              <a:t>{</a:t>
            </a:r>
          </a:p>
          <a:p>
            <a:r>
              <a:rPr lang="en-IN" sz="2400" dirty="0"/>
              <a:t>	statement;</a:t>
            </a:r>
          </a:p>
          <a:p>
            <a:r>
              <a:rPr lang="en-IN" sz="2400" dirty="0"/>
              <a:t>}</a:t>
            </a:r>
          </a:p>
          <a:p>
            <a:r>
              <a:rPr lang="en-IN" sz="2400" dirty="0"/>
              <a:t>for(j=1; j&lt;m; j++)</a:t>
            </a:r>
          </a:p>
          <a:p>
            <a:r>
              <a:rPr lang="en-IN" sz="2400" dirty="0"/>
              <a:t>{</a:t>
            </a:r>
          </a:p>
          <a:p>
            <a:r>
              <a:rPr lang="en-IN" sz="2400" dirty="0"/>
              <a:t>	statement;</a:t>
            </a:r>
          </a:p>
          <a:p>
            <a:r>
              <a:rPr lang="en-IN" sz="2400" dirty="0"/>
              <a:t>}</a:t>
            </a:r>
          </a:p>
          <a:p>
            <a:endParaRPr lang="en-IN" sz="2400" dirty="0"/>
          </a:p>
        </p:txBody>
      </p:sp>
    </p:spTree>
    <p:extLst>
      <p:ext uri="{BB962C8B-B14F-4D97-AF65-F5344CB8AC3E}">
        <p14:creationId xmlns:p14="http://schemas.microsoft.com/office/powerpoint/2010/main" val="2972313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Example </a:t>
            </a:r>
          </a:p>
        </p:txBody>
      </p:sp>
      <p:sp>
        <p:nvSpPr>
          <p:cNvPr id="6" name="Content Placeholder 5"/>
          <p:cNvSpPr>
            <a:spLocks noGrp="1"/>
          </p:cNvSpPr>
          <p:nvPr>
            <p:ph idx="1"/>
          </p:nvPr>
        </p:nvSpPr>
        <p:spPr>
          <a:xfrm>
            <a:off x="2152650" y="2226470"/>
            <a:ext cx="6076950" cy="3560393"/>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r>
              <a:rPr lang="en-IN" sz="2400" dirty="0"/>
              <a:t>P=0;</a:t>
            </a:r>
          </a:p>
          <a:p>
            <a:r>
              <a:rPr lang="en-IN" sz="2400" dirty="0"/>
              <a:t>for(</a:t>
            </a:r>
            <a:r>
              <a:rPr lang="en-IN" sz="2400" dirty="0" err="1"/>
              <a:t>i</a:t>
            </a:r>
            <a:r>
              <a:rPr lang="en-IN" sz="2400" dirty="0"/>
              <a:t>=1; </a:t>
            </a:r>
            <a:r>
              <a:rPr lang="en-IN" sz="2400" dirty="0" err="1"/>
              <a:t>i</a:t>
            </a:r>
            <a:r>
              <a:rPr lang="en-IN" sz="2400" dirty="0"/>
              <a:t>&lt;n; </a:t>
            </a:r>
            <a:r>
              <a:rPr lang="en-IN" sz="2400" dirty="0" err="1"/>
              <a:t>i</a:t>
            </a:r>
            <a:r>
              <a:rPr lang="en-IN" sz="2400" dirty="0"/>
              <a:t>=</a:t>
            </a:r>
            <a:r>
              <a:rPr lang="en-IN" sz="2400" dirty="0" err="1"/>
              <a:t>i</a:t>
            </a:r>
            <a:r>
              <a:rPr lang="en-IN" sz="2400" dirty="0"/>
              <a:t>*2)</a:t>
            </a:r>
          </a:p>
          <a:p>
            <a:r>
              <a:rPr lang="en-IN" sz="2400" dirty="0"/>
              <a:t>{</a:t>
            </a:r>
          </a:p>
          <a:p>
            <a:r>
              <a:rPr lang="en-IN" sz="2400" dirty="0"/>
              <a:t>	P++;</a:t>
            </a:r>
          </a:p>
          <a:p>
            <a:r>
              <a:rPr lang="en-IN" sz="2400" dirty="0"/>
              <a:t>}</a:t>
            </a:r>
          </a:p>
          <a:p>
            <a:r>
              <a:rPr lang="en-IN" sz="2400" dirty="0"/>
              <a:t>for(j=1; j&lt;P; j=j*2)</a:t>
            </a:r>
          </a:p>
          <a:p>
            <a:r>
              <a:rPr lang="en-IN" sz="2400" dirty="0"/>
              <a:t>{</a:t>
            </a:r>
          </a:p>
          <a:p>
            <a:r>
              <a:rPr lang="en-IN" sz="2400" dirty="0"/>
              <a:t>	statement;</a:t>
            </a:r>
          </a:p>
          <a:p>
            <a:r>
              <a:rPr lang="en-IN" sz="2400" dirty="0"/>
              <a:t>}</a:t>
            </a:r>
          </a:p>
          <a:p>
            <a:endParaRPr lang="en-IN" dirty="0"/>
          </a:p>
        </p:txBody>
      </p:sp>
    </p:spTree>
    <p:extLst>
      <p:ext uri="{BB962C8B-B14F-4D97-AF65-F5344CB8AC3E}">
        <p14:creationId xmlns:p14="http://schemas.microsoft.com/office/powerpoint/2010/main" val="1847360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4" name="Content Placeholder 3"/>
          <p:cNvSpPr>
            <a:spLocks noGrp="1"/>
          </p:cNvSpPr>
          <p:nvPr>
            <p:ph idx="1"/>
          </p:nvPr>
        </p:nvSpPr>
        <p:spPr>
          <a:xfrm>
            <a:off x="2152650" y="2226469"/>
            <a:ext cx="4857750" cy="2345531"/>
          </a:xfrm>
        </p:spPr>
        <p:style>
          <a:lnRef idx="1">
            <a:schemeClr val="accent1"/>
          </a:lnRef>
          <a:fillRef idx="2">
            <a:schemeClr val="accent1"/>
          </a:fillRef>
          <a:effectRef idx="1">
            <a:schemeClr val="accent1"/>
          </a:effectRef>
          <a:fontRef idx="minor">
            <a:schemeClr val="dk1"/>
          </a:fontRef>
        </p:style>
        <p:txBody>
          <a:bodyPr>
            <a:normAutofit fontScale="85000" lnSpcReduction="20000"/>
          </a:bodyPr>
          <a:lstStyle/>
          <a:p>
            <a:r>
              <a:rPr lang="en-IN" dirty="0"/>
              <a:t>for(</a:t>
            </a:r>
            <a:r>
              <a:rPr lang="en-IN" dirty="0" err="1"/>
              <a:t>i</a:t>
            </a:r>
            <a:r>
              <a:rPr lang="en-IN" dirty="0"/>
              <a:t>=0; </a:t>
            </a:r>
            <a:r>
              <a:rPr lang="en-IN" dirty="0" err="1"/>
              <a:t>i</a:t>
            </a:r>
            <a:r>
              <a:rPr lang="en-IN" dirty="0"/>
              <a:t>&lt;n; </a:t>
            </a:r>
            <a:r>
              <a:rPr lang="en-IN" dirty="0" err="1"/>
              <a:t>i</a:t>
            </a:r>
            <a:r>
              <a:rPr lang="en-IN" dirty="0"/>
              <a:t>++)</a:t>
            </a:r>
          </a:p>
          <a:p>
            <a:r>
              <a:rPr lang="en-IN" dirty="0"/>
              <a:t>{</a:t>
            </a:r>
          </a:p>
          <a:p>
            <a:r>
              <a:rPr lang="en-IN" dirty="0"/>
              <a:t>  for(j=1; j&lt;n; j=j*2)</a:t>
            </a:r>
          </a:p>
          <a:p>
            <a:endParaRPr lang="en-IN" dirty="0"/>
          </a:p>
          <a:p>
            <a:r>
              <a:rPr lang="en-IN" dirty="0"/>
              <a:t>	statement;</a:t>
            </a:r>
          </a:p>
          <a:p>
            <a:r>
              <a:rPr lang="en-IN" dirty="0"/>
              <a:t> }</a:t>
            </a:r>
          </a:p>
          <a:p>
            <a:endParaRPr lang="en-IN" dirty="0"/>
          </a:p>
        </p:txBody>
      </p:sp>
    </p:spTree>
    <p:extLst>
      <p:ext uri="{BB962C8B-B14F-4D97-AF65-F5344CB8AC3E}">
        <p14:creationId xmlns:p14="http://schemas.microsoft.com/office/powerpoint/2010/main" val="170291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65125"/>
            <a:ext cx="10515600" cy="690574"/>
          </a:xfrm>
          <a:prstGeom prst="rect">
            <a:avLst/>
          </a:prstGeom>
        </p:spPr>
        <p:txBody>
          <a:bodyPr vert="horz" wrap="square" lIns="0" tIns="13335" rIns="0" bIns="0" rtlCol="0">
            <a:spAutoFit/>
          </a:bodyPr>
          <a:lstStyle/>
          <a:p>
            <a:pPr marL="1859914">
              <a:lnSpc>
                <a:spcPct val="100000"/>
              </a:lnSpc>
              <a:spcBef>
                <a:spcPts val="105"/>
              </a:spcBef>
            </a:pPr>
            <a:r>
              <a:rPr spc="-10" dirty="0">
                <a:solidFill>
                  <a:srgbClr val="008000"/>
                </a:solidFill>
                <a:latin typeface="Arial MT"/>
                <a:cs typeface="Arial MT"/>
              </a:rPr>
              <a:t>Observations</a:t>
            </a:r>
            <a:endParaRPr>
              <a:latin typeface="Arial MT"/>
              <a:cs typeface="Arial MT"/>
            </a:endParaRPr>
          </a:p>
        </p:txBody>
      </p:sp>
      <p:pic>
        <p:nvPicPr>
          <p:cNvPr id="3" name="object 3"/>
          <p:cNvPicPr/>
          <p:nvPr/>
        </p:nvPicPr>
        <p:blipFill>
          <a:blip r:embed="rId2" cstate="print"/>
          <a:stretch>
            <a:fillRect/>
          </a:stretch>
        </p:blipFill>
        <p:spPr>
          <a:xfrm>
            <a:off x="2590800" y="1676400"/>
            <a:ext cx="7239000" cy="4572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87546" y="790143"/>
            <a:ext cx="2822575" cy="1367790"/>
          </a:xfrm>
          <a:prstGeom prst="rect">
            <a:avLst/>
          </a:prstGeom>
        </p:spPr>
        <p:txBody>
          <a:bodyPr vert="horz" wrap="square" lIns="0" tIns="13335" rIns="0" bIns="0" rtlCol="0">
            <a:spAutoFit/>
          </a:bodyPr>
          <a:lstStyle/>
          <a:p>
            <a:pPr marL="12700" marR="5080">
              <a:lnSpc>
                <a:spcPct val="100000"/>
              </a:lnSpc>
              <a:spcBef>
                <a:spcPts val="105"/>
              </a:spcBef>
            </a:pPr>
            <a:r>
              <a:rPr dirty="0">
                <a:solidFill>
                  <a:srgbClr val="008000"/>
                </a:solidFill>
                <a:latin typeface="Arial MT"/>
                <a:cs typeface="Arial MT"/>
              </a:rPr>
              <a:t>Example</a:t>
            </a:r>
            <a:r>
              <a:rPr spc="-50" dirty="0">
                <a:solidFill>
                  <a:srgbClr val="008000"/>
                </a:solidFill>
                <a:latin typeface="Arial MT"/>
                <a:cs typeface="Arial MT"/>
              </a:rPr>
              <a:t> </a:t>
            </a:r>
            <a:r>
              <a:rPr spc="-25" dirty="0">
                <a:solidFill>
                  <a:srgbClr val="008000"/>
                </a:solidFill>
                <a:latin typeface="Arial MT"/>
                <a:cs typeface="Arial MT"/>
              </a:rPr>
              <a:t>of </a:t>
            </a:r>
            <a:r>
              <a:rPr spc="-10" dirty="0">
                <a:solidFill>
                  <a:srgbClr val="008000"/>
                </a:solidFill>
                <a:latin typeface="Arial MT"/>
                <a:cs typeface="Arial MT"/>
              </a:rPr>
              <a:t>While</a:t>
            </a:r>
            <a:endParaRPr>
              <a:latin typeface="Arial MT"/>
              <a:cs typeface="Arial MT"/>
            </a:endParaRPr>
          </a:p>
        </p:txBody>
      </p:sp>
      <p:pic>
        <p:nvPicPr>
          <p:cNvPr id="3" name="object 3"/>
          <p:cNvPicPr/>
          <p:nvPr/>
        </p:nvPicPr>
        <p:blipFill>
          <a:blip r:embed="rId3" cstate="print"/>
          <a:stretch>
            <a:fillRect/>
          </a:stretch>
        </p:blipFill>
        <p:spPr>
          <a:xfrm>
            <a:off x="3982212" y="2378964"/>
            <a:ext cx="4229099" cy="295808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87546" y="790143"/>
            <a:ext cx="2822575" cy="1367790"/>
          </a:xfrm>
          <a:prstGeom prst="rect">
            <a:avLst/>
          </a:prstGeom>
        </p:spPr>
        <p:txBody>
          <a:bodyPr vert="horz" wrap="square" lIns="0" tIns="13335" rIns="0" bIns="0" rtlCol="0">
            <a:spAutoFit/>
          </a:bodyPr>
          <a:lstStyle/>
          <a:p>
            <a:pPr marL="12700" marR="5080">
              <a:lnSpc>
                <a:spcPct val="100000"/>
              </a:lnSpc>
              <a:spcBef>
                <a:spcPts val="105"/>
              </a:spcBef>
            </a:pPr>
            <a:r>
              <a:rPr dirty="0">
                <a:solidFill>
                  <a:srgbClr val="008000"/>
                </a:solidFill>
                <a:latin typeface="Arial MT"/>
                <a:cs typeface="Arial MT"/>
              </a:rPr>
              <a:t>Example</a:t>
            </a:r>
            <a:r>
              <a:rPr spc="-50" dirty="0">
                <a:solidFill>
                  <a:srgbClr val="008000"/>
                </a:solidFill>
                <a:latin typeface="Arial MT"/>
                <a:cs typeface="Arial MT"/>
              </a:rPr>
              <a:t> </a:t>
            </a:r>
            <a:r>
              <a:rPr spc="-25" dirty="0">
                <a:solidFill>
                  <a:srgbClr val="008000"/>
                </a:solidFill>
                <a:latin typeface="Arial MT"/>
                <a:cs typeface="Arial MT"/>
              </a:rPr>
              <a:t>of </a:t>
            </a:r>
            <a:r>
              <a:rPr spc="-10" dirty="0">
                <a:solidFill>
                  <a:srgbClr val="008000"/>
                </a:solidFill>
                <a:latin typeface="Arial MT"/>
                <a:cs typeface="Arial MT"/>
              </a:rPr>
              <a:t>While</a:t>
            </a:r>
            <a:endParaRPr>
              <a:latin typeface="Arial MT"/>
              <a:cs typeface="Arial MT"/>
            </a:endParaRPr>
          </a:p>
        </p:txBody>
      </p:sp>
      <p:pic>
        <p:nvPicPr>
          <p:cNvPr id="3" name="object 3"/>
          <p:cNvPicPr/>
          <p:nvPr/>
        </p:nvPicPr>
        <p:blipFill>
          <a:blip r:embed="rId2" cstate="print"/>
          <a:stretch>
            <a:fillRect/>
          </a:stretch>
        </p:blipFill>
        <p:spPr>
          <a:xfrm>
            <a:off x="3537204" y="2226564"/>
            <a:ext cx="5117592" cy="32628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52695" y="1086612"/>
            <a:ext cx="7082155" cy="4825365"/>
            <a:chOff x="1028694" y="1086611"/>
            <a:chExt cx="7082155" cy="4825365"/>
          </a:xfrm>
        </p:grpSpPr>
        <p:pic>
          <p:nvPicPr>
            <p:cNvPr id="3" name="object 3"/>
            <p:cNvPicPr/>
            <p:nvPr/>
          </p:nvPicPr>
          <p:blipFill>
            <a:blip r:embed="rId2" cstate="print"/>
            <a:stretch>
              <a:fillRect/>
            </a:stretch>
          </p:blipFill>
          <p:spPr>
            <a:xfrm>
              <a:off x="1028694" y="1092690"/>
              <a:ext cx="7082039" cy="4818922"/>
            </a:xfrm>
            <a:prstGeom prst="rect">
              <a:avLst/>
            </a:prstGeom>
          </p:spPr>
        </p:pic>
        <p:pic>
          <p:nvPicPr>
            <p:cNvPr id="4" name="object 4"/>
            <p:cNvPicPr/>
            <p:nvPr/>
          </p:nvPicPr>
          <p:blipFill>
            <a:blip r:embed="rId3" cstate="print"/>
            <a:stretch>
              <a:fillRect/>
            </a:stretch>
          </p:blipFill>
          <p:spPr>
            <a:xfrm>
              <a:off x="1072895" y="1086611"/>
              <a:ext cx="6998208" cy="4735067"/>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65125"/>
            <a:ext cx="10515600" cy="689932"/>
          </a:xfrm>
          <a:prstGeom prst="rect">
            <a:avLst/>
          </a:prstGeom>
        </p:spPr>
        <p:txBody>
          <a:bodyPr vert="horz" wrap="square" lIns="0" tIns="12700" rIns="0" bIns="0" rtlCol="0">
            <a:spAutoFit/>
          </a:bodyPr>
          <a:lstStyle/>
          <a:p>
            <a:pPr marL="1240790">
              <a:lnSpc>
                <a:spcPct val="100000"/>
              </a:lnSpc>
              <a:spcBef>
                <a:spcPts val="100"/>
              </a:spcBef>
            </a:pPr>
            <a:r>
              <a:rPr dirty="0"/>
              <a:t>Compare</a:t>
            </a:r>
            <a:r>
              <a:rPr spc="-40" dirty="0"/>
              <a:t> </a:t>
            </a:r>
            <a:r>
              <a:rPr dirty="0"/>
              <a:t>Class</a:t>
            </a:r>
            <a:r>
              <a:rPr spc="-15" dirty="0"/>
              <a:t> </a:t>
            </a:r>
            <a:r>
              <a:rPr dirty="0"/>
              <a:t>of</a:t>
            </a:r>
            <a:r>
              <a:rPr spc="-20" dirty="0"/>
              <a:t> </a:t>
            </a:r>
            <a:r>
              <a:rPr spc="-10" dirty="0"/>
              <a:t>Functions</a:t>
            </a:r>
          </a:p>
        </p:txBody>
      </p:sp>
      <p:pic>
        <p:nvPicPr>
          <p:cNvPr id="3" name="object 3"/>
          <p:cNvPicPr/>
          <p:nvPr/>
        </p:nvPicPr>
        <p:blipFill>
          <a:blip r:embed="rId2" cstate="print"/>
          <a:stretch>
            <a:fillRect/>
          </a:stretch>
        </p:blipFill>
        <p:spPr>
          <a:xfrm>
            <a:off x="2153412" y="1447800"/>
            <a:ext cx="7886700" cy="1066800"/>
          </a:xfrm>
          <a:prstGeom prst="rect">
            <a:avLst/>
          </a:prstGeom>
        </p:spPr>
      </p:pic>
      <p:pic>
        <p:nvPicPr>
          <p:cNvPr id="4" name="object 4"/>
          <p:cNvPicPr/>
          <p:nvPr/>
        </p:nvPicPr>
        <p:blipFill>
          <a:blip r:embed="rId3" cstate="print"/>
          <a:stretch>
            <a:fillRect/>
          </a:stretch>
        </p:blipFill>
        <p:spPr>
          <a:xfrm>
            <a:off x="2153412" y="3072383"/>
            <a:ext cx="7886700" cy="263347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8420" y="558547"/>
            <a:ext cx="4785360" cy="1367041"/>
          </a:xfrm>
          <a:prstGeom prst="rect">
            <a:avLst/>
          </a:prstGeom>
        </p:spPr>
        <p:txBody>
          <a:bodyPr vert="horz" wrap="square" lIns="0" tIns="12700" rIns="0" bIns="0" rtlCol="0">
            <a:spAutoFit/>
          </a:bodyPr>
          <a:lstStyle/>
          <a:p>
            <a:pPr marL="12700">
              <a:lnSpc>
                <a:spcPct val="100000"/>
              </a:lnSpc>
              <a:spcBef>
                <a:spcPts val="100"/>
              </a:spcBef>
            </a:pPr>
            <a:r>
              <a:rPr dirty="0"/>
              <a:t>Compare</a:t>
            </a:r>
            <a:r>
              <a:rPr spc="-50" dirty="0"/>
              <a:t> </a:t>
            </a:r>
            <a:r>
              <a:rPr dirty="0"/>
              <a:t>Class</a:t>
            </a:r>
            <a:r>
              <a:rPr spc="-20" dirty="0"/>
              <a:t> </a:t>
            </a:r>
            <a:r>
              <a:rPr dirty="0"/>
              <a:t>of</a:t>
            </a:r>
            <a:r>
              <a:rPr spc="-20" dirty="0"/>
              <a:t> </a:t>
            </a:r>
            <a:r>
              <a:rPr spc="-10" dirty="0"/>
              <a:t>Functions</a:t>
            </a:r>
          </a:p>
        </p:txBody>
      </p:sp>
      <p:pic>
        <p:nvPicPr>
          <p:cNvPr id="3" name="object 3"/>
          <p:cNvPicPr/>
          <p:nvPr/>
        </p:nvPicPr>
        <p:blipFill>
          <a:blip r:embed="rId2" cstate="print"/>
          <a:stretch>
            <a:fillRect/>
          </a:stretch>
        </p:blipFill>
        <p:spPr>
          <a:xfrm>
            <a:off x="2665476" y="1598675"/>
            <a:ext cx="7163561" cy="403936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object 2">
            <a:extLst>
              <a:ext uri="{FF2B5EF4-FFF2-40B4-BE49-F238E27FC236}">
                <a16:creationId xmlns:a16="http://schemas.microsoft.com/office/drawing/2014/main" id="{2420F32A-C7A5-168D-8832-544EAF19D8AB}"/>
              </a:ext>
            </a:extLst>
          </p:cNvPr>
          <p:cNvSpPr>
            <a:spLocks/>
          </p:cNvSpPr>
          <p:nvPr/>
        </p:nvSpPr>
        <p:spPr bwMode="auto">
          <a:xfrm>
            <a:off x="25400" y="977900"/>
            <a:ext cx="12090400" cy="5723467"/>
          </a:xfrm>
          <a:custGeom>
            <a:avLst/>
            <a:gdLst>
              <a:gd name="T0" fmla="*/ 0 w 9067800"/>
              <a:gd name="T1" fmla="*/ 4290054 h 4293235"/>
              <a:gd name="T2" fmla="*/ 9067799 w 9067800"/>
              <a:gd name="T3" fmla="*/ 4290054 h 4293235"/>
              <a:gd name="T4" fmla="*/ 9067799 w 9067800"/>
              <a:gd name="T5" fmla="*/ 0 h 4293235"/>
              <a:gd name="T6" fmla="*/ 0 w 9067800"/>
              <a:gd name="T7" fmla="*/ 0 h 4293235"/>
              <a:gd name="T8" fmla="*/ 0 w 9067800"/>
              <a:gd name="T9" fmla="*/ 4290054 h 42932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67800" h="4293235">
                <a:moveTo>
                  <a:pt x="0" y="4293229"/>
                </a:moveTo>
                <a:lnTo>
                  <a:pt x="9067799" y="4293229"/>
                </a:lnTo>
                <a:lnTo>
                  <a:pt x="9067799" y="0"/>
                </a:lnTo>
                <a:lnTo>
                  <a:pt x="0" y="0"/>
                </a:lnTo>
                <a:lnTo>
                  <a:pt x="0" y="4293229"/>
                </a:lnTo>
                <a:close/>
              </a:path>
            </a:pathLst>
          </a:custGeom>
          <a:noFill/>
          <a:ln w="953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57347" name="object 3">
            <a:extLst>
              <a:ext uri="{FF2B5EF4-FFF2-40B4-BE49-F238E27FC236}">
                <a16:creationId xmlns:a16="http://schemas.microsoft.com/office/drawing/2014/main" id="{EEA1C4B8-94BB-04CA-8A40-5E96809641DB}"/>
              </a:ext>
            </a:extLst>
          </p:cNvPr>
          <p:cNvSpPr txBox="1">
            <a:spLocks noChangeArrowheads="1"/>
          </p:cNvSpPr>
          <p:nvPr/>
        </p:nvSpPr>
        <p:spPr bwMode="auto">
          <a:xfrm>
            <a:off x="129117" y="1164168"/>
            <a:ext cx="11656483" cy="5645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55600" indent="-342900">
              <a:tabLst>
                <a:tab pos="355600" algn="l"/>
              </a:tabLst>
              <a:defRPr>
                <a:solidFill>
                  <a:schemeClr val="tx1"/>
                </a:solidFill>
                <a:latin typeface="Calibri" panose="020F0502020204030204" pitchFamily="34" charset="0"/>
                <a:cs typeface="Arial" panose="020B0604020202020204" pitchFamily="34" charset="0"/>
              </a:defRPr>
            </a:lvl1pPr>
            <a:lvl2pPr marL="742950" indent="-285750">
              <a:tabLst>
                <a:tab pos="355600" algn="l"/>
              </a:tabLst>
              <a:defRPr>
                <a:solidFill>
                  <a:schemeClr val="tx1"/>
                </a:solidFill>
                <a:latin typeface="Calibri" panose="020F0502020204030204" pitchFamily="34" charset="0"/>
                <a:cs typeface="Arial" panose="020B0604020202020204" pitchFamily="34" charset="0"/>
              </a:defRPr>
            </a:lvl2pPr>
            <a:lvl3pPr marL="1143000" indent="-228600">
              <a:tabLst>
                <a:tab pos="355600" algn="l"/>
              </a:tabLst>
              <a:defRPr>
                <a:solidFill>
                  <a:schemeClr val="tx1"/>
                </a:solidFill>
                <a:latin typeface="Calibri" panose="020F0502020204030204" pitchFamily="34" charset="0"/>
                <a:cs typeface="Arial" panose="020B0604020202020204" pitchFamily="34" charset="0"/>
              </a:defRPr>
            </a:lvl3pPr>
            <a:lvl4pPr marL="1600200" indent="-228600">
              <a:tabLst>
                <a:tab pos="355600" algn="l"/>
              </a:tabLst>
              <a:defRPr>
                <a:solidFill>
                  <a:schemeClr val="tx1"/>
                </a:solidFill>
                <a:latin typeface="Calibri" panose="020F0502020204030204" pitchFamily="34" charset="0"/>
                <a:cs typeface="Arial" panose="020B0604020202020204" pitchFamily="34" charset="0"/>
              </a:defRPr>
            </a:lvl4pPr>
            <a:lvl5pPr marL="2057400" indent="-228600">
              <a:tabLst>
                <a:tab pos="355600" algn="l"/>
              </a:tabLst>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tabLst>
                <a:tab pos="355600" algn="l"/>
              </a:tabLst>
              <a:defRPr>
                <a:solidFill>
                  <a:schemeClr val="tx1"/>
                </a:solidFill>
                <a:latin typeface="Calibri" panose="020F0502020204030204" pitchFamily="34" charset="0"/>
                <a:cs typeface="Arial" panose="020B0604020202020204" pitchFamily="34" charset="0"/>
              </a:defRPr>
            </a:lvl9pPr>
          </a:lstStyle>
          <a:p>
            <a:pPr eaLnBrk="1" hangingPunct="1">
              <a:lnSpc>
                <a:spcPct val="152000"/>
              </a:lnSpc>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O(1)</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Constant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Constant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means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running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constant,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it’s</a:t>
            </a:r>
            <a:r>
              <a:rPr lang="en-US" altLang="en-US" sz="1867" b="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not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affected</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by</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the</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input</a:t>
            </a:r>
            <a:r>
              <a:rPr lang="en-US" altLang="en-US" sz="1867" b="1" i="1">
                <a:latin typeface="Times New Roman" panose="02020603050405020304" pitchFamily="18" charset="0"/>
                <a:cs typeface="Times New Roman" panose="02020603050405020304" pitchFamily="18" charset="0"/>
              </a:rPr>
              <a:t> </a:t>
            </a:r>
            <a:r>
              <a:rPr lang="en-US" altLang="en-US" sz="1867" b="1" i="1">
                <a:cs typeface="Calibri" panose="020F0502020204030204" pitchFamily="34" charset="0"/>
              </a:rPr>
              <a:t>size</a:t>
            </a:r>
            <a:r>
              <a:rPr lang="en-US" altLang="en-US" sz="1867" b="1">
                <a:cs typeface="Calibri" panose="020F0502020204030204" pitchFamily="34" charset="0"/>
              </a:rPr>
              <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(Loop</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Running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constant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amount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times)</a:t>
            </a:r>
          </a:p>
          <a:p>
            <a:pPr eaLnBrk="1" hangingPunct="1">
              <a:lnSpc>
                <a:spcPct val="152000"/>
              </a:lnSpc>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O(log</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n)</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Logarithmic</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running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O(log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slight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faster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Commonly,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divides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problem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sub</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problems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with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same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size.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Example: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binary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search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binary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conversion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endParaRPr lang="en-US" altLang="en-US" sz="1867">
              <a:cs typeface="Calibri" panose="020F0502020204030204" pitchFamily="34" charset="0"/>
            </a:endParaRPr>
          </a:p>
          <a:p>
            <a:pPr>
              <a:spcBef>
                <a:spcPts val="1117"/>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O(n)</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Linear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When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accepts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input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size,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would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perform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operations.</a:t>
            </a:r>
            <a:endParaRPr lang="en-US" altLang="en-US" sz="1867">
              <a:cs typeface="Calibri" panose="020F0502020204030204" pitchFamily="34" charset="0"/>
            </a:endParaRPr>
          </a:p>
          <a:p>
            <a:pPr>
              <a:lnSpc>
                <a:spcPct val="148000"/>
              </a:lnSpc>
              <a:spcBef>
                <a:spcPts val="84"/>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O(n</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log</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n)</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Linearithmic</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running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often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found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"divide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&amp;</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conquer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which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divide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problem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into</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sub</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problems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recursively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and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merge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Example: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Merge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Sort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endParaRPr lang="en-US" altLang="en-US" sz="1867">
              <a:cs typeface="Calibri" panose="020F0502020204030204" pitchFamily="34" charset="0"/>
            </a:endParaRPr>
          </a:p>
          <a:p>
            <a:pPr>
              <a:spcBef>
                <a:spcPts val="1184"/>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O(n</a:t>
            </a:r>
            <a:r>
              <a:rPr lang="en-US" altLang="en-US" sz="1733" b="1" baseline="40000">
                <a:solidFill>
                  <a:srgbClr val="FF0000"/>
                </a:solidFill>
                <a:cs typeface="Calibri" panose="020F0502020204030204" pitchFamily="34" charset="0"/>
              </a:rPr>
              <a:t>2</a:t>
            </a:r>
            <a:r>
              <a:rPr lang="en-US" altLang="en-US" sz="1867" b="1">
                <a:solidFill>
                  <a:srgbClr val="FF0000"/>
                </a:solidFill>
                <a:cs typeface="Calibri" panose="020F0502020204030204" pitchFamily="34" charset="0"/>
              </a:rPr>
              <a:t>)</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Quadratic</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Look</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Bubble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Sort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endParaRPr lang="en-US" altLang="en-US" sz="1867">
              <a:cs typeface="Calibri" panose="020F0502020204030204" pitchFamily="34" charset="0"/>
            </a:endParaRPr>
          </a:p>
          <a:p>
            <a:pPr>
              <a:spcBef>
                <a:spcPts val="1151"/>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O(n</a:t>
            </a:r>
            <a:r>
              <a:rPr lang="en-US" altLang="en-US" sz="1733" b="1" baseline="40000">
                <a:solidFill>
                  <a:srgbClr val="FF0000"/>
                </a:solidFill>
                <a:cs typeface="Calibri" panose="020F0502020204030204" pitchFamily="34" charset="0"/>
              </a:rPr>
              <a:t>3</a:t>
            </a:r>
            <a:r>
              <a:rPr lang="en-US" altLang="en-US" sz="1867" b="1">
                <a:solidFill>
                  <a:srgbClr val="FF0000"/>
                </a:solidFill>
                <a:cs typeface="Calibri" panose="020F0502020204030204" pitchFamily="34" charset="0"/>
              </a:rPr>
              <a:t>)</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Cubic</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same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principle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with</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O(n</a:t>
            </a:r>
            <a:r>
              <a:rPr lang="en-US" altLang="en-US" sz="1733" b="1" baseline="40000">
                <a:cs typeface="Calibri" panose="020F0502020204030204" pitchFamily="34" charset="0"/>
              </a:rPr>
              <a:t>2</a:t>
            </a:r>
            <a:r>
              <a:rPr lang="en-US" altLang="en-US" sz="1867" b="1">
                <a:cs typeface="Calibri" panose="020F0502020204030204" pitchFamily="34" charset="0"/>
              </a:rPr>
              <a:t>).</a:t>
            </a:r>
            <a:endParaRPr lang="en-US" altLang="en-US" sz="1867">
              <a:cs typeface="Calibri" panose="020F0502020204030204" pitchFamily="34" charset="0"/>
            </a:endParaRPr>
          </a:p>
          <a:p>
            <a:pPr>
              <a:lnSpc>
                <a:spcPts val="3417"/>
              </a:lnSpc>
              <a:spcBef>
                <a:spcPts val="200"/>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O(2</a:t>
            </a:r>
            <a:r>
              <a:rPr lang="en-US" altLang="en-US" sz="1733" b="1" baseline="40000">
                <a:solidFill>
                  <a:srgbClr val="FF0000"/>
                </a:solidFill>
                <a:cs typeface="Calibri" panose="020F0502020204030204" pitchFamily="34" charset="0"/>
              </a:rPr>
              <a:t>n</a:t>
            </a:r>
            <a:r>
              <a:rPr lang="en-US" altLang="en-US" sz="1867" b="1">
                <a:solidFill>
                  <a:srgbClr val="FF0000"/>
                </a:solidFill>
                <a:cs typeface="Calibri" panose="020F0502020204030204" pitchFamily="34" charset="0"/>
              </a:rPr>
              <a:t>)</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Exponential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very</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slow</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input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get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larger,</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if</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1000.000,</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would</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2^1000.000.</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Brute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Force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algorithm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has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this</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running</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endParaRPr lang="en-US" altLang="en-US" sz="1867">
              <a:cs typeface="Calibri" panose="020F0502020204030204" pitchFamily="34" charset="0"/>
            </a:endParaRPr>
          </a:p>
          <a:p>
            <a:pPr>
              <a:spcBef>
                <a:spcPts val="817"/>
              </a:spcBef>
              <a:buClr>
                <a:srgbClr val="FF0000"/>
              </a:buClr>
              <a:buFont typeface="Calibri" panose="020F0502020204030204" pitchFamily="34" charset="0"/>
              <a:buAutoNum type="arabicPeriod"/>
            </a:pPr>
            <a:r>
              <a:rPr lang="en-US" altLang="en-US" sz="1867" b="1">
                <a:solidFill>
                  <a:srgbClr val="FF0000"/>
                </a:solidFill>
                <a:cs typeface="Calibri" panose="020F0502020204030204" pitchFamily="34" charset="0"/>
              </a:rPr>
              <a:t>O(n!)</a:t>
            </a:r>
            <a:r>
              <a:rPr lang="en-US" altLang="en-US" sz="1867" b="1">
                <a:solidFill>
                  <a:srgbClr val="FF0000"/>
                </a:solidFill>
                <a:latin typeface="Times New Roman" panose="02020603050405020304" pitchFamily="18" charset="0"/>
                <a:cs typeface="Times New Roman" panose="02020603050405020304" pitchFamily="18" charset="0"/>
              </a:rPr>
              <a:t> </a:t>
            </a:r>
            <a:r>
              <a:rPr lang="en-US" altLang="en-US" sz="1867" b="1">
                <a:solidFill>
                  <a:srgbClr val="FF0000"/>
                </a:solidFill>
                <a:cs typeface="Calibri" panose="020F0502020204030204" pitchFamily="34" charset="0"/>
              </a:rPr>
              <a:t>– </a:t>
            </a:r>
            <a:r>
              <a:rPr lang="en-US" altLang="en-US" sz="1867" b="1">
                <a:cs typeface="Calibri" panose="020F0502020204030204" pitchFamily="34" charset="0"/>
              </a:rPr>
              <a:t>Factorial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Time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THE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SLOWEST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=&gt;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Example</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Travel</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Salesman</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Problem</a:t>
            </a:r>
            <a:r>
              <a:rPr lang="en-US" altLang="en-US" sz="1867" b="1">
                <a:latin typeface="Times New Roman" panose="02020603050405020304" pitchFamily="18" charset="0"/>
                <a:cs typeface="Times New Roman" panose="02020603050405020304" pitchFamily="18" charset="0"/>
              </a:rPr>
              <a:t> </a:t>
            </a:r>
            <a:r>
              <a:rPr lang="en-US" altLang="en-US" sz="1867" b="1">
                <a:cs typeface="Calibri" panose="020F0502020204030204" pitchFamily="34" charset="0"/>
              </a:rPr>
              <a:t>(TSP)</a:t>
            </a:r>
            <a:endParaRPr lang="en-US" altLang="en-US" sz="1867">
              <a:cs typeface="Calibri" panose="020F0502020204030204" pitchFamily="34" charset="0"/>
            </a:endParaRPr>
          </a:p>
        </p:txBody>
      </p:sp>
      <p:sp>
        <p:nvSpPr>
          <p:cNvPr id="57348" name="object 4">
            <a:extLst>
              <a:ext uri="{FF2B5EF4-FFF2-40B4-BE49-F238E27FC236}">
                <a16:creationId xmlns:a16="http://schemas.microsoft.com/office/drawing/2014/main" id="{EEDFEE91-6CE8-2943-EB73-DD2AB6864E58}"/>
              </a:ext>
            </a:extLst>
          </p:cNvPr>
          <p:cNvSpPr>
            <a:spLocks/>
          </p:cNvSpPr>
          <p:nvPr/>
        </p:nvSpPr>
        <p:spPr bwMode="auto">
          <a:xfrm>
            <a:off x="29633" y="55034"/>
            <a:ext cx="7721600" cy="859367"/>
          </a:xfrm>
          <a:custGeom>
            <a:avLst/>
            <a:gdLst>
              <a:gd name="T0" fmla="*/ 0 w 5791200"/>
              <a:gd name="T1" fmla="*/ 647071 h 643890"/>
              <a:gd name="T2" fmla="*/ 5791199 w 5791200"/>
              <a:gd name="T3" fmla="*/ 647071 h 643890"/>
              <a:gd name="T4" fmla="*/ 5791199 w 5791200"/>
              <a:gd name="T5" fmla="*/ 0 h 643890"/>
              <a:gd name="T6" fmla="*/ 0 w 5791200"/>
              <a:gd name="T7" fmla="*/ 0 h 643890"/>
              <a:gd name="T8" fmla="*/ 0 w 5791200"/>
              <a:gd name="T9" fmla="*/ 647071 h 643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91200" h="643890">
                <a:moveTo>
                  <a:pt x="0" y="643889"/>
                </a:moveTo>
                <a:lnTo>
                  <a:pt x="5791199" y="643889"/>
                </a:lnTo>
                <a:lnTo>
                  <a:pt x="5791199" y="0"/>
                </a:lnTo>
                <a:lnTo>
                  <a:pt x="0" y="0"/>
                </a:lnTo>
                <a:lnTo>
                  <a:pt x="0" y="643889"/>
                </a:ln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sz="2400"/>
          </a:p>
        </p:txBody>
      </p:sp>
      <p:sp>
        <p:nvSpPr>
          <p:cNvPr id="57349" name="object 5">
            <a:extLst>
              <a:ext uri="{FF2B5EF4-FFF2-40B4-BE49-F238E27FC236}">
                <a16:creationId xmlns:a16="http://schemas.microsoft.com/office/drawing/2014/main" id="{418A3E82-EFBB-9B08-701E-78AE18C4D369}"/>
              </a:ext>
            </a:extLst>
          </p:cNvPr>
          <p:cNvSpPr>
            <a:spLocks/>
          </p:cNvSpPr>
          <p:nvPr/>
        </p:nvSpPr>
        <p:spPr bwMode="auto">
          <a:xfrm>
            <a:off x="29633" y="55034"/>
            <a:ext cx="7721600" cy="859367"/>
          </a:xfrm>
          <a:custGeom>
            <a:avLst/>
            <a:gdLst>
              <a:gd name="T0" fmla="*/ 0 w 5791200"/>
              <a:gd name="T1" fmla="*/ 647071 h 643890"/>
              <a:gd name="T2" fmla="*/ 5791199 w 5791200"/>
              <a:gd name="T3" fmla="*/ 647071 h 643890"/>
              <a:gd name="T4" fmla="*/ 5791199 w 5791200"/>
              <a:gd name="T5" fmla="*/ 0 h 643890"/>
              <a:gd name="T6" fmla="*/ 0 w 5791200"/>
              <a:gd name="T7" fmla="*/ 0 h 643890"/>
              <a:gd name="T8" fmla="*/ 0 w 5791200"/>
              <a:gd name="T9" fmla="*/ 647071 h 643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91200" h="643890">
                <a:moveTo>
                  <a:pt x="0" y="643889"/>
                </a:moveTo>
                <a:lnTo>
                  <a:pt x="5791199" y="643889"/>
                </a:lnTo>
                <a:lnTo>
                  <a:pt x="5791199" y="0"/>
                </a:lnTo>
                <a:lnTo>
                  <a:pt x="0" y="0"/>
                </a:lnTo>
                <a:lnTo>
                  <a:pt x="0" y="643889"/>
                </a:lnTo>
                <a:close/>
              </a:path>
            </a:pathLst>
          </a:custGeom>
          <a:noFill/>
          <a:ln w="2539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sz="2400"/>
          </a:p>
        </p:txBody>
      </p:sp>
      <p:sp>
        <p:nvSpPr>
          <p:cNvPr id="6" name="object 6">
            <a:extLst>
              <a:ext uri="{FF2B5EF4-FFF2-40B4-BE49-F238E27FC236}">
                <a16:creationId xmlns:a16="http://schemas.microsoft.com/office/drawing/2014/main" id="{14C1AC1D-E8B4-044D-2A2D-FDB4988B06DB}"/>
              </a:ext>
            </a:extLst>
          </p:cNvPr>
          <p:cNvSpPr txBox="1"/>
          <p:nvPr/>
        </p:nvSpPr>
        <p:spPr>
          <a:xfrm>
            <a:off x="529167" y="296334"/>
            <a:ext cx="6703484" cy="492443"/>
          </a:xfrm>
          <a:prstGeom prst="rect">
            <a:avLst/>
          </a:prstGeom>
        </p:spPr>
        <p:txBody>
          <a:bodyPr lIns="0" tIns="0" rIns="0" bIns="0">
            <a:spAutoFit/>
          </a:bodyPr>
          <a:lstStyle/>
          <a:p>
            <a:pPr marL="16933">
              <a:defRPr/>
            </a:pPr>
            <a:r>
              <a:rPr sz="3200" b="1" dirty="0">
                <a:latin typeface="Calibri"/>
                <a:cs typeface="Calibri"/>
              </a:rPr>
              <a:t>-</a:t>
            </a:r>
            <a:r>
              <a:rPr sz="3200" b="1" spc="-53" dirty="0">
                <a:latin typeface="Times New Roman"/>
                <a:cs typeface="Times New Roman"/>
              </a:rPr>
              <a:t> </a:t>
            </a:r>
            <a:r>
              <a:rPr sz="3200" b="1" spc="-27" dirty="0">
                <a:latin typeface="Calibri"/>
                <a:cs typeface="Calibri"/>
              </a:rPr>
              <a:t>COMPLEXITIES</a:t>
            </a:r>
            <a:endParaRPr sz="3200" dirty="0">
              <a:latin typeface="Calibri"/>
              <a:cs typeface="Calibri"/>
            </a:endParaRPr>
          </a:p>
        </p:txBody>
      </p:sp>
    </p:spTree>
    <p:extLst>
      <p:ext uri="{BB962C8B-B14F-4D97-AF65-F5344CB8AC3E}">
        <p14:creationId xmlns:p14="http://schemas.microsoft.com/office/powerpoint/2010/main" val="410655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3D712486F31C545BF1BD443A6908F59" ma:contentTypeVersion="0" ma:contentTypeDescription="Create a new document." ma:contentTypeScope="" ma:versionID="57d772e684ba603e8e7e9104aeac4fb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0213E8-CD64-40B7-A58E-2545A969FD8D}"/>
</file>

<file path=customXml/itemProps2.xml><?xml version="1.0" encoding="utf-8"?>
<ds:datastoreItem xmlns:ds="http://schemas.openxmlformats.org/officeDocument/2006/customXml" ds:itemID="{65A226A2-52CF-4311-B840-006A06A62544}"/>
</file>

<file path=customXml/itemProps3.xml><?xml version="1.0" encoding="utf-8"?>
<ds:datastoreItem xmlns:ds="http://schemas.openxmlformats.org/officeDocument/2006/customXml" ds:itemID="{9444FD13-ECEE-4FFA-A007-ABBDAD3E23A1}"/>
</file>

<file path=docProps/app.xml><?xml version="1.0" encoding="utf-8"?>
<Properties xmlns="http://schemas.openxmlformats.org/officeDocument/2006/extended-properties" xmlns:vt="http://schemas.openxmlformats.org/officeDocument/2006/docPropsVTypes">
  <TotalTime>8828</TotalTime>
  <Words>3144</Words>
  <Application>Microsoft Office PowerPoint</Application>
  <PresentationFormat>Widescreen</PresentationFormat>
  <Paragraphs>353</Paragraphs>
  <Slides>36</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Arial MT</vt:lpstr>
      <vt:lpstr>Calibri</vt:lpstr>
      <vt:lpstr>Courier New</vt:lpstr>
      <vt:lpstr>erdana</vt:lpstr>
      <vt:lpstr>Georgia</vt:lpstr>
      <vt:lpstr>Tahoma</vt:lpstr>
      <vt:lpstr>Times New Roman</vt:lpstr>
      <vt:lpstr>Wingdings</vt:lpstr>
      <vt:lpstr>Office Theme</vt:lpstr>
      <vt:lpstr>Introduction to data structures </vt:lpstr>
      <vt:lpstr>PowerPoint Presentation</vt:lpstr>
      <vt:lpstr>Data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ADT ?</vt:lpstr>
      <vt:lpstr>PowerPoint Presentation</vt:lpstr>
      <vt:lpstr>Applications</vt:lpstr>
      <vt:lpstr>Example </vt:lpstr>
      <vt:lpstr>Frequency Count Method</vt:lpstr>
      <vt:lpstr>Frequency Count Method (Example)</vt:lpstr>
      <vt:lpstr>PowerPoint Presentation</vt:lpstr>
      <vt:lpstr>Example </vt:lpstr>
      <vt:lpstr>Example </vt:lpstr>
      <vt:lpstr>Example </vt:lpstr>
      <vt:lpstr>Example</vt:lpstr>
      <vt:lpstr>Example </vt:lpstr>
      <vt:lpstr>Example </vt:lpstr>
      <vt:lpstr>Example </vt:lpstr>
      <vt:lpstr>Example </vt:lpstr>
      <vt:lpstr>Example</vt:lpstr>
      <vt:lpstr>Observations</vt:lpstr>
      <vt:lpstr>Example of While</vt:lpstr>
      <vt:lpstr>Example of While</vt:lpstr>
      <vt:lpstr>PowerPoint Presentation</vt:lpstr>
      <vt:lpstr>Compare Class of Functions</vt:lpstr>
      <vt:lpstr>Compare Class of Functions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Rai [MUJ]</dc:creator>
  <cp:lastModifiedBy>Dr. Manish Rai [MU - Jaipur]</cp:lastModifiedBy>
  <cp:revision>59</cp:revision>
  <dcterms:created xsi:type="dcterms:W3CDTF">2023-08-16T05:31:59Z</dcterms:created>
  <dcterms:modified xsi:type="dcterms:W3CDTF">2025-08-07T08:09:15Z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0x01010033D712486F31C545BF1BD443A6908F59</vt:lpwstr>
  </property>
</Properties>
</file>