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77" r:id="rId2"/>
    <p:sldId id="258" r:id="rId3"/>
    <p:sldId id="293" r:id="rId4"/>
    <p:sldId id="296" r:id="rId5"/>
    <p:sldId id="297" r:id="rId6"/>
    <p:sldId id="294" r:id="rId7"/>
    <p:sldId id="380" r:id="rId8"/>
    <p:sldId id="259" r:id="rId9"/>
    <p:sldId id="261" r:id="rId10"/>
    <p:sldId id="262" r:id="rId11"/>
    <p:sldId id="299" r:id="rId12"/>
    <p:sldId id="263" r:id="rId13"/>
    <p:sldId id="264" r:id="rId14"/>
    <p:sldId id="265" r:id="rId15"/>
    <p:sldId id="266" r:id="rId16"/>
    <p:sldId id="352" r:id="rId17"/>
    <p:sldId id="389" r:id="rId18"/>
    <p:sldId id="388" r:id="rId19"/>
    <p:sldId id="390" r:id="rId20"/>
    <p:sldId id="387" r:id="rId21"/>
    <p:sldId id="391" r:id="rId22"/>
    <p:sldId id="368" r:id="rId23"/>
    <p:sldId id="393" r:id="rId24"/>
    <p:sldId id="374" r:id="rId25"/>
    <p:sldId id="392" r:id="rId26"/>
    <p:sldId id="378" r:id="rId27"/>
    <p:sldId id="379" r:id="rId28"/>
    <p:sldId id="394" r:id="rId29"/>
    <p:sldId id="395" r:id="rId30"/>
    <p:sldId id="396" r:id="rId31"/>
    <p:sldId id="375" r:id="rId32"/>
    <p:sldId id="278" r:id="rId33"/>
    <p:sldId id="398" r:id="rId34"/>
    <p:sldId id="399" r:id="rId35"/>
    <p:sldId id="381" r:id="rId36"/>
    <p:sldId id="383" r:id="rId37"/>
    <p:sldId id="376" r:id="rId38"/>
    <p:sldId id="372" r:id="rId39"/>
    <p:sldId id="371" r:id="rId40"/>
    <p:sldId id="373" r:id="rId41"/>
    <p:sldId id="288" r:id="rId42"/>
    <p:sldId id="289" r:id="rId43"/>
    <p:sldId id="385" r:id="rId44"/>
    <p:sldId id="386" r:id="rId45"/>
    <p:sldId id="400" r:id="rId46"/>
    <p:sldId id="290" r:id="rId47"/>
    <p:sldId id="267" r:id="rId48"/>
    <p:sldId id="268" r:id="rId49"/>
    <p:sldId id="271" r:id="rId50"/>
    <p:sldId id="272" r:id="rId51"/>
    <p:sldId id="273" r:id="rId52"/>
    <p:sldId id="27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228" autoAdjust="0"/>
  </p:normalViewPr>
  <p:slideViewPr>
    <p:cSldViewPr snapToGrid="0">
      <p:cViewPr varScale="1">
        <p:scale>
          <a:sx n="88" d="100"/>
          <a:sy n="88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6T05:31:04.1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1212 4076 539 0,'0'0'304'0,"-15"0"-31"0,15-11-31 0,0 11-3 16,0 0-31-16,0 0-18 0,-13 0-15 0,13 0 19 16,-16-20-11-16,13 20-16 0,3 0 1 15,-1 0-37-15,-1-2-16 0,0 2 16 0,1-1-30 16,0 1 13-16,-2 0-13 0,3-3-8 0,0 3-1 15,-2-2-11-15,1 1 0 0,1 1-3 0,0 0-10 16,0-1 3-16,0 1-14 0,0 0 4 16,0 0 3-16,3 0-2 0,-3 1-3 0,5-1-3 15,0 0 2-15,3 0-21 0,0 0 6 16,12 0-4-16,-9 0-3 0,6 0-19 0,4 0 12 16,2 0-1-16,1 0-9 0,1 0-4 0,24-11 3 15,-26 9 2-15,-1-3-6 0,4 3 17 0,-3-4-15 16,-2 1 1-16,-1 0-14 0,-1-2-11 15,-4 5 8-15,2-2-5 0,-8 1 8 0,1-1-15 16,0 1 8-16,-4 1-11 0,0 1 22 0,-2-3-5 16,-1 1-7-16,1 3-3 0,1-3-6 0,-4 1 6 15,1 1 7-15,2 0-14 0,-2 0 9 16,1-1 11-16,-2 1-3 0,2 0 0 16,-1-1-14-16,-2 2-7 0,1-3 25 0,1 3-4 15,-1 0-1-15,2-1-4 0,-3 0 14 0,0 1-12 16,0 0 4-16,0 0-20 0,0 0 26 15,0 0-16-15,0 0-7 0,0 0 1 0,0 0-27 16,0 0-36-16,0 0-34 0,0 0-12 0,0 0-12 16,10-5-34-16,-12 5-45 0,1 0 19 15,-1 0-241-15,0 2-18 0,-4-4 33 0,3 2 16 16,0-1 26-16,-3 0-1 0,-1 1 22 0,3-3 41 16,-3 0-7-16</inkml:trace>
  <inkml:trace contextRef="#ctx0" brushRef="#br0" timeOffset="776.2">1433 3961 254 0,'-12'-11'337'0,"2"2"-52"0,2 2-37 15,-6 0-22-15,1 5-20 0,0 2-19 16,3 0-5-16,-16 10-12 0,1 1-10 0,7 4 7 0,-5 8 19 16,0 1-6-16,4 2-28 0,-5 5 1 15,4 0-17-15,0 5 19 0,0-1-12 0,5 5-13 16,0-1-14-16,3-1 8 0,3 2-10 15,5-4-20-15,1 3-5 0,3-21 7 0,0 6-12 16,13 32 4-16,-1-29-4 0,2-5-19 0,5-1-4 16,1-4 4-16,2-5-24 0,4-5 4 15,6-4 2-15,-15-3-5 0,6 0-1 0,36-21-5 16,-20 6 4-16,-6-6-4 0,3-4-12 0,-4-4-19 16,-2-7 0-16,0-2-12 0,-5-4-25 15,-1-4 10-15,-5-3 5 0,-2-2 5 0,-5 0-16 16,-4 3 6-16,0 2 0 0,-6 1 4 15,-2 27 19-15,0-12-5 0,-13-32 7 0,3 30-4 16,-4 6 2-16,-2 3-4 0,0 5 14 0,-5 5-3 16,-4 2 5-16,-3 6 11 0,2 5 4 0,14 0-2 15,-22 12 2-15,12-2 5 0,3 6-5 16,2 1 12-16,4 7 7 0,2-1-10 0,2 3 0 16,4 8 9-16,5 4-9 0,0-18 0 15,0 12-5-15,17 43-1 0,-3-32-4 0,1 3-2 16,3 0-4-16,3 3 3 0,2-6-4 15,-1 4 4-15,1-4-1 0,1-3-5 0,-3 2-9 16,-2-2-12-16,-4 0-17 0,-4 2-47 0,-3-1-17 16,-5 1 8-16,-3-21-103 0,0 9-40 15,-22 42-51-15,7-31 23 0,-6-1-149 0,-2-4 31 16,-4 3 31-16,0-5 28 0,1-4 24 0,-2-5 24 16,-2 0 23-16,3-4 17 0,-1-1-192 15,2-2 25-15,1-5 52 0,-1 4 36 0,2-5-6 16</inkml:trace>
  <inkml:trace contextRef="#ctx0" brushRef="#br0" timeOffset="1044.08">952 5358 734 0,'-16'5'557'0,"4"-2"-62"0,5-3-39 15,1 0-51-15,9 0-39 0,2-3-41 0,10-4-28 16,11-3-32-16,2 2-31 0,8-1-23 16,10 0-13-16,-2-3-24 0,10 2-9 0,3 0-28 0,2-3-8 15,1 5-29-15,2 0 3 0,-2 1-18 16,1 2-25-16,-3-2-7 0,-7 1-22 15,0 1-7-15,-2 4-16 0,-6-4-1 0,-5 3-8 16,-5-3 2-16,1 3-1 0,-8 2-13 0,-3-1 4 16,-4-3 1-16,-9 2-4 0,-4 1-1 15,-4-2-6-15,-2 3-17 0,0 0-18 0,0 0-31 16,-9-7 9-16,5 7-108 0,-7-9-30 16,0 1-65-16,2-6 28 0,-1 2-267 0,1-3 9 15,6-5 46-15,2 0 34 0,1 7 30 0,0-6 31 16,22-25 25-16,-8 13 27 0,8 0 17 15,5 1 1-15</inkml:trace>
  <inkml:trace contextRef="#ctx0" brushRef="#br0" timeOffset="1907.74">3064 4109 556 0,'-5'-2'378'0,"0"0"-60"15,-1 0-16-15,3 2-34 0,-1 0 7 0,2 0-43 16,1 0-21-16,-2-3-9 0,0 3-24 0,2-1-8 15,2 2-20-15,-1-1-15 0,3 0-14 16,4 0-29-16,-2 0-8 0,3 0 9 0,14 0-9 16,-12 0-24-16,8 0-10 0,1 0-7 15,3 0-3-15,2 0-1 0,27-12-9 0,-27 9-5 16,2-4-50-16,-4 3 3 0,3-5-14 0,-7 3 9 16,-1-2-4-16,-4 0-11 0,-2-1-8 15,-6 0 18-15,-1 1-13 0,0 1 6 0,-4-2 9 16,0 1 9-16,-12-13-18 0,8 6 20 0,-2-1-7 15,1 0 31-15,-5 0-13 0,3 2 13 0,-3 1-2 16,4-2 43-16,-2 3-15 0,4 3 19 16,-1 1-4-16,0 4 2 0,4 0-18 0,-3 0 9 15,3 2-8-15,-1-2 10 0,1 2-32 0,0 1 5 16,0 1 10-16,1 0 2 0,0 0-2 16,0 0 30-16,-4 15 9 0,1 2 3 0,2 1 0 15,-2 3 9-15,3 3 0 0,-5 5 15 16,5-15-5-16,0 11-11 0,0 3 1 0,0 1 11 15,0 5-13-15,0 2-3 0,0 2-4 0,-11 42-2 16,7-35-10-16,1 1-7 0,2-3-9 0,0 3 3 16,-2 0-10-16,3-1-4 0,0-23-45 15,0 12-51-15,0 4 8 0,0 5-121 0,0 0-65 16,0 2-56-16,0 0 29 0,0-4-257 0,-10 38 36 16,5-47 41-16,0-5 30 0,-6-1 37 15,5-6 25-15,-2-6 24 0,3-6 15 0,0-6 24 16,3-1-36-16</inkml:trace>
  <inkml:trace contextRef="#ctx0" brushRef="#br0" timeOffset="2077.37">3070 4775 343 0,'-10'-20'600'16,"1"-1"-83"-16,3 1-50 0,-1-1-67 0,7 1-62 16,0 8-34-16,0-2-26 0,21-20-35 15,-3 14-38-15,1 4-38 0,7-1-67 0,8 5-8 16,3-5-131-16,5 2-75 0,-1 1-72 15,10 1 18-15,-2-2-256 0,-2-1-30 0,2-2 31 16,-2 0 30-16,-2 1 32 0,1-2 15 0,-2-1 13 16,-1 3 24-16</inkml:trace>
  <inkml:trace contextRef="#ctx0" brushRef="#br0" timeOffset="2364.17">4086 4010 564 0,'-7'-10'408'0,"-6"1"-15"0,-1 2-61 0,5 2-44 0,-9 2-35 16,3 3 16-16,3 0-29 0,-16 11-12 16,9-3 12-16,0 2-28 0,2 5-12 0,2 2-13 15,-2 3-3-15,7 3-19 0,-2-3-17 16,1 5-11-16,3 0-9 0,1 0-5 0,1 2-8 16,0 4-17-16,5 3-4 0,0-2-9 0,1-15-7 15,0 4-19-15,12 30 0 0,-3-25-3 0,7 3 3 16,-4-4-24-16,3-1-33 0,0-2-28 15,-2-2-41-15,3-1 6 0,3 0-79 0,-1-5-43 16,-1-4-25-16,-2-5-38 0,1-2-33 0,-6-3 25 16,18-11-138-16,-10 0-88 0,0-6 21 15,-3 0 33-15,-5-7 27 0,7-1 61 16,-3-4-1-16,1 2 16 0,2-2 10 0</inkml:trace>
  <inkml:trace contextRef="#ctx0" brushRef="#br0" timeOffset="2725.38">4227 4313 487 0,'13'-22'321'15,"-5"-1"17"-15,-2 5-6 0,3 2 0 0,-5 3-44 16,3-1 37-16,-4 3-22 0,0 7-37 0,0-2-29 15,0 6-14-15,-3 0-8 0,0 0-9 16,0 7-18-16,0 0-28 0,0 11-5 0,0-6-15 16,0 4-9-16,0 5-6 0,0 3-13 15,0 1-9-15,11 23-13 0,-3-24-11 0,-3 0-14 16,1-2 3-16,1-2-18 0,-1-1 2 0,1-4-3 16,-6-4-10-16,7-3-14 0,-2-3-7 15,-1-2-13-15,0-3-11 0,4 0-6 0,14-12-15 16,-5 1-2-16,0-3-8 0,1-3 6 15,-1-1-5-15,-1 3 14 0,2-3 4 0,-1 2 11 16,-2 0 13-16,5-1 10 0,-4 1 11 0,-1 3 21 16,0 4-6-16,-3-3-3 0,-5 6 6 0,3-1-6 15,-5 1-5-15,1 5 13 0,-1 0-4 16,-6 1 10-16,0 0 3 0,22 18-3 0,-12-9-6 16,-1 7 0-16,2 5 4 0,-5 1-14 0,2 2-4 15,-1 5 17-15,-5-2-27 0,3 2-18 16,-3 1-14-16,-2-14-55 0,0 6-64 0,-12 28 13 15,3-23-183-15,0-2 29 0,-2-2-280 16,-4-1-24-16,0-6 51 0,4-3 38 0,2-7 15 16,-1 0 33-16,7-5 28 0,3-1 24 0,0 0 28 15,-3-17 13-15,9-5 4 0</inkml:trace>
  <inkml:trace contextRef="#ctx0" brushRef="#br0" timeOffset="2912.52">4946 4359 560 0,'14'-10'571'15,"-7"6"-109"-15,4-2-61 0,-3 6-37 0,0 6-24 16,5 3-27-16,0 5-24 0,-4 6-38 16,1 2-25-16,1 4-22 0,-6 1-33 0,0 2-9 15,-1 2-40-15,-4-16-28 0,0 7-40 16,-12 35-5-16,-1-29-138 0,-3 0-55 0,-3-1-64 16,3 2 19-16,-6-4-321 0,-1-1 26 0,2-4 39 15,4-2 32-15,-2-5 27 0,7-3 33 0,7-8 26 16,11-2 16-16,-2-3 7 0</inkml:trace>
  <inkml:trace contextRef="#ctx0" brushRef="#br0" timeOffset="3573.38">5823 4317 274 0,'-8'3'300'0,"4"-2"-61"15,-4 2-1-15,3-3-25 0,0 1-11 16,1-1 5-16,-2 3-30 0,2-1-1 0,-2-1-15 16,3-1-4-16,-3 1-8 0,2 0 9 15,-1 1-2-15,2 0-11 0,-1-1-28 0,2 0 15 16,-2-1-2-16,1 0-20 0,-2 0-10 0,3 3-5 15,-1-3 20-15,3 0-15 0,0 0-13 0,0 0 8 16,0 0-4-16,-6 0-12 0,8 0-5 16,2 0-9-16,4 0-9 0,17 0 0 15,-9 0-10-15,8 0-6 0,0 0-2 0,7 0 1 16,1 0-4-16,2 0-6 0,1 0-22 16,-1 0 12-16,0 0-27 0,-1 0 0 0,-1 0-20 15,-4 0-52-15,-1 0 6 0,-2 0-33 0,-3 0-38 16,-1 0-22-16,-1 0-61 0,-5 0 22 0,-2 0-227 15,-3 0-37-15,17-17 34 0,-16 12 29 16,-3 1 27-16,-1 1 25 0,1 0 18 0,-2 2 9 16</inkml:trace>
  <inkml:trace contextRef="#ctx0" brushRef="#br0" timeOffset="3904.45">6030 4652 744 0,'-25'9'426'0,"4"1"-67"0,3-1 19 16,2-3-39-16,2 4-41 0,4-6-38 15,6-1-29-15,3-3-22 0,1 0-36 0,7 0-2 16,1 0-11-16,14 0-26 0,-11 0-21 0,11 0 0 16,5 0-30-16,2 0-15 0,3 0 8 15,0 0-23-15,0 0-19 0,0 0-4 0,-2 0 15 16,3-7-10-16,-6 7 0 0,1 0-13 0,-4 0-9 15,-3 0 5-15,-4 0-9 0,12-10 2 16,-20 8-17-16,-3 2 5 0,-1 0-7 0,1 0 14 16,-3 0 0-16,-3 0-55 0,0 0-3 15,0 0-13-15,0 0-12 0,0 0-35 0,0 0-18 16,0 0-45-16,0 0-16 0,8 2 17 16,-8-2-128-16,0 0-138 0,0 0 31 0,0 0 30 15,-2-2 22-15,2-1 22 0,0 2 24 0,0-1-5 16,0-1 5-16</inkml:trace>
  <inkml:trace contextRef="#ctx0" brushRef="#br0" timeOffset="9501.07">6956 4308 704 0,'-15'0'272'0,"15"0"-40"0,0 0-4 0,0 0-21 16,-14 0-12-16,14 0-13 0,-23 5-19 0,18-5-3 15,2 0 11-15,-3-2-30 0,2 4 0 16,2-2-13-16,-2 3 7 0,4-3-13 0,0 0-12 16,0 0 32-16,0 0-1 0,-7 0 0 15,7 0-21-15,0 0-1 0,-8 0-4 0,8 0-6 16,-8-13-19-16,13 9-8 0,4-5-19 0,1-3 7 16,8 2-11-16,0 0-18 0,6 1 17 15,2 1-15-15,0 2-3 0,1 2-19 0,-5 2 18 16,-8 2-11-16,3 0-15 0,20 12 2 0,-19-3-3 15,-3 8-3-15,-5 2 2 0,-1 5 6 16,-7 1-12-16,-2-11 5 0,0 5 4 0,-17 33-5 16,4-26-7-16,-3 2 4 0,-2 0 2 0,-2-4-5 15,-2 0 7-15,2-2-16 0,0-2 34 16,3-3-3-16,-3 2 10 0,3-5 12 0,3-1 25 16,1-1 8-16,2-3-2 0,2-2-16 0,6-2 14 15,-1 0 2-15,3-2-10 0,-1-1-14 16,2-2 0-16,0 0-11 0,14 2-10 0,6-2-3 15,-5 0 6-15,6 0 1 0,4 0-27 16,33-14-44-16,-30 6-52 0,5 3 9 0,-1-2-196 16,0-2-86-16,0-3 31 0,3 1-255 15,-3 0 56-15,2-3 42 0,-3 3 41 0,-2-3 55 16,-2-3-5-16,0 6 27 0,-2 0 23 0,2-3 32 16,-1-1 11-16</inkml:trace>
  <inkml:trace contextRef="#ctx0" brushRef="#br0" timeOffset="10093.34">7535 4168 1055 0,'-15'-5'352'0,"3"-3"-27"0,0 2-43 0,2 0 34 16,2 5-21-16,3 0-35 0,-2 0-34 0,5 1-8 15,-1-1-25-15,-1 0-23 0,2 1-27 16,2 0-4-16,0 0-10 0,0 2-16 0,2-1-8 0,5 1-21 15,12 5 6-15,4-3-10 0,5 2-6 16,1 0-18-16,1-4 5 0,2 1-5 16,-2 0-3-16,0-2-18 0,1 2 5 0,-2-3-12 15,-14 0 4-15,6 0-7 0,-2 0-12 16,5 0 9-16,-3 0 1 0,-5 0-3 0,-2 0-11 16,-1 0 9-16,-3 0-2 0,-2 0-5 0,5-12-5 15,-7 12 13-15,-2-3 3 0,0 3 10 0,-2 0-9 16,1-3-3-16,0 3 9 0,0 0 0 15,-1 0-19-15,-1 0 6 0,-1 0 0 0,0 0 2 16,0 0 9-16,0 14 2 0,-4 0 6 16,-1 3 6-16,-3 2-1 0,1 0-4 0,-1 6 3 15,-1 3 3-15,1-5-5 0,-2 3 7 16,1 2 2-16,-1-2-12 0,1 2-5 0,0 1-7 16,3-1-1-16,-1-1 7 0,1 3 2 0,1-4-9 15,-2 5-12-15,2-4-46 0,1-5-50 16,-1 2 9-16,4-4-144 0,-4-4-74 15,4-3-52-15,-3-5 32 0,0-1-250 0,1-3 45 16,2-2 16-16,0-2 25 0,1 0 32 0,0 0 92 16,-3-12 2-16,3 5 8 0,4-10 66 15,-4 7-22-15</inkml:trace>
  <inkml:trace contextRef="#ctx0" brushRef="#br0" timeOffset="10281.16">7687 4543 328 0,'-19'-10'645'0,"5"3"-104"0,3 5-39 15,2-4-63-15,2 4-34 0,1 1-54 0,0 0-35 16,1-2-41-16,3 1-25 0,4 0-24 16,1-2-26-16,11-3-17 0,7 3-27 0,3-3-36 15,6 0-48-15,-2 2-78 0,2-2 2 0,5 0-171 16,-2-1-64-16,5 0 24 0,1-1-327 0,-3 0 30 16,2-2 39-16,0 3 33 0,-5-3 48 15,2 0 2-15,-3 1 27 0,3 1 17 16,-6 1 14-16,-2-2-26 0</inkml:trace>
  <inkml:trace contextRef="#ctx0" brushRef="#br0" timeOffset="10780.95">8428 4166 685 0,'-5'-7'526'0,"3"2"-47"0,-2 0-59 0,3 1-46 15,-2 2-39-15,2 1-37 0,0 0-34 16,-1 2-18-16,-1 3-7 0,3 1-21 0,-3 2-17 16,3 15-24-16,-1-2-10 0,1-9-9 15,0 7-20-15,0 3-5 0,0 5-20 0,13 30-13 16,-7-29-14-16,-2 0-9 0,3 0 3 0,-6-4-10 16,5 0-11-16,-1-1-2 0,-2-4 2 0,1-1-24 15,1-2 8-15,-4-4-4 0,0-4 1 16,-1-1-10-16,0-2 7 0,0-4-5 0,0 0-4 15,4 0 5-15,0-4 2 0,7-9-17 16,-2-4-7-16,4-1-2 0,1-4 2 0,-1 3 1 16,4-4-5-16,-2 4 1 0,4-5 6 0,-2 2-6 15,2 3-2-15,0-1-3 0,-1-2-3 16,1 5 0-16,-3-1 7 0,2 3-1 0,-1-4 4 16,-1 4-2-16,-2 3 0 0,-5 2 6 0,-2 3 5 15,2-4-16-15,0 7 0 0,-2 3 7 0,-1 1-6 16,-6 0 11-16,0 0-2 0,14 11-2 15,-5 1 4-15,-2 2-4 0,-1 4 7 0,3 2-4 16,-6-1 1-16,1 3 0 0,-1-1 3 0,-3 4-5 16,3 0-18-16,-1-1-18 0,0-3-41 15,-1 2-60-15,0 0 13 0,-1-5-128 0,0-10-64 16,0 3-69-16,0-2 34 0,-10 10-251 0,7-12 50 16,-1-1 41-16,2-2 11 0,-1-3 36 15,2-1 28-15,0-4 88 0,1 2 22 0,2-3-56 16,4-9 34-16</inkml:trace>
  <inkml:trace contextRef="#ctx0" brushRef="#br0" timeOffset="11216.08">9091 3931 578 0,'7'-18'543'0,"-2"4"-98"0,1 2-51 0,3 3-53 16,-5 1-49-16,2 4-30 0,1 4-10 0,-7 0-32 15,11 0-20-15,17 18-35 0,-12-6-1 16,-1 4-17-16,-1 2-15 0,-1 2-18 0,-8 4-22 16,1-3 13-16,-5 4-22 0,-1-14 3 0,-12 24-4 15,-2-13-15-15,1-3-12 0,-4 0-3 16,3-3-8-16,0 0 1 0,3-4-4 0,-1 0 7 16,6-2 3-16,-1-5-8 0,3 0-4 0,0 0 11 15,4-3-11-15,0 2 0 0,0-4-7 16,0 0-2-16,15 2 0 0,-5-1-3 0,9-1-7 15,4 0-4-15,-1 0 5 0,-9 0 5 16,6 0 5-16,4 0-6 0,-1 0 4 16,3 0-5-16,-2 0 3 0,0 0 2 0,-2 0 1 15,-1 0-9-15,-2 0 10 0,-7 0-7 0,-2 0 16 16,-1 0 0-16,-8 0-3 0,8 0-6 16,-8 0-10-16,0 0-2 0,11-9 1 0,-11 9 0 15,-2 0 1-15,-2 0-16 0,3 0-40 0,-3 0-33 16,2 0-53-16,0 0 11 0,2 0-132 15,-5-2-56-15,5-1 31 0,0 1-305 0,0 1 52 16,0-3-17-16,2 1 50 0,9-9 24 0,-1-1 28 16,4 6 88-16,4-2 23 0,6-3 19 0,0 0 11 15</inkml:trace>
  <inkml:trace contextRef="#ctx0" brushRef="#br0" timeOffset="11843.21">9741 4507 956 0,'-8'2'306'0,"1"-1"-12"16,0-2 15-16,4 2-59 0,-3-1-30 0,2 0 18 15,1 1-14-15,-2 2-15 0,3-3-15 0,-2 1-31 16,4-1-1-16,0 0-17 0,1 0-11 16,3-1-22-16,2 1-9 0,13-3-8 15,-7 3-23-15,8 0 17 0,33-7-22 0,-21 5-1 16,4-1-16-16,1 3-12 0,0-3 11 0,4 2-11 16,2-2-11-16,-4-1-26 0,-1 1 0 15,-1 3-43-15,-5-1 3 0,2 1-10 0,-4-2-10 16,-6 1-34-16,-3 0 0 0,-6-1-25 0,-3-1-22 15,-2 2-40-15,-4-2-35 0,-3 1 17 16,-1-1-260-16,-2 3 29 0,0 0 28 16,0 0 29-16,0 0 7 0,-16-8 22 0,14 5 29 15,-1 1 5-15</inkml:trace>
  <inkml:trace contextRef="#ctx0" brushRef="#br0" timeOffset="12136.68">10101 4284 524 0,'-9'-5'483'0,"4"2"-44"16,1 1-46-16,-1 0-39 0,0 2-32 0,4 2 16 15,-3 0-23-15,0 4-29 0,3-2-25 16,-7 13-16-16,0 0-33 0,2 2-20 0,3 5-15 16,-3 1-11-16,6 1-11 0,0 0-20 0,0-12-10 15,0 9-28-15,0 2 5 0,0 2-12 16,13 31-17-16,-8-29 3 0,2-3-7 15,-1 3-16-15,0-4-24 0,-2 6-17 0,1-9-41 16,-5 6-21-16,0-15-52 0,0 4 11 0,0 0-78 16,0 0-38-16,0 0-49 0,-12 9-49 0,6-21 31 15,5-1 25-15,-3-1 22 0,3-5-269 16,1 0 35-16,0-3 13 0,0 0 29 0,6-14 67 16,3-3 23-16,2-1 21 0,1-3 3 15,3 0 4-15</inkml:trace>
  <inkml:trace contextRef="#ctx0" brushRef="#br0" timeOffset="12512.68">10762 4154 328 0,'5'-4'493'0,"0"-3"-90"0,-2 2-59 0,-2-1 60 15,4 1-36-15,-4 2-40 0,0 0-27 16,2-1-18-16,-2 4-37 0,2-3-21 0,-2 0-33 16,0 3-19-16,-1 2-14 0,2 2 3 0,-4 0-5 15,2 2-21-15,-1 16-11 0,1-12-16 16,0 9 1-16,0 3-16 0,0 4-13 0,0 3-4 15,0-2-12-15,11 33-9 0,-4-28 3 0,-3-1-7 16,2-1-32-16,-1 1-39 0,-1-2-42 0,0 1 7 16,0 0-132-16,-3-3-33 0,-1-16-48 15,0 7 23-15,-10 20-215 0,2-21 38 0,-1-8 33 16,1-1 31-16,5-5-111 0,-2-3 30 0,2-2 93 16,3-1-1-16,1-3 22 0,2-1-10 15,4-11-6-15</inkml:trace>
  <inkml:trace contextRef="#ctx0" brushRef="#br0" timeOffset="12920.93">11200 4192 320 0,'10'-17'480'0,"-2"2"1"0,-2 3-65 16,0 2-35-16,-4 1-44 0,1 5-53 15,-3 0-25-15,0 4-18 0,-3 0-11 0,0 4-6 16,-2 0-8-16,-6 8-14 0,-3 5-20 0,1 0-8 15,1 4-15-15,1 0-15 0,-3 3-16 0,5-1-19 16,0 4-4-16,2 1-10 0,0 2-8 16,3 0-8-16,4-1-7 0,0-13-3 0,0 6-14 15,16 29-3-15,-2-24 0 0,1-2-15 16,4-4-13-16,2 1-9 0,3-6-7 0,0-4-19 16,4 1-2-16,2-4-9 0,-2-1-4 15,1-3 8-15,-1-3 1 0,-3 0-15 0,-14-2 1 16,6 0-1-16,-2 0 10 0,13-14-5 15,-19 9-8-15,-6 2 9 0,-2-3 16 0,-2 0-5 16,-8-3 0-16,-5-2 9 0,-5-1-20 0,-3 3 17 16,-4-1 0-16,1 3-8 0,0-1 3 15,-3 2 8-15,0 1 0 0,-1-1 0 0,-1 0-24 0,6 3 2 16,5 1-93-16,0-3-52 0,5 4-44 16,5 0-56-16,4-2 28 0,2 0-202 0,3 0 34 15,0 3-69-15,0 0 17 0,18-16 29 16,-1 4 62-16,-2-1 59 0,8 0-8 0,-3 0 13 15,3-1 2-15</inkml:trace>
  <inkml:trace contextRef="#ctx0" brushRef="#br0" timeOffset="13393.37">11750 4150 577 0,'2'-4'531'15,"-2"1"-82"-15,3 1-35 0,-2-1-46 0,2 2-60 16,-2 1-29-16,0-3-28 0,1 6-17 0,0-2-4 16,1 2-9-16,-1 2-15 0,6 9-19 0,2 1-20 15,-2 3-17-15,2 3-15 0,0-2-6 16,3 3-17-16,-6-2-10 0,4 1-19 0,-3-1 2 16,-2-3-6-16,-3 3-8 0,2-6-3 0,1 2-5 15,-6-4-17-15,5-5 4 0,-5-1-5 16,3 0 4-16,-1 0-1 0,-2-2-4 0,0-3 17 15,2 2-15-15,0-2 5 0,-2-1-12 0,0 0-6 16,0 0 0-16,18-23-17 0,-5 5 5 16,0 4 8-16,0-3-5 0,-2 5-9 0,4-2 4 15,-3 0-16-15,2 3 13 0,-5 1-9 0,0 3 4 16,-2 2-3-16,-1 0 5 0,-3 1-2 0,1 0 2 16,-1 3 6-16,-1-2-8 0,1 3 0 15,-3 0-5-15,0 0 18 0,0 0-5 0,20 15 12 16,-12-4-3-16,0 5 10 0,-2-1-11 0,1 3 3 15,-4-3 1-15,3 4 13 0,-3 3-15 16,3 0-8-16,-3-2 0 0,-2 3-27 0,1-4-32 16,-2-9-72-16,0 5 11 0,0-1-291 0,0 1 36 15,-13 13-281-15,9-22 35 0,0-1 55 16,3-3 73-16,1-2 35 0,4-3-33 0,1 3 30 16,14-4 108-16,2-6 23 0,3 0 22 15,2 2-17-15,8-6 8 0</inkml:trace>
  <inkml:trace contextRef="#ctx0" brushRef="#br0" timeOffset="23172.35">6779 5316 540 0,'-23'0'137'15,"-16"16"9"-15,28-16 3 0,11 0 0 16,-8 0-14-16,8 0 7 0,-6 0 1 0,6 0-24 16,0 0 10-16,-9 0-16 0,10 0-10 15,5 0-3-15,2 0-16 0,14-1 0 0,-12 1-4 16,12 0-14-16,6 0-1 0,1 0 3 0,4 0-8 15,6 0 6-15,45-11-11 0,-31 7 19 0,7 0-12 16,1-1-1-16,4 1 8 0,4 1-15 16,4-1-2-16,4-1-1 0,5 2-9 0,-2 1 0 15,3-2 8-15,3 3-17 0,1-2 10 0,0 0-12 16,3 2 15-16,3-2-22 0,6 3 12 16,6-5-12-16,1 2 0 0,3 3 13 15,5-4-4-15,2 1-12 0,7-3-16 0,-1 6 13 16,4-3 9-16,3-2-6 0,1 4-10 0,3-2 24 15,2 3-25-15,0-2 4 0,-2 0 5 16,-4 2-2-16,-4-1-1 0,-65 1 4 0,27 0-2 16,10 0-2-16,3 0 15 0,2 0-17 0,-5 0 21 15,-3 0 3-15,-5 0-3 0,-7 0 2 16,-4 0-3-16,-5 0 7 0,-4 0 8 0,-5 0 14 16,-7 0 5-16,-7 0 1 0,-1 0 10 0,-9 0-3 15,-3 0 23-15,-2 0-2 0,-4 0-7 16,-4 0 6-16,-4 0-9 0,-4 0-4 0,-6 0-4 15,0 0-12-15,-4 0 4 0,-2 0-10 16,-7 0-11-16,9 0-7 0,-9 0 7 0,7 0-9 16,-7 0-12-16,6 0 6 0,-6 0-11 0,0 0 1 15,6 0-11-15,-6 0-29 0,0 0-30 0,9 0-29 16,-9 0 8-16,5-10-122 0,-5 10-34 16,-1-1-66-16,0 2 27 0,-2-3-181 0,0 1 38 15,1-3 31-15,2 2-102 0,0 1 33 0,2-6 31 16,11-3 33-16,4-2 26 0,7 1 20 15,2 1 54-15,9 0 11 0</inkml:trace>
  <inkml:trace contextRef="#ctx0" brushRef="#br0" timeOffset="23935.92">14386 3425 340 0,'6'-19'360'0,"-2"2"-53"16,1 2-28-16,-1 4-24 0,-3 1-14 0,3 4-40 15,-3 1-29-15,-1-2-24 0,2 4-18 0,-1 2-13 16,-1 1-20-16,-1 3 20 0,2 5-14 16,-1 14 1-16,0-6 17 0,0 10-6 0,0 10-12 15,0 7-10-15,0 9 8 0,0 10-24 0,0 7-7 16,0 9 30-16,0 10-7 0,0 5 3 0,0 5 12 15,0 7-22-15,0 0 7 0,0 2-16 16,0 0-5-16,8 104-19 0,-1-110 12 0,1-5-11 16,4-3-7-16,-2-5 16 0,-2-5-23 15,4-5 5-15,0-3-18 0,-1-10 9 0,1-2 1 16,-3-5-2-16,0-9-17 0,-4-4-21 0,4-7-1 16,-2-4-50-16,-3-6-2 0,3-3-56 0,-1-9-59 15,0-7-40-15,3-9 21 0,-9 0-279 16,12-14-22-16,-3-4 39 0,0-5 31 0,-7-6 30 15,6 0 24-15,-3-8 6 0,3-1 1 0,3-5 25 16</inkml:trace>
  <inkml:trace contextRef="#ctx0" brushRef="#br0" timeOffset="25726.38">15660 4209 222 0,'0'0'262'15,"0"0"-32"-15,0 0-20 0,0 0-23 16,0 0-9-16,0 0-18 0,0 0-10 0,10-27-13 15,-8 27-10-15,-2-2-17 0,0-3 10 16,2 5-18-16,-2-1-3 0,2-2 7 0,-2 0-1 16,1 1-30-16,-1-1 12 0,3 0-10 0,-3 1 4 15,0-4 3-15,0 3-26 0,0-3-2 16,1 3-12-16,0-3 1 0,-1 1 19 0,0 1-28 16,1-3-2-16,-1 2 9 0,0-2-20 0,2 1-11 15,-2-1 13-15,1 2 2 0,-1-3 5 16,0 3-10-16,0 5-11 0,0-8 4 0,0 0-17 15,0 3 23-15,0-3-1 0,0-2-21 0,0-1-3 16,-12-9 6-16,8 11 11 0,4 2-12 16,-3 2-11-16,-7-4 15 0,2 2-8 0,-3 3 9 15,1 2-16-15,-8 1 3 0,6 1 2 0,-2 0 15 16,-26 15 9-16,14-2-16 0,3-1 6 16,2 3-7-16,0 0 3 0,1 0 1 15,1 1 2-15,1 2-9 0,2 0 5 0,7-2 2 0,2 2 0 16,0-1 0-16,7-3 9 0,0-3-12 15,0-11 2-15,14 18 20 0,2-14-22 16,2 1 3-16,2-4-5 0,-11-1-4 0,23-10 19 0,-12 1 2 16,2-3-20-16,-4-1 7 0,2-4-13 15,-1 1-3-15,-3-2 24 0,-1 2-11 0,-1 0 5 16,1 3 11-16,-4 2 3 0,-2 2-5 16,-3 3 2-16,1 2-17 0,-7 4-4 0,0 0 4 15,16 22-6-15,-8-1 18 0,-3 4-4 0,-2 4 2 16,-2 8 25-16,2 4-8 0,2 10 14 15,-4 2 10-15,-1-25-4 0,0 17-4 0,0 7 11 16,0 7 3-16,0 2-5 0,0 1-5 16,0 1-9-16,0-1-13 0,0-1-1 15,0-3-5-15,-9 51 28 0,0-63-5 0,-1-2 28 16,-3-5-7-16,-2-3-5 0,-4-5 3 0,1-6 1 16,-8-3 5-16,3-6 4 0,-2-6-6 0,-4-3 4 15,1-6 2-15,15-1-10 0,-24-18-2 16,18 1-14-16,2-8-2 0,2-8-3 0,9-6-4 15,2-9-22-15,4 23 2 0,0-13-3 16,15-56-9-16,-1 38-13 0,4-4-6 0,3 1 12 16,6 2-16-16,-1-1 4 0,6 1-26 0,5 0 13 15,2 3-17-15,3 0-4 0,3 0-17 16,2 1 3-16,3 4 6 0,1 1-20 0,1-1 13 16,-2 3-10-16,0 1-14 0,0 3-6 0,-6 0 29 15,-3 5 6-15,-3 2-4 0,-4 2 9 16,-3 1 18-16,-4 3 0 0,-4 5 23 0,-3-1-5 15,-2 5 3-15,-4 0-23 0,3 4 39 0,-4 0-20 16,-4 4-5-16,-2 6 16 0,-3 1-4 16,-4 4-11-16,-1 2 3 0,-4 5 15 0,-9 7 26 15,1 3 8-15,-6 2-4 0,1 3 35 0,-1 3-4 16,1 2 18-16,-6 0-14 0,2 5 22 16,-2-2-1-16,3 5 4 0,0 2-1 0,0-2-11 15,2 1 0-15,2-2 3 0,2 1-5 0,3-1-10 16,1-1 4-16,4 1-4 0,2-4-3 0,3 3-5 15,2-18-3-15,0 7-10 0,20 24 6 16,-8-23 4-16,7-6-12 0,3-3-3 0,3-2-5 16,2-5 7-16,7-4-13 0,0-2 1 0,-18 0-2 15,10 0 0-15,29-15-3 0,-27 1-9 16,3-1-5-16,-2-3 1 0,-2-7-6 0,0 2-1 16,-4-3-3-16,-2 1 1 0,-1 0 1 15,-4-1-10-15,0 2 13 0,-2-1 3 0,-2 0-6 16,0 3 7-16,-6 3 2 0,1 2 7 0,-1 5 0 15,-3 0-3-15,1 7-6 0,-1 0-5 16,-3 2 4-16,-5 6-6 0,1-1 24 0,-5 13-8 16,-2 2 13-16,-1-2 13 0,3 5-14 0,0 3 11 15,1 2-12-15,4 0-13 0,1-1 19 16,2 1-19-16,1-15 5 0,0 10 4 0,0 0-3 16,15 19 10-16,-3-21-14 0,-5-1 0 0,5-5-3 15,-1 0 6-15,4-2 0 0,2-4-8 16,1-4-5-16,1-2 9 0,-7 0-1 0,17-12 8 15,-6 1-15-15,-2-3 7 0,1-1-11 0,3-5-3 16,-3-1-5-16,0-1-7 0,-2 3 1 0,-1-3 20 16,-2 5-12-16,-2 0-1 0,2 2 8 15,-6 4-16-15,1 0 1 0,-5 3-2 0,0 7-3 16,-7 1 4-16,0 0 19 0,0 0 1 16,5 13 5-16,-5-5 2 0,-3 12-20 0,3-10 5 15,0 6 16-15,0 5-1 0,0 3-41 0,0-1-42 16,12 30-31-16,-6-25-54 0,-1-2 15 0,-1-2-140 15,0-5-49-15,1 2 31 0,-1-8-184 0,0-6 43 16,-3-4 39-16,-1-2 32 0,4-4 31 16,-4-3-111-16,2-12 24 0,0-7 25 0,3-3 24 15,4-2 26-15,2 0 6 0,3-5 8 16</inkml:trace>
  <inkml:trace contextRef="#ctx0" brushRef="#br0" timeOffset="25892.24">17266 4091 497 0,'19'-13'374'0,"-3"9"-52"0,1 0-29 0,-10 4 1 16,16 11-40-16,-10 1 13 0,-1 6-3 15,-1 3-21-15,-1 5-10 0,-3 1-23 0,-2-1-34 16,-3 4-19-16,2 3-1 0,-4-16-33 0,0 8-6 16,0 6-34-16,-18 34-8 0,5-34-79 15,0 1-59-15,-7-3-52 0,-2-3-49 0,-2-1 15 16,0-3-336-16,0-6 35 0,-2-3 32 16,5-2 29-16,7-5 24 0,0-6 29 0,14 0 18 15,-10-14 10-15</inkml:trace>
  <inkml:trace contextRef="#ctx0" brushRef="#br0" timeOffset="26099.82">17914 4171 1276 0,'5'-13'471'0,"4"-4"-63"16,-1 0-54-16,3 2-49 0,5 4-56 0,8-2-58 15,3 3-64-15,7 5-13 0,7 1-134 16,8 3-55-16,-26 1-60 0,11 0 13 0,44 16-279 16,-36-5 30-16,-10 0-53 0,-7 6 25 0,-6 1 63 15,-8 4 2-15,-11 0 9 0</inkml:trace>
  <inkml:trace contextRef="#ctx0" brushRef="#br0" timeOffset="26238.45">18033 4414 996 0,'-26'10'375'0,"-2"-2"0"0,5 0-18 0,4-2-58 15,6-1-28-15,5-2-29 0,8-2-23 0,8-2-54 16,15 1-18-16,-10 0-126 0,16 0-66 16,9 0-105-16,54-14 14 0,-36 6-312 15,3 3 15-15,1-2 54 0,2-6 1 0,4 2 27 16,2-2 16-16,-1-3 19 0</inkml:trace>
  <inkml:trace contextRef="#ctx0" brushRef="#br0" timeOffset="27134.26">19256 4024 320 0,'0'0'250'16,"0"-18"-16"-16,27-8-35 0,-24 18 1 0,0 3-17 15,3-2 6-15,-4 2-14 0,-1 0 0 0,1 0-28 16,-1 1 1-16,0 1-6 0,-1 0-20 16,0 3-28-16,0 0-9 0,0 0-10 0,-19 0 12 15,-1 10 4-15,-2 4 6 0,0 2 15 16,-1 2-16-16,-2 5 0 0,-1 0 13 0,3 4-13 15,2 0 16-15,-5 4-1 0,9-3-14 0,3 3 8 16,3 3-15-16,5-1 2 0,6-16-14 16,0 8-3-16,18 34-14 0,4-27 13 15,1-5-17-15,7-3-12 0,-1-3 0 0,5-3-9 16,3-4 7-16,3-2-2 0,1-6-1 0,-2-4-5 16,-20-2-15-16,7 0 3 0,35-18-2 15,-31 3-25-15,0-6-6 0,-6-3-8 0,-5-3 3 16,-1-2 2-16,-9-2 0 0,0-1 3 15,-8 0-1-15,-1 16 2 0,-13-30-11 0,-1 19 11 16,-2 4 6-16,-4-2-8 0,-1 2 3 0,-5 5-35 16,1 3-29-16,2 1-41 0,-2 5-39 15,0-1-47-15,3 4-47 0,9 5 23 16,13 1-133-16,-9 0-118 0,9 0 34 0,-6 1 27 16,11-1 12-16,5 0 24 0,12 0 44 0,-9 0 42 15</inkml:trace>
  <inkml:trace contextRef="#ctx0" brushRef="#br0" timeOffset="27445.38">20269 3834 681 0,'-4'-8'337'0,"-1"2"-36"0,-2 3-24 16,-9-2-21-16,5 5-29 0,-6 0 6 15,-23 22-13-15,20-10-26 0,-5 5 14 0,5 5-18 16,-2 2-5-16,2 5-27 0,-3 4 3 0,5 4-2 16,5-3-10-16,-2 4-18 0,1 0-3 15,7 3-2-15,5 1-21 0,2-19-3 0,0 8-25 16,23 42 0-16,-3-34-2 0,6 1-22 0,8-4-5 16,-3-1-45-16,6-4-1 0,-1-4-93 15,-1-4-51-15,0-2-30 0,1-5-34 0,-3-6-45 16,0-3 22-16,-2-3-239 0,-14-4 33 0,6 0 34 15,26-17 28-15,-22 7 26 0,1-9-22 0,-3-3 38 16,2-3 5-16,2-4-2 0</inkml:trace>
  <inkml:trace contextRef="#ctx0" brushRef="#br0" timeOffset="27897.09">20848 4066 301 0,'2'-19'503'0,"2"2"-104"0,-4 11 16 0,0-2-22 16,0 0-49-16,0 0-43 0,6-5-34 0,-6 10-31 15,0 3-25-15,-2-2-3 0,2 4 6 16,-4 4-15-16,1 13-9 0,-1 2-4 0,1 3-15 16,-2 2-10-16,3 3-19 0,1 0-14 0,1-15-6 15,0 9-9-15,0 6-2 0,0 0-24 16,13 27 0-16,-8-29-10 0,-1-1-1 0,0-2-24 16,1-4-5-16,-1 0 1 0,-3-4-5 0,3-6 1 15,-3-1-9-15,0-1 20 0,2-3 12 16,-2-3-3-16,4-2-5 0,-5 0-12 0,17-10-6 15,-3-4 1-15,0-1 8 0,3-3-12 0,-2-3-7 16,3 0-7-16,-3-4-13 0,4 4 3 0,-3 1 5 16,-1 0 15-16,-1 4-21 0,3-6 2 15,-3 5 0-15,-3 0 8 0,1 1 3 0,-3 6 9 16,4 0 4-16,-10 2-17 0,4 2-6 0,-5 0-10 16,1 4 9-16,1-2-1 0,-4 1-7 15,2 3-3-15,-2 0 9 0,0 0 3 0,5 11 4 16,-2 7-20-16,-2 0 2 0,2 2 0 0,-2 2 5 15,3-2-5-15,0 4 7 0,-4 1 12 16,4 2-27-16,1-1-11 0,2-3-28 0,-2 1-35 16,-2-2-51-16,4-1-49 0,-1 0 16 0,-3 0-130 15,0-6-41-15,0 0 28 0,-3-7-241 0,0-8 48 16,0 0-55-16,0 0 30 0,-9 9 37 16,9-15 33-16,6-9 28 0,-2-7 26 15,0-1 42-15,2-6 20 0,1 0 3 0</inkml:trace>
  <inkml:trace contextRef="#ctx0" brushRef="#br0" timeOffset="28193.37">21437 3989 724 0,'5'-10'453'0,"-3"5"-64"0,1-1-59 16,1 5-42-16,-1-2-55 0,1 6-27 0,-1 0 19 16,1 1-28-16,5 9-13 0,1 2-20 0,-2 4-11 15,0 2-23-15,-5-1-10 0,0-4-14 16,-3-2 1-16,0 4 4 0,0-11-21 0,0 1 18 15,0-1-4-15,0 1-1 0,0-2 17 16,0 0 13-16,0-6-9 0,0 7 16 0,0-7-9 16,0 7-1-16,0-7-5 0,0 8 4 0,0-8-19 15,0 0-18-15,0 0-11 0,3 9-18 16,4-10-17-16,18 1-23 0,-13 0-39 0,13 0-19 16,32-8-49-16,-24 5 8 0,5-1-138 0,0 0-63 15,-4 1-65-15,2-5 32 0,-4 1 28 16,0-4-272-16,-4-2 39 0,2-5 38 0,-4 6 57 15,-3-4 37-15,4-2 5 0,-3-2 44 0,1 4-1 16,-2-4 15-16,0 3 26 0</inkml:trace>
  <inkml:trace contextRef="#ctx0" brushRef="#br0" timeOffset="28395.74">22274 3920 458 0,'3'3'374'0,"0"-1"-26"0,1-1-20 0,-2 7-3 15,0-4-41-15,2 14 40 0,0 2-30 0,-1 4-17 16,-2 4-21-16,0 1-15 0,-1 5-22 15,0-19-15-15,0 9-23 0,0 6-21 0,-13 37-11 16,2-30-19-16,1-1-26 0,-2 1-37 16,-4-3-40-16,-4 0-36 0,1 0 2 0,-6-5-97 15,-5-1-36-15,-3-3-35 0,-5-2-87 0,-4-7 21 16,3 2 22-16,-1-4-304 0,6-7 36 16,-2-1 33-16,3-5 59 0,19-1 24 0,-8 0 13 15,-19-19 14-15,22 4 0 0</inkml:trace>
  <inkml:trace contextRef="#ctx0" brushRef="#br0" timeOffset="28789.96">21373 3799 620 0,'0'-6'350'0,"0"1"-42"0,0 2-28 16,5-2-30-16,-1 2-4 0,1 1-35 0,0-2-31 16,3 4-22-16,2 0-16 0,-1 0-18 15,6 0-24-15,21 14 6 0,-19-2 0 0,-1 3-43 16,-1-1-5-16,-4 2-23 0,-2 2-22 0,0 0-47 16,-9 1-61-16,0 1-64 0,1 1 12 15,-1-11-271-15,0 3 28 0,-15 17-11 0,7-18 26 16,-1-6 22-16,4 1 14 0,-3-5-4 0</inkml:trace>
  <inkml:trace contextRef="#ctx0" brushRef="#br0" timeOffset="29056.56">21336 3892 462 0,'4'-17'425'0,"3"2"-53"0,5 0-27 15,-2 2-33-15,4-1-40 0,2 5-7 0,-1 0-26 16,4 6-27-16,2-2-25 0,-1 4-19 0,-10 1-28 16,8 0-24-16,18 11-11 0,-12 1-17 15,-1-1 8-15,-1 4-28 0,-2 0 15 0,-3 5-12 16,-3 1-10-16,-4 3-15 0,-1 5 6 16,-7-3-17-16,-2 1-4 0,0-13-76 0,-14 25-46 15,2-14-39-15,-2-2-73 0,0-2 17 16,0-4-238-16,-2-4 32 0,0-4-84 0,6-4 30 15,1-2 66-15,9-3 37 0,0 0 14 0,-10 0 9 16</inkml:trace>
  <inkml:trace contextRef="#ctx0" brushRef="#br0" timeOffset="29588.39">21379 3852 696 0,'-6'-3'413'0,"1"-3"-54"0,1 1-46 15,2 1 29-15,0-1-41 0,2 0-19 0,2-1-48 16,-1 5-13-16,2-5-35 0,-1 4-32 0,3-2-8 16,0 2-10-16,-1 1-17 0,2 1-7 0,0 1-33 15,11 6-2-15,-2 3 0 0,-3 4-16 16,1 2-3-16,-4 4 18 0,-1 2-10 0,-6 2-17 15,-2 3 4-15,0-11 3 0,0 5-6 16,-11 30-8-16,3-23-1 0,-1-2 22 0,0-1 2 16,-2-1 2-16,-1-3-15 0,-4-2 8 15,6-4 13-15,3-2 5 0,-2-1 14 0,4-2 4 16,1-5 16-16,1 0 8 0,1-1 3 0,-1-1 9 16,2-2-17-16,0 0-11 0,1-1 2 15,2 0-13-15,1-1-8 0,3 0-11 0,13-5 9 16,2 4-21-16,2-4-7 0,0 3-4 0,5-3-6 15,1 4-10-15,0-1-3 0,0-3-2 16,-1 3-3-16,-2 1-6 0,-2-1-2 16,-2 0 1-16,-2-1 1 0,-7 4-4 0,-1-3-8 15,-1 3 4-15,-6-1-2 0,3-1-1 0,-3 1-9 16,1 1 0-16,-2 0 18 0,-1-2-10 0,0 2-2 16,-3 0-28-16,0 0-32 0,0 0-33 15,0 0-20-15,8 0-30 0,-8 0-50 0,0 0 18 16,5 0-75-16,-5 0-51 0,0 0-46 0,0 0 29 15,13-12-159-15,-13 8-103 0,0 0 47 16,-3 0 22-16,2-1 40 0,-1 0 13 0,-6-10 26 16,-1-1 55-16,-1 5 21 0,0-3 41 15,-1 1-21-15</inkml:trace>
  <inkml:trace contextRef="#ctx0" brushRef="#br0" timeOffset="30080.17">21408 3866 549 0,'-8'-16'394'0,"5"3"-56"0,2 2-22 0,-1 3-38 15,2 8 8-15,0-8-32 0,0 0-19 0,14-11-20 16,-5 12-24-16,-3-1-22 0,2 6-32 0,1-1-14 16,1 3-6-16,0 0-12 0,4 0-9 15,19 20 0-15,-15-10 7 0,-2 6-26 0,-4 0 10 16,-1 5-3-16,-5 0-11 0,-3 5-14 0,-3-12 2 15,0 7 12-15,-16 28-8 0,6-21-11 16,-3-1 4-16,-1-2-5 0,0 2 14 0,-6-2-5 16,4-2 11-16,2-1 4 0,0-2 1 15,-2-2-5-15,4-1-5 0,-2-5 13 0,6 1 22 16,-1-2 2-16,4-3-4 0,0-4 8 16,5-1-14-16,0-3-5 0,0 0-14 0,9-2-4 15,-3 1-18-15,14-1-5 0,-1-3-8 0,3 3 11 16,6-4-16-16,1 5 4 0,2-5-14 0,-1 4 8 15,1-2-11-15,1-1 0 0,-4-1-1 16,-1 4-7-16,0 0-5 0,-4-1 18 0,3 3-12 16,-5-4-10-16,-4 4 0 0,-6 0 1 0,-2-3 2 15,0 3-4-15,-2 0 7 0,-1 0-5 16,-1-2 3-16,-4 2-14 0,3-1 4 0,0 1-16 16,0 0-15-16,-2-1-41 0,-2 0-37 0,0 1-30 15,0 0 12-15,0 0-106 0,-6-3-46 0,4 0-45 16,-4 3 30-16,-9-4-239 0,-3-2 51 15,-5 4 37-15,0-5-42 0,-4 3 33 0,-1-6 33 16,0 5 26-16,0 0 34 0,-5 3 24 0,-6-4 16 16,1 5 6-16</inkml:trace>
  <inkml:trace contextRef="#ctx0" brushRef="#br0" timeOffset="57745">9841 6505 638 0,'0'0'178'0,"-15"0"-22"15,15 0 2-15,-24-9-11 0,20 9-24 0,1-1-19 16,1-1-3-16,-2 2-27 0,3-5 4 16,-3 3-37-16,3 0 24 0,-1 1-11 0,0-1-21 15,0 1-23-15,-1-1 19 0,2 2-7 0,-1-2-10 16,1 2 9-16,-2-1-4 0,1 1-4 16,1 0 19-16,-2-3-23 0,3 2 5 0,0 1-14 15,0 0 15-15,0 0-8 0,0 0 8 16,0 0 9-16,0 0-1 0,0 0-2 0,0 0-2 15,0 0 3-15,0 0 14 0,0 0-14 0,0 0 3 16,0 0 4-16,0 0 0 0,0 0-20 16,0 0 14-16,0 0-8 0,0 0 12 0,-13-6 4 15,12 5-1-15,1-1-4 0,0 1 6 0,0 0 2 16,0 0 0-16,0-1-6 0,-3-1-4 16,3 3 2-16,0 0 3 0,0 0-5 15,0-1-7-15,-1-2 1 0,1 0-8 0,-1 3-4 16,2-1 11-16,-2 1-8 0,1-1 6 0,0 1-15 15,0 0 3-15,0 0-8 0,1 0-8 0,-1-3-11 16,-1 3-3-16,1 0-18 0,0 0 2 16,-1 0-14-16,1-2-22 0,0 1-9 0,-3 2 7 15,3-2-81-15,0 0-60 0,-3 0-153 0,3 1 17 16,-2-3 20-16,2-1 13 0,0 2 9 16</inkml:trace>
  <inkml:trace contextRef="#ctx0" brushRef="#br0" timeOffset="60961.94">3611 6319 262 0,'-14'-16'347'0,"14"16"-55"16,-23-32-18-16,22 27-36 0,-2 0-15 0,2-2-14 16,-2 2-14-16,1 2-6 0,2 0-16 15,-2-1-29-15,1 1-21 0,0-1-2 0,1 1-27 16,-2 3-12-16,2-1 10 0,2 1-34 16,-2 1 14-16,1 2-11 0,2 1-5 0,-1 0 9 15,-1 2-7-15,5 9-1 0,0 2 13 0,0 8-7 16,-3-2-2-16,-1 8-16 0,-2-14 13 15,0 8-7-15,0 4-6 0,0 3-1 0,0 2-16 16,0 0 19-16,0-1-14 0,-16 36-3 16,15-34-6-16,-2-6 8 0,-1 4-5 0,0-6 6 15,2-2-6-15,-3-4-5 0,2-4-2 0,2-5 33 16,1-3 44-16,-3-3-4 0,2-4-2 16,-3 1-4-16,3-6-10 0,1 3-6 0,-12-15-12 15,5-4-4-15,-2-4-6 0,5-7 3 16,3-1-25-16,1-6 8 0,0 13 6 0,0-11-2 15,21-51-23-15,-5 36 1 0,2-1 0 0,3 2-4 16,0 5-11-16,3 1 15 0,3 4-7 0,1 4-7 16,2 3 9-16,3 8-8 0,-3 2 12 15,4 5-22-15,-6 5 7 0,0 5-17 0,-1 5-2 16,-4 0-6-16,-16 2-3 0,13 22 1 16,-13-4-16-16,-7-9-8 0,0 8 5 0,-20 22-14 15,3-15 6-15,-2 0 9 0,-3 1 6 0,-3-1 2 16,-1 0 9-16,4-4 15 0,-2-1 2 0,1-2 2 15,3-3-7-15,4 3-4 0,-3-2 4 16,2 0 0-16,2 0-2 0,5 0 5 0,2-2 2 16,2 4 27-16,5-8 4 0,1-9 12 15,0 14 2-15,16 13 5 0,-4-9 17 0,3-2-9 16,9-2-2-16,-3 0-3 0,8-2 4 16,1-1-10-16,4 1-1 0,8-2-1 0,-2-2-13 15,7 2-50-15,-3-1 4 0,0-2-127 0,-3-4-70 16,-1 2-81-16,-3-2 29 0,-1-2 25 15,-21-1 22-15,9 0-273 0,29-12 48 0,-29 4 46 16,-1 0 24-16,-2-2 39 0,-5-2-4 16,0 1 2-16,-3 1 47 0,-2-2-9 15</inkml:trace>
  <inkml:trace contextRef="#ctx0" brushRef="#br0" timeOffset="61550.36">4401 6609 556 0,'-14'-2'398'0,"2"-1"-70"16,2 2-14-16,2-2-40 0,2 3-35 0,0-2-27 15,6 2-26-15,0 0-19 0,0 0-20 16,0 0-16-16,-12-3 40 0,16-2-20 0,15-5-45 16,2 1-24-16,3-1-17 0,-1-4-40 0,4 1-10 15,0-1-36-15,-2-1-12 0,-2-2-7 16,-1 3 0-16,-4-6 5 0,-3 5 12 0,-2 3-4 16,-7-4 12-16,0 8-6 0,-6 1 14 0,0 7 11 15,0 0 16-15,-17-4 23 0,-1 8-3 16,-5 4 30-16,2 4 20 0,-4 0-11 15,-1 6-6-15,3 1 47 0,-1 2 4 0,2 2-5 16,2 0 3-16,0 2-9 0,5 0 2 0,0 0-14 16,5 2-9-16,3-1 7 0,6 1-15 15,1-12-13-15,10 20-2 0,6-15-3 0,2-3 1 16,8-3-15-16,5-2-8 0,5-3-6 0,1-3 4 16,6-4-14-16,-24-2-6 0,12 0-9 15,2 0 2-15,40-15 3 0,-38 2-11 0,1 1-4 16,-5-5-1-16,0-3 7 0,-2-1-2 15,-4-3 5-15,-2-1-1 0,-1-1-4 0,-4-4 3 16,0 5 12-16,-4 1 31 0,0 3 11 0,-3-3 10 16,-1 7-7-16,-1 0 2 0,-1 2-4 0,-1 4-3 15,-2 3-14-15,0 1-4 0,-3 0-11 16,-1 6 6-16,1-1-10 0,-2 2 5 0,0 0 6 16,-2 10-16-16,0 7 20 0,-4 2-12 15,1 5 9-15,1 3 11 0,-2 4 5 0,3-2 6 16,0 3-19-16,-1 2 15 0,0 2-13 0,2 0 0 15,-2 3-7-15,0 1-15 0,2 1 9 0,-6 4-3 16,4-4-11-16,-1 4 2 0,3-2-31 16,-4 0-34-16,0-2-52 0,0 0-67 0,2-4 15 15,-2-2-111-15,-2 0-56 0,1-5-49 16,0-3 30-16,-3-2 30 0,-1-5 28 0,9-9 28 16,-5-9 22-16,2 1 22 0,5-3 17 0,0 0 19 15,-14-21 13-15,10 1-317 0,4-10 49 16,0 14 23-16,0-10 37 0,11-42 24 0,-1 21-28 15,-1-8 10-15,2-2 45 0</inkml:trace>
  <inkml:trace contextRef="#ctx0" brushRef="#br0" timeOffset="61766.83">5018 6630 679 0,'11'-35'440'0,"-4"1"-6"0,2 8-54 0,0-4-36 16,1 5-38-16,3 2-22 0,3 5-17 16,3 0-37-16,-1 8-13 0,5 5-15 0,1 4-24 15,-11 1-10-15,8 0-14 0,24 20-22 0,-24-5-13 16,0 2 7-16,-3 1-16 0,-4 2-15 15,-5 6 0-15,-9-12-5 0,0 6-16 0,-15 25-1 16,-2-19-10-16,-3 1-3 0,-6 1-4 16,1-2-21-16,-7 2-41 0,-5-2-57 0,3-1 4 15,0-1-121-15,1-3-47 0,0-6-41 0,4 0 26 16,5-7-289-16,0-3 18 0,14-5 54 16,-14-13 34-16,18-2-2 0,5-8 28 0,1 10 25 15,15-27 19-15,-2 15 9 0</inkml:trace>
  <inkml:trace contextRef="#ctx0" brushRef="#br0" timeOffset="62042.54">5323 6517 592 0,'28'-5'369'0,"-13"5"-18"0,8 0-48 0,3 0-29 15,0 0-34-15,26 8-18 0,-31-1-38 16,0 0-10-16,-6 3-29 0,0 0 8 0,-4 1-14 16,-2 2-32-16,-4-3-9 0,-4 1-12 15,-1-1-22-15,0-10 0 0,0 8 3 0,0-1 14 16,0 1-19-16,-15 12-8 0,8-10 1 0,3-2-6 15,1-4 28-15,-1-1 24 0,0-5-10 0,0-2-13 16,3 0-29-16,0-3 8 0,2-13-3 16,-1 9-18-16,10-23 20 0,0 9-10 0,1 4-15 15,4 0-17-15,0 2-16 0,2-2 0 16,4 4-43-16,-1 0-38 0,-2 3-54 0,0 1-35 16,5-1-63-16,0 4 22 0,-2 2-279 0,-3 3 38 15,-5 1 30-15,-2 4 32 0,-1 0 24 0,-2 0 24 16,12 17 22-16,-8-7 7 0,0 4-1 15</inkml:trace>
  <inkml:trace contextRef="#ctx0" brushRef="#br0" timeOffset="63470.39">5926 6629 389 0,'0'5'385'16,"0"-1"-37"-16,0 1-29 0,1-3-26 16,0 1-36-16,1-1-6 0,3 0-38 0,1-4-17 15,13-2-22-15,1-2-23 0,3-4-11 0,1-1-23 16,-1-4-11-16,4 3-28 0,-4-7 20 15,1 0-40-15,0-3-9 0,-3 2-7 0,-2-2 7 16,-2 3-28-16,-1 1 6 0,0 2-10 16,-5-1-4-16,-2 2 12 0,-3 4 0 0,-4 1 10 15,-2 4-21-15,0 6 7 0,0 0 22 0,-10-6 3 16,2 9-4-16,-8 6 21 0,-1 1 18 16,-4 2 10-16,5 3 20 0,-5 3 1 0,3-3 11 15,0 5-6-15,2-1-4 0,-2 1-9 0,3-4-6 16,2 6-11-16,-1-4-17 0,2 5-1 15,2-1-1-15,2 0-9 0,3-3-9 0,5-9-2 16,0 3-4-16,0 1-15 0,22 9-31 0,-6-15-28 16,4-3-28-16,4-3-24 0,-14-2 8 15,11 0-58-15,28-12 8 0,-23 0 3 0,0-1 1 16,0-3 7-16,3-2-3 0,-4-3 6 16,2 2 26-16,-2-2 12 0,-2 1 10 0,-2 5 17 15,-2-1 21-15,1 3 45 0,-5 0-14 0,-4 5 9 16,-1 5-5-16,-10 3-2 0,0 0 34 0,11 11 20 15,-10-4-10-15,2 0 14 0,0 12-2 16,0 1 5-16,3 1-2 0,1-2-4 0,-1 3-9 16,0-1-1-16,5 1-6 0,1-1-3 0,-3-2-7 15,3 2 1-15,-1-4-4 0,-4 0-1 16,-3-3 3-16,-4-8-17 0,0 5 12 0,-17 15-7 16,0-15-3-16,-4 0-1 0,-6-3-17 15,-1 0-8-15,-2-3-8 0,1-1 2 0,1-4-22 16,14 0-27-16,-3 0 6 0,-2 0-42 15,-16-15-30-15,24 8-11 0,7-3-10 0,3 0 2 16,1 5-2-16,15-16-8 0,3 8-23 0,0-2 19 16,4 2-20-16,1-2 35 0,3 1 5 0,-1 1 17 15,5-3 3-15,0 1 4 0,6 1 15 16,-3-1 49-16,-1 1 41 0,1-3 16 0,-2 1 22 16,-1-1 36-16,0-1 35 0,-3-1 25 15,-3 3-14-15,-4 0 46 0,0 2 13 0,-2-3-2 16,-3 4 2-16,-4 7-14 0,-2-6-13 0,-6 9-23 15,-3 3-9-15,0 0 2 0,-13-1 7 16,-1 8-7-16,-4 4 6 0,0 1-13 0,-2 4-4 16,2-1-9-16,5 3-11 0,-1 1-12 15,1 3-9-15,3 0 2 0,0 4-1 0,2 0-22 16,6-2 6-16,2-11-7 0,0 4 8 0,15 23-10 16,-1-19-10-16,4-5 6 0,5-2-10 0,0-4-1 15,2 0-2-15,5-6-1 0,3-3-8 16,4-1-2-16,-20 0-3 0,8 0-18 15,29-12 1-15,-22 4-4 0,1-2-7 0,-6-3 3 16,-1-2-5-16,0 0 2 0,-2-4 4 0,0 2-8 16,-5 1 11-16,3 0 8 0,-6-2-8 0,1-2 10 15,-2 5 10-15,-5 1 16 0,1-1 7 0,-2 4 8 16,-2-2-5-16,-3 3 0 0,0 3 7 16,-3 0-2-16,3 0 4 0,-1 2 16 0,-1 0-13 15,1 2 8-15,-1-2-2 0,-2 4-21 16,3-2 5-16,-2 0-6 0,-1 1 3 0,1-1-9 15,1 1 3-15,-2 0 8 0,0 2-11 0,0 0-11 16,0 0 5-16,0 0-2 0,0 0-9 16,0 0 14-16,0 0 2 0,0 0-2 0,0 0-5 15,0 0-20-15,5-8 11 0,-5 10-8 0,0 1 10 16,-1 1-6-16,-2 3 10 0,-1 9 5 16,-2 1-13-16,1 2 13 0,-2 3-18 0,1 0 5 15,1-1 0-15,-2 1 1 0,4-2 8 0,1 2-7 16,2-12-1-16,0 5 8 0,0 3-7 15,17 16 2-15,-7-20-3 0,4 1 14 0,3-6-11 16,3-1-23-16,2-5-14 0,1-2 0 0,-10-1-24 16,5 0-3-16,28-11-19 0,-22 3 1 15,-3-2-12-15,3-3-17 0,-3-3-4 0,-3-2-19 16,-1 3 6-16,2-2 23 0,-3 0 11 0,0 2 14 16,-2 1 37-16,-1 5 24 0,-2-1 1 15,-7 2 2-15,1 3-12 0,-2 1 15 0,2 3-3 16,-5 1 13-16,-1 4 4 0,-3 0 10 0,3 0 0 15,-2 1-9-15,-3 11-1 0,-1 0 9 16,3 1-1-16,2-1-15 0,2-3 9 0,0-13-5 16,0 14 12-16,11 15-10 0,-3-17 8 15,2-2 4-15,1 0 1 0,5-3-16 0,2-2 5 16,2-3-6-16,-11-2 1 0,9 0-3 0,22-9-3 16,-17-1 0-16,2 0 6 0,-4-2-1 15,1-5 4-15,-1-2-2 0,0-5-10 0,3 0 17 16,0-7 4-16,-1-4-1 0,-2-3 9 0,-2-3 5 15,-2-4 14-15,-4 0 1 0,-4 0 11 16,-1 0 18-16,0 4-1 0,-7 5 15 0,2 0 13 16,-2 2-9-16,-1 19 24 0,0-6-2 0,0-1-18 15,0 2-30-15,0 6 0 0,-11-6 5 0,4 21-19 16,1 6 5-16,-3 7-15 0,1 8-10 16,2 5-1-16,3 3 3 0,3 3-2 15,0-13-2-15,0 13-78 0,0 6-61 0,13 52-73 16,-9-40 17-16,-1 3-218 0,-3-4 32 0,3-3 33 15,6-4 28-15,1-3-325 0,-2-5 62 16,1-6 42-16,1-5 40 0,-1 0 30 16,0-6 34-16,1-2 27 0,-1-7 30 0,-9-9 18 0,0 0 20 15,0 6 0-15</inkml:trace>
  <inkml:trace contextRef="#ctx0" brushRef="#br0" timeOffset="63649.95">8238 6803 391 0,'-1'-22'430'0,"1"0"17"0,0 10-38 15,0-3-28-15,0-4-47 0,0 0-24 0,0 2-44 16,13-20-26-16,-2 18-36 0,6 1-28 0,2 2-18 15,7-1-8-15,4 1-25 0,5 3-18 16,2 0-2-16,4 2-26 0,-1 3-17 0,-2 1-26 16,-1 0-4-16,-4 2-66 0,-5 1-50 15,3 4-20-15,-5-3-17 0,-5 1-26 0,-16 2-23 16,4 0 14-16,-2 0-171 0,-7 0-139 16,0 0 24-16,0 0 41 0,13 7 15 0,-15-9 24 15,1-4-4-15,0 1 7 0</inkml:trace>
  <inkml:trace contextRef="#ctx0" brushRef="#br0" timeOffset="64622.94">9473 6546 317 0,'0'-12'257'0,"21"-12"-46"0,-20 16-37 0,1 0-27 0,1 2 4 15,0 1-34-15,-2 0-6 0,0-2 6 0,0 4-10 16,-1-1-13-16,2 0-2 0,-2-2 8 15,0 5-9-15,0 0-3 0,2-2-3 0,-2 0 0 16,0 2 25-16,0 1-18 0,2-3 6 16,-2 1 5-16,1 1-4 0,-1 0-10 0,0 0-5 15,0 1-10-15,0 0 8 0,0 0-4 0,0 0-15 16,0 0-3-16,0 0 12 0,0 0 19 16,0 0-34-16,0 0 2 0,0 0-6 0,0 0-8 15,2-9 4-15,-2 9-19 0,0 5-5 0,3-1 33 16,-2 1-3-16,3 12-19 0,0 2 2 15,0 3-2-15,1 2-5 0,-3 3-1 0,2 2-4 0,-1 3-2 16,-3 0-49-16,0 1-28 0,0-1-40 16,0-1-47-16,2 0 15 0,-2-5-184 15,0 1-155-15,0-16 34 0,0 3 29 0,0 0 27 16,0-3 25-16,0-5 38 0,0-6 15 16,9 12 9-16</inkml:trace>
  <inkml:trace contextRef="#ctx0" brushRef="#br0" timeOffset="64861.02">9664 6110 1050 0,'-7'-14'370'0,"0"-3"-48"0,3 5-43 0,-1 2-33 15,1 3-30-15,0 2-25 0,-1 1-13 16,4 1-61-16,-4 0-62 0,0 3-44 0,1 0-37 16,4 0-55-16,0 0 8 0,-8 11-145 0,4-7 19 15,3 2-246-15,3 1 27 0,1-2 64 0,5 9 53 16,1 0-17-16</inkml:trace>
  <inkml:trace contextRef="#ctx0" brushRef="#br0" timeOffset="65537.36">9908 6349 759 0,'0'0'363'0,"0"-1"-30"0,-1-1-25 15,1 0-20-15,0 1-30 0,0-4-30 0,0 3 10 16,-2 2-24-16,2-2-25 0,0-2-30 0,-1 3-25 15,1 0 11-15,0-1-23 0,0 2-4 0,0 0-33 16,0 0-7-16,1 2-1 0,1-2-12 16,-2 5 0-16,1 0-20 0,0 12 12 0,2 0-5 15,1 6-2-15,-1 2 0 0,-1 0 12 0,3 1-7 16,-5 1-9-16,5-3 18 0,-1 3-18 16,0-1-1-16,-1-3 1 0,1 0-18 0,-1 0-7 15,3-5 8-15,-1-1-3 0,0-2-12 0,2-1 4 16,-2-6-2-16,-1-2 7 0,5-3-27 0,1-1-8 15,-10-2-34-15,15 0 4 0,20-16-26 16,-19 4-5-16,5-5-26 0,-1 2 0 0,1-2 14 16,0 1 9-16,-5 0 23 0,3 1 23 15,0-1 22-15,-2 2 16 0,-2 2-16 0,-3 1 12 16,-3 6-15-16,-1 5 22 0,-8 0-1 16,0 0 10-16,7 0-1 0,15 20-2 0,-12-7-3 15,4 5-4-15,5-3-2 0,0 2 0 0,3-1 11 16,-4 0-10-16,4-3-2 0,-3-1 0 15,3-1 0-15,-2-4-1 0,-1 1-3 0,0-6 7 16,-8-2-10-16,4 0 5 0,2 0 7 0,20-14 1 16,-22 2-2-16,4-4-2 0,-2 0 0 15,1-3 8-15,-4-5 0 0,1-4 8 0,1-6-8 16,0-2-2-16,0-4-1 0,3-3 10 0,-5-1 2 16,-2 2 32-16,1 0 15 0,-6 2 30 15,-1 4 5-15,4 1 9 0,-7 5 1 0,1-1 6 16,-2 6-12-16,1 3-19 0,-2 6-14 0,-1 16 1 15,0-6-23-15,-13-3 0 0,7 12-3 16,-9 11 3-16,4 6-19 0,0 6 0 0,3-1-1 16,2 8 0-16,1 10 3 0,3 1-19 15,2-21-16-15,0 14-51 0,0 5-76 0,16 52 14 16,-11-48-177-16,-3 2-83 0,2-7 34 0,1-4-264 16,-1-3 47-16,0-4 51 0,-1-4 35 0,-1-3 59 15,-2-13 11-15,0-2 30 0,0 0 24 0,0-8 21 16,9 6 44-16,-9-12-27 0</inkml:trace>
  <inkml:trace contextRef="#ctx0" brushRef="#br0" timeOffset="65701">10798 6520 267 0,'-7'-25'525'15,"7"5"-70"-15,-5-1-52 0,4 6-49 16,1 6-50-16,0-3-34 0,19-20-62 0,0 17-18 16,7 6-20-16,3-4-61 0,8 5-25 15,6-3-28-15,4 2-53 0,1 3-19 0,1-2-35 16,-1 4-40-16,-1 0-28 0,-2 1 11 0,-4-1-120 15,-5-1-135-15,0-2 27 0,-6 1 24 16,-1 0-57-16,-4 1 28 0,-5 0 13 0,0 0 28 16</inkml:trace>
  <inkml:trace contextRef="#ctx0" brushRef="#br0" timeOffset="66475.35">12114 6140 461 0,'0'-21'441'0,"13"-19"-63"0,-13 29-29 16,0 11-46-16,0-8-38 0,0 1-22 0,0 7-36 15,0-8-22-15,0 8-12 0,-5-4 27 0,4 11-1 16,-2 10-9-16,0 5-13 0,2 2 9 16,-2 5-23-16,-1 2-14 0,2 1-8 0,1 2-16 15,1-16-8-15,0 9-7 0,0 6-22 16,0 4-1-16,13 39-19 0,-9-35-38 0,2-1-67 15,1 1 3-15,3-2-140 0,-7 0-49 0,3 0 22 16,-6-3-177-16,1-4-136 0,-1-15 51 0,0 2 8 16,0 3 47-16,-10 10 43 0,6-25 7 15,1-4 23-15,1-3 17 0,1-1 20 0</inkml:trace>
  <inkml:trace contextRef="#ctx0" brushRef="#br0" timeOffset="66741.08">12136 6561 623 0,'0'-8'479'0,"0"-1"-85"16,1 2-53-16,7-5-45 0,1 2-35 0,5 5-39 16,8 1-26-16,-12 4-23 0,8 0-17 0,3 0-21 15,28 19-27-15,-23-10-9 0,1 3 8 16,1 3 2-16,-2 1-29 0,-2-1-6 0,-1 0-7 16,-7 2-7-16,0 0-7 0,-2 1-5 15,-9 1-1-15,-5-4 0 0,0-8 3 0,-19 16-21 16,-1-8 3-16,-1-3 2 0,-5-2-12 0,-3 1-2 15,-2 1-2-15,-2-2-2 0,-1-1-62 0,2 1-33 16,1-2-31-16,1-1-31 0,1 1-60 16,3 0 17-16,1-5-115 0,11 1-135 0,1-2-12 15,13-2 32-15,0 0 26 0,-1-10 37 16,13 2 24-16,2-6-20 0,9-2 9 0</inkml:trace>
  <inkml:trace contextRef="#ctx0" brushRef="#br0" timeOffset="66926.53">12680 6460 517 0,'20'-8'466'0,"-6"1"-107"16,-3 2-48-16,-3 7-9 0,-8-2-37 0,7 10 10 15,-7-3-28-15,2 12-39 0,-1 3-17 0,3 3-15 16,-3 3-14-16,2 2-53 0,-3 1-10 16,4 3-148-16,-3-4-79 0,3 1 11 0,-2 0 11 15,0-3 11-15,-1-2-362 0,-1-5 59 16,0-16 28-16,0 3 24 0,0-1 6 0,0-7 26 15,0 7-10-15,1-3 29 0</inkml:trace>
  <inkml:trace contextRef="#ctx0" brushRef="#br0" timeOffset="67064.64">12747 6246 360 0,'-7'-32'417'0,"3"6"-92"15,-4-2-76-15,3 7-63 0,-2 5-77 0,1 6-34 16,0 6-43-16,2 5-51 0,4 2 1 0,4 4-116 15,2 8-210-15,7 3 6 0,2 0 9 16,4-1-5-16</inkml:trace>
  <inkml:trace contextRef="#ctx0" brushRef="#br0" timeOffset="67662.22">13137 6618 296 0,'1'-4'245'0,"2"1"-47"0,-3-1-25 0,5 1-9 16,-3 1-31-16,1-2-16 0,1 1 2 0,-2 0-25 16,0 1-7-16,1 0-21 0,-1-1-5 15,0 2-1-15,1-1-19 0,-1-2 20 0,0 4 18 16,1-1-9-16,-1-1 1 0,0 0-3 15,0-1 15-15,0 2-7 0,-1-3-11 0,2 2 11 16,0 0-3-16,-2-4 7 0,3 2-10 0,-2 0-18 16,0 0 13-16,0-3-12 0,1 3 3 0,0-3 1 15,1-6 3-15,0 1 0 0,-1 2 3 16,-2 1-11-16,1-8 8 0,-2 6 6 0,2-2-6 16,-2 13-9-16,0-10-13 0,0 3 2 15,0 0 12-15,-12-15-13 0,2 12-2 0,0-3-5 16,0 5-16-16,1 0 7 0,0 6-16 0,0-1 4 15,0-1 2-15,0 3 24 0,1 1-18 0,8 0-6 16,-7 0-5-16,-14 10-3 0,11 2-16 16,0 0 9-16,3 4-1 0,4 2-11 0,3-6 9 15,0 8 25-15,0 2-11 0,19 28 7 16,-12-20-20-16,2 5 5 0,1 2-7 0,1 2 14 16,0 2-11-16,1 2-18 0,-3-1 37 0,0 2 5 15,-1 0 6-15,1 2-3 0,-2-5-2 16,1 3 15-16,-6-2-2 0,1-1 59 0,-3-20 9 15,0 8 22-15,-20 36 4 0,5-33 12 0,-7-2-21 16,-6-1-7-16,-6-4-7 0,-3-2-17 16,-5-3-3-16,-7-3-7 0,0-5-5 0,-2-1-6 15,0-3-27-15,4-3-31 0,5-1-32 16,4-4 2-16,21 0-179 0,-27-14-78 0,23-3 26 0,14-5-300 16,7 8 29-16,15-30 39 0,2 11 35 15,13-5 40-15,2-5 31 0,8-3 49 0,8 3-3 16,3-4 19-16,6 4 10 0</inkml:trace>
  <inkml:trace contextRef="#ctx0" brushRef="#br0" timeOffset="68037.48">13693 6582 915 0,'-8'0'401'16,"2"2"3"-16,1-2-26 0,4-1-50 15,-3 0-32-15,1-1-49 0,3 0-27 0,4 2-27 16,0-5-52-16,14 1-14 0,4-4-134 16,4 1-83-16,0-2-93 0,2 3 17 0,4-4-287 15,2 2 21-15,0-1 30 0,3-3 26 0,-4 0 38 16,0 2 14-16,-2-1 16 0</inkml:trace>
  <inkml:trace contextRef="#ctx0" brushRef="#br0" timeOffset="68367">14272 6364 689 0,'-6'-2'375'0,"-2"2"-14"0,-10 2-35 15,0 1-34-15,-5 2-36 0,-1 1 9 16,3 1-11-16,-3 3-45 0,3 3-25 0,1 0-7 15,5 4-6-15,2 4-23 0,3 0-18 0,4 5-6 16,3 5-8-16,3-15-27 0,13 26-1 16,3-18 1-16,2 1-13 0,0-2-3 0,6-5-15 15,1-1 1-15,4-4-1 0,-1-1-20 16,-1-5 2-16,4-1 1 0,-6-4-15 0,-12-2 5 16,3 0 4-16,17-20-6 0,-19 5-13 15,-6-6-7-15,-3 2-12 0,-5-4 11 0,0 12-16 16,-12-26 8-16,2 12-1 0,-3 1 8 0,0 5-13 15,-5-4-11-15,-1 4 2 0,0 2-87 16,-3 1-42-16,3-2-37 0,-1 4-28 16,-1-1-25-16,7 3 21 0,3-3-227 0,6 6-10 15,5 1 32-15,0-1 31 0,14-10 25 0,-3 6-14 16,4-1 7-16,2-1 10 0,3 1-4 16</inkml:trace>
  <inkml:trace contextRef="#ctx0" brushRef="#br0" timeOffset="68772.92">14596 6030 551 0,'8'-6'517'0,"-1"3"-85"0,-2-2-67 16,-1 3-50-16,-3 2-17 0,2 3-18 0,-3 2 11 15,0 3-6-15,-3 15-13 0,3-9-23 16,0 6-23-16,0 6-16 0,-9 33-18 0,9-40-19 16,0 7-18-16,0 6-13 0,12 40-12 0,-9-36-19 15,6 1-5-15,-1-3-10 0,-3-1-3 16,3-3-14-16,5-1-11 0,-6-4-4 0,2 0-12 15,0-3 3-15,0-3 8 0,-1-4-12 16,0-2-9-16,4-6-1 0,-1-1 1 0,4-6-4 16,-6 0-7-16,25-11 7 0,-11-2 1 15,5-1-24-15,-1-4-1 0,3 2 13 0,-1-1-17 0,-3 4 2 16,-3-3 9-16,-2 3-10 0,0 4 3 16,-3 0-1-16,-3 2-21 0,-2 1 1 0,-4 4-3 15,0 2 8-15,-9 0-2 0,0 0 13 0,0 0-1 16,11 15 10-16,-11-8 6 0,2 0-13 15,0 13-5-15,-1 2 1 0,3-3 4 0,0 5-2 16,2-5-5-16,3 0-4 0,0 3-13 0,5-2-24 16,-2 0-48-16,4-4-42 0,4-1 11 15,-1-3-126-15,2-3-65 0,1 0 27 0,1-5-237 16,-10-4-55-16,4 0 50 0,24-17 38 0,-17 5 35 16,-2-3 38-16,2-2 27 0,1-3 24 15,5-3 26-15,0-4 29 0,9 0 9 0</inkml:trace>
  <inkml:trace contextRef="#ctx0" brushRef="#br0" timeOffset="69730.17">15950 6405 654 0,'3'-5'341'0,"-3"1"-66"0,0 1-20 15,0 0-18-15,0 3-12 0,0 2 4 0,3 1-21 16,-3 2 0-16,4 14-25 0,-2 0 22 16,3 4-27-16,0 2-9 0,-1 3-8 0,1-5-19 15,2 8-13-15,-1-4-6 0,2-3-15 16,-3 1-27-16,-1-2 15 0,-2 1-22 0,5-6 1 16,-5-3-10-16,-1-4 11 0,-1-1 0 0,3-3 14 15,1-2 17-15,-4-1 17 0,1-1-4 16,0-3-15-16,-1 0-4 0,0 0-21 0,11-19 1 15,-2 2-7-15,2-7-13 0,3 4-9 16,1-4 3-16,-1 3-10 0,2 0-12 0,-1 1-2 16,2 0 6-16,-2-1-6 0,-1 7-12 0,-4 0 6 15,0 5-9-15,-1 2 10 0,-3 3-18 16,0 1 6-16,-2 3 5 0,-4 0 8 0,0 0-6 16,22 15-15-16,-15-2 13 0,1 0-11 15,1 1 1-15,-3 3 5 0,2 3-11 0,1 0-22 16,0 1-26-16,-3-1-48 0,5-1-29 0,-1-2 11 15,4-1-81-15,-1-2-19 0,6-1-24 16,0-6-31-16,1-2-13 0,2-3 29 0,-10-2-48 16,4 0 28-16,27-19 19 0,-23 5 38 15,3-1 41-15,-3-4 15 0,3-1 66 0,-2 0 76 16,-1 1 44-16,-3 2 37 0,-1 0 62 0,0 0 26 16,0 3-18-16,-7 4-14 0,-3 2-12 15,-5 6-12-15,-1 2 2 0,0 0 17 16,-13-2-1-16,8 5-5 0,-9 5 6 0,5 1-10 15,-4 1-14-15,3 4-13 0,5-1 4 16,1 3-13-16,4-2-12 0,0-14 17 0,0 14-13 16,18 16-5-16,-4-18-5 0,1 0-2 0,4-3-18 15,2-1 9-15,-2-6-6 0,3 1-5 16,-1-3 8-16,-12 0-12 0,3 0 1 0,15-12-11 16,-15 3 3-16,-2-1-1 0,-5-4 8 0,-3 2-12 15,-2 3 6-15,0-5-18 0,-16-18 0 0,4 12 0 16,-1-1-25-16,-5 3-25 0,0 1-22 15,1 3 6-15,-1 2-86 0,-3-2-67 0,5 2-29 16,3 5 24-16,1-3-134 0,5 3-134 0,4 0 10 16,3 7 56-16,13-18 29 0,-2 4 29 15,7 0 21-15,3 1 24 0,2-2 33 0,-1 1-19 16</inkml:trace>
  <inkml:trace contextRef="#ctx0" brushRef="#br0" timeOffset="69943.85">17037 6137 370 0,'15'-21'472'0,"0"1"19"0,-3 3-31 0,-1 2-50 15,-1 4-35-15,-3-1-42 0,0 5-40 0,-2 2-27 16,-4 3-12-16,-1 2-8 0,0 0-17 0,0 0-8 16,4 16-22-16,-4 4-18 0,0-9-17 15,0 7-21-15,0 9-14 0,0 0-4 0,0 6-10 16,11 34-15-16,-1-26-3 0,1 2-23 16,0 2-29-16,2 0-45 0,1 0-73 0,2 2 8 15,2-2-146-15,-6-3-65 0,5-2 27 0,-5-1-325 16,-4-6 37-16,-1-2 52 0,-3-4 38 0,3-7 31 15,-3-5-1-15,-1-4 45 0,2-6 21 16,-4-2 57-16,-1-3 13 0,0-6 10 0</inkml:trace>
  <inkml:trace contextRef="#ctx0" brushRef="#br0" timeOffset="70100.38">17216 6498 489 0,'-10'-27'462'0,"1"5"-86"0,4 1-13 0,1-2-35 16,4 13-42-16,11-21-36 0,6 12-30 0,0 4-25 15,7-1-61-15,5 4-53 0,6-3-60 16,2 2-67-16,6 2-67 0,0 2 10 0,-4 1-221 16,-1 1-92-16,-2 0 40 0,-2 3 8 15,-2 3 30-15,-4-2 16 0,-9 3 7 0</inkml:trace>
  <inkml:trace contextRef="#ctx0" brushRef="#br0" timeOffset="70826.42">17758 6522 320 0,'0'0'290'0,"0"-1"-39"0,2 1-28 0,-2-1-21 16,2 1-14-16,-1-3-6 0,-1 1-31 15,0 1-12-15,1-1-8 0,1-4-13 0,-2 3-18 16,0 2 5-16,0-5-10 0,0 4-6 0,0-4-1 16,0 4-23-16,0-5 21 0,0 3-9 0,0 4-10 15,0 0-12-15,0-6 13 0,0 6-14 16,0-8-20-16,0 8 9 0,0-8 3 0,-14 0-11 16,9 5-17-16,-15 1 13 0,0 2-12 15,6 0-9-15,-3 0 16 0,-25 12-9 16,22-7-7-16,-3 2-1 0,6-1 11 0,0 2-9 15,3 0 14-15,7 2-24 0,0-3 6 0,7 2 16 16,0-9-14-16,0 0 12 0,27 15-20 16,-8-13-2-16,2 3-27 0,-1-3 0 0,-2 3 8 15,0-4-8-15,-9-1-6 0,5 0 18 0,-5 0-13 16,3 0 9-16,-2 0 2 0,-1 0-1 16,-3 0 23-16,-6 0 2 0,9 0 7 0,-9 0-2 15,5 0-1-15,-5 0 17 0,8 0-8 16,-8 0-9-16,10 9 20 0,1 1-10 0,-2 0 7 15,3 1-21-15,2-1 15 0,3-3 4 0,0 3-4 16,6-3-14-16,1-3 7 0,2 1 12 16,1-4-10-16,-13-1-14 0,4 0 0 0,5 0-5 15,24-15 7-15,-25 7 6 0,1-5-11 16,-2 0 2-16,-5-5-8 0,0-2 17 0,-4-2-9 16,1-1-4-16,-3-4 31 0,1-2-13 0,-4-3 11 15,-1-2 38-15,-3 0-6 0,1 0 2 16,-3 0-5-16,-1 18 66 0,0-9 14 0,0-2 11 15,0-1 13-15,0 1 0 0,0 5-2 0,0 2-26 16,0 2-8-16,-10-7-14 0,9 18-24 16,-2 2 0-16,2 5-13 0,-3 3-4 0,0-1-2 15,-2 13-13-15,2 2 4 0,0 5-11 0,2 4-4 16,-1 4 1-16,3-14-1 0,0 8-2 0,18 40-7 16,-4-21-2-16,3-2-26 0,-2 3-42 15,-1 1-50-15,5-1 10 0,-6-2-166 0,1-1-66 16,-2-6 28-16,-6-1-236 0,-1-2 48 15,-1-2 39-15,-4-19-24 0,0 2 34 0,-17 13-25 16,11-23 29-16,-2 1 25 0,-2-5 25 0,2-2 35 16,-4-5 25-16</inkml:trace>
  <inkml:trace contextRef="#ctx0" brushRef="#br0" timeOffset="71102.28">18141 6513 376 0,'-6'-23'425'0,"4"3"-34"15,-2-1-45-15,1 3-20 0,3 8-50 0,0-2-32 16,15-19-32-16,-1 15-24 0,5 0-23 0,5 3 7 15,5 1-18-15,6-2-47 0,-1 4-7 16,1 0-25-16,2 1 13 0,-3 0-9 0,3 1-4 16,-5 1-26-16,0 2-4 0,0 2-6 15,-1 0 6-15,-8 3 3 0,-4 0-4 0,-9 0 30 16,3 0 10-16,17 16 21 0,-18-6-1 0,-3 5 4 16,-4-2 1-16,-1 2-14 0,0 4-13 0,-3 0 0 15,-1 9-10-15,0-12-4 0,0 6-10 16,0 7-5-16,0 0-63 0,0 2 0 15,0 0-119-15,0 2-72 0,0-6-52 0,0 2 26 16,0-6-226-16,-15 18 37 0,7-27 32 0,2-6 30 16,1-5 28-16,2-2-69 0,2-3 31 15,0 0 4-15,1-6 36 0,0-1 16 0,2-12 2 16</inkml:trace>
  <inkml:trace contextRef="#ctx0" brushRef="#br0" timeOffset="71250.6">18708 6310 685 0,'0'-32'424'0,"0"17"-43"0,0-9-63 0,0 0-33 15,0 0-36-15,0 4-30 0,0-2-36 0,0 6-75 16,0 4-46-16,0 4-21 0,0 8-23 16,0 0-40-16,2-2-32 0,13 11-17 0,2 4-37 15,5 0 8-15,0 2-85 0,1 0-137 16,2 0-64-16,-2 4 44 0,-2-2 5 0,3-5 13 16,-2 0-36-16</inkml:trace>
  <inkml:trace contextRef="#ctx0" brushRef="#br0" timeOffset="71744.03">19104 6343 406 0,'0'2'309'0,"-1"2"-19"0,-1 0-14 16,-6 8 3-16,-3 2 33 0,-2-3-40 0,-3 4-15 15,-6 0-7-15,3 2-15 0,0-2-20 16,-3-2-27-16,3 2-31 0,-3-1-7 16,4 4-24-16,4-2-17 0,4 0-2 0,0 1-5 15,3-7-6-15,2 1-9 0,5-4 1 0,0-7-16 16,0 0-11-16,12 11-10 0,-3-9-1 15,-3-4 0-15,12-3-8 0,1-6-11 0,0 0-17 16,-1-3 3-16,0-4-6 0,2-3-5 0,-1-1 10 16,1 2-13-16,-5-1 7 0,5 3 1 15,-6-2-25-15,2 2 20 0,-3 3-2 0,-2 1 4 16,1 2 5-16,-5 5-9 0,0 2-6 16,-2 0 5-16,-1 0-14 0,0 3 6 0,-2-3 8 15,1 2-8-15,1 0 7 0,-2 2-7 16,0 1 2-16,-2 0 5 0,0 0-10 0,9 0 6 15,9 17 2-15,-10-10 3 0,0 7-5 16,-1 2 4-16,-1 0 5 0,1 1-15 0,-1 0 8 16,-4-3 12-16,2-3-7 0,-1-3-8 0,-1 0-2 15,2-1 38-15,-1-2 6 0,3 0 7 16,7 2 2-16,5-6-1 0,-8-1 10 0,8 0 9 16,31-16-7-16,-22 8 7 0,5-2-6 15,-1-3 7-15,-1 3 0 0,-1-3 12 0,-2 2-8 16,-3 1-1-16,0 2-2 0,-3 2-5 0,-2-1-22 15,-4 3-3-15,-1 4-25 0,-14 0-38 0,8 0-58 16,13 18 7-16,-13-3-193 0,0 2 23 16,-1 2-345-16,-3 1 29 0,-1 1 46 0,9 3 18 15,-2 0 35-15,3 1 57 0,0-2 29 0,-2-3 15 16,2 5 32-16,-2-1 19 0,1-2 7 16</inkml:trace>
  <inkml:trace contextRef="#ctx0" brushRef="#br0" timeOffset="71862.19">19862 6786 436 0,'3'7'620'16,"-3"-3"-45"-16,-2-2-39 0,2-1-72 0,-5-1-56 15,4-1-61-15,-3 0-34 0,2-2-78 0,-3 1-92 16,1 0-15-16,-10-8-293 0,3 0 17 16,-1 0 12-16,-2-2-393 0,5-3 37 0,-2-1 34 15,0-3 34-15,5-2 24 0,-2-5 26 0,5-5 14 16,3 17 0-16</inkml:trace>
  <inkml:trace contextRef="#ctx0" brushRef="#br0" timeOffset="76457.86">1553 8205 229 0,'17'-16'357'0,"15"-20"-45"0,-17 15-16 16,-2 1-42-16,-4-2-11 0,-1 7-20 0,-1-5-24 16,-4 2-3-16,0 6-29 0,-3 2-2 15,0 2-25-15,0 0-12 0,0 0-24 0,-11-4 10 16,4 11-34-16,0 0-21 0,-9 4 10 16,6-3-22-16,-13 15-1 0,8-2-1 0,5 7-14 15,6-1 16-15,-3 2-18 0,5 4 0 0,2 1-16 16,0-13 12-16,0 6 14 0,18 25-20 15,-8-18 10-15,3 1-21 0,0 0 7 0,4-1-5 16,0-2 15-16,1 2-12 0,-3-3-8 16,3 2 12-16,-1-6-10 0,-1 2-4 0,-4-4 9 0,-2-3-3 15,-1 1 26-15,-5-6-4 0,-4-9 47 16,-14 20 7-16,-3-10-11 0,-10-1 4 0,-5 0-15 16,-6-1 1-16,-4-1-12 0,-7-1 4 0,-4-1-6 15,-1 1-27-15,3-4-2 0,0 3-67 16,4-4-22-16,27-1-35 0,-8 0-62 0,-1 0 16 15,-19-22-201-15,39 7-151 0,9 4 55 16,19-19 15-16,4 8 43 0,8-3 15 0,5-3 23 16,8 1-16-16,1 1 5 0</inkml:trace>
  <inkml:trace contextRef="#ctx0" brushRef="#br0" timeOffset="76744.64">2101 8204 385 0,'20'7'411'16,"-9"3"-58"-16,-2 2-34 0,-9 0-17 0,0-5-42 15,0 3 0-15,0 3-52 0,0 2-8 16,0 1-38-16,-10 21-6 0,10-17-23 0,0-12-15 16,0 6-11-16,12 18-12 0,-4-13 6 0,5-4-18 15,2-3-7-15,2-2 3 0,6-2-9 16,-3-7-15-16,-8-1-7 0,4 0 13 0,23-11 0 16,-17 3 0-16,-2-6-5 0,-5-2 5 0,-1 1-6 15,-3-4-3-15,-10 3-4 0,3-3 5 16,-4 10-8-16,0-4-17 0,-16-16 3 0,2 15 2 15,-4 3-10-15,-5 3-32 0,-1 3 0 0,-1 0-67 16,0 4-43-16,11 1-32 0,-5 0-43 0,1 0 19 16,-16 12-146-16,22-7 28 0,6-2 26 15,3-2-190-15,4-1 42 0,3 0 47 0,3-2-5 16,8-6 36-16,7 0 6 0,-2-7 26 16</inkml:trace>
  <inkml:trace contextRef="#ctx0" brushRef="#br0" timeOffset="76954.45">2651 7886 789 0,'14'-14'480'0,"1"2"-72"16,-4 2-63-16,-4 10-47 0,0 0-25 0,-7 0-23 15,1 8-9-15,-1-1-24 0,4 10-13 0,-3 3-10 16,2-5-16-16,-2 13-19 0,4-3-27 16,1 3 9-16,0-1-22 0,1 1-21 0,-2 0-24 15,2 1-53-15,-2-1-1 0,5-3-121 16,-5-3-51-16,-5-1-42 0,4-3-52 0,4-3 21 15,-7-6-243-15,-1-3 36 0,0-6-36 16,0 0 28-16,0 0 92 0,3-14-2 0,-1-8 57 16,4-7-6-16</inkml:trace>
  <inkml:trace contextRef="#ctx0" brushRef="#br0" timeOffset="77216.45">2991 7917 1117 0,'9'-10'390'0,"-2"2"-44"0,-3 3-44 0,1 1-38 16,-2 0-28-16,0 1-34 0,2 2-22 0,-4 1-14 15,3 0-12-15,0 0-4 0,-1 0-11 16,-3 0-23-16,0 0-6 0,8 0-13 0,0 0 4 16,5 0-9-16,-1 0-24 0,19-12 4 0,-13 2-4 15,3 3-6-15,0-4-9 0,0 2-3 16,-6 0 7-16,1 4-2 0,-6 1-19 0,-3-1-10 16,0 5-10-16,-7 0 16 0,0 0-5 0,16 17 2 15,-17-3-13-15,1-5 6 0,0 9-2 16,0 3-45-16,0 5 3 0,0 2-74 0,0 3-42 15,0 1-51-15,0-2-56 0,13 34 23 0,-8-31-292 16,-4-1 35-16,-1-15 33 0,0 6 55 16,-15 29 30-16,7-23 3 0,-2-5 31 0,1 1 16 15,0-3 39-15</inkml:trace>
  <inkml:trace contextRef="#ctx0" brushRef="#br0" timeOffset="77481.37">1463 9133 425 0,'-72'18'490'0,"8"-3"-99"0,10-2-35 0,9-1-70 16,8-5-36-16,14-1-29 0,18-4-26 0,14-5-15 15,19-4-24-15,7 0-8 0,17-5-39 0,12 1 0 16,16 0-35-16,9-4-14 0,5 3-41 15,12-2 6-15,4-1-53 0,-2 3-15 0,2-2-27 16,-4 2-32-16,-4 2-19 0,-8-1 11 16,-8 4-96-16,-9 1-43 0,-10 0-127 0,-7-1 26 15,-11 3-49-15,-4 0 28 0,-11-1 38 0,-4 1 5 16</inkml:trace>
  <inkml:trace contextRef="#ctx0" brushRef="#br0" timeOffset="78418.88">4345 8590 561 0,'0'-15'354'16,"12"15"-75"-16,-12 0-40 0,0 0-19 0,0 0-42 15,0 0-25-15,0 0-8 0,0 0-13 0,18 6-2 16,-24 11-30-16,1 3-4 0,-2 1-7 16,0 1 6-16,0 4-22 0,1-1-6 0,1 2 2 15,0-1 0-15,-2-2-19 0,3 1-7 16,-2 1 0-16,2-3-9 0,2-3-2 0,-2 0-6 15,0-6 5-15,0-3 13 0,3-2-3 0,0-2 36 16,-2-2 20-16,3-4-11 0,0-1-2 0,0 0-9 16,0 0-10-16,-11-20-10 0,7-1-6 15,-1 1 10-15,5-6-4 0,0-6-7 16,0 16-3-16,0-9-6 0,16-36 4 0,-5 24 11 16,1 1 10-16,2 0 21 0,2 2 6 15,0 4 6-15,-1-2-10 0,2 7-2 0,-2 3-2 0,-2 2-19 16,2-1 0-16,2 3-6 0,-1 4-15 15,0 5-4-15,3 3-1 0,-3 6-7 16,-6 0-4-16,22 11 2 0,-9 3-3 0,-2-1-10 16,1 5 5-16,2 5 1 0,0 1-3 0,1 2-12 15,1 1-7-15,-2 4-30 0,-2-1-44 16,1 3 8-16,-3 1-119 0,-2 5-46 0,-4 0-48 16,1 0 27-16,-5 4 25 0,-7-1 20 0,-3-20-290 15,0 5 25-15,0 6 34 0,-13 29 18 16,4-34 28-16,0-3 25 0,-3-3 19 0,-5-2 49 15,1-3-6-15</inkml:trace>
  <inkml:trace contextRef="#ctx0" brushRef="#br0" timeOffset="78813">4460 9169 593 0,'-26'-12'471'0,"2"-1"-83"16,3-2-12-16,-1 0-45 0,6-5-9 16,1 2-15-16,2 0-26 0,4-4-27 0,4 1-50 15,5 11-7-15,11-22-30 0,4 15-12 0,7-1-26 16,7-1-50-16,6 3-46 0,11-3-2 15,3 6-69-15,3-2-19 0,2-4-22 0,1 1-9 16,0 2-2-16,1 1 8 0,1-1 10 0,-6 0-6 16,-1 1 10-16,-4 2 31 0,-8-1 28 15,-4 0 33-15,-2 4 17 0,-5-2 1 0,-2-1 8 16,-6 4-4-16,-4-1 7 0,-7 3 1 0,-3 0-22 16,-4 6-7-16,2-3 7 0,-3 4-9 15,0 1 9-15,-2 2-21 0,1-2 5 0,0 5 3 16,1-1 14-16,0 2-18 0,0 1 1 0,0 2-8 15,11 22 7-15,-2-8-1 0,4-1-2 16,0 0-6-16,3-3 2 0,2 4 0 0,3-5 7 16,-1 1 0-16,-1 1-1 0,-1-4 0 15,0 4-3-15,-2-3-1 0,-6-4-10 0,1-1-4 16,-8-1-5-16,-3-5 14 0,-18 14 3 0,1-11-7 16,-6 2-10-16,-5-3-30 0,-1-1-27 0,-6 2-32 15,1-3-44-15,-6-4-36 0,6 4 16 16,-3-5-239-16,3-2-57 0,18 0 40 0,-25-11 17 15,20-1 26-15,11-6 23 0,10-1 30 16,0 8-8-16,18-22 21 0</inkml:trace>
  <inkml:trace contextRef="#ctx0" brushRef="#br0" timeOffset="79382.89">6193 8661 668 0,'6'-11'435'16,"-2"4"-70"-16,-2 0 2 0,1 2-47 0,-1-1-33 16,0 4-69-16,0-1 8 0,-2 3-48 0,0 2-14 15,0 1 6-15,0 4-14 0,-3 11 6 0,3-7-9 16,0 7-20-16,0 6-9 0,-9 32-19 15,9-22-1-15,0-16-9 0,0 11-13 0,0 5-13 16,0 5 2-16,0 2-44 0,0 0-45 16,0 3 2-16,14 42-89 0,-10-42-55 0,1 0-43 15,-5-1 19-15,0-21-233 0,0 10-75 0,-11 35 35 16,2-34 34-16,3-4 39 0,-2-4 23 16,0-8 24-16,-1-4 53 0,5-11 9 15</inkml:trace>
  <inkml:trace contextRef="#ctx0" brushRef="#br0" timeOffset="79886.23">6221 8913 1294 0,'7'-30'434'0,"3"9"-64"16,3-1-51-16,1 4-35 0,5 4-29 0,5 2-29 16,3 1-17-16,2 3-33 0,1 3-14 0,4 3-22 15,-17 2-9-15,8 0-28 0,0 0-25 16,32 17-26-16,-33-7-15 0,-4 1-4 0,0 3-19 15,-7 4-17-15,-9 2-18 0,-4-9 24 0,-15 22-18 16,2-14 11-16,-6 0-13 0,-2-3 10 16,-3-1 8-16,-3-7-1 0,2 1-3 0,-2-2-2 15,0-5-2-15,8 0 9 0,-2 0-8 0,16-2 4 16,-3 0 2-16,8 0-13 0,0 0 6 16,-7-13-21-16,22 4-11 0,3 1 2 0,5-1-6 15,0-1-2-15,8 0 6 0,0-2-14 0,8 0 19 16,2 0-3-16,7 0-6 0,4-1 14 0,2-1-1 15,-1 1-5-15,-4-3 17 0,-2 4-1 16,-5-2 26-16,-2-1 5 0,-5-2 7 0,-3 2 37 16,-5-1-1-16,-4 1-2 0,-4 3-18 15,-3-5 5-15,-4 3-9 0,-5 5-4 0,-6 3 5 16,-1 6-8-16,0 0 12 0,-19-10-2 0,11 10 18 16,-10 6-1-16,-2 1-3 0,2 2 8 0,0 0 12 15,3 4-12-15,-2 3 4 0,3 2-1 16,5-1-12-16,4 2 11 0,5 5-9 0,0-14-1 15,14 27-1-15,-2-16-15 0,4-1 15 16,6-1-10-16,5-1-2 0,0-5-33 0,3 1-25 16,1-3 3-16,2-2-102 0,-1-4-54 0,1-2-68 15,1-2 24-15,-19-1-282 0,25-16 39 16,-19 3 35-16,-1 1 31 0,0-4 28 0,0-3 18 16,0-2 1-16,0 3 23 0,-2-2 11 15,1 1 43-15</inkml:trace>
  <inkml:trace contextRef="#ctx0" brushRef="#br0" timeOffset="80515.97">7760 8690 588 0,'3'5'337'0,"1"-2"-38"0,7 9-16 16,2-4-39-16,5 0-26 0,-3 5-22 0,4-1-13 15,-1 2-24-15,2 1-23 0,-4 2-6 16,1 0-32-16,-2 0-8 0,-1 1 4 0,-1 1-25 16,-3-3 7-16,-3-1-3 0,-1 1-32 0,-2-8 10 15,1 1-19-15,-3-3 34 0,0-2-8 16,0 1 49-16,-2-3-8 0,0-2-1 0,0-2-16 15,0-1-21-15,0-3 13 0,0 0-10 0,3-11 3 16,-2 0-3-16,-1 8-17 0,10-20-18 16,-4 9-3-16,2 4-62 0,0 1-18 0,2 3-25 15,0-3-48-15,-2 5-50 0,0 3-32 0,3-2 18 16,0 0-225-16,-5 3-32 0,3 4 26 16,-1-4 35-16,-1 2 22 0,7-1 25 0,3-2 14 15,7 0 16-15</inkml:trace>
  <inkml:trace contextRef="#ctx0" brushRef="#br0" timeOffset="80899.36">9181 8358 436 0,'2'-6'474'0,"1"1"-76"0,-1 1-56 0,0 1-24 16,-1-1-31-16,0 3-43 0,-1 1 6 0,0 0-2 15,1 2-3-15,-2 3-13 0,0 2-19 16,-2 13-11-16,3-6-31 0,-6 27-8 0,3-8-32 16,3 2-1-16,0-3-10 0,0-16-24 0,0 11-74 15,0 5-3-15,13 43-137 0,-5-28-76 0,-3-3-75 16,-1 5 25-16,-2-6-271 0,1-2 64 16,1-7 30-16,-2-2 31 0,1-2 26 0,0-5 24 15,1-8 25-15,0-6 5 0,-1-2 12 16</inkml:trace>
  <inkml:trace contextRef="#ctx0" brushRef="#br0" timeOffset="81584.95">9092 8824 1042 0,'-17'-24'522'0,"2"4"-68"16,0-4-60-16,4 4-55 0,2-3-44 0,3 2-22 16,6 0-52-16,0 9-34 0,20-16-36 0,-1 12-57 15,6 0-30-15,7 3-8 0,2 1-87 16,3-2-34-16,5 1-32 0,1-1-34 0,0 3-22 15,-1-3-15-15,-1 3-13 0,-4-1 18 16,-4 1 4-16,4 2 11 0,-11-3 13 0,-2 2 62 16,0 0 18-16,-4 1 54 0,-1 0 21 0,-6 1 30 15,-2 0 28-15,-5 1 17 0,-1 0 5 16,0 4 31-16,-2-3-5 0,-1 1-14 0,0 0 61 16,0 3-2-16,0-1 4 0,-2 0-7 0,0 0-6 15,3-1-4-15,-1 2-4 0,-1 0-6 16,0-1-2-16,2 1-13 0,-3-1-13 0,0 0-2 15,0 2-8-15,2-2-20 0,-2 3-4 16,2-3-4-16,-2 1-9 0,0 0-11 0,1 1 2 16,0-1-1-16,-1 1-22 0,3 0-1 15,-2 1 0-15,-1-2-8 0,0 2-1 0,1-1 4 16,-1-1-10-16,0 2-8 0,0 0 2 0,0 0-8 16,2 10 4-16,-1 9-3 0,-1 5 7 15,0-10-10-15,0 8 5 0,0 6-9 0,0 0 5 16,0 4-4-16,0 0 4 0,0 4 7 0,0-3-4 15,0 1-4-15,0 0-6 0,0 0-2 16,0 27 12-16,5-29-13 0,-1-6 8 0,2-2 8 16,1-5-10-16,1-2-6 0,2-5-11 0,0-4-3 15,2-4-21-15,1-4-26 0,-1 0 4 16,2 0-17-16,23-17-4 0,-11 10 7 0,-3-5-1 16,3-1 22-16,-1 4-5 0,-4-2 1 0,0 1 0 15,-3 5 8-15,-4-2 8 0,1 3 1 0,-15 4-6 16,11 0 18-16,0 0-12 0,17 11 18 15,-11-4-1-15,1 3-1 0,2-1 6 0,3 7-14 16,-2-4 13-16,1-2 9 0,4-4 4 16,-2 1-4-16,0 0 9 0,0-6-5 0,0-1 2 15,-11 0 1-15,23-10-3 0,-11 3 4 16,-3-1-16-16,1-2 5 0,-3-4-2 0,0 1-7 16,0-1 5-16,-5 2-1 0,2 1-15 15,-3 1 0-15,-1 5 5 0,-4 0-83 0,-1 3-38 16,-1-1-7-16,-7 3-30 0,0 0-38 15,24 12 22-15,-15-7-127 0,0 2-132 0,4 2-9 16,0-2 35-16,6 1 28 0,0 3 43 16,3-3 24-16,5-2 17 0,1-5 10 15</inkml:trace>
  <inkml:trace contextRef="#ctx0" brushRef="#br0" timeOffset="82284.92">12258 8392 1117 0,'-4'-4'435'0,"0"0"-72"0,2 3-32 16,0 0-76-16,2 1-5 0,0 0-26 15,0 0-16-15,0 0 0 0,0 0-7 0,-5 35-20 16,5-23-18-16,0 8-20 0,0 4-12 0,0 3-9 16,9 30-7-16,-4-25-16 0,0-1-3 0,3 5-18 15,1 5-58-15,0 1-2 0,2 1-138 16,0 1-57-16,-1-1-52 0,-2 3 19 0,-5-4 21 16,-3-2-330-16,0-24 40 0,0 10 51 15,0 0 50-15,0-1 11 0,-11 21 23 0,11-34 22 16,-2-4-8-16,2-8 1 0</inkml:trace>
  <inkml:trace contextRef="#ctx0" brushRef="#br0" timeOffset="82665.14">12292 8894 448 0,'0'-19'482'0,"5"1"-87"0,4 3-57 0,5 2-53 15,9-2-32-15,3 7-28 0,0 1-35 0,5 0-4 16,4 4-29-16,-1 1-26 0,-16 2 6 0,33 10-39 15,-17-1-3-15,-2 1-14 0,1 8 9 0,-7 3-9 16,0 1-9-16,-3 2-7 0,-5 2-35 16,-1 1 9-16,-7 0-4 0,-1-2-2 0,-9 2-2 15,0-13-4-15,-19 21-1 0,3-16-13 16,-2-3 21-16,-2-2-3 0,1-5-13 0,-4-2-2 16,4-4-2-16,12-3 11 0,-4 0-12 15,-12-14 4-15,18 0-5 0,7-4 0 0,-2 8-28 16,16-23 21-16,1 12-9 0,1 5-11 15,2-2 11-15,2 2-7 0,3 2 4 0,0 3 21 16,1 3-4-16,1 1-1 0,3 4-2 0,-1 0 11 16,-15 3-2-16,3 0 25 0,28 20-20 15,-22-10 28-15,-5 8-19 0,-3 0-10 0,-2 3-2 16,-1 1-82-16,-7 6-69 0,-1 0-126 16,-4-1 23-16,0-16-259 0,0 5 41 0,-12 21 24 15,7-22 37-15,3-3 28 0,-3-4 26 0,4-2 18 16,0-3-16-16,1-3-6 0</inkml:trace>
  <inkml:trace contextRef="#ctx0" brushRef="#br0" timeOffset="82790.12">13035 8799 383 0,'0'-36'406'0,"0"21"-57"0,0-8-90 16,0 3-66-16,0-2-78 0,0 5-86 0,0 7-58 15,0 3 4-15,6-2-187 0,3 12 19 0,6 4 13 16,3 7 14-16,-1-2 13 0,5 0-145 15</inkml:trace>
  <inkml:trace contextRef="#ctx0" brushRef="#br0" timeOffset="83182.02">13288 9013 406 0,'-3'1'566'0,"0"-1"-89"0,2 0-71 0,0-1-28 16,2-2-52-16,0-1-42 0,11-4-19 0,2-5-38 15,7-1-35-15,-3-3-12 0,-2 2-27 16,6-1-5-16,0-1-14 0,-2-3-17 0,4-1-30 16,-3 0 3-16,-2-2-16 0,-4 1-10 0,1-2-18 15,-5 5 11-15,2-4-11 0,-4 4-16 16,-1 3 9-16,0 2-4 0,-2 6-15 16,-3 4-7-16,-3 4 6 0,0 2-6 0,-2 5-1 15,-2 10-4-15,1 7 5 0,0 5-10 16,0 2 0-16,3-14 4 0,0 12-2 0,0 7 20 15,15 44-19-15,-8-34 33 0,-1-3-2 0,7 1-13 16,-4 0-1-16,4-3-5 0,-3 0 12 0,-1-5-9 16,-5-3 11-16,-4 0-4 0,0-19-7 15,-22 29 8-15,3-20-7 0,-4 1-5 0,-9-5-21 16,-5-3-7-16,-5-3-44 0,-2-1-9 16,1-3 5-16,-5-1-80 0,5-2-44 0,1-4-43 15,24-2 22-15,-8 0-271 0,-25-12-26 0,30 1 37 16,6-3 33-16,10-4 29 0,5 5 52 0,18-26 23 15,5 9 24-15,5-3 16 0,7-1-50 16</inkml:trace>
  <inkml:trace contextRef="#ctx0" brushRef="#br0" timeOffset="83803.47">14653 8718 477 0,'1'0'327'0,"-1"-1"-46"0,-2 2-28 16,-1 2 13-16,-2 0-23 0,-10 2-1 16,2 5-27-16,-6 0-18 0,5 4 11 0,-3 1-44 15,4 1-12-15,4 1-5 0,-3 0-16 0,6 3-14 16,1 4-13-16,5 2-10 0,0-12-9 16,15 23-8-16,-4-14-1 0,6-2-7 0,0-1-8 15,5-2-8-15,1-2 11 0,3-2-8 0,-1-3-5 16,2-5-16-16,4-2-3 0,-2-3-4 15,-16-1-3-15,24-15 1 0,-14 3-6 0,-5-5-1 16,-6-1 4-16,-1-6-8 0,-5-2 5 16,-2-1-1-16,-4 11-5 0,0-6 7 0,-14-24-7 15,3 24-1-15,-4-1-14 0,-2 5 1 0,-2 1 19 16,-3 0-2-16,0 3-54 0,0 4-53 0,-2-4-32 16,2 4-49-16,3 5-47 0,8 2 19 15,1 1-135-15,7 0 29 0,0 1 24 0,3 1-149 16,0 0 29-16,27-5 24 0,-8 1 25 15,3-1 40-15,4 1 0 0,-1-2 7 0</inkml:trace>
  <inkml:trace contextRef="#ctx0" brushRef="#br0" timeOffset="84182.97">15123 8540 684 0,'4'-4'414'0,"1"8"-66"0,-3-2 26 15,-2 4-24-15,0 2-30 0,-2 11-11 16,2-5-26-16,0 3-25 0,0 4-14 0,0 4-18 15,0 2-22-15,0 1-26 0,0 4-16 0,4 25-12 16,1-30-26-16,1-1-1 0,2 2-8 0,-1-2-17 16,-2-2-16-16,4-2-6 0,-3-7-4 15,-2 2-5-15,0-8-1 0,-2-1 1 0,5-4-14 16,-1-3-6-16,3-1-9 0,16-17-4 0,-2 2 0 16,-1-3-5-16,1-3-7 0,-1 2 2 15,4 0-19-15,-2 0 11 0,-4 4-3 0,0-1 2 16,-1 3-6-16,-3 1-2 0,-4 4-9 0,0 0 4 15,-4 4 5-15,-3 4 19 0,-5 0-6 16,0 0 8-16,12 10-7 0,-11-4 2 0,3 10 1 16,5 1 2-16,-5-1-11 0,5 3 15 0,-3 1-8 15,7-1-1-15,-1-1-1 0,4-2-4 16,0 1-25-16,4 0-22 0,-3-8-43 0,3 2-52 16,0-4 11-16,0-2-112 0,-1-3-51 0,3-2 24 15,-13 0-276-15,16-17-19 0,-8 0 44 16,1 1 58-16,-4-2 39 0,4-1 32 0,5-5 24 15,1-3 25-15,3-2 22 0,4 1 0 0,-1-2 6 16</inkml:trace>
  <inkml:trace contextRef="#ctx0" brushRef="#br0" timeOffset="85017.11">16651 8604 689 0,'-3'4'404'0,"1"3"-49"0,-3 8-43 16,3-5-41-16,2-1-6 0,0 6 6 0,0 0-22 15,0 3-28-15,16 18-18 0,-8-13-31 16,7-2-9-16,-6 1-13 0,-1-6-19 0,3 0-8 0,-1 1-29 15,-2-2-2-15,1-4-6 0,-4-4-5 16,-1 1-4-16,0-3 13 0,-4-1 9 0,2-3-10 16,-2-1-15-16,0 0 2 0,0 0-11 15,21-21-8-15,-12 5-3 0,0-3 0 0,6 0-22 16,-4-1 8-16,5 1-12 0,-3 2 12 16,0 2-2-16,0 1 6 0,-1 1-8 0,-3 4 11 15,0-1-14-15,-1 6 0 0,3 0 10 0,-5 4-4 16,-6 0 9-16,7 0-1 0,2 0-7 15,14 11 0-15,-8-3-3 0,-1 3-13 0,1-1 5 16,0 2 3-16,1 7 0 0,-2-1-19 16,2 0-27-16,0-1-28 0,2 0-32 0,-3 0-21 15,2 0 7-15,1-2-79 0,0-1-26 0,0-2-4 16,0-4-3-16,1-3 3 0,-3-2 3 0,1-3 24 16,-8 0 7-16,20-16 25 0,-8 5 12 15,0-4 2-15,0 0 31 0,-2 1 36 0,1-1 63 16,-4 1 18-16,-2 2 34 0,-4 2 25 15,-3 4-8-15,-5-1 1 0,-1 3-8 0,-1 4-7 16,-9-3 28-16,4 3 7 0,-1 0-8 0,-3 1-16 16,-3 5 16-16,-1 1-23 0,1 1-2 0,4 5 8 15,4 3-5-15,4-8 1 0,0 6-11 16,0 2-3-16,21 18-11 0,-7-16 11 16,3-8-4-16,0 3-4 0,3-2-3 0,0-3-4 15,3-4-3-15,0 1-12 0,-13-5 2 0,5 0 4 16,2 0-1-16,14-16-3 0,-22 5-4 0,-4 1 5 15,-1-6-11-15,-4 7 1 0,0-4-11 16,-18-19 15-16,5 13-20 0,-5 1-18 0,0 2-32 16,-2 3 4-16,0 2-96 0,3 1-34 0,-1 1-47 15,0 3-61-15,8 1 30 0,1 3-151 16,5 0-97-16,3-2 40 0,1 4 52 0,0 0 8 16,19-11 47-16,-1 4 8 0,6 2 19 0,3-5 15 15,-3 1 1-15</inkml:trace>
  <inkml:trace contextRef="#ctx0" brushRef="#br0" timeOffset="85226.92">17867 8446 409 0,'13'-20'579'0,"1"1"-71"0,-2 1-35 0,0 3-50 15,-5 4-55-15,1-1-36 0,-4 3-35 0,-1 6-43 16,0 3 3-16,-3 0-18 0,0 8-15 16,-3 0-24-16,0 13-11 0,3-7-23 15,-7 29-18-15,5-11-14 0,2-15-12 0,0 12-9 16,0 7-27-16,0 3-58 0,12 47-65 0,-1-34 5 15,-3-4-177-15,0 2-64 0,0-7 23 0,-4 5-307 16,-2-7 45-16,1-7 40 0,-1-3 33 16,0-3-10-16,-1-6 29 0,-1-14 60 0,0 2 56 15,0-3-10-15,0-7-1 0,-2 9 16 16</inkml:trace>
  <inkml:trace contextRef="#ctx0" brushRef="#br0" timeOffset="85367.51">17932 8770 339 0,'-7'-23'491'0,"5"1"-52"0,1 4-68 0,1 8-54 16,11-15-28-16,4 11-34 0,4 3-80 0,5-1-40 16,3 5-93-16,5 1-65 0,2 1-93 15,3 1 13-15,5 0-312 0,-1 3 21 0,3-1 32 16,-5 2 50-16,-4-2-7 0,-17 2 14 16</inkml:trace>
  <inkml:trace contextRef="#ctx0" brushRef="#br0" timeOffset="86053.78">18439 8754 270 0,'-2'0'217'16,"-2"2"-51"-16,4-2-24 0,0 0-37 0,0 0-24 15,0 0 7-15,4 0 1 0,-4 0-2 16,1 0-1-16,0 0-30 0,1-2 6 0,-1 1-3 15,4 1-42-15,-5-2 10 0,3-1 13 0,-1 3-8 16,1-1 40-16,-2 0-10 0,-1-1 2 0,4-1 10 16,-4 1 9-16,0 2-4 0,-4-5-2 15,2 3 2-15,-2-1 5 0,-4 0 8 0,-6-1 0 16,-3 0-22-16,-2 1 4 0,-1 1-8 16,4 2-7-16,16 0 7 0,-11 0-2 0,1 0-28 15,1 0 3-15,-7 11-10 0,14-9 12 16,-2 4-22-16,3-2 22 0,3 0-15 0,7 7-5 15,-1 3 12-15,8-6-11 0,-3-4 10 0,6 1-33 16,1 0 16-16,1-3-5 0,-2-1-2 0,-3-1-18 16,-2 0 19-16,-3 2 6 0,-2-2 30 15,0 0 19-15,-9 0-15 0,0 0 25 0,8 0-3 16,-2 0 14-16,-6 0-9 0,8 0-8 16,-8 0-29-16,0 0-4 0,5 0 4 0,-5 0-3 15,0 0-4-15,17 11-3 0,-15-7-3 16,3 0 7-16,8 4-13 0,1 4 6 0,0-3 9 15,3-2-11-15,-2-4 3 0,3 3-3 0,1-2-1 16,-2-2-8-16,2-1-8 0,-9-1-1 0,6 0 0 16,18-19-1-16,-11 8-1 0,-4-3 1 15,3-2 19-15,-3-2-1 0,-4-2-3 16,3-5 3-16,-2-1 7 0,-1-4-3 0,-2-4 22 16,-2-1-1-16,-2-1 6 0,-1-3 17 15,-3 0 23-15,-5 23 21 0,0-10 10 0,0-3 12 16,0-1-8-16,-15-26-2 0,8 32-1 0,1 2-21 15,-2 5-3-15,2 4-18 0,-3 5-7 0,0 8-6 16,9 0 1-16,-18 9-14 0,7 5 6 16,5 9-23-16,2 8-4 0,2 0 2 15,2-13 1-15,0 11 7 0,19 42-27 0,-7-23-31 16,3 1-66-16,-1 3-57 0,3 1 14 0,-4-1-175 16,-2-3-72-16,3-4 33 0,-5-5-279 15,-1-2 66-15,-1-8 42 0,0-3 36 0,-5-2 58 16,2-6 12-16,-2-10 20 0,-1-3 28 0,-1-6 32 15,-5-6 9-15,1-1 6 0</inkml:trace>
  <inkml:trace contextRef="#ctx0" brushRef="#br0" timeOffset="86313.09">18885 8734 707 0,'-11'-24'383'0,"10"2"-27"0,-1-5-40 16,2 15-37-16,17-24-27 0,-2 14-38 0,8 1-27 15,7 5-7-15,4 2-32 0,5 0-19 0,4 3-13 16,-1 4-13-16,3 0-17 0,-3 5-20 15,-2-2 4-15,-21 4 0 0,10 0-16 0,2 0-7 16,30 13-7-16,-36-5-13 0,2 2 5 0,-6 4-10 16,-1 2 25-16,-8 0-5 0,-2 2 54 0,-6 2 3 15,-2 2 1-15,-2-11-30 0,0 7-9 16,-17 28 26-16,11-17-19 0,-1 0-18 0,-1-4 13 16,-3 8-53-16,4 1 1 0,-1 0-151 15,-2-2-48-15,1-2-77 0,1-4 24 0,-1-2-265 16,0-3 36-16,4-3 33 0,2-7 59 15,-1-6 9-15,4-5 26 0,0 0 22 0,11 4-22 16,-7-10-1-16</inkml:trace>
  <inkml:trace contextRef="#ctx0" brushRef="#br0" timeOffset="86450.74">19515 8586 541 0,'-9'-33'425'15,"2"3"-69"-15,-1 2-68 0,1 3-4 0,-1 3-87 16,6 0-81-16,2 11-46 0,0 6-29 0,0 5-72 15,10 0 3-15,8 7-226 0,6 5-122 16,-4-1 25-16,6 5 21 0,-1-1 10 0,4 3 2 16</inkml:trace>
  <inkml:trace contextRef="#ctx0" brushRef="#br0" timeOffset="87022.4">19958 8705 329 0,'-1'0'415'16,"-2"0"-44"-16,-2 1-60 0,0 0 5 0,-1 2-45 16,-7 1-45-16,-2 6 1 0,-2-2-26 0,-6 0-5 15,5 3-21-15,3 3-19 0,-5-1-19 16,8 3-13-16,-4-2-5 0,5 1-14 0,1 0-2 16,2 0-20-16,4-6 2 0,2 0-32 0,0-2 1 15,2-3-4-15,-2 3-6 0,2-7-6 16,0 0-4-16,14 2-32 0,-8-3 18 0,10-3-21 15,3-1-13-15,-4-2-1 0,3-10-3 16,2 5 1-16,2-2-18 0,0-1-5 0,1 3 12 16,-4-2 18-16,-1 4-11 0,-1-2 6 15,-3 3 18-15,-1 1 10 0,-4 3-6 0,-2-1-12 16,-1 5 0-16,-2-2 21 0,2 0-2 16,-2 2-5-16,-2-2 20 0,0 2-35 0,1-2 12 15,1 2 2-15,1 1-11 0,-1 0 11 0,2 0 0 16,-1 0 7-16,1-2-3 0,-6 2 1 15,0 0-7-15,9 0-4 0,-1 0 21 0,0 0-24 16,-3 0 19-16,15 12-20 0,-8-5-9 0,-4 1 17 16,-3 1 4-16,5 5-5 0,-5-4-1 15,3 5 0-15,1-4 13 0,1 2 0 16,0-3-3-16,8-1 0 0,1-1 16 0,5-6-4 16,3 3 27-16,-11-5 7 0,7 0 0 15,30-13-5-15,-22 4 15 0,1-1 13 0,1 1 10 16,-2-2 16-16,-4 2 2 0,1 2 24 0,-3-2-11 15,-2 1 12-15,-3 3-38 0,-3 3-5 0,-2-3-12 16,-4 3-6-16,-5 2 1 0,-6 0-31 16,0 0-33-16,9 12-44 0,-10-5-83 0,1 14 10 15,0-13-197-15,0 7 28 0,-15 22 24 0,7-15 24 16,-2-1-339-16,3-1 68 0,-2-1 23 16,1-1 59-16,1-2 7 0,3-1 15 0,3 0 46 15,0-2 15-15,-2 0 25 0,3-13 10 16</inkml:trace>
  <inkml:trace contextRef="#ctx0" brushRef="#br0" timeOffset="92631.3">5357 10802 730 0,'0'0'275'0,"0"0"-17"0,0 0-33 16,-16 0-3-16,16 0-35 0,-18-13-12 0,16 7-20 15,4-1-6-15,3-8-13 0,2 1-22 0,6-3 7 16,3 1-21-16,1 1 9 0,0 2-25 15,5 4-18-15,-1 3-4 0,1 0 18 0,1 4-16 16,-11 2-6-16,6 0-4 0,18 14-23 0,-19-2-2 16,-2 2-4-16,-4 6 19 0,-7 4-19 15,-4 1 17-15,0-11-15 0,-14 24-6 0,1-11-5 16,-5-1 9-16,-1 1 8 0,-2-1-17 0,0-3 15 16,-2 1-3-16,2-3 13 0,3-1-6 15,-1-3 1-15,4 0-4 0,3-5-4 0,0 0 11 16,5-3-4-16,1-5 31 0,3 0-3 0,2 0-4 15,1-4-14-15,0 0 0 0,17 4-15 16,8-4 7-16,-12 0-2 0,9 0-13 0,6 0-3 16,33-14-74-16,-23 9-17 0,2-1-28 0,4-1-52 15,-2-1-81-15,0 0 20 0,0 2-287 16,-9-2 61-16,2 1 30 0,-5 0 30 0,0-3 23 16,-2 2 25-16,-4-1-36 0,5 0 6 0</inkml:trace>
  <inkml:trace contextRef="#ctx0" brushRef="#br0" timeOffset="93011.99">6084 10671 368 0,'-15'-11'464'15,"0"3"-91"-15,4-2 15 0,0 1-26 0,5 2-24 16,1 2-3-16,-2 1-49 0,3-2-30 0,2 4-28 16,2 2-21-16,0 0-20 0,0 0-27 0,23-16-23 15,-2 11-9-15,6 2-5 0,4 0-25 16,0 3-12-16,-15 0-8 0,9 0-3 0,3 0-8 16,29 14-8-16,-26-7-10 0,-2 4 0 15,-1 3-6-15,-2 2-13 0,-4 4 8 0,-3 2-14 16,0 4 9-16,-2-1-13 0,-2 2 12 0,-6-1-3 15,0 1-3-15,-1-1-12 0,-3 5-2 0,-4 2 2 16,-1-1 3-16,0-18-6 0,0 9-20 16,-14 28-56-16,8-19 7 0,-3-3-117 0,-2 0-68 15,3 1 24-15,-5-1-333 0,-3-4 57 16,1-1 14-16,1-5 33 0,0 1 45 0,1-6 50 16,2-3 21-16,4-6-44 0,2-2 9 0,5-3 61 15</inkml:trace>
  <inkml:trace contextRef="#ctx0" brushRef="#br0" timeOffset="93195.29">6231 11030 591 0,'-13'-12'524'0,"2"-3"-60"16,3 4-81-16,2 1-38 0,5 0-49 0,1 10-41 16,16-19-42-16,4 6-29 0,3 2-42 15,4 4-17-15,2 0-126 0,-1 1-52 0,5-1-82 16,2 2 13-16,0 0-264 0,0-2-36 15,-2 0 26-15,2 0 13 0,-2 0 45 0,2-1 3 16,-2 1 12-16,-1 0 1 0</inkml:trace>
  <inkml:trace contextRef="#ctx0" brushRef="#br0" timeOffset="93608.97">6903 10769 520 0,'0'0'365'0,"-2"3"-33"0,1 1 15 0,1 1-54 0,0 1-27 16,-6 12-31-16,2 3 36 0,4-11-22 15,0 5-27-15,0 3-17 0,0 5 1 0,15 21-24 16,-8-20-23-16,-2-2-16 0,1 1-6 16,2-1-23-16,-2-2-7 0,-2 0-13 0,1-7-8 15,-1 0-22-15,2-4 2 0,-6-3-5 16,4 1 5-16,-4-4-4 0,3 2 0 0,-3-3-4 16,1-2-10-16,-1 0-10 0,0 0 0 0,0 0-16 15,17-20 0-15,-6 3 12 0,3-3-19 16,0-1 14-16,2-1-3 0,0-2-8 0,2 1-8 15,0 0 7-15,2 1 1 0,-3 0 8 0,2 3 8 16,-2 3-1-16,0-2 11 0,1 3-4 16,-1 1 8-16,-5 3-12 0,2 0 7 0,1 6-6 15,-3 1 5-15,-2 3 2 0,-1 1 9 0,-9 0-3 16,9 0-1-16,15 13 12 0,-10-2-20 16,-1 4 3-16,1-2 2 0,-2 1-2 0,1 3 4 15,-1 0-10-15,1 0-10 0,-3 4-2 16,0-3 2-16,-2 1-15 0,0 2-28 0,-5-1-34 15,-1 0-48-15,-2-2-63 0,0-9 13 0,0 3-123 16,0 2-70-16,-16 16 29 0,10-17-286 0,-6-3 68 16,6-2 39-16,-3-2 9 0,1-5 32 15,3 2 31-15,5-3 11 0,0 0 25 0,0 0 83 16,-6 0 29-16</inkml:trace>
  <inkml:trace contextRef="#ctx0" brushRef="#br0" timeOffset="93988.59">7578 10473 695 0,'15'-9'400'0,"0"4"-40"16,-1 4-29-16,-6 1-43 0,21 10-36 0,-11-2-24 16,-2 2-26-16,0 4-13 0,-6 3-21 15,-3 1-20-15,-5 2-22 0,-2-8 8 0,0 6-17 16,-24 19-17-16,13-16-7 0,-2-2-10 0,-1 1-25 15,-3-1 7-15,4-2-5 0,-2-3-12 16,1 1-6-16,5-1-8 0,-1-6 13 0,2-1-11 16,7-2-8-16,1-5 6 0,0 0-3 0,10 9-12 15,0-9-5-15,8 2 3 0,-8-2 12 16,8 0-2-16,5 0-3 0,3 0-2 16,1 0-40-16,33-13-3 0,-30 10-4 0,2 1 10 15,0 1-1-15,0-3 10 0,2 2 0 0,-4-1 2 16,-2 3-14-16,-5-3-2 0,-2 3-11 0,-7 0-3 15,0-4-6-15,-3 4-32 0,-4 0-2 0,-7 0-36 16,0 0-27-16,0 0-39 0,-1 3 16 16,-2-5-179-16,0 4 29 0,1-2 25 0,-1 0 21 15,-3-2 25-15,6 1-147 0,0-2 23 16,3 1 25-16,8-6 58 0,4 1-30 0</inkml:trace>
  <inkml:trace contextRef="#ctx0" brushRef="#br0" timeOffset="94483.24">8825 10943 522 0,'-11'0'356'0,"2"0"-28"0,0 0-8 0,4 0-43 16,-1 0-10-16,3 0-33 0,0 0 23 0,-1-3-41 15,7 2-21-15,1 1-30 0,2-2-15 16,14 1-16-16,5-4-23 0,9 4-11 0,-2-3-10 15,4 4-1-15,4-3-8 0,4 2-66 0,1 0-43 16,2-2-35-16,-2 2-62 0,4-1-51 0,-4 1 15 16,-1-2-313-16,-3 3 54 0,-2-1 18 15,-3-6 29-15,-5 3 27 0,-15 4 23 0,5 0 11 16,-2 0 9-16</inkml:trace>
  <inkml:trace contextRef="#ctx0" brushRef="#br0" timeOffset="94734.85">9316 10706 696 0,'-14'-12'434'0,"-2"0"-37"16,8 4-38-16,1 3-48 0,1 0-51 16,-3 1-27-16,8 4-34 0,1 0-16 15,0 0-17-15,0 0-13 0,-14 24-8 0,14-7-12 16,0-5-19-16,0 7-25 0,0 6 0 0,14 28-31 15,-7-23 24-15,0 2-18 0,0 3-6 0,1 1-94 16,-3 0-36-16,3 3-60 0,-2-4-62 16,1 1 17-16,-3-2-219 0,-2-1-64 0,1-4 32 15,0 0 30-15,0-8 24 0,3-4 33 16,-2-1 17-16,3-8 11 0</inkml:trace>
  <inkml:trace contextRef="#ctx0" brushRef="#br0" timeOffset="95008.23">9728 10628 1026 0,'6'-29'478'0,"2"7"-47"0,-3-1-59 16,0 4-53-16,-1 5-38 0,1 3-25 0,-4 4-34 16,2 4-21-16,2 3 0 0,-2 3-13 15,-1 4-18-15,7 7-14 0,0 6-20 0,0 6 1 16,0 1-23-16,-2 5-12 0,-1 2-5 15,1 1-11-15,1 2-14 0,0 1-4 0,-2-1-28 16,-2-1-24-16,1 3-44 0,-2-5 3 0,-2 4-104 16,-1-3-32-16,0-17-41 0,0 7-50 0,-13 33 26 15,5-29-229-15,2-4 36 0,-2 0 31 16,3-7-27-16,4-7 7 0,1-11 27 0,0 0 4 16,9 6 22-16,5-12 10 0,1-10-22 15</inkml:trace>
  <inkml:trace contextRef="#ctx0" brushRef="#br0" timeOffset="95362.79">10320 10690 524 0,'3'-11'447'0,"-6"3"-53"16,0 4-50-16,-2 1-46 0,-4 3 19 16,-8 5 0-16,-2 4-25 0,-3 7-23 0,2 1-11 15,2 4-21-15,0 1-29 0,3 5-26 0,-2 2-12 16,4 0-15-16,3 4-17 0,4 2-5 0,6 1-23 15,0-19-3-15,15 34-9 0,1-19-9 16,3 3-31-16,6-3-22 0,-3-3-26 0,5-5-22 16,4-2-14-16,-1-6-34 0,1 0 9 0,-2-7 10 15,1-3 7-15,2-3 7 0,-18-3-6 16,23-10 5-16,-22-4 11 0,2 3-12 16,-11-4 6-16,-2-2 15 0,-4 7 1 0,0-5 4 15,-17-18 6-15,2 16-16 0,-3 0 15 0,-4 2-18 16,-3 1 4-16,1 2 11 0,-5 3 4 15,4 1 0-15,-8 0 6 0,8 2-29 0,-7 3 2 16,5 2-108-16,3-1-52 0,12 2-39 0,1 0 20 16,1 0-214-16,2 0-66 0,8 0 43 15,-11 10 8-15,13-8 46 0,1-2 16 0,3-2 27 16,11 1 18-16,5-3 10 0</inkml:trace>
  <inkml:trace contextRef="#ctx0" brushRef="#br0" timeOffset="95776.23">10776 10667 1085 0,'7'-7'445'0,"-1"2"-58"0,-4 3-49 0,1-1-49 16,-2 3 8-16,2 3-7 0,-1-1-21 0,5 12-18 15,-7 1-32-15,2 4-16 0,2 3-25 16,-2 0-12-16,4 3-12 0,-1-3-19 0,-1 3-19 15,-2-1-7-15,2 1-7 0,1-3-23 16,-3-1 0-16,1-3-5 0,1-1-19 0,1-3 2 16,-2-3 5-16,1-4-5 0,1 0-19 0,-2-6 7 15,5 2-7-15,0-3 0 0,1 0-1 0,23-12-11 16,-8 2-3-16,-2-4-2 0,2 0-4 0,0 0-12 16,-2 0 0-16,4 0 0 0,-3 2 5 15,-2 1-3-15,0 0-10 0,-2 2 9 0,-6 1-1 16,2 1-7-16,-6 4-3 0,-9 3 5 0,8 0 16 15,-8 0-2-15,16 13-5 0,-8-1 8 16,-3 1-10-16,0 2 7 0,-2 0-9 0,2 4 9 16,-3-2-15-16,-2 3-46 0,2-2-35 15,0 1 8-15,2-1-129 0,-4 2-60 0,0-5-71 16,0-8 30-16,0 4-268 0,0 1 52 0,-11 10 40 16,4-17 33-16,2 1 55 0,-5 4 8 0,2-6 12 15,2-3 26-15,-3-1 15 0,9 0 26 16</inkml:trace>
  <inkml:trace contextRef="#ctx0" brushRef="#br0" timeOffset="96770.49">12689 10578 293 0,'0'0'388'0,"15"-11"-51"0,-15 11-62 16,0 0-46-16,0 0-19 0,0 0-20 0,0 0-17 16,1-4-26-16,-21 19 5 0,-2 3-40 15,-4 3 16-15,-1 2-37 0,-1 4 3 0,-1-1-8 16,-2 0-22-16,4-1-5 0,-2 0 3 16,-1 0-19-16,1 0-2 0,2-2 6 0,2-3-9 15,2-2-1-15,1-2 1 0,3-1-9 0,-1 0 15 16,5-4 22-16,4-1-4 0,2-2 15 0,-1-1-25 15,10-1-3-15,0-6-4 0,0 0-10 16,19 16-12-16,-3-8 5 0,6-2 5 0,6 1-11 16,-1 0-13-16,4 2 8 0,1 0-8 15,0 3-33-15,0 0-29 0,2 2-31 0,1 1-58 16,-3-2-33-16,2 1 16 0,-2 3-282 0,-1 0 33 16,-5 0 30-16,3-2 8 0,-2 0 12 0,-2-2 26 15,-2-3 10-15,-1 2 22 0</inkml:trace>
  <inkml:trace contextRef="#ctx0" brushRef="#br0" timeOffset="97016.15">12369 11348 618 0,'-26'-5'454'0,"4"4"-18"0,12 1-65 16,-13-5-38-16,15 3-36 0,5 2-29 0,3 0-37 15,6 4-33-15,14 0-11 0,6 5-43 16,4 0 0-16,5 1-21 0,0 1-21 0,4 0-8 16,-4 4-113-16,6 0-27 0,-5-2-35 15,1 2-36-15,-4-2-22 0,0 0-47 0,-3 1 15 0,-3-4-113 16,-2-1-149-16,0 2 29 0,-5-3-15 16,0-2 25-16,-2-1 64 0,-4-2 19 15,-1-3 5-15</inkml:trace>
  <inkml:trace contextRef="#ctx0" brushRef="#br0" timeOffset="97493.75">13794 10621 578 0,'-22'-10'332'0,"3"7"-16"0,-1-1-28 0,-5 1-26 16,10 3-29-16,-4 0 27 0,-27 13-37 0,19-4-26 15,4 1 15-15,3 4-3 0,-2 2 10 16,4 4-21-16,-3-2-1 0,6 8-18 0,2-3-5 16,2 3-13-16,4-1-4 0,2 3-14 0,4 4-8 15,1-17-15-15,13 27-11 0,-4-17-9 16,7 1-6-16,4 3-14 0,3-4-5 0,3-1-11 15,4-2-50-15,-1 2-33 0,3-5-61 16,4-2 9-16,-1-2-111 0,-1 1-53 0,-1-7-33 16,3-1 27-16,-3-5-185 0,2-3 33 0,-21 0 33 15,32-11-86-15,-22 2 33 0,-2-5 26 16,0-1 21-16,-3-1 28 0,-3-5 14 0,1 3-32 16</inkml:trace>
  <inkml:trace contextRef="#ctx0" brushRef="#br0" timeOffset="97953.39">14205 10756 413 0,'4'-18'488'16,"-2"5"-88"-16,0 2-58 0,-2 11 30 0,0-9-38 16,0 3-20-16,0 6-25 0,3-15-43 15,-3 12-25-15,0 1-14 0,2 2-7 0,-4 3-10 16,4 1-18-16,-2 3-6 0,4 12-10 16,-4-9-11-16,7 22-21 0,-2-8-2 0,2 3-15 15,1 1-8-15,1-1-2 0,0-2-21 0,2 0 0 16,0-2-12-16,-2-1-2 0,2-1-15 0,-4-5 3 15,-1-1-8-15,0-4 1 0,1-1-5 0,-5-3 0 16,2 0 9-16,-1-2 19 0,1-5-13 16,-4 0-1-16,0 0-15 0,21-10 6 0,-9-1-3 15,0-5 5-15,5 0-8 0,-3-3-12 16,2-3 7-16,3-1-14 0,-1 2 0 0,1-3-4 16,1 1-2-16,-7 0-5 0,5 3 10 15,-1 3-11-15,-1 0-1 0,-2 1 2 0,0 3 1 16,-5 1 13-16,3 0-20 0,-5 5 8 0,-3 0 0 15,1 3-9-15,-2 3 0 0,-2 1 0 0,-1 0-3 16,0 0 12-16,7 14 4 0,-3 3 10 16,-4 3-18-16,2 1 3 0,4 1 0 0,-3 2 8 15,2-2 0-15,-1 3-2 0,1 0 1 0,0 2 1 16,0-4-16-16,3 0-11 0,-4-1-32 16,2-1-25-16,-3-1-39 0,-1 0-46 0,0-3 14 15,-2-3-117-15,0-14-45 0,0 13-44 16,0 0 29-16,-13 6 30 0,10-12-293 0,-1-5 36 15,2 1 38-15,-1-3 94 0,3 0 26 0,-1-3 35 16,1 2 3-16,-4-3 19 0,4 0 39 0,1-4 0 16</inkml:trace>
  <inkml:trace contextRef="#ctx0" brushRef="#br0" timeOffset="98356.24">14927 10568 229 0,'12'-21'521'0,"6"0"-53"0,-4 5-70 0,2 3-42 16,0 4-29-16,0 2-41 0,3 5-19 16,-10 2-35-16,5 0 0 0,15 21-25 0,-12-8-36 15,-1 3-21-15,-5 2-10 0,-2 3-13 0,-2 4-7 16,-4 0-9-16,-3-13-11 0,-12 26-18 0,3-14-1 16,-6-4-5-16,2 0-12 0,-6-2-7 15,3-1-15-15,-2-1 8 0,2-3-19 0,5-2 8 16,2-1-8-16,2-3 1 0,5-2 3 15,2-1-11-15,0-4-9 0,10 6 10 0,8-3-7 16,0-2 1-16,5 0-9 0,1-1 13 0,-10 0-7 16,8 0-5-16,3 0-7 0,5 0 11 15,-1 0-21-15,2 0 13 0,2 0-9 0,-3 0 17 16,-1 0 5-16,-2 0 7 0,-3 0 3 16,-5 0-2-16,-2 0-7 0,-4 0 8 0,-5 0-3 15,3 0-1-15,-5 0-8 0,-6 0-7 0,8 0-5 16,-8 0 12-16,9 0-4 0,-9 0-26 15,0 0-41-15,9 2 4 0,-11 1-140 16,-1-1-72-16,0 5 24 0,-8 3-341 0,-2-2 48 16,2-1 30-16,-1-3 30 0,-6 5 19 0,4-3 29 15,-2 3 26-15,4-2 22 0,-6 1 48 0,8 4-6 16</inkml:trace>
  <inkml:trace contextRef="#ctx0" brushRef="#br0" timeOffset="103884.42">9788 11630 283 0,'51'-20'97'0,"-24"11"20"0,0 4-16 0,3-2 9 0,0 2 5 15,-2 0-26-15,4-1-33 0,-3 2 11 16,1 0 0-16,3 1-8 0,-1-1-38 0,-1 0 0 16,-2 1 27-16,-1 2 8 0,1-1-17 0,-3 2-5 15,2 0-3-15,-5 0-6 0,3-1 11 16,-6 1-18-16,3 0 14 0,-2 0-20 0,-1-1 50 15,3 1-3-15,0-3-9 0,0 0-11 0,-2 3 1 16,-1-1 15-16,4 1 3 0,-2-4-7 16,-3 2 19-16,4 1-18 0,-1 1 9 0,-3-2-10 15,-4 2-11-15,5 0 12 0,0 0-14 0,-2-1 7 16,-3 1 3-16,-1-1-7 0,6 1 1 16,-9-2-14-16,-11 2-7 0,10 0 6 0,-5 0-11 15,-5 0 9-15,8 0 4 0,-8 0-5 16,9 0 5-16,-9 0 4 0,6 0-4 0,-6 0-2 15,0 0 2-15,0 0 11 0,7 0 3 16,-7 0-14-16,0 0 6 0,0 0 5 0,6 0-9 16,-6 0 2-16,0 0 5 0,0 0 22 0,0 0-19 15,8 0 22-15,-8 0-9 0,0 0-18 16,0 0 15-16,0 0-12 0,0 0 16 0,0 0 1 16,6 0-31-16,-6 0 5 0,0 0 20 0,0 0-5 15,0 0-23-15,0 0-1 0,0 0 23 0,0 0-20 16,0 0-3-16,0 0-8 0,10 4-13 15,-11-4 8-15,1 0 13 0,1 0-12 0,-1 0 2 16,0 0 6-16,0 0-7 0,-1 0 5 16,1 0-38-16,1 0-23 0,-2 0-24 0,1 0-21 15,-2 0-26-15,-1 0-38 0,-1 2 16 0,2-1-98 16,-5-1-141-16,0 2-51 0,-9 3 34 16,2-5 54-16,0 0 22 0,3 0 21 0,11 0 10 15</inkml:trace>
  <inkml:trace contextRef="#ctx0" brushRef="#br0" timeOffset="104343.97">9743 11688 595 0,'-5'1'175'0,"0"-1"12"0,0 0-14 0,3 0-13 15,0 0-19-15,-1 0-7 0,1-1-2 0,2 2-5 16,3-1-13-16,3 0-16 0,13-1-3 16,4-2-16-16,-9 3-10 0,30-6-2 0,-10 2-7 15,2 0-6-15,5 0-3 0,6-1-15 16,-1-1 8-16,5 1-2 0,3-2 7 0,6 3-8 15,-1-3-2-15,5 4 3 0,-4-2 2 16,1 2-13-16,-1-1-11 0,-2 4 6 0,-1-3-1 16,1 1 1-16,-3 2-19 0,-2-3 12 15,-1 0 3-15,-3 2-16 0,-4 0 11 0,2-3-6 16,-3 3 0-16,-2-1 3 0,-4 0 2 0,-4 1-12 16,0-2 6-16,-3 3 1 0,-7 0-6 0,0-3 0 15,-5 3 5-15,-6-2 12 0,-4 1-9 16,-1 0-11-16,-3 0-3 0,-4 1-8 0,-1-2-23 15,0 2-23-15,0 0 2 0,0 0-37 16,-14-2 2-16,7 1-45 0,0 1 11 0,-12-2-118 16,0 1-170-16,-3-2 29 0,-2 2 28 0,-2-2 18 15,1 3-24-15</inkml:trace>
  <inkml:trace contextRef="#ctx0" brushRef="#br0" timeOffset="104748.73">9622 11708 209 0,'-22'0'282'0,"8"-3"-50"15,9 3-34-15,2-4-17 0,10 1-43 0,12-2-10 16,5 1 7-16,6-5-14 0,6 1-17 15,8 0-7-15,1 1-8 0,6 1-4 0,6 2-13 16,5-1-2-16,0 2 0 0,6-1-19 0,4 2 6 16,-1-1-8-16,2-1-14 0,-4 3-3 15,-1 1 11-15,-3 0-7 0,-31 0-2 0,10 0-6 16,7 0 10-16,-2 0-12 0,-2 0-2 16,-6 0-10-16,-4 0 11 0,-1 0 7 0,-6 0 3 0,-3 0 7 15,-2 0 18-15,-6 0-5 0,-7 0-11 16,1 0-8-16,-6 0 2 0,-7 0-15 0,0 0 14 15,9-2-16-15,-12 0-6 0,1-1-2 16,-2 3 9-16,2-3 2 0,-1 1-13 16,1 0-34-16,0-1-29 0,-1 3-52 0,2-1 9 15,-3 2-102-15,0-1-77 0,2 2-141 16,-3 2 24-16,1-3 27 0,-1 2 40 0,-1-3 12 16,2 3 2-16</inkml:trace>
  <inkml:trace contextRef="#ctx0" brushRef="#br0" timeOffset="119476.93">5257 12726 541 0,'-16'0'319'0,"16"-12"-36"0,0 12-20 16,-13 0-24-16,-6-18-10 0,16 17 6 0,-2-1-31 16,3 2-15-16,0-1-18 0,0-2-27 0,-3 3-24 15,4-1 3-15,-1 1-28 0,1-1 4 16,2 1-19-16,1 0 0 0,2 0-9 0,0 0-10 16,0-2 4-16,3 2-11 0,2 2 0 15,10-5-16-15,-14 3 11 0,10 0-14 0,0 0-8 16,5 0-12-16,19-10 13 0,-18 7 7 0,-3 0-20 15,0-1 13-15,-2-1-11 0,1 0-7 0,-4-2-17 16,2-1 8-16,-2 1-23 0,-2-3 6 16,-1-2-12-16,-2 0 3 0,-2 2-8 0,-3 1 4 15,0-8 16-15,0 1-8 0,-1 2 11 16,-2 1 0-16,0 13 3 0,0-14-8 0,0-1 28 16,0 1 0-16,-11-11-10 0,8 18 18 0,3 1 10 15,-3-1-18-15,2 5-9 0,0-3 19 16,1 2-11-16,-2-2-23 0,0 5 28 0,0 0-21 15,-1 1 4-15,-1 3 12 0,1-1 9 16,-6 10-9-16,0-1 27 0,0 3-7 0,2 4 20 16,-3 2 16-16,2-1-5 0,0 6-8 0,2 0 25 15,-2 1-8-15,0-1 7 0,5 1-12 16,-3 5 6-16,4-1-9 0,-4 1 1 0,4-1-9 16,0 1-3-16,2 1 6 0,-3 2-9 0,3 1-12 15,0 0 6-15,0-19-11 0,0 12-2 16,0 4-29-16,0 2-37 0,0 3 3 15,0 1-109-15,-15 36-42 0,3-39-61 0,1 0-38 16,-3-2 25-16,0-5-257 0,-2-2 38 0,2-7 35 16,1-4 36-16,-1-5 26 0,4-7 25 15,10-4 29-15,-9 0 46 0,-11-25-45 0</inkml:trace>
  <inkml:trace contextRef="#ctx0" brushRef="#br0" timeOffset="119645.75">5163 13052 689 0,'0'-15'487'16,"-5"0"-94"-16,4 2-36 0,1 4-54 0,14-13-28 16,0 7-48-16,2 1-15 0,3 1-38 15,6-1-19-15,-2 4-71 0,2 3-53 0,3 0-69 16,0 2-58-16,2-1-60 0,2-2 13 0,1 3-284 16,0-1 20-16,2 0 26 0,-1 1 25 0,-2 2 40 15,-2-4-4-15,2 7 21 0</inkml:trace>
  <inkml:trace contextRef="#ctx0" brushRef="#br0" timeOffset="120272.96">5926 12762 231 0,'-4'-4'239'0,"0"1"-58"0,2 1-6 15,1 0 0-15,-3-1-40 0,2 1-21 0,0 2-7 16,2-3-11-16,-4 1-14 0,3 0-20 16,-2 2 6-16,2-1-5 0,-3 0-12 0,4 0-1 15,-3-1-7-15,0 1-15 0,0-1 12 16,1 2-11-16,-2-1 1 0,0 1-24 0,-1 0-2 15,1 0 17-15,-1 0 1 0,5 0-3 16,0 0 18-16,-8 0 2 0,8 0-17 0,-6 0-10 16,-8 13 25-16,1-4-7 0,0-2 1 15,2 6 11-15,-2-1 9 0,2 1 1 0,-1 1 8 16,2 2 0-16,-1-1 9 0,1 2-6 16,1 0-13-16,1-4-5 0,0 3 10 0,2-4-14 15,3-2 1-15,3-1-3 0,-4-3 19 0,4-1 2 16,-2-1 31-16,2-4-14 0,0 0-11 15,11 0 6-15,7-4-27 0,1-4 5 0,8-3-16 16,-3 1 32-16,5-3-30 0,1 1-3 16,0 1-16-16,1 3 21 0,0 1-16 0,-2-1 0 15,2 3 4-15,0 3-7 0,-18 2-8 0,7 0 8 16,22 10-19-16,-24 0 7 0,1 0 9 16,-5 2 7-16,0-1-22 0,-4 2 0 0,-1-1 2 15,-1-3 10-15,-3-2-18 0,-2-2 29 0,2 0 3 16,-3-2 1-16,0 0-3 0,0 0-3 15,1-2 52-15,-1-1-17 0,-2 0 8 0,0 0-10 16,0 0-12-16,8 0 5 0,14-17-19 16,-4 7-3-16,-3 1-40 0,2 1-18 0,-2 1-13 0,-1-3-35 15,0-1-35-15,4 0-32 0,-2 2-51 16,0-3 18-16,2-4-238 0,-5 3 32 16,3-6 29-16,-3 2-21 0,3 2 1 0,-4 0 24 15,5 3 22-15,-3 0 22 0,1-1 11 16</inkml:trace>
  <inkml:trace contextRef="#ctx0" brushRef="#br0" timeOffset="121170.68">7248 12693 613 0,'-5'-6'400'0,"-2"1"-72"0,3 0-11 15,3 1-27-15,-3 2-25 0,2-3-37 0,-1 1-28 16,2 1-6-16,-2-1-13 0,2 0-20 0,0 1-21 16,-2 1-9-16,3-1 2 0,-1-1-28 15,0 2-14-15,-1 1-11 0,1-2-10 0,0 2-4 16,1-2-1-16,-3 2-10 0,3-2-16 15,0 3-2-15,0-3 6 0,0 3 9 0,-1-2-12 16,0 0 10-16,1 2-2 0,0-3 2 0,0 2 9 16,-3 0-6-16,3 1 4 0,0 0 4 0,0 0-8 15,0 0 0-15,0 0-20 0,0 0 1 16,0 0 0-16,0-5-7 0,0 7 9 0,0 3 5 16,3 1 3-16,-3 1 3 0,2 11-15 15,-2-8 16-15,0 7-1 0,0 5-5 0,7 21 5 16,-3-17 0-16,-2-1-8 0,1-1-4 0,1-3-3 15,1 0 0-15,0 0 2 0,-3-4-4 0,1-1-14 16,1-3-1-16,-2-3 0 0,-2-1 11 0,3-3-5 16,-1-2 7-16,2-1-5 0,-4-3-5 15,0 0-5-15,12 0 8 0,13-20-5 16,-12 6-1-16,4-3-1 0,-3-2 3 0,5-6-7 16,-4 1-10-16,7 2 10 0,-3-2 2 0,3 5-14 15,-2-5 6-15,3 4-4 0,-5 1 3 16,-3 5-4-16,0 1 8 0,-3-1-9 0,0 4 1 15,-4 8 1-15,0-1 5 0,-4 1 1 0,-4 2-2 16,0 0 5-16,16 10-4 0,-6 4 7 16,-4 0 4-16,1 1-1 0,-1 1-4 0,-1 2 0 15,3 1-4-15,-3 3 5 0,1 2-44 0,-2-2-49 16,3 2-45-16,0 3 14 0,1-3-125 0,-2 0-59 16,1 0 25-16,-2-7-265 0,6 0-5 15,-3-1 38-15,-3-5 44 0,4-4 33 0,-3-7-7 16,1 2 27-16,-7-2 73 0,9 0 20 15,16-19 9-15</inkml:trace>
  <inkml:trace contextRef="#ctx0" brushRef="#br0" timeOffset="121531.22">7980 12723 860 0,'-4'-8'480'0,"4"2"-39"15,-1 0-48-15,0 0-45 0,0 5-29 16,-1-6-46-16,1 5-24 0,1-3-38 0,0 3-20 15,1 0-15-15,3 1-21 0,1 0-15 0,3 2-16 16,15 0-15-16,-8-1-5 0,30 10-22 16,-16-3-5-16,1 2-26 0,-1 1-24 0,4-2-12 15,-3 1-1-15,-1 1-13 0,-2 0-3 0,-3-2-14 16,3 0 23-16,-4 3-31 0,-4-5 20 16,1 1 11-16,-8-1-24 0,0-2 24 0,-4-1-9 15,-1-2 5-15,-4-1-11 0,2 3-19 16,-1 1 30-16,-3-2-3 0,-1-2 7 0,0 0-8 15,-14 16 11-15,2-7-7 0,-5 2 11 16,-2 3-5-16,-3-2 5 0,-4 1-2 0,4 0-4 16,-3 0 4-16,-1 0-4 0,1 1-4 0,-1 0-18 15,-1 1 0-15,7-3-80 0,-1 2-56 16,-2 1-50-16,3-1-55 0,2-2 22 0,4 2-278 16,7-6 33-16,2-1 48 0,1-1 31 0,4-2 25 15,0-4 39-15,0 0 24 0,15 4 16 16,6-1 5-16</inkml:trace>
  <inkml:trace contextRef="#ctx0" brushRef="#br0" timeOffset="121776.55">8591 12943 461 0,'13'-18'562'0,"-1"3"-89"0,-1 5-42 0,-5-1-54 15,0 4-63-15,-3 1-24 0,-1 2-41 0,0-1-29 16,0 2-17-16,-2 3-28 0,-6 0-27 0,5 4-15 15,-1 0-15-15,-1 0-11 0,-5 14-3 16,-2 1-20-16,-1 4 1 0,2-2-3 0,-1 5-13 16,0-2-4-16,1 1-29 0,-1 2-25 15,1 1-3-15,-1 0-108 0,-3 0-41 0,4 0-37 16,0-2-46-16,3 2 21 0,-4-2-182 0,1-2-81 16,5-4 16-16,0-3 42 0,4-17 28 0,0 9-5 15,0-4 24-15,0-5 16 0,7 8 5 16</inkml:trace>
  <inkml:trace contextRef="#ctx0" brushRef="#br0" timeOffset="122010.96">8925 12731 793 0,'17'-24'615'0,"-4"5"-79"16,-1-1-63-16,-2 3-65 0,2 2-55 15,-5 1-49-15,-1 10-23 0,-4 4-28 0,-2 0-19 16,0 0-30-16,11 23-9 0,-8-2-31 0,4 2-8 15,0 3-20-15,2 1-6 0,3 2-21 0,-2 0-21 16,-1 5-47-16,2 0-57 0,1 4-49 16,-2-1 6-16,-1-1-156 0,-1-2-68 0,-2 0 26 15,-3 0 25-15,-3 1-341 0,0-20 41 16,0 5 39-16,0 1 54 0,0-1 30 0,19 8 74 16,-9-24 24-16,3-2 19 0,-7-2-10 0,26-17-1 15</inkml:trace>
  <inkml:trace contextRef="#ctx0" brushRef="#br0" timeOffset="123999.2">10738 12646 547 0,'0'0'398'0,"0"0"-75"0,0-14-48 0,0 14-39 16,24-22-8-16,-25 21-22 0,-1 2-25 0,2 2-31 15,-2 2-1-15,3 2-9 0,-2 12-11 16,1-8-17-16,0 7 6 0,0 4-23 0,10 27-11 15,-5-18-3-15,1-2-1 0,2 0-19 0,0 0-2 16,-2 5-20-16,1-1-17 0,-1 1-59 16,-1 0-30-16,0-2-42 0,-2 1-30 0,-1-3 12 15,-2 3-133-15,0-20-190 0,0 6 37 16,0 0 28-16,0-2 23 0,0-5 24 0,0-2 23 16,0-10 4-16</inkml:trace>
  <inkml:trace contextRef="#ctx0" brushRef="#br0" timeOffset="124443.6">11304 12639 578 0,'5'-9'351'0,"-4"4"-56"0,2 2-37 0,-4 1-16 16,-2 2-32-16,-1 2-9 0,-1-2-1 15,-8 14-31-15,-2-2 12 0,-3 4 6 0,5 3-20 16,-4 1 7-16,5 1-11 0,-1 1-5 0,2 4-12 16,-1 0-3-16,0 3 0 0,5-1-14 15,-1 3-4-15,3-2-8 0,1 2-14 0,4 1-11 16,0-18 3-16,0 8-10 0,18 27-11 16,-6-20-2-16,2-7-13 0,1-1-7 0,4-3 8 15,4-3-15-15,-4-2 1 0,8-1-3 0,-4-4-11 16,1-4-6-16,-3-1-2 0,-12-3-5 0,4 0-6 15,12-12 5-15,-17 4-8 0,-1-4 3 0,-3 0-9 16,-4 3-8-16,0 9 9 0,0-13-3 16,-16-10-3-16,3 12-3 0,-5 0 5 0,1 1-6 15,-6-2 5-15,2 4-8 0,-5 1 8 16,4 2 5-16,-2 3-9 0,-1-1 4 0,2 1-8 16,0 1-37-16,2-3-24 0,5 4 6 0,5 0-98 15,11 0-36-15,-8 0-31 0,8 0-42 16,-7 0 24-16,7 0-253 0,-8 8 37 0,8-8 35 15,3-3 12-15,1 3 38 0,3-1 16 16,-3 1 41-16,13-3-15 0,-7 3 31 0</inkml:trace>
  <inkml:trace contextRef="#ctx0" brushRef="#br0" timeOffset="124863.28">11655 12746 219 0,'13'-17'560'0,"-3"2"-63"16,-1 1-64-16,2 2-52 0,-8 8-58 16,2 2-30-16,-1 0-28 0,-4 2-1 0,0 0-28 15,3 13-6-15,-3 8-20 0,0-11-14 0,0 10-30 16,0 4-7-16,0 4-9 0,0 2-25 16,0 1-4-16,0 0-21 0,11 31 5 15,-6-32-23-15,-2 2 2 0,1-4-12 0,0-3-7 16,-2-4-9-16,1-3 1 0,-2-4-2 0,3-4 1 15,-3-3 9-15,0-4 10 0,3-3-9 16,0-4-21-16,6-7 1 0,3-4-2 0,4-4-8 16,-2 0 7-16,-1-3-11 0,1 3-3 0,0-1-12 15,0 1 7-15,0 0-5 0,1 2 8 16,-6 2-12-16,1 5 5 0,0-3-6 0,-8 5-1 16,3 3-10-16,-3 2 9 0,3 1-7 0,-6 2 1 15,0 0 2-15,0 0 9 0,7 15-12 16,-3 1 5-16,0 2 2 0,0 1 3 0,-1 3-23 15,3 4-60-15,-2-3-44 0,6 2 10 16,-3 2-143-16,2-2-66 0,7-2 29 0,-5-3-295 16,6-1 9-16,-2-2 48 0,6-5 32 0,1-1 68 15,0-4 35-15,5-1 7 0,3-4 15 0,-13-2 39 16,8 0 35-16,37-11-14 0</inkml:trace>
  <inkml:trace contextRef="#ctx0" brushRef="#br0" timeOffset="125699.47">13182 12625 848 0,'0'-15'339'0,"0"15"-51"0,0 0-35 15,0 0-21-15,0 0-29 0,-14 2-17 0,-8 11-6 16,-2-1-44-16,-1 2-4 0,-1 3-16 16,-1 2 12-16,-3 1-40 0,5-1 0 0,-3 1-24 15,3-1 11-15,2 2-2 0,0-6-12 16,2 2-22-16,1-5-1 0,1 4-11 0,4-3 32 15,2-4-22-15,3-1-6 0,1-1 7 16,3-1-5-16,2-1-9 0,1-1 3 0,3-4 29 16,0 0-7-16,0 7 12 0,13 3-6 0,0 0-6 15,1-1-3-15,2 3 0 0,3 1-12 0,3-1-2 16,0 4 2-16,0-1 0 0,2 2-6 16,-1 0 8-16,5 2-16 0,-3 3 11 0,4 2-2 15,1 0-71-15,0 1-28 0,-3 0-54 16,-2 0-32-16,-1 0 13 0,-8 0-154 0,2-3-188 15,-6-1 35-15,-4 3 33 0,-1-3 43 16,-4-4-5-16,-3-4 26 0,0-13 33 0,0 11 10 16</inkml:trace>
  <inkml:trace contextRef="#ctx0" brushRef="#br0" timeOffset="125901.52">12839 13326 1288 0,'-9'-2'441'0,"3"-1"-65"16,3-1-48-16,6 3-37 0,1 1-26 0,5 1-50 16,14 3-14-16,5 1-25 0,1 3-12 15,0 1-27-15,3 3-67 0,0-1-8 0,2 3-129 16,-4 0-54-16,1-1-55 0,-2 1 15 16,-3 0-239-16,-4-2-36 0,4 0 41 0,-4-4 19 15,0 7 24-15,-3-6 23 0,-2-3 19 0,-2 1-47 16</inkml:trace>
  <inkml:trace contextRef="#ctx0" brushRef="#br0" timeOffset="126936.36">13821 12627 634 0,'13'0'393'15,"-13"-13"-66"-15,0 13-33 0,0 0-29 0,0 0 5 16,0 0-30-16,0 0 22 0,20 14 1 16,-20 4-13-16,0-8-35 0,0 7-9 0,0 6-14 15,0 2-20-15,0 0-1 0,10 27-24 16,-3-25-21-16,2-2-3 0,0 1-8 0,0-4-13 15,2 2-5-15,-2-3 3 0,0-2-1 0,2-3-1 16,-4-2 5-16,-2-6 3 0,0-1-2 16,2-5-18-16,-7-2 6 0,7 0-27 15,14-14 14-15,-7 2-8 0,1-5-24 0,-1-2 6 16,1-3-6-16,2-5-8 0,1 1 5 0,0-3-3 16,1 0-5-16,-1 2-14 0,0-1 2 0,-2 3-13 15,0 5 4-15,-3 1 8 0,0 0-2 16,-1 2-7-16,-4 4 1 0,2 1-13 0,-5 3-4 15,0 4 9-15,-3 0-10 0,3 3-8 0,-5 2 9 16,0 0 8-16,0 0-1 0,6 14-11 16,-1 5 8-16,-5-1-3 0,3 3-1 0,-3-9 4 15,0 5-4-15,0 7 6 0,0 2-3 0,0 1-8 16,0 1-22-16,0 3-46 0,0-2-56 0,0 2 13 16,0 0-126-16,0-1-38 0,0-1-57 15,-6 26 31-15,2-32-271 0,-3-5 42 0,4-8 55 16,-3-4 29-16,3-4 33 0,0-5 28 15,0-2 48-15,-2-8 11 0,6-8 40 0,-1 9-40 16,0-10 0-16</inkml:trace>
  <inkml:trace contextRef="#ctx0" brushRef="#br0" timeOffset="127301.1">14491 12574 329 0,'21'-19'524'0,"-4"2"-91"0,5 2-65 0,1 5-23 15,0 3-40-15,2 5-22 0,-12 2-32 16,2 0-33-16,20 17-25 0,-20-3-6 15,-4 5-18-15,-4 0-21 0,-5 2-19 0,-2-8-6 16,0 2-17-16,-17 29-10 0,8-22-19 16,-4-1 7-16,3-4-10 0,1 1-7 0,3-3 1 15,2-4-20-15,1-3 6 0,2 0-6 0,1-8-7 16,0 0 1-16,18 19 1 0,-3-12-9 16,8-3-14-16,3-1 20 0,2-1-1 0,0 0-16 15,4 1 0-15,-1-2-18 0,-15-1 15 0,12 0-7 16,-2 0 10-16,7 0-1 0,0 0-14 15,1 0 5-15,32-14 7 0,-35 12 1 0,1-3 19 16,-5 3-4-16,-1 2 14 0,-7-3-2 0,-2-4 13 16,-1 2-6-16,-9 5-4 0,0-3-9 15,-1 1-13-15,-4 2-21 0,-2-2-37 0,-2 0-22 16,-3 4-30-16,2-2 6 0,-3 2-97 0,-3-2-42 16,-8 3-35-16,-1 1-49 0,1 2 30 0,-1 1 25 15,-2-3 20-15,1 1-249 0,1 3 15 16,4-2 31-16,-2 1-8 0,0 4 29 0,1-2 27 15,1 4 62-15,0 0 57 0</inkml:trace>
  <inkml:trace contextRef="#ctx0" brushRef="#br0" timeOffset="129054.98">5742 14868 586 0,'0'0'288'0,"0"-16"-26"0,-1-4-22 15,13 14-32-15,3 6-2 0,-5 0-32 0,25 11-13 16,-12 2-16-16,-6 2-24 0,2 2-6 0,-8 5-13 16,0 2-18-16,-3 3 1 0,-4 1-6 15,-4-13-9-15,0 9 18 0,-12 27-15 0,1-24 21 16,1-1 7-16,-7-2 9 0,1-4-10 15,2 0-11-15,0-2-10 0,4-1 34 0,-5-2 5 16,6-5-2-16,1 2-3 0,0-4-16 16,3-2-4-16,3-3-8 0,0 1-5 0,2-4-13 15,0 0-2-15,11 5-17 0,12-6 9 16,-9 1-7-16,6 0-11 0,36-12-33 0,-20 4-25 16,4 3 0-16,-1-3-110 0,0-1-40 0,1 1-34 15,0 4 18-15,-3-6-230 0,1-1-85 16,-4 0 35-16,-1-2 33 0,-2 4 18 0,-3-2 25 15,-2-2 57-15,-1-1 9 0,1 2 9 0</inkml:trace>
  <inkml:trace contextRef="#ctx0" brushRef="#br0" timeOffset="129392.68">6513 14809 560 0,'-11'-9'452'16,"3"1"-67"-16,0 0-53 0,4 1-18 0,3 1-15 15,-1 1-43-15,1 0-22 0,1 5-29 0,0 0-26 16,0-7-35-16,24-5 3 0,-10 6-24 0,1 3-18 16,3 3 12-16,-8 0-17 0,4 0-8 0,19 16-10 15,-19-6-8-15,4 2 20 0,-1 4-6 16,-2 3-6-16,-1 1-6 0,-2-1 14 15,-3 6-5-15,-2-1-13 0,-2 2 1 0,-1-1-17 16,0 6 2-16,-1 1-10 0,-2 1-12 0,0 1-3 16,-1-18-50-16,0 8 0 0,0 2-133 0,-13 37-38 15,7-31-44-15,-7 4 25 0,0 0-193 16,2-2 35-16,-5-1-130 0,-3-2 14 0,4-2 55 16,0-6 28-16,-1-2 38 0,1-4 26 15,5-4 37-15,2-6 9 0</inkml:trace>
  <inkml:trace contextRef="#ctx0" brushRef="#br0" timeOffset="129558.37">6502 15370 592 0,'2'-25'426'0,"-2"3"31"0,0 10-48 15,0-4-50-15,12-23-47 0,0 17-40 0,-4 1-17 16,7 3-38-16,3 2-30 0,4-4-61 0,2 7-15 16,2-4-116-16,6 5-50 0,0 0-55 15,2-1-61-15,4 1 16 0,-2 1-258 0,0 0-19 16,0 0 30-16,-4 0 26 0,-3 0 35 15,1 2 21-15,-5-2 12 0,2 3 1 0</inkml:trace>
  <inkml:trace contextRef="#ctx0" brushRef="#br0" timeOffset="129951.43">7188 14933 677 0,'5'-3'429'0,"-4"1"-69"0,4 1 1 0,-2 0-33 16,-1 0-48-16,-2-1-25 0,4 4-20 0,-1-1 23 15,-1 3-21-15,1 0-12 0,-2 3-14 16,7 9-23-16,1 1-11 0,0-1-16 0,1 2-18 15,1 1-12-15,-3 0-14 0,4-6-11 16,-2 4-13-16,-1-3-12 0,-3 0-2 0,4-3-6 0,-5-5-10 16,-1 2-7-16,-1-4-7 0,-2 4-1 15,2-4-1-15,-1-2-1 0,-2-1-8 0,2 1-11 16,-2-2-2-16,0 0 7 0,16-18-8 16,-7 2 0-16,0-3 0 0,4-2-14 0,-2 2 12 15,2-1-7-15,0 3 3 0,0 0-11 16,-2 1 6-16,-2 3 6 0,0 1 14 0,-1 5-2 15,-2-1-2-15,-2 3 3 0,-1 3 0 0,-1-4-11 16,1 5-7-16,-1-2 8 0,1 1 0 0,-2 1-10 16,-1 0 1-16,0 1 10 0,0 0 1 0,0 0-4 15,13 15 0-15,-7 0 3 0,2-3-7 16,-2 6 9-16,7 1-11 0,-8 1 9 0,2-3-11 16,-6 6-17-16,5-2-49 0,-5 1-35 15,2 2-64-15,-2-1 15 0,-1-10-142 0,-12 23-62 16,5-14 30-16,-6-3-274 0,2-1 48 0,2-5 41 15,0-1 37-15,-1-5 33 0,2-5 28 16,2-2 30-16,6 0 16 0,0 0 13 0,-12-22 27 16,8-3 5-16</inkml:trace>
  <inkml:trace contextRef="#ctx0" brushRef="#br0" timeOffset="130245.1">7668 14812 357 0,'12'-22'591'0,"3"2"-119"0,3 1-74 16,-3 1-30-16,3 5-53 0,-1 2-27 0,1 3-32 15,-8 5-42-15,7 3-20 0,-10 0-9 16,16 14-34-16,-14-1-9 0,-1 4-14 0,-7 2-11 16,-1-11-14-16,0 7-17 0,-13 20-6 15,7-14-6-15,-4-3-5 0,2-1-5 0,0-1-8 16,-3 0-18-16,2-5 4 0,5 1-16 16,2-5 12-16,-2-1-10 0,4 1-1 0,0-2-11 15,0-1 17-15,0-4-9 0,0 0 5 0,15 17-15 16,2-10 8-16,0-2 0 0,4 1-2 15,3-3-23-15,4 0-13 0,-1-1-37 16,1 1 7-16,-15-3-80 0,8 0-71 0,3 0-37 16,-1 0 23-16,0 0-182 0,26-14-114 0,-30 10 39 15,3-1 32-15,0-2 14 0,-2 0 27 16,0-2 44-16,4-2 20 0,1 1 10 0,1-1 8 16</inkml:trace>
  <inkml:trace contextRef="#ctx0" brushRef="#br0" timeOffset="130667.08">8769 14950 329 0,'-6'0'506'0,"0"0"-23"16,0 0-51-16,3 0-43 0,-3 0-26 0,4 0-48 16,-1 0-36-16,6 0-44 0,2-2-28 0,13-3-17 15,8 3-28-15,8 1-26 0,2-1-42 16,4 2-10-16,1-1-124 0,-1-2-50 0,5 2-58 16,-2-2-65-16,2 3 19 0,-3-3 17 15,-2 1 18-15,-2-1-287 0,-4-1 10 0,-2 2 48 16,0-1 16-16,-4-1 53 0,-3 2-18 0,-7-4 54 15</inkml:trace>
  <inkml:trace contextRef="#ctx0" brushRef="#br0" timeOffset="130894.65">9145 14728 876 0,'-17'-17'462'0,"-1"0"-19"15,2-1-42-15,3 8-22 0,0-4-35 16,3 5-47-16,3 3-25 0,-1 2-39 0,4 3-32 15,4 1-19-15,0 0-13 0,-9 13-26 0,2 4-10 16,5 8-13-16,-1 2-13 0,0 5-10 0,3-1-39 16,0 4-46-16,0-15 0 0,0 10-126 15,0 5-39-15,11 42-46 0,-7-35-56 0,0-4 22 16,-3 3-264-16,-1-21 8 0,0 6 40 16,0 5 32-16,-10 27 25 0,6-26 27 0,1-8 13 15,3-14-16-15,0 2-7 0</inkml:trace>
  <inkml:trace contextRef="#ctx0" brushRef="#br0" timeOffset="132738.04">9813 14696 371 0,'0'-13'299'0,"0"13"-34"0,0 0-37 16,0-14-23-16,11-3-1 0,-10 12-12 15,-1 1-12-15,0 0-15 0,0 1 3 0,0 0-19 16,0 0 8-16,0 0-7 0,0 2-22 16,0 1-11-16,0 0 14 0,0 0-27 0,0-7 0 15,0 7 0-15,0 0-5 0,0-7-5 0,0 7-11 16,0 0-9-16,0 0-14 0,0-7-7 15,1 3-5-15,-1 8-5 0,-1 2 46 0,1 13-5 16,0-7 8-16,0 7-2 0,0 4-5 0,-9 36 5 16,8-25-13-16,1 0 6 0,0-19 4 15,0 10-8-15,0 2-8 0,10 29-3 0,-5-27-5 16,-1-5-5-16,3-2-2 0,-1-1-6 0,-4-4-3 16,5-2-3-16,-5-6 2 0,2 0 17 15,-1-6 5-15,3 0-7 0,-1-2-1 0,-5-1-9 16,17-11-3-16,-5 1-12 0,0-5 6 0,2-3-10 15,-1-3-8-15,-2 0-5 0,2-2 8 16,2 0-5-16,-1 0-2 0,-2 0-3 0,1-1 3 16,-2 3-12-16,1 1 6 0,-2 4-6 0,-1 4 3 15,-5 1-11-15,-3 3 3 0,4 1 4 0,-4 2-15 16,2 1 12-16,-1 4-6 0,-2 0 10 16,0 0-10-16,0 0 4 0,16 22-4 0,-8-8 6 15,-2 3 2-15,-1 0 4 0,0 3-7 16,2 1 2-16,-1 4 4 0,-2-2-4 0,1 3-26 15,-5-3-27-15,1 3-46 0,3-1 9 0,-4-1-113 16,0-12-50-16,0 5-53 0,0 0 27 16,-11 21-185-16,5-24-89 0,4-3 40 0,-2-4 18 15,0-5 46-15,0-6 29 0,3-1 26 0,1-3 26 16,0-10 68-16,0 6 12 0</inkml:trace>
  <inkml:trace contextRef="#ctx0" brushRef="#br0" timeOffset="133003.31">10556 14636 808 0,'31'-10'342'0,"-2"3"-52"0,3 2-29 0,-4 4-7 16,-16 1-50-16,0 0-24 0,14 19 3 0,-20-10 3 15,-7 2-29-15,1-1-15 0,-19 21-9 16,6-11-10-16,-6-3-14 0,0 3-10 0,-3-2-3 16,0-2-10-16,3 0 22 0,0-1-1 15,1-4-18-15,4 3-11 0,0-4-15 0,5-1-8 16,4-1 9-16,5-2-8 0,0-6-11 0,18 10 11 15,1-6-18-15,4-4 3 0,-6 0-31 0,7 0-1 16,8 0-55-16,5 0-12 0,42-14-29 16,-30 8-24-16,1-2-29 0,2 1-23 0,4-2-61 15,-1-1 20-15,3 1-246 0,-2-3 32 0,-6 0 30 16,5 2 15-16,-3-1 27 0,2-2 34 16,-4 4 15-16,4 1-48 0</inkml:trace>
  <inkml:trace contextRef="#ctx0" brushRef="#br0" timeOffset="134173.04">12114 14523 394 0,'0'0'407'0,"13"-14"-72"0,-13 14-56 0,0 0-18 15,19-24-44-15,-20 24-32 0,0 3-2 0,-7 1-21 16,-6 6-34-16,-6 2-12 0,-2 0-3 0,0 3-12 16,-4-1-10-16,0 3-1 0,-3-2-16 15,5-1-6-15,-3 3-9 0,4-3-14 16,0-3 2-16,3 3-15 0,-2 0 27 0,4-2-23 15,3 5 20-15,1 0-9 0,5-1-9 0,1 2 0 16,6 6-1-16,2-12 13 0,0 5-23 0,16 29 15 16,-4-23 1-16,3 1-7 0,3-1-1 15,4 2-18-15,-1-1 30 0,1 1-6 0,5-1-13 16,-1-1-8-16,0-2-1 0,1 4-39 0,1-4-33 16,-2 0-52-16,-2-2-43 0,-1 0 15 15,-1-4-190-15,-2-2-150 0,4 0 30 0,-7-5 29 16,1 2 54-16,-4-3 5 0,-2-3 26 0,-2-1 28 15,-5 2-12-15</inkml:trace>
  <inkml:trace contextRef="#ctx0" brushRef="#br0" timeOffset="134391.78">11861 15254 439 0,'-33'-6'556'0,"4"2"-55"0,4 0-57 16,6 1-54-16,3 0-44 0,3-1-44 15,6 3-36-15,4 1-34 0,7 1-15 0,2-1-24 16,18 6-26-16,7 0-21 0,3 0-7 0,6 1-40 16,3 1-46-16,6 3-4 0,3 0-124 0,-4 0-49 15,1-2-45-15,-1 3-66 0,-1 0 20 16,-2-1-249-16,-4-2 14 0,0-1 33 0,-6 0 28 16,-3-3 26-16,-1 0 22 0,2-1 35 15,-4 0 13-15,-1-4 6 0</inkml:trace>
  <inkml:trace contextRef="#ctx0" brushRef="#br0" timeOffset="134776.41">13178 14676 380 0,'-23'-15'379'0,"2"4"-35"0,-4-1-32 15,2 2-18-15,-2 3-36 0,-1 4-9 16,1 3-8-16,14 0-27 0,-8 0 6 0,-20 14-8 16,18-4-6-16,1 2-4 0,4 3-11 15,-2 4-12-15,3 1-4 0,3 2-10 0,3 2-6 16,3-1-23-16,1 4 1 0,5 1-12 0,0-17-11 15,10 29-8-15,1-16-23 0,5-1 0 16,3 3-11-16,3-3-15 0,5 1-2 0,-1-2-42 16,4-4-36-16,0-2-57 0,1 5 9 0,-1-6-102 15,0-3-19-15,0-4-29 0,0-3-38 16,-2-1 25-16,-2-3-91 0,-15-1-90 0,21-10 30 16,-12 0-82-16,-6-4 33 0,2-1 54 0,-2-4 38 15,-3-6 2-15,0 2 19 0,6 0 4 16</inkml:trace>
  <inkml:trace contextRef="#ctx0" brushRef="#br0" timeOffset="135168.74">13453 14784 376 0,'5'-21'409'0,"2"2"-28"0,1 2-57 16,0 2 61-16,-3 5-17 0,-1 2-29 0,-3 2-41 15,3 2-34-15,-4-1-38 0,0 5-22 0,2 0 11 16,-2 3-20-16,2 1-13 0,0 1-4 16,5 12-16-16,0 0-18 0,-3 0-4 0,-1 2-15 15,4-1-7-15,1 3-17 0,3 1-6 0,-1-3-19 16,0 2 1-16,2-2-8 0,-1-3-5 15,-1-1-11-15,-1 0-4 0,-3-8 1 0,3 2-16 16,0-2 5-16,-1-2-8 0,-2-3-2 16,-6-2 0-16,12 0-7 0,21-15 2 0,-15 3 1 15,1-3 1-15,-1-1-11 0,2-4 0 16,2 0-6-16,0 1 9 0,-2-2-6 0,2 4-6 16,-4-1 3-16,-1 2 4 0,-1-1 12 15,2 3 2-15,-4 2-3 0,-2 4-1 0,-3-1 2 0,-3 2-8 16,0 1 12-16,-2 2-7 0,0 2-2 0,0 2-5 15,-4 0-3-15,0 0-6 0,9 11 6 16,0 3 6-16,-2 2-6 0,0 4 6 16,-2-1-13-16,-1 4-2 0,3 2 4 0,-4-1-6 15,1 2-16-15,-2 1-59 0,-2-2-41 0,0 3 12 16,0-16-147-16,0 8-43 0,-16 21-59 16,11-20 31-16,-3-3-273 0,0 3 50 0,-3-6 42 15,-1-4 61-15,6-4 31 0,-3-4 28 16,9-3 27-16,0 0 22 0,-9-11 32 0,9-4 11 15,-2-9-69-15</inkml:trace>
  <inkml:trace contextRef="#ctx0" brushRef="#br0" timeOffset="135444.94">14218 14618 739 0,'25'-20'419'0,"-3"2"-46"0,-1 6-72 16,2 1-38-16,1 3-1 0,-3 5-28 0,-11 3-21 15,0 0-23-15,12 15-23 0,-17-1-18 0,-7 1-16 16,2-4 6-16,-23 20-10 0,10-11-7 15,-2-1-23-15,-1 1 11 0,-2 0-7 16,4-2 3-16,-2 0-6 0,1 0-20 0,4-3-9 16,5-2 7-16,3 1 8 0,3-14-2 0,0 10-11 15,26 11-5-15,-7-12 0 0,5-5-6 0,7 0-14 16,2-1-30-16,7-2-35 0,-20-1-27 16,13 0 5-16,11 0-51 0,3 0-29 15,7 0-26-15,-1 0-19 0,55-9-24 0,-56 7-26 16,-1-1 19-16,-7-1-249 0,-3 3-40 0,-9-5 35 15,-4 1 31-15,-1 2 25 0,-4 2 27 0,-12 0 53 16,-3-1-5-16,-7 2 2 0</inkml:trace>
  <inkml:trace contextRef="#ctx0" brushRef="#br0" timeOffset="136443.16">6692 16025 499 0,'-18'0'328'0,"18"-13"-29"16,-32-9-27-16,28 15 9 0,2 0-43 0,1 2 6 16,1 5-52-16,0 0-22 0,0-8-16 15,25-5-14-15,-12 11-22 0,-2 2 3 0,3 0-26 16,24 15 3-16,-18 0-20 0,-4 5 17 16,-7 2-19-16,-3 2 8 0,-4 2-30 0,-2-11 2 15,0 6 21-15,-17 30-9 0,8-28-6 16,3 3-7-16,-4-2 6 0,-1-4 15 0,5-1 1 15,-3-2 9-15,3-1-9 0,-1-6-4 16,4 0 9-16,0-3-2 0,0-2 4 0,2 0-7 16,-1 0 9-16,2-4-5 0,0 2-1 0,0-3 1 15,0 0-6-15,10 4-12 0,13-7-3 16,-13 3 3-16,10 0-11 0,28-10-21 0,-15 7-36 16,1-4-52-16,2 2 7 0,0-2-105 15,0-2-41-15,0 1-41 0,-1-1-46 0,0 1 31 16,2-1 22-16,-5-2-323 0,1 2 70 15,-2-5 17-15,0 4 48 0,-2 0 27 0,2 1 54 16,-2-2 21-16,3 2 12 0,-2-1-22 0</inkml:trace>
  <inkml:trace contextRef="#ctx0" brushRef="#br0" timeOffset="136914.72">7672 16131 275 0,'-4'-2'452'0,"-1"-1"-69"0,-10-4-37 0,-3 0-28 16,-4 0-42-16,-3 0 16 0,-2 0-10 15,4-2-22-15,-3-1-18 0,3 0-2 0,-2-2-28 16,3 0-28-16,3-3-14 0,0-1-16 0,3 0-13 16,6 1-9-16,0 1-23 0,3-1-8 15,2 5-15-15,5-1-1 0,0 3-24 0,0 8-21 16,0-7-29-16,18-10 5 0,-5 14-25 0,-3 0-11 16,3 3-12-16,-3 0 4 0,21 16-20 15,-18-9-1-15,-2 7 7 0,-2 1-5 0,-1 4 11 16,-7 3 26-16,-1-10-17 0,0 7-10 0,-13 25 10 15,2-20 25-15,-1 1-2 0,-3 1 0 16,-3 0 49-16,4-3 8 0,-3 1 3 0,1 0 4 16,2 0 1-16,0-5-10 0,2 5-1 15,2 0-7-15,2-2 12 0,7 1-16 0,1-12 1 16,15 18-10-16,-6-14 10 0,10-3-10 0,4-1-11 16,2-4-27-16,4-2-31 0,3-4 3 15,-15-1-3-15,8 0 6 0,3 0-9 0,30-16 8 16,-34 8 6-16,-1-2 3 0,0-3 3 0,-2-2 0 15,-7-1 5-15,-3 0 0 0,-4-4-13 16,-6-1 4-16,-1 12 4 0,-13-21 32 0,0 15-1 16,-6-3-13-16,0 3 18 0,-9 2 11 15,-2 4-24-15,1-2 7 0,-2 2-6 0,3 4 0 16,-1-1-91-16,1 3-56 0,3-2-45 0,5 2-44 16,7 3 21-16,7-2-221 0,3 1 35 15,2 0-71-15,1 1 31 0,0 0 27 0,21-8 25 16,-5 1 24-16,7 4 31 0,0-4 0 15</inkml:trace>
  <inkml:trace contextRef="#ctx0" brushRef="#br0" timeOffset="137295.75">7850 16061 404 0,'10'0'449'0,"0"2"-84"0,-2 0 56 16,8 8-51-16,-7-2-31 0,-1-1-34 0,1 5-41 15,1-1-24-15,-5 5-27 0,1 0-14 0,1-2-34 16,-4 1-8-16,4-1-20 0,-3 0-6 15,0-2-22-15,-3-1-8 0,1-3-23 0,0-1-1 16,-2-2-7-16,3-1 3 0,-1 1-6 0,-2-3-8 16,2-1-6-16,0 1-1 0,-2-2-4 15,0 0-9-15,17-14-15 0,-6 1 14 0,5-4-17 16,-2 2 3-16,2 1 7 0,0-5 0 16,0 5 13-16,2-3 2 0,0 4 25 0,0 1 3 15,-3-1-1-15,2 2 2 0,-2 4 0 16,1 0-10-16,-2 0-3 0,-2 4-9 0,-3 2 9 15,-1 0-7-15,-8 1-7 0,8 0-4 0,-1 0 7 16,14 11-15-16,-10-3 0 0,1 2-5 16,0 4 12-16,-1-2-10 0,0 5-15 0,0 0 0 15,-2 2-10-15,0 1-24 0,-4 2-40 0,-1 0-56 16,-4-10 9-16,0 9-178 0,-9 25-60 16,-2-21 29-16,-3-3 29 0,1-2-319 0,-3-1 44 15,2-6 31-15,-1-4 35 0,0-2 35 16,6-5 58-16,9-2 24 0,-10 0 49 0,-6-13-1 15,9-1 4-15</inkml:trace>
  <inkml:trace contextRef="#ctx0" brushRef="#br0" timeOffset="137576.01">8465 15983 732 0,'24'-17'463'0,"1"0"-53"16,1 2-46-16,0 6-29 0,-4-2-36 0,3 3-30 15,-1 5-53-15,-3 1-5 0,-15 2-29 16,3 0-20-16,8 12-6 0,-14-5-29 0,-3 2-7 15,-3 10-17-15,-5-1-9 0,-3 2-3 0,-1-2-12 16,-3 0-8-16,1-2 3 0,0 2-18 16,-1-4-5-16,4-2-4 0,1-2-7 0,4 0-16 15,0-5 5-15,4 1 2 0,-1-1-7 0,3-2 14 16,0-3-17-16,0 0-11 0,11 5 10 0,9 0-10 16,3-5-24-16,-8 0 2 0,11 0-54 15,4 0-36-15,41-12-14 0,-28 6-33 0,6-1-26 16,1 0-53-16,2 0 21 0,2-1-179 15,-1-1 32-15,1-3-140 0,-2 0 58 0,0-1 24 16,-1 0 25-16,1 0 40 0,-2 2 21 0,1-1 14 16</inkml:trace>
  <inkml:trace contextRef="#ctx0" brushRef="#br0" timeOffset="138452.96">10248 15906 520 0,'0'-18'349'0,"0"18"-71"0,0-13-22 0,0 13-50 16,0-13-20-16,-24 17-12 0,-6 3-14 0,0-1-8 15,-4 3 4-15,0 3-26 0,-2-1-1 0,3 1-6 16,2-1-1-16,0 0-5 0,3-1 14 15,3-2-9-15,1 3-27 0,2 2 0 0,4-6-21 16,3 0-6-16,6 2 28 0,3-2 45 16,6-7 9-16,10 18-12 0,7-7-2 0,3 1-8 15,4 0-16-15,3 0-3 0,2 0-10 0,3 0-12 16,4 2-13-16,1 2-13 0,8 0-6 16,-3 1 4-16,5 0-15 0,-5-1-19 0,3 4-55 15,1-2 4-15,-5-1-89 0,-4 3-54 16,-1-4-55-16,-6 2-55 0,-1-3 27 0,-7 0 22 15,-3 0-293-15,0-3 45 0,-5-1 29 0,-4 2 29 16,-9-3 20-16,2-1 38 0,-3-9 18 16,0 5 8-16</inkml:trace>
  <inkml:trace contextRef="#ctx0" brushRef="#br0" timeOffset="138667.91">9990 16448 430 0,'-33'-3'575'0,"15"3"-92"15,-4 0-68-15,-23-7-47 0,26 5-47 16,10 2-42-16,2 0-17 0,7 0 0 0,-4 5-25 16,18 1-27-16,5 1-26 0,9 0-16 0,1 0-12 15,3 2-22-15,9 0-46 0,1 1-53 0,2 0-45 16,2 1 0-16,-2 0-138 0,-1-2-78 0,-1 5 22 16,-1-4-217-16,-2-1 35 0,-5-2 29 15,2 0 28-15,-4 0-93 0,-1-3 24 16,0 1 24-16,-4 2 33 0,1-4 15 0,-13-3-9 15</inkml:trace>
  <inkml:trace contextRef="#ctx0" brushRef="#br0" timeOffset="139043.5">11178 16054 217 0,'-17'-5'406'15,"0"5"-61"-15,4 0-12 0,2 0-22 16,-6 0 1-16,-20 14-39 0,14-5 2 0,1 1-13 15,2-1-13-15,1 5 6 0,3 1-14 0,0 1-22 16,4 0-16-16,2 2-19 0,8 0-10 16,-2 2-19-16,4-8-21 0,0 4-7 0,20 22-4 15,-4-17-24-15,4-4-2 0,4 2-39 0,4 1-40 16,3-4-65-16,1 0 5 0,1-2-133 16,-1-3-59-16,4 0 22 0,0-4-194 0,-4-5 34 15,3-1-129-15,-18-1 27 0,6 0 36 16,23-20 29-16,-20 8 39 0,-3-5 23 0,-2-2-4 15,0-1-1-15</inkml:trace>
  <inkml:trace contextRef="#ctx0" brushRef="#br0" timeOffset="139409.1">11644 16126 728 0,'4'-6'412'0,"-2"4"-37"16,-2 0-47-16,0 4 25 0,0 0-26 16,-1 2-37-16,0 1-16 0,-3 9-20 0,1 2-23 15,2 4-20-15,1-11-14 0,0 6-23 0,0 4-17 16,0 2-18-16,10 20-13 0,-5-20-14 15,0 0-10-15,-1-3-16 0,1-3-1 0,-2-4-8 16,0 1-13-16,0-4-7 0,-3-4 4 0,3 2-3 16,-2-2-4-16,1-4-11 0,1 0 1 15,2-4-7-15,4-6 0 0,3-5-10 0,1-2 0 16,1-2 0-16,1 0 0 0,0-1-1 16,2 1-16-16,-2 1 10 0,0 2 2 0,1-1 3 15,-5 5 3-15,1 0-2 0,-3 2 3 16,1 5 8-16,-5 0-14 0,0-1 7 0,-1 3-1 15,-1 1-10-15,1 0-6 0,-2 2 6 0,-2 0 6 16,0 0-10-16,0 0 6 0,25 16-2 16,-14-3-5-16,-2 1 5 0,-3 5-15 0,2 0-23 15,0 1-54-15,-6 1-38 0,3 3 11 0,-2 1-137 16,-1-2-55-16,-2 2 27 0,0-13-275 16,0 0-9-16,-17 20 41 0,13-20 38 0,0-3 32 15,-1-5 18-15,4-3-2 0,-5 1 40 16,3-4 22-16,3-2 6 0</inkml:trace>
  <inkml:trace contextRef="#ctx0" brushRef="#br0" timeOffset="139674.81">12150 16053 588 0,'26'-19'425'16,"1"2"-70"-16,3 8-66 0,-2 1-5 0,7 3-27 16,-3 3-20-16,-18 2-40 0,6 0-15 0,19 15-20 15,-21 0 2-15,-10-1 1 0,-6-2-10 0,-2-3-1 16,-11 20-23-16,3-12 1 0,-4-1 3 15,-2 0-7-15,3-4-22 0,0-2 14 0,2 2-13 16,4-3 1-16,1-4 10 0,2 0-4 0,2-5-4 16,0 0-9-16,15 5-13 0,8-5-15 15,-5 0-4-15,30-10-50 0,-10 5-36 16,3-4-39-16,4 1 6 0,6-4-92 0,5 0-29 16,1 0-14-16,5 4-25 0,0-3-49 15,1 4 23-15,-4-2-132 0,0 2-105 0,-7 1 16 16,-3 1 33-16,-5 0 28 0,-3 2 23 15,-4 1 26-15,-7 0 43 0,-13 2-28 0</inkml:trace>
  <inkml:trace contextRef="#ctx0" brushRef="#br0" timeOffset="141476.93">9040 17266 464 0,'0'0'260'0,"0"0"-35"0,0-13-20 0,0 13-22 16,22-24-10-16,-30 14-18 0,4 0 11 16,-7 0-14-16,-2 2-6 0,0 0 10 0,-2 3-10 15,-6 0-1-15,2 4-7 0,5 1 5 16,-6 0 12-16,-29 14-10 0,18-6-15 0,1 4-9 16,-5 2-13-16,3 2 46 0,0 6-1 0,-1-4-16 15,2 3 4-15,6 1-16 0,-1 2 4 16,3-2-13-16,4 2 8 0,5-1-11 0,4 2-9 15,2 0-8-15,7 1-9 0,1-13-3 16,22 22-5-16,-6-16-6 0,9-1-9 0,3-1-8 16,7-5-12-16,10 2 5 0,-1-4-10 0,1 0-6 15,2-2 2-15,-1-1-2 0,-5 1-15 16,-1-8 9-16,-6 3-7 0,-2 2-5 0,-2-2 7 16,-2 0-13-16,-17-3-3 0,0 0-13 15,3 0-4-15,10-13-18 0,-21 12 3 0,-3-3-18 16,-1 0-38-16,-3 1 1 0,-1 2 9 0,1-2-77 15,-2 0-33-15,4 1-31 0,0 0-29 16,-1 2 22-16,-1-4-149 0,2 4-143 0,2-4 39 16,1 1-16-16,-1 3 49 0,0 0 23 15,19-22 26-15,-3 8 51 0,1 1 10 0,5-2-38 16</inkml:trace>
  <inkml:trace contextRef="#ctx0" brushRef="#br0" timeOffset="141742.84">9691 17365 306 0,'-18'-3'510'0,"6"1"-99"0,3 1-61 0,2 1 31 0,3-3-60 15,1 0-27-15,6 0-48 0,2 1-33 0,15-5-23 16,6 3-13-16,8 0-55 0,1 2-13 16,2 0-145-16,0-1-83 0,5 2 13 0,-2-2 8 15,0 2-391-15,-1-1 42 0,-3 2 4 0,-3 0 25 16,-15 0 27-16,6 0 12 0,2 0-2 0</inkml:trace>
  <inkml:trace contextRef="#ctx0" brushRef="#br0" timeOffset="141917.91">9825 17549 348 0,'-37'6'513'0,"6"0"7"16,-2-1-49-16,7-1-64 0,6-1-52 0,10-3-57 15,10 0-29-15,6-3-38 0,14 2-27 16,-7 1-24-16,12 0-51 0,36-5-63 0,-17 2-6 16,4-2-140-16,4 2-86 0,4-1 16 15,-2-3-297-15,3 1 34 0,-1-1-41 0,0 1 30 16,-1-1 7-16,0-1 44 0,-3 1 16 0,1 0 26 15</inkml:trace>
  <inkml:trace contextRef="#ctx0" brushRef="#br0" timeOffset="142308.37">10748 17330 577 0,'5'-4'358'0,"1"1"-45"0,-3 1-16 0,7 0-27 16,-1 4-27-16,1-2-33 0,18 15-30 16,-13-6 7-16,-3 6-27 0,-3 2-36 0,-9 2-10 15,0 4 8-15,0-12-35 0,-13 25-3 16,3-15 5-16,-1 2 3 0,-1 1-11 0,-2-5-6 15,2-2 33-15,1-1-4 0,1 0 10 0,1-2-20 16,6-7-6-16,-5-1 26 0,6-2 0 16,0 0 20-16,2-1-23 0,0-3-7 0,12 1-8 15,8 1-7-15,-8-2-10 0,8 0-8 16,4 0-28-16,33-12-21 0,-25 6-45 0,5 2-26 16,4 0 4-16,0-1-102 0,1-1-83 15,-1 2 22-15,0-3-171 0,6 2 32 16,-8-5-170-16,-1 3 41 0,-3-2 34 0,-2 1 50 15,0 0 25-15,-2-1-24 0,-2-1 43 0,4 2 7 16</inkml:trace>
  <inkml:trace contextRef="#ctx0" brushRef="#br0" timeOffset="142749.91">11625 17386 504 0,'-20'-14'362'0,"0"0"-64"0,5-4-22 16,-2-1-2-16,4 0-22 0,-2-2-31 0,12-2-7 16,-2 2-62-16,5 11-10 0,11-18 6 15,4 16-37-15,-1 3-1 0,2 0-15 16,1 9-23-16,-7 0-11 0,7 0-14 0,18 17-6 16,-19-5-4-16,-3 7-6 0,-3 1 1 0,-6 4 0 15,-1 2-15-15,-3-14 2 0,0 8-8 0,-20 24-1 16,5-20 14-16,-2 1 18 0,-8 1-5 15,-2 2 52-15,1-3 15 0,-3 0 16 0,3 0 11 16,-2-2-6-16,5-3 2 0,0 0-11 16,5-3-10-16,2 2-8 0,4-1-7 0,6 1 0 15,6-5-19-15,0-5 4 0,22 14-6 16,-3-11-6-16,4-3-12 0,4-1 2 0,0-4-12 16,6-1-9-16,-1-1 5 0,-17-2-8 0,8 0-2 15,4 0-15-15,25-12-11 0,-29 4-2 0,0 2 1 16,-4-3-13-16,-6-2 13 0,-2-3-14 15,-3 1-13-15,-8 6-12 0,0-2 6 0,-19-15-21 16,2 12-13-16,-5 0 5 0,-3 2-80 0,-4 1-36 16,-7 0-43-16,0 3-64 0,-1-1 28 15,-4 0-210-15,0 1 36 0,1 2-73 0,3 0 67 16,3-2 24-16,-1 3 25 0,-1 0 26 0,2-1 13 16,1 0 19-16</inkml:trace>
  <inkml:trace contextRef="#ctx0" brushRef="#br0" timeOffset="143231.9">8127 17117 269 0,'-1'-4'433'15,"0"2"-93"-15,1 2-35 0,-3 1-14 0,-5 11-25 16,-2 10-23-16,-2 1-2 0,2 6-26 0,-1 2 3 16,1 8 2-16,-1 2-34 0,-1 3-20 15,2 4-13-15,0 3-7 0,6-1-17 0,-2 35-12 16,5-3-13-16,1-7-8 0,0-40-23 0,15 68-39 15,-7-37-4-15,-1-1-66 0,-1-4-28 16,-5-8-41-16,2-7-52 0,-3-25-50 0,0 5 17 16,0 1-263-16,0-7 33 0,0-7-16 15,-8 1 28-15,8-22 26 0,2-5 23 0,1-10 17 16,-3 9 51-16</inkml:trace>
  <inkml:trace contextRef="#ctx0" brushRef="#br0" timeOffset="143558.91">8084 17304 486 0,'-18'-29'421'0,"2"2"-68"0,0 6-26 15,3-4-42-15,-1 6 24 0,4 1-24 0,2 2-37 16,-1-2-23-16,9 11-37 0,0-1-31 0,21-14-4 16,-1 11-21-16,3 2-4 0,4 0-9 0,6 2-22 15,3-1-9-15,2 3-18 0,3 0-7 16,5-1-51-16,0 2-22 0,5 3 4 0,2-2-11 15,3-1-8-15,5-2-10 0,5 5-8 16,-2-2-14-16,8-3-5 0,5 4-2 0,-1-1-1 16,7-1 2-16,3 4-6 0,4 0 8 15,1-1 9-15,-44 1-3 0,26 0 9 0,11 0 2 16,7 0 7-16,5 0-7 0,1 0 18 0,3 0-3 16,0 0 6-16,-1 0-9 0,-3 0-28 0,0 0-16 15,-4 0-50-15,0 0 11 0,83 11-71 0,-92-11-22 16,-3 1-41-16,-5 0-20 0,-35-1-14 15,18 0 5-15,10 0-13 0,5 0 27 0,-1 0-2 16</inkml:trace>
  <inkml:trace contextRef="#ctx0" brushRef="#br0" timeOffset="144035.04">11631 16965 439 0,'45'-9'154'0,"-2"2"28"0,-3-2-31 0,-6 1 0 16,1 3-43-16,-4-2 16 0,-1-1-28 0,-4 1 5 16,5 1-11-16,-1 2-1 0,-3-3 7 15,2 5 6-15,0-1 4 0,-5 0-11 16,0-1-12-16,-3 2 9 0,-4 0-4 0,-2 2-2 15,-5-3-5-15,0 3 1 0,-5-3-6 16,2 3-4-16,-7 0-8 0,0 0 23 0,0 0 27 16,3 8-30-16,-3-2-9 0,-1-2 8 0,-7 15-17 15,2 2 11-15,0 1-13 0,-2 2-4 16,3 2 16-16,0-3-30 0,1 6-4 0,3-3-11 16,1 5 11-16,0-3-4 0,0-14-10 15,0 8-5-15,10 29-11 0,-9-23 8 0,6 0-1 0,0-2-5 16,0-2 7-16,-4 1-4 0,6 1-5 15,-1 1-6-15,1-4 11 0,-3 2 10 0,2 1-3 16,3-2 1-16,-2 3-36 0,-2-2 4 16,-1-3 10-16,1 1 10 0,-5 2-24 0,2 1 27 15,-1 1-6-15,-3-4-12 0,0-12 3 0,0 4 14 16,0 4-9-16,-22 27 10 0,12-18-28 16,-8-5 3-16,1-1 25 0,-5-2-2 0,-1 1-1 15,-5-6-1-15,-4 1-2 0,-6-4-1 16,-6 2 39-16,-8-3-7 0,-7 0 9 0,-6 0-7 15,-12-2-9-15,-20-2-8 0,-6-3 8 0,-14 1 0 16,-4-5-18-16,-17 0 1 0,66 0 16 16,-45 0-11-16,-26 0-9 0,-17 0 8 0,-11 0-21 15,-7 0 12-15,-7 0-14 0,-2 0 5 0,-186 7 0 16,182 1-84-16,13-3-46 0,3 2-60 16,13 1 16-16,0-1-249 0,10-3-78 0,6 3 35 15,15-2 9-15,12 0 48 0,9-2 25 16,18 0 25-16,9 1 14 0,6-2 15 0</inkml:trace>
  <inkml:trace contextRef="#ctx0" brushRef="#br0" timeOffset="157659.65">9730 11601 419 0,'0'0'366'0,"0"0"-42"16,-14 0-13-16,14 0-16 0,0 0-62 15,0 0-28-15,0 0 0 0,0 0-34 0,0 0-22 16,17-15-30-16,10 8-2 0,1-3-33 0,0 3-3 16,4-2 2-16,5 3 2 0,8-1-21 0,-1 0-20 15,5 0 1-15,-3 2-3 0,5 1 0 16,-3 1 3-16,-6 0-15 0,0 1 8 15,-6 0-7-15,-4 1-15 0,2 0 1 0,-8 0 4 16,-1-2-21-16,-2 3 9 0,-10-1-1 16,0 1-5-16,-7 0-6 0,-1 0 19 0,-5 0-13 15,0 0-2-15,3 2 14 0,-8 2 13 0,-9 1-29 16,-8 1 0-16,-2 2-8 0,-3-2-2 16,-5 2 12-16,-4-1 7 0,-4 1 16 0,-3 2-22 15,-4-2-5-15,-3 2 19 0,-1 0 7 16,-2-2-3-16,1 0 8 0,1 2 24 0,6-6-5 0,3 3 24 15,6-3 16-15,3 0-1 0,1-1 6 16,9-1-15-16,7-2-13 0,16 0-17 0,-2-6 8 16,15 0-12-16,10-2 2 0,3 1 1 15,8-2-6-15,6 1-19 0,8-1 15 0,2 1-18 16,7 0 2-16,4 0-9 0,5 1-21 0,-1 0 6 16,2-1 2-16,-4 4-27 0,0-2 30 0,-5 5-10 15,-3 0-17-15,-7-1 2 0,-5-1 2 16,-4 2-5-16,-8-2 2 0,3 2 1 0,-6 0 2 15,-5 1 3-15,-2 0-8 0,-21 0 19 0,10 0 0 16,-4 0 2-16,-6 0-6 0,8-3 2 16,-8 3-1-16,-5 0 3 0,2 0 0 0,0-3-27 15,-1 3 1-15,0 0-8 0,1-2-30 16,1 0-23-16,-4 1-41 0,3 1-30 0,-1 0 16 0,3-2-167 16,-4 0-445-16,3 1 321 15,0-1 77-15,-1 2 23 0,1-1 24 0,0 1 0 16,2 0 14-16</inkml:trace>
  <inkml:trace contextRef="#ctx0" brushRef="#br0" timeOffset="162492.81">10662 10577 655 0,'0'0'185'0,"0"0"12"0,0-14-25 0,0 14-21 16,28-24 3-16,-28 20-15 0,1 1-11 0,-1-3 2 15,1 2-1-15,-1 1-18 0,0-2-14 16,0 5-3-16,0 0 5 0,0 0-11 0,0-7-15 16,0 7 3-16,0-8-14 0,0 8-9 15,0-7-3-15,-12-6 3 0,10 10-27 0,-2 0 8 16,-2-1-10-16,3 3 1 0,-4-2-3 0,2 2-2 15,0-2-2-15,-8-1-3 0,-5-1-3 0,6 4 4 16,-2 0 5-16,5 1-9 0,-7 0 20 16,0 0-8-16,-22 11 13 0,17-5-8 0,-1 1-7 15,2 0 6-15,-5 4 13 0,1-1-11 16,4 1 3-16,-3 2 19 0,-3 3 4 0,3 1 11 16,-2 4 3-16,-1-2 9 0,-1 8-8 0,4 4-6 15,-1 1-6-15,1 0-6 0,2 1 26 16,2 2-15-16,3 0 3 0,4 2 4 0,3-5-8 15,0 0 3-15,4 0-30 0,5-14 21 16,0 4-8-16,15 25-16 0,-2-22 2 0,4 0-4 16,2-2-9-16,5-4 15 0,3-4 4 0,4 2-25 15,1-8 1-15,1-3 8 0,4-1 1 0,0-5-15 16,-22 0 9-16,7 0 3 0,27-20-8 16,-29 9 12-16,-2-4-18 0,-5-4 5 0,-5-1-3 15,-2 2 4-15,-6 7-4 0,0-4-1 16,-22-18-12-16,7 15 3 0,-2 3 9 0,-6 4-8 15,-2 1-19-15,-2 6-29 0,-1 3 5 16,14 1-82-16,-27 11-45 0,12 0-34 0,5 0-68 16,0 4 23-16,5 5-236 0,2-3 27 15,3 5 40-15,7-3 30 0,3 5-30 0,4-12 25 16,13 27 74-16,-1-20 14 0,5 3 5 16</inkml:trace>
  <inkml:trace contextRef="#ctx0" brushRef="#br0" timeOffset="167225.14">17483 9818 449 0,'0'0'298'0,"-14"-15"-52"0,14 15-33 0,-19-23-32 0,17 20-23 15,0 0-19-15,1 1-29 0,0 2-1 16,-2 0-5-16,0 0-18 0,1 4-7 0,-1-1-5 16,-1 4 6-16,-3 7-11 0,3 4 0 0,-2 1-2 15,0 5-7-15,3 0 18 0,-1 6-18 16,2 3 18-16,-1-1-12 0,0 8 20 0,2 5-11 15,-1 4 12-15,1 3 19 0,1 6-22 16,0-26 2-16,0 20-9 0,0 12 12 0,0 11-8 16,0 5-13-16,0 10-7 0,0 5-6 0,0 10-6 15,0 9 29-15,0 8-10 0,0 10 8 16,0 5-30-16,0 6 17 0,7 56-8 0,5 203 11 16,-10-228-1-16,3 78-14 0,0-6-10 0,4-45 6 15,2 46-28-15,-2-49 10 0,-2 47-18 16,7-1 14-16,-8-43 11 0,3 46-15 0,-5-42-38 15,1 46 3-15,-4-45-111 0,-1-118-47 16,0 83-52-16,0 14 20 0,0-7-281 0,0-14 2 16,0-13 35-16,4 137 26 0,12-158-2 15,-1-14 26-15,3-4 19 0,5-11 24 0</inkml:trace>
  <inkml:trace contextRef="#ctx0" brushRef="#br0" timeOffset="170066">18386 9910 412 0,'-14'0'231'0,"14"0"-39"16,0-14-9-16,0 14-25 0,0 0 8 0,-17-21-8 16,16 17-4-16,1 2-13 0,-3-3 4 0,4 5-5 15,-1-3-11-15,-1 3 10 0,0-2-32 16,0-1-1-16,-1 2 7 0,2 0-10 0,0 1 0 15,0-3-25-15,0 3 6 0,-1-2 6 16,0 0-18-16,1 2 29 0,-3 0-30 0,3 0 1 16,0 0-9-16,0 0 31 0,0 0-23 0,0 0-13 15,0 0 11-15,-1-6-1 0,1 5-7 16,-1 1 9-16,-1 0-1 0,2-1-22 0,0 1 15 16,0-2-9-16,-1 2-9 0,-1-1-16 15,2 1 21-15,-2 0-19 0,1 0 15 0,1-1-10 16,0 1-9-16,-1 0-19 0,1-2 18 15,-1 2-3-15,-1 0 1 0,2 0-14 0,2 0 15 16,-2-1-10-16,0 1-4 0,0 0-9 16,-2 0-3-16,2 0 10 0,0 0 9 0,0 0-15 15,0 0 1-15,0 0 5 0,0 0-2 0,0 0-8 16,0-2 7-16,0 2 7 0,0 0-13 16,0 0 5-16,0 0-2 0,0 0 6 0,0 0-3 15,0 0-8-15,0 0 3 0,0 0 12 0,0 0 5 16,-1 0-9-16,2 2 6 0,-1-4-4 0,-1 2 13 15,1-1-8-15,0 2-1 0,0-1-2 16,0 0 13-16,0 0 2 0,1 0-19 0,-1 0 12 16,0 0-2-16,0 0 5 0,0 0-7 0,0 0-7 15,0 0 12-15,0 0 5 0,0 0-1 16,0 0-8-16,0 0 1 0,0 0-2 0,-1 0-7 16,2 0 8-16,-1 0-2 0,-1 0-4 15,2 2-1-15,-1-4 9 0,0 2-2 16,0 0-6-16,-1 0-3 0,1 0 9 0,0 2-5 15,1-4-1-15,-1 2-6 0,0 0 10 16,0 0-11-16,0 0 4 0,0 0-10 0,0 0 6 16,0 0 11-16,0 0-13 0,0 0 3 0,0 0-11 15,2 2 12-15,-2-1-4 0,1 3-8 0,-1 1 1 16,0 2 11-16,0 0-21 0,0 15 14 16,0-10-4-16,0 8 16 0,0 0-4 0,0 3-8 15,0 1-9-15,0 1 14 0,0-1-4 16,11 22 0-16,-6-23 0 0,-1-1-5 0,3-3 14 15,-3-3 0-15,-1 0 2 0,2-6-3 16,-3-2-2-16,0-1 7 0,1-1-8 0,-1-1 27 16,-2 1 19-16,2-4 10 0,-1-2-3 0,-1 0-8 15,0 0-12-15,23-12 3 0,-12 1-11 16,2-2 9-16,0-5-11 0,0-3-7 0,3 2 4 16,-3-1 6-16,1-1-13 0,3 1-3 0,-2 1 3 15,-3 1-8-15,2 3 1 0,-4 0-6 16,-1 4 8-16,-1 0-3 0,-2 3-1 0,0 1 0 15,-4 3-11-15,-1 1 4 0,2 3-4 16,-3 0-3-16,0 0 3 0,0 0 9 0,17 22-8 16,-13-10 4-16,4 5 2 0,-2 0 2 15,2 0-6-15,-2 4 6 0,3 1-7 0,-2 0 5 16,3 2-10-16,-3 0-30 0,-1 1-38 0,-2-1-30 16,-1 2 12-16,2-1-93 0,-2-2-31 0,-3-1-32 15,0-1-27-15,4-1 24 0,-2-7-71 16,-2-2-30-16,2-5-96 0,-1-2-26 0,-1-4 35 15,0 0 13-15,6 0 26 0,17-17 47 0,-2 4 18 16,-1-1 16-16,-1 0 208 0</inkml:trace>
  <inkml:trace contextRef="#ctx0" brushRef="#br0" timeOffset="170338.9">18859 10265 884 0,'15'-9'260'0,"-2"4"13"15,-2-2-40-15,-2 0-19 0,-4 4-7 16,2 1-18-16,-7 2-1 0,0 0 17 0,0 0-25 16,7 11-21-16,-7-9-6 0,2 6-15 0,3 12-16 15,1 0-29-15,3-3-8 0,-1 1-11 16,2 4-5-16,1-3-9 0,2-2-6 0,0 2-5 15,2-4 3-15,-3 0-4 0,1-3 2 0,-4-7 7 16,1 4-12-16,-1-1-11 0,-1-4 9 16,-2-3 9-16,-6-1 6 0,0 0-1 0,13-13-1 15,-8-4 4-15,-4 0-9 0,-1 5 9 16,0-8 19-16,-13-22-10 0,4 15 11 0,-2 5-6 16,-4 0-17-16,0 3 0 0,-4 1-5 0,0 2-8 15,0 1-1-15,1 3-29 0,3-1-47 16,2 5 4-16,3 5-130 0,3 3-28 0,5 0-36 15,2 0-40-15,5 0 24 0,10 6-263 16,4-4 37-16,8 4 33 0,0-5 33 0,0 2 25 16,3-3-30-16,2 3 43 0,0-2 20 15,0-1 4-15</inkml:trace>
  <inkml:trace contextRef="#ctx0" brushRef="#br0" timeOffset="170511.27">19413 10149 285 0,'3'-7'597'0,"1"0"-94"0,-2 0-56 0,1-1-40 15,6-4-50-15,-1-2-44 0,6 3-44 0,6-3-31 16,4 5-46-16,6 1-74 0,7-1-13 0,6 2-168 16,4 2-113-16,3 0 17 0,-2 0 14 15,-1 2 14-15,-2 1 11 0,-24 2 12 0,9 0 11 16,4 0 8-16,34 16-325 0,-38-6 29 16,-2 1 24-16,-4 1-10 0,-2 3 20 0,-11 1 64 15</inkml:trace>
  <inkml:trace contextRef="#ctx0" brushRef="#br0" timeOffset="170658.05">19846 10280 991 0,'-34'5'436'0,"19"-5"-31"0,-31 7-4 16,19-5-42-16,4 1-40 0,15-3-45 15,1 0-45-15,7 0-62 0,-12-8-34 0,19 5-14 16,13-1-142-16,6 0-68 0,2 0-62 16,4-5 15-16,9 3-321 0,-1 0 36 0,3-3 28 15,3-1 18-15,-3-2 22 0,2 1 26 0,0-4-14 16,-1 2 4-16</inkml:trace>
  <inkml:trace contextRef="#ctx0" brushRef="#br0" timeOffset="170844.29">20531 9949 580 0,'7'-13'420'0,"1"1"23"0,-4 4-14 16,2 2-58-16,-2 0-55 0,0 4-35 0,-3-2-42 16,2 4-9-16,-3 4-1 0,0-2-35 15,0 5-16-15,2 11-14 0,1 6-18 0,0 2-18 16,0 6-9-16,2 0-35 0,-2 1-57 15,-1 4-4-15,4 4-154 0,-1 1-85 0,-1-2 18 16,-3 4-324-16,-1-23 46 0,0 12 41 0,-10 42 32 16,2-33 0-16,-2 0 21 0,-3-1 29 15,-1-2 48-15,0-3-7 0</inkml:trace>
  <inkml:trace contextRef="#ctx0" brushRef="#br0" timeOffset="172768.26">21396 8868 487 0,'0'0'314'0,"0"0"-20"16,0 0-38-16,-14-12-2 0,14 12-35 15,0 0-17-15,0 0-19 0,-23-22-8 0,22 21-15 16,-1-1-28-16,2 2-19 0,2 0 14 0,0 0-42 15,1 0-3-15,2 0-9 0,3-2 18 16,-2 2-19-16,16-3-13 0,0 3-15 0,1 0 24 16,-12 0-30-16,6 0-9 0,3 0-2 0,1 0 7 15,0 0-5-15,2 0 2 0,-5 0-13 16,0 0 6-16,-4 0-11 0,12-11 2 0,-17 10 24 16,-6-2-16-16,2 0-23 0,-1-1 18 0,-2 0 11 15,-1 1-26-15,2-2-3 0,-3 1 6 16,0-2 6-16,0 1-3 0,0 5-4 0,0-7-14 15,0-4 31-15,0 0-24 0,-12-9 28 16,9 13-28-16,2 0 7 0,-1 0 28 0,-1 3 14 16,2-1-37-16,0 2 19 0,-2-2-8 0,3 3-8 15,0-2 13-15,-2 1-16 0,2 3-5 0,-2 0 4 16,0 0-8-16,-1 0 15 0,0 2-8 16,0 2 12-16,-4 9-5 0,-3 1-2 0,1 0 49 15,0 4-2-15,-2 1 9 0,3 5-7 16,3 3-7-16,1 1-4 0,-5 2 15 0,4-1-12 15,2 5-1-15,1 0-7 0,-1 2-4 0,2 1 6 16,1 0-9-16,0-19-1 0,0 11 4 16,0 5-31-16,13 36-54 0,-7-31 5 0,-3-3-111 15,-2 0-54-15,-1-18-41 0,0 9 24 16,-14 36-181-16,4-29 33 0,-2-7 30 0,1 0-76 16,0-2 30-16,2-4 25 0,2-8 4 0,3-4 33 15,-1-4 12-15,5-5 12 0</inkml:trace>
  <inkml:trace contextRef="#ctx0" brushRef="#br0" timeOffset="172976.67">21335 9253 1084 0,'-4'-12'334'0,"1"4"-36"15,3-2-50-15,8-3-24 0,0 0-31 0,2 2-21 16,5-1-21-16,7 2-10 0,5 2-51 0,1 2-46 15,4 0-41-15,-3 2-26 0,5 0-21 16,-1-1-44-16,3 2-17 0,1 0 7 0,0-1-107 16,-1-3-107-16,-2 0-72 0,-1-1 22 15,-2-1 24-15,-3 2 15 0,-1-2-37 0</inkml:trace>
  <inkml:trace contextRef="#ctx0" brushRef="#br0" timeOffset="173497.93">22120 8915 486 0,'-3'0'242'0,"1"2"2"16,0 0-35-16,-2 1-7 0,2-1-20 0,-1 4 11 15,-8 8-15-15,-1 0-17 0,0 4-5 16,3 1 28-16,-2 3-36 0,-4 1 4 16,2 0-29-16,4-1-18 0,-1 2 2 0,4-2-19 15,1 0-4-15,0-1 4 0,4-1-24 0,1-10 12 16,0 4 11-16,13 15-30 0,-1-15-2 15,0-3-7-15,2-4 4 0,6-3-13 0,3-2 9 16,-12-2-19-16,8 0 2 0,22-17-1 16,-16 5-10-16,-4 0 7 0,0-5 8 0,1-2-24 15,-3 0 6-15,-3-1 4 0,1 1-5 16,-2 0 7-16,-1 2-4 0,-5 2 31 0,2 3-20 16,-4 5-3-16,-4 0 0 0,-2 7-2 0,-2 3 1 15,-1 1 4-15,0 1 7 0,-2 0-12 16,-1 11 27-16,1-3-12 0,0 3-8 0,3-3 15 15,0-1 2-15,1-12-8 0,0 11-5 0,10 11-11 16,-1-9 4-16,2-4 1 0,4-1-8 16,5-1-3-16,3-5 14 0,4 1-5 0,-12-3 6 15,8 0-22-15,31-12-12 0,-24 4 19 0,-3 1-1 16,1 0-12-16,-6-1 7 0,-1 1 1 0,-4 0 11 16,-4 5-5-16,-4-1 1 0,-1 3-11 15,-4 0 6-15,-4 0 22 0,0 0-4 0,6 12 7 16,-7-6-1-16,0 10-3 0,1-5-16 15,0 5 15-15,0 3-9 0,0 2-9 16,0-1-51-16,0 2-46 0,0 0 6 0,0-1-145 16,0-4-83-16,0-4 28 0,0-1-280 0,0-3 50 15,0-9 39-15,0 5 36 0,0 2 39 16,0-9 23-16,1-3 22 0,8-7 21 0,0-5-5 16,4-7 31-16</inkml:trace>
  <inkml:trace contextRef="#ctx0" brushRef="#br0" timeOffset="173681.5">23048 9125 220 0,'11'-2'450'16,"0"5"-48"-16,-5 0-67 0,7 8 14 16,-4 2-9-16,-1 3-56 0,-1 4-18 0,-5 1-32 15,1 1-17-15,0 3-20 0,-3-11-28 0,0 5-17 16,-16 27-12-16,5-21-30 0,-2-1-12 0,-2-2-74 16,-3 2-52-16,-5-2-53 0,-2-1-47 15,0 1-70-15,-1-3 16 0,6-2-267 0,-2-5 12 16,5 1 42-16,1-6 20 0,9-2 40 15,7-5 12-15,3-1 43 0,14-6 10 0</inkml:trace>
  <inkml:trace contextRef="#ctx0" brushRef="#br0" timeOffset="174763.37">24124 9073 537 0,'0'0'187'0,"0"0"-40"0,0 0 3 16,0 0-25-16,0 0-1 0,0 0-29 15,13 0 4-15,-13-13 14 0,0 13-13 0,0 0 0 16,0 0 4-16,20-21-5 0,-17 18 5 15,-2-1-2-15,1 3-22 0,0-2 5 0,0-1 1 16,-2 2-5-16,2 1 10 0,-2-3 3 16,0 2-27-16,0-1 11 0,2-2-6 0,0 1-21 15,-2-2-2-15,1-1 2 0,-1 3-7 0,0-4-10 16,0 8 13-16,0-6 9 0,0 6-24 16,0-8 14-16,0 0-8 0,0 1-13 0,0 7 3 15,0-7-14-15,-13-5-6 0,9 6 5 0,0 5-10 16,-1-3 13-16,-1 4-15 0,-1 1 15 0,-8 6-16 15,2 4 2-15,-2 0-2 0,5 4-4 16,2 4 8-16,2 4-2 0,1-1 1 0,2 6 12 16,3-15-16-16,0 8 22 0,0 4-11 15,18 32-18-15,-12-23 5 0,3-2 18 0,0 2-16 16,3 1 13-16,-2 0 4 0,4 0 8 16,-1-1 16-16,-3-1-5 0,3 0 35 0,-4-4-23 15,-3-2 6-15,-1 4-6 0,-2-5 61 0,-3-14-10 16,-14 18-13-16,-2-13 3 0,-4-3-2 15,-4-6-21-15,-7 0-10 0,2-5-9 0,-6-3 17 16,20 0-16-16,-12 0-14 0,-1 0-15 0,-28-12-36 16,33 2 1-16,0 3-90 0,7-7-33 15,2 1-48-15,5 1-66 0,7-1 23 0,2 5-263 16,19-14 26-16,-6 3 65 0,3 2 27 0,6 0 27 16,2-2 29-16,1 0-11 0,3-3 23 0,1 3 5 15</inkml:trace>
  <inkml:trace contextRef="#ctx0" brushRef="#br0" timeOffset="175266.28">24524 9089 383 0,'12'-11'436'0,"-2"2"-80"0,-4 3-19 16,-3 4-40-16,-3 2-38 0,-4 2 19 16,-6 7-19-16,-1 2-25 0,-1 5-32 0,0 2-14 15,1 3-12-15,2 1-16 0,-1 3-28 0,7-2-10 16,-1 4-7-16,4-13-12 0,0 5-11 15,12 25-1-15,-5-21-10 0,2-5-1 0,8-1-23 16,-7-2 13-16,4-4-24 0,3-3 7 0,2-3-7 16,1-4-12-16,-13-1-3 0,7 0-13 15,17-18-10-15,-12 6 17 0,-5-7-24 0,2 2-11 16,-3-3 2-16,1 1 12 0,-1-3-2 0,1 3-3 16,-1-4 9-16,-5 4-3 0,2 4 15 15,-3 1 4-15,0 5-18 0,-4 3 15 0,-1 2-11 16,-2 6-7-16,0 1 6 0,0 3-1 15,0 2 8-15,-4 7 1 0,4-5 12 0,0 4-19 16,0 3 11-16,0 2 1 0,0 0-14 0,0 0 11 16,13 18 1-16,-8-22-15 0,-1-1 14 15,1-4-13-15,-1-2 15 0,1-4-8 0,0-1 20 16,0-1-10-16,0-2 8 0,-5 0-7 16,11 0-7-16,14-12 0 0,-10 0 13 0,-4-1-14 15,6 2 0-15,-5-1 23 0,1 4-3 0,-3 1 5 16,-4 2-12-16,0 2 4 0,0 0-6 15,-3 0-1-15,-3 3 3 0,0 0-17 0,0 0 8 16,0 0 3-16,7 16-5 0,-4-10-5 0,-2 13-36 16,-1 0-47-16,0 2 7 0,0-13-116 15,0 7-64-15,0 0-41 0,0-1 24 0,0-2-177 16,0-5-78-16,0 0 33 0,0-7 35 16,0 0 7-16,6 8 32 0,-2-11 24 0,11-7 73 15,1-3 4-15,2-6-4 0</inkml:trace>
  <inkml:trace contextRef="#ctx0" brushRef="#br0" timeOffset="175432.28">25360 9218 241 0,'22'-14'425'0,"1"7"-49"0,1 6-31 16,-15 1-18-16,18 11-44 0,-16 2 21 15,-2 2 2-15,-5 7-37 0,-3 2-38 0,-1-11-24 16,-10 27-14-16,-2-12-30 0,-4 4-19 16,-3 2-10-16,-6 7-26 0,0-4-12 0,-4 4-151 15,-6-3-53-15,-6 1-61 0,2 0 16 0,-7-3-319 16,-3 3 34-16,-2-5 33 0,-4-3 27 15,4-4-24-15,-8-1 24 0,8-1 69 0,4-6-15 16</inkml:trace>
  <inkml:trace contextRef="#ctx0" brushRef="#br0" timeOffset="176163.28">21814 9711 805 0,'-60'-14'277'0,"36"11"-25"0,14 3-14 0,-4 0-21 16,2 0-29-16,2 0-27 0,2 0 4 16,8 0-15-16,-5 3-16 0,27-3-36 0,-6 0 1 15,9 0 6-15,10 0-29 0,6 0 2 16,10 0-1-16,8 0-28 0,10 0 4 0,7 0-22 16,9 0-49-16,7 0-76 0,108 13 8 0,-95-9-299 15,6-4-30-15,-55 0 28 0,26 0-2 16,17 0 27-16,110-12 15 0,-100 7 5 0</inkml:trace>
  <inkml:trace contextRef="#ctx0" brushRef="#br0" timeOffset="176444.81">24238 9827 343 0,'-3'-12'479'0,"6"-2"-108"0,8 2-42 0,12 2-48 0,4-2-14 16,3 5-61-16,6 0-16 0,8 0-13 16,1 4-19-16,7 0-54 0,4 3-46 0,-25 0 2 15,18 0-17-15,11 0-25 0,74 11-24 0,-64-5-13 16,-1-3-3-16,-6 2 2 0,-3-1 5 16,-5 1-3-16,-9-2-12 0,-6-1 2 15,-6-1 2-15,2-1-9 0,-23 0-11 0,2 0-28 16,-2 0-26-16,0-11 9 0,-16 6 8 0,-3 1 8 15,-7-2-334-15,-5-1 58 0,0 0 4 16,-1 3 39-16,1-1-13 0,-1 5 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6T05:40:02.5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21331 9943 242 0,'15'0'179'0,"-15"-14"18"0,0 14-36 15,0 0-28-15,20-25-19 0,-19 23 6 0,0-3-24 16,0 3 9-16,3 0-17 0,-4-2 18 0,1 1-9 15,1 0-17-15,-1 1-6 0,0-1-15 16,-1 1 5-16,1 0-1 0,1-1 1 0,-2 2-17 16,0-1-12-16,1-2 13 0,-1 4 5 0,0 0 1 15,0 0-15-15,0 0-2 0,0 0-5 16,0 0 8-16,0-5-2 0,0 5 0 0,0 0 2 16,0 0-8-16,-15-12-4 0,11 9 3 0,1 1 7 15,1 0-15-15,-2 1 10 0,0 1-21 16,0-2 6-16,-2 2-5 0,2 0 7 0,-1 0-10 15,5 0 6-15,-8 0 6 0,2 0 2 16,-2 0-6-16,-15 12-10 0,5-6 20 0,2 0 2 16,-1 4-12-16,-1-3 17 0,4 4 0 15,-6 0 22-15,9 1-22 0,-5 3 4 0,-1 2-7 0,5-1 14 16,-4 2 12-16,0-2 6 0,1 4-11 16,1 4 9-16,5-1-13 0,-1 0-1 15,0 2 4-15,1-4-8 0,3 1-17 0,2-1 8 16,2-1-1-16,2-9 20 0,0 4-29 0,16 22 21 15,-2-18-23-15,2-1 9 0,5-4-14 16,2-2 16-16,1-3-12 0,7 3-16 0,-4-7 26 16,1 3-17-16,1-1 16 0,3-5-21 15,-2 1 2-15,-18-3-5 0,6 0-3 0,3 0 10 16,18-13-9-16,-22 4 23 0,-2-4-25 0,-1 2-3 16,-7 2 7-16,-6-4 3 0,-1 2 13 0,0 4-29 15,0-5 10-15,-23-18 2 0,5 18-18 16,-4 4 30-16,2-2 5 0,-8 5-28 15,0 3-14-15,11 2-14 0,-7 0-15 0,-28 11-46 16,21-3-34-16,1 8-67 0,2 2 20 16,0 3 14-16,-1-2-333 0,3 2 35 0,6 0 31 15,-1 1 25-15,6-2 102 0,5 4 22 16,1 0 13-16,5 2-10 0</inkml:trace>
  <inkml:trace contextRef="#ctx0" brushRef="#br0" timeOffset="1874.93">18737 11180 660 0,'0'0'180'0,"0"0"-14"0,0 0-31 0,0-15-5 16,0 15 3-16,20-21-11 0,-20 19-11 0,0-1-12 15,1-1-4-15,-2 0-11 0,-1 0 12 16,2 0-14-16,-2 0-6 0,2 4-16 0,0 0-22 16,-8-9 12-16,-4 2-6 0,-2 5 7 0,-2-2-13 15,0 4 4-15,-4-3-5 0,11 3 5 16,-8 0 1-16,-21 11 3 0,16-3 1 0,-2 2 12 16,2 2 11-16,-2 1-6 0,-3-1 23 0,5 4-20 15,-1 2 14-15,-1 2-5 0,1-2-10 0,5 1 10 16,2 2-9-16,0 0-2 0,5 1-5 15,-1 4 10-15,8 0-30 0,4-3 7 16,0-12-21-16,13 23-1 0,1-18 38 0,6 4-29 16,4-6 10-16,1 2-15 0,1 0 9 15,4-7-18-15,1 3-11 0,1-4 9 0,-6 4-5 16,0-6 12-16,5 2 0 0,-4-3-5 0,-4 0-10 16,-3 0 10-16,0 0 11 0,-2-5-27 15,-6 4 17-15,-3-4-11 0,-2 1 8 0,-1-1-7 16,-6 0 0-16,0 0-1 0,0 0-11 0,8 0-8 15,-8 0 8-15,0 0-2 0,11-11-3 16,-11 10-28-16,0 0-36 0,2-2-25 0,-2-1-26 16,2 2-49-16,-1-1-34 0,3-2 19 0,-1 3 18 15,10-5-309-15,-1-5 36 0,1-1 56 0,6 2 29 16,0 0 26-16,-2 1 16 0,5-1 14 16</inkml:trace>
  <inkml:trace contextRef="#ctx0" brushRef="#br0" timeOffset="2117.94">19264 11330 871 0,'-8'-4'382'0,"2"3"-45"16,0-2-34-16,3-1-45 0,0 4-45 0,9-4-10 15,-2 2-28-15,13-2-33 0,9-3-61 0,4 6-73 16,5-2-58-16,-16 3 3 0,10 0-262 16,3 0-103-16,4 0 33 0,-2 0 25 0,3 0 25 15,-4 0 42-15,1 0-15 0</inkml:trace>
  <inkml:trace contextRef="#ctx0" brushRef="#br0" timeOffset="2300.92">19428 11535 239 0,'-37'4'441'16,"20"-4"-85"-16,-7 0-27 0,-29 7-44 0,31-6-35 16,-1 0 15-16,9-1-33 0,14 0 0 0,0 0-28 15,-1-5-24-15,20 2-51 0,14-1-29 0,1 0-50 16,4 1-40-16,7 0-60 0,0-1-45 16,3 0-45-16,2 3 12 0,-2-4-200 0,5 2-75 15,1-1 39-15,-4-1 23 0,1-2 26 16,-5 3 13-16,4-2 13 0</inkml:trace>
  <inkml:trace contextRef="#ctx0" brushRef="#br0" timeOffset="2769.96">20247 11285 809 0,'-19'-10'244'0,"2"-5"-16"16,4 5 3-16,1-3-41 0,3 1-13 0,9-2-23 16,-2 4-21-16,2 10-10 0,0-10 1 15,18-13-20-15,-6 12-30 0,2 1-4 16,4 2-9-16,7 1-10 0,-1 3 2 0,-2 3-15 15,-10 1-4-15,2 0 5 0,19 17-7 16,-18-3-10-16,-7 4 0 0,0 3-6 0,-8-8 9 16,0 3-12-16,-23 29 21 0,8-22-9 0,-5 4 22 15,-4 0-13-15,-2 0 33 0,2-1 9 16,-1-2 2-16,0-2 9 0,5-1-16 0,1-3-30 16,3 1 9-16,1-7 9 0,2 3-26 15,-1-4 8-15,4 1 0 0,5-3 1 0,2-1 7 16,3-8-4-16,0 0 30 0,0 5-9 0,27 10-11 15,-8-12-3-15,7 0-6 0,3-1-12 16,-12-2 10-16,7 0-1 0,7 0-34 0,2 0-2 16,40-11-62-16,-35 6-33 0,1-3-51 15,0 1-29-15,0 2-63 0,-4-8 21 0,2 2-262 16,0-1 32-16,-2-2 32 0,-1 1 28 16,-3 1 23-16,0-1 25 0,-1 1-14 0,0-1 5 15</inkml:trace>
  <inkml:trace contextRef="#ctx0" brushRef="#br0" timeOffset="3234.24">21031 11356 239 0,'-18'-6'341'16,"1"-2"-45"-16,-1-1-37 0,-4-1-13 0,2-1-3 15,-4-3-26-15,2 1 5 0,4-3-21 0,0 2-24 16,1-4-4-16,1-1-36 0,4 2 0 15,5-2-25-15,5 0-3 0,0-1-11 0,2 12-20 16,11-20 17-16,1 11-27 0,6 3-33 0,1-1 7 16,5 6 0-16,2-1-22 0,5 5-6 15,-2 1-14-15,3 3 4 0,-16 1-9 0,29 10 15 16,-20-1-18-16,-1 4 9 0,-4 1-16 0,-7 5 28 16,-7 2-24-16,-6 4-5 0,0-12 21 15,-11 24-1-15,-3-12-16 0,-2 0 27 0,-4 0-8 16,-2 0 43-16,-2 3-21 0,1-5 7 0,-4 0 15 15,4 0-20-15,-4 2 31 0,9-5-17 16,-1 1-4-16,4-1 20 0,1 4-7 0,4-2-5 16,4-1 13-16,6-13-6 0,0 6-6 15,21 15-22-15,-3-15 2 0,1-4-13 0,5 1 6 16,2-7-5-16,5-1 9 0,2-3-4 16,-17 0-5-16,7 0-7 0,30-14 8 0,-25 6-11 15,-4-3 0-15,-2-3-27 0,-4 0 11 16,-5-1-30-16,-10 1 5 0,-3 14 7 0,-10-26-30 15,-5 12-31-15,-9 1-18 0,-2 3-27 0,-1 3-48 16,-4 2 15-16,-6-1-309 0,-1 5 32 16,-2-2 34-16,1 0 18 0,21 3 35 0,-13 0-6 15,-3 0 19-15,3 0 49 0</inkml:trace>
  <inkml:trace contextRef="#ctx0" brushRef="#br0" timeOffset="8449.29">17732 12917 692 0,'0'0'215'0,"0"0"-29"0,0 0-21 16,0 0-10-16,0 0-12 0,0 0-9 15,0 0-15-15,0 0-13 0,0 0-8 0,0 0-20 16,0 0 8-16,0 0-10 0,0 0-9 0,0 0 3 16,0 0-20-16,0 0-3 0,0 0 2 15,0 0 4-15,0 0-1 0,0 0-2 0,0 0-12 16,0 0-4-16,0 0-3 0,0 0-6 0,0 0 9 16,0 0-1-16,0 0 9 0,0 0-11 15,0 0-9-15,0 0-8 0,0 0 6 0,0 0 4 16,0 0-5-16,0 0 7 0,0 0 14 0,0 0-28 15,0 0 23-15,0 0-14 0,0 0-6 0,0 0-3 16,0 0 0-16,0 0 11 0,0 0-3 16,0 0 0-16,0 0-5 0,0 0 10 0,0 0 10 15,0 0-3-15,0 0-22 0,0 0 12 16,0 0 3-16,0 0 21 0,0 0-18 0,0 0 7 16,0 0 20-16,-14 0-5 0,14 0 17 0,0 0-24 15,0 0-8-15,0 0 6 0,0 0 0 0,0 0-6 16,0 0 8-16,0 0-18 0,0 0 10 15,0 0-13-15,0 0 11 0,-6-14-11 0,10 9 10 16,-2 3-29-16,4-1 14 0,5-7-25 16,2 3 12-16,-1 0 6 0,3 2-2 0,-2 3-9 15,-1 1-2-15,-5 1 19 0,2 0-26 16,15 15 8-16,-15-3 1 0,0 3 13 0,-3 4-11 16,-6 1 0-16,0 3 4 0,0-12-22 15,-11 27 25-15,0-15-6 0,1 0-5 0,-5 1 6 0,-2-2 14 16,1 0-29-16,-4-3 16 0,1 3 4 15,4-3 7-15,-3-5-18 0,-1 2-3 0,3-2 22 16,3-3-17-16,0 0-4 0,4-2 0 16,1-4 19-16,6-1-12 0,-2 0 13 0,1-1-2 15,3-2 11-15,0-1-1 0,0 0-9 16,14 0-2-16,4 0-2 0,-8 0-6 0,7 0 1 16,7 0 12-16,26-9-1 0,-18 4-49 0,-4 2-29 15,3-2-32-15,-3 1-26 0,3 0-30 0,-4 0-58 16,-2-3 20-16,1 2-305 0,-3 0 35 15,-5-2 31-15,2-2 41 0,-7 1 28 16,1 0 28-16,-3 1 12 0,3-2 7 0</inkml:trace>
  <inkml:trace contextRef="#ctx0" brushRef="#br0" timeOffset="8839.07">18120 12872 477 0,'-14'-11'375'0,"6"3"-50"16,-2-2-34-16,2 1-8 0,3 5-7 0,1-3-46 16,-1 3-12-16,1 1-30 0,2 0-27 0,1 1-15 15,-1 0-19-15,1-1-13 0,0 2-2 16,1 1-18-16,0 0-11 0,0 0-24 0,0 0 18 15,16-4-14-15,5 7-7 0,-10-3-11 16,6 0 3-16,26 8 9 0,-20-2-27 0,2 3 14 16,1-2-22-16,0 5-4 0,-4-1 0 0,-7 3 3 15,4 2-8-15,-7 0-2 0,-1 3 3 16,-1 0 0-16,-2 1-1 0,-4 2-22 16,0-2 21-16,-2 3-17 0,0 2 18 0,-2-14 0 15,0 5-8-15,0 5-5 0,-12 22 11 0,8-19-29 16,-2 0-39-16,-2 4-28 0,-2 0-62 15,2-3-64-15,2 1 19 0,-2-1-254 0,-3 3 33 16,1-6-22-16,-3-2 28 0,1-1 41 16,0 0 38-16,3-4 17 0,2-1 6 0</inkml:trace>
  <inkml:trace contextRef="#ctx0" brushRef="#br0" timeOffset="9038.7">18101 13355 625 0,'-10'-12'412'0,"4"3"-24"0,4 1-53 0,0-1-45 16,2 1-23-16,0 1-32 0,20-12-39 0,-5 7-24 15,8 0-36-15,3 3-18 0,0 0-52 0,4-1-43 16,1 4-33-16,2-2-62 0,1 0-49 16,-2 4 12-16,-1-4-226 0,1 1 25 0,-1 0 24 15,-5 0-81-15,2-1 23 0,-1-1 23 0,-3 0 25 16,0 2-16-16</inkml:trace>
  <inkml:trace contextRef="#ctx0" brushRef="#br0" timeOffset="9535">18687 13000 262 0,'-4'-4'365'0,"3"-2"-49"0,0 1-25 0,0 0-34 15,-1 2-19-15,2-1-46 0,-1 2-14 0,1-1-19 16,-1 3-7-16,1 1-6 0,-3 1 1 16,3 3 3-16,-1 12-32 0,0-4 12 15,-2 5 7-15,2 2-20 0,-3 3-16 0,3-1-10 16,1 3-10-16,0-14 5 0,0 5-8 16,0 4 7-16,0-2-3 0,0 0-8 0,0-3-33 15,11 12-5-15,-11-19 8 0,3-4-5 0,-1 3-3 16,-2-7 25-16,0 0 10 0,0 0 3 15,0 0-3-15,3 13-5 0,1-16-19 0,0-1 2 16,6-6 1-16,4-5-3 0,-1-2-14 0,1 0-5 16,1 1 4-16,0-2-6 0,0 3-8 15,1-1 16-15,-2-3-10 0,1 5-5 0,-2 1-9 16,-2 3-1-16,-1-1 20 0,-3 5-8 0,0-1-3 16,-2 5-7-16,-1-1-5 0,-2-2 4 0,2 1-4 15,-1 4-11-15,-3 0 1 0,0 0 12 16,0 0-3-16,7 9-1 0,-4-4 11 0,1 12-10 15,1-2 0-15,-3 2 0 0,2 1-10 16,-1 2 13-16,1-1 0 0,-3 3 3 0,2-5 4 16,-1 7-16-16,-2-6-28 0,4 3-34 0,-3-1 5 15,2-2-93-15,0-2-44 0,-3-7-66 0,0 3 27 16,0 0-152-16,0-4-118 0,0 1 35 16,-11 1 36-16,7-8 32 0,3 1 22 0,-2-3 33 15,1-3 11-15,1-1 53 0,-1-3 5 16</inkml:trace>
  <inkml:trace contextRef="#ctx0" brushRef="#br0" timeOffset="9866.94">19063 12862 549 0,'16'-23'408'0,"-6"7"-79"0,2-1-35 16,1 5-33-16,1 4-34 0,0 1-36 15,0 5-12-15,-7 2-15 0,4 0-29 0,16 16-14 16,-15-8-4-16,-1 9-29 0,-7-2 10 0,0 4-23 15,-4-10-9-15,0 6 7 0,-17 17-15 16,7-15-1-16,0 0-16 0,-2-2 0 0,0-1-3 16,4-2 6-16,-1 0-25 0,0-4 9 15,6-2-4-15,-2-3 12 0,1-1-21 0,3 2 8 16,-1-3 1-16,0 2 11 0,2-3-13 16,0 0 1-16,0 0-3 0,13 4 4 0,8-4 4 15,-12 0-14-15,8 0-4 0,26-10-14 0,-18 8-11 16,7-3-19-16,-2 0 0 0,-2-1-21 15,4 3 0-15,-6 0-12 0,0-1-18 0,-3 0-14 16,-2 0-16-16,-2 4-9 0,-6-3 12 16,-4-1-149-16,-1 2-144 0,-4-1-14 0,1 3 37 0,-3-3 23 15,1 1 25-15,0 0 38 0,0 0-20 16</inkml:trace>
  <inkml:trace contextRef="#ctx0" brushRef="#br0" timeOffset="10583.66">19626 13184 301 0,'0'0'294'0,"-17"0"-47"16,17 0-17-16,0 0-30 0,0 0-22 0,0 0-6 15,0 0-34-15,-12 0-12 0,12 0-1 0,0 0-2 16,0 0-12-16,0 0-12 0,20 9 7 16,-7-9-16-16,7 0-25 0,34 4 9 0,-24-1-22 15,6-1-21-15,4-2-47 0,-1 1-44 16,0 1 8-16,-1-2-127 0,-3 3-123 0,-18-3-96 15,7 0 28-15,4 0 36 0,0 0 9 0,-4 0-1 16</inkml:trace>
  <inkml:trace contextRef="#ctx0" brushRef="#br0" timeOffset="10817.19">19954 13021 523 0,'-14'-12'352'15,"1"1"-26"-15,2 3-55 0,1 2-2 0,2 2-17 16,4 1-50-16,0 2-25 0,2-2-22 16,-3 3-21-16,5 0-4 0,0 0-13 0,0 0-26 15,-8 14-9-15,8-6 14 0,1 11-27 0,-1-7-2 16,0 8-11-16,12 26 5 0,-7-17-26 0,-1 0-10 16,0 0-9-16,-2 1-17 0,1 0-41 15,-3 6-39-15,0-20-20 0,0 10-37 0,0 3 15 16,-9 29-184-16,3-32-123 0,1 3 30 15,-1-3 25-15,1-3 26 0,2-5 19 0,2-5 8 16</inkml:trace>
  <inkml:trace contextRef="#ctx0" brushRef="#br0" timeOffset="11116.89">20264 12923 534 0,'5'-27'459'0,"-5"11"-81"0,6-25 36 0,-3 21-45 16,-1 2-44-16,2 6-41 0,-4 0-49 0,1 5-17 16,0 2-23-16,-1 5-19 0,-2 2-31 0,-2 3 1 15,4 1-24-15,-4 14-5 0,3 3-16 0,0 2-16 16,1-10 8-16,0 6-16 0,0 6 3 16,0 3-10-16,11 33-8 0,-6-28-6 0,2-2-2 15,-3 1-23-15,1 2-8 0,-1-2-14 16,-2 0-22-16,2 0 1 0,-4-18-87 0,0 9-19 15,-14 31-39-15,9-28-21 0,-2 0-36 16,0-2-28-16,0 0 22 0,0-3-184 0,3-7 31 16,3-6 29-16,1-3 27 0,0-7-90 0,5 0 19 15,0-5 8-15,9-7 11 0,-1-4 50 0</inkml:trace>
  <inkml:trace contextRef="#ctx0" brushRef="#br0" timeOffset="11438.39">20656 13081 715 0,'9'-16'418'0,"1"2"-46"16,-2 1-65-16,-2 4-45 0,-4 4-23 16,-2 5-28-16,-6-2 24 0,0 6-36 0,-7 6-2 15,-2 2-23-15,1 5-14 0,-2 4-19 0,4-1-11 16,0 0-9-16,2 6-7 0,0 1-25 0,1 2 11 16,6 0-21-16,1 0-2 0,2 2-6 15,-2 1-24-15,2-15 15 0,13 24-8 0,-3-19-14 16,2-1-5-16,1-4-21 0,2-2-12 15,0-1 6-15,2-5-10 0,1-6-6 0,-7-3-3 16,-2 0 2-16,4 0 3 0,13-17-17 16,-16 5-16-16,-4 5 18 0,-4-1-7 0,-2-3 13 15,0 3 2-15,-12-13 1 0,-1 9-6 16,-1 0 12-16,-2-1-12 0,-1 4-18 0,-5-2-13 16,2 4-15-16,2 0-31 0,0 0-16 0,6 3-44 15,-3 0-37-15,5 2 19 0,5 0-102 0,2 0-140 16,2 2-27-16,1 0 31 0,0 0 17 15,0 0 2-15,10-10 22 0,8 3 6 0</inkml:trace>
  <inkml:trace contextRef="#ctx0" brushRef="#br0" timeOffset="11885.94">21095 12925 623 0,'4'-7'409'0,"-1"4"-50"0,-2-2-34 0,2 0-66 16,-1 5-31-16,0-2-14 0,-4 4-19 15,2 1-1-15,-2 2-22 0,-5 11 14 0,0 2-21 16,3 4-24-16,-1 2 9 0,2 2-14 16,2 1-12-16,1-1-16 0,0-12 8 0,0 6-21 15,0 1-13-15,0 2-13 0,0-2 3 16,0-1-4-16,10 18-17 0,-7-28 8 0,0 0 0 0,-2-3-14 15,0 0 16-15,3-4 7 0,0-1 3 16,2-2-9-16,7-5-13 0,2-4-8 0,2-4 4 16,2-5-1-16,0 0-8 0,-1 2-10 15,-1-5 7-15,2 3-9 0,-1-2-2 0,0 4-1 16,1 1 2-16,-4 0-8 0,-2 3-2 16,0 2 2-16,-4 3 2 0,-8-1 2 0,7 4-7 15,-4 1-7-15,-1 3 8 0,1 0-5 0,-4 0 5 16,0 0-4-16,5 11 8 0,-1 4-3 0,0 3-5 15,0-1 0-15,0 5-8 0,2 2 12 16,3 0-25-16,-1 1-49 0,1-1 4 0,2 2-125 16,-2-4-60-16,-1 2-75 0,2-4 30 15,-9-1-248-15,5-3 43 0,-3-4 35 0,0 1 34 16,-1-10 24-16,3 1 22 0,3-3 26 0,0 1 29 16,12 0 14-16,-8-2 47 0</inkml:trace>
  <inkml:trace contextRef="#ctx0" brushRef="#br0" timeOffset="16080.81">21949 13147 513 0,'0'0'316'0,"0"-13"-55"0,-15 13 3 16,15 0-44-16,0 0-10 0,0 0-30 16,0 0-27-16,0 0-17 0,0 0-2 0,0 0-8 15,17-20-28-15,7 17-6 0,6 0-18 16,-2 2-31-16,1 0-49 0,3 1-46 0,-13 0-41 15,4 0 8-15,8 0-215 0,1 0-105 0,2 0 25 16,0 0 27-16,36 12 43 0,-32-12-6 16</inkml:trace>
  <inkml:trace contextRef="#ctx0" brushRef="#br0" timeOffset="16274.89">22177 13361 658 0,'-32'2'357'0,"13"-2"-13"0,-3 0-48 16,-24 9-18-16,26-9-27 0,6 0-52 0,7 1 5 16,7-1-51-16,4-1-1 0,15 1-61 15,-5 0-56-15,11 0-26 0,8 0-63 0,7 0-61 16,52 12 10-16,-36-9 10 0,1-1 8 16,-2 0-329-16,0 2 27 0,-2-3 23 0,-1 0 58 15,1-1-9-15,-5 5 10 0</inkml:trace>
  <inkml:trace contextRef="#ctx0" brushRef="#br0" timeOffset="17676.02">23110 12922 314 0,'0'-13'291'0,"0"13"-41"0,0 0-31 0,0-13-30 15,0 13-19-15,9-17-20 0,-13 14-10 0,0 3-10 16,-2 0-2-16,-9 6 3 0,2 3-1 15,-2 1-19-15,3 2 6 0,0 3-11 0,-3 1 3 16,8 5-28-16,-5-2 5 0,3 3 16 16,3 3-32-16,5-1 25 0,-2 2-1 0,3-13-23 15,0 7-2-15,13 27 15 0,-2-22-36 16,5-3 20-16,4 0 2 0,1-1-24 0,3-1-8 16,4-7 8-16,1 3-25 0,2-4 15 15,0-6 20-15,1-2-15 0,1-4 0 0,-15 0-4 16,6 0 15-16,26-16-6 0,-24 3-5 15,-3-3-5-15,-3-3-3 0,-1-3-10 0,-2-5-4 16,-4 0 0-16,-6-2-4 0,2-2-3 16,-5 3-4-16,-4-6 9 0,0 21-15 0,-17-28 0 15,5 15-12-15,-6 7-31 0,0-1 19 0,-6 1-43 16,1 2-14-16,-3 5 1 0,3-2-40 16,1 4-3-16,1 2-53 0,-2 2-8 15,7 3 16-15,1 1-181 0,5-1 27 0,10 3 24 0,0 0-105 16,-8 0 53-16,2 3 24 0,9-1-32 15,2 0 7-15</inkml:trace>
  <inkml:trace contextRef="#ctx0" brushRef="#br0" timeOffset="18155.77">23971 12748 283 0,'0'0'324'0,"0"-12"-46"0,0 12-17 0,23-22-33 16,-23 17-20-16,-2 0-40 0,1 1-22 16,-2 1 2-16,-2 3-15 0,-11 3-2 0,-3 4 8 15,-3 5 3-15,0 2 9 0,-3 5-9 0,2 1 6 16,-4 9-8-16,6 0-16 0,0 3 10 0,0 4-12 15,6 5-8-15,1 0-21 0,6 3 13 16,4-1-13-16,4-21-9 0,15 45-15 0,0-22 3 16,11 0-10-16,5 1-9 0,6-2-35 15,3-3-1-15,5-2-94 0,1-3-31 0,0-5-41 16,-3-1-56-16,2-2 20 0,-2-10-301 16,1-2 30-16,-5-8 30 0,0-3 27 0,2-2 25 15,-26-3 25-15,40-11 17 0,-19 2 21 0</inkml:trace>
  <inkml:trace contextRef="#ctx0" brushRef="#br0" timeOffset="20356.14">24064 12973 226 0,'0'-12'273'0,"0"12"-48"16,0 0-14-16,0 0-24 0,15-14 0 16,0-3-4-16,-15 14 0 0,3 1-26 0,0-1 1 15,-3 2-19-15,1-2-10 0,-1 0-29 0,4 3-10 16,-4-2 1-16,0 1-10 0,2 2 6 16,1 1-26-16,-2 1 25 0,0 4-23 0,1-2-1 15,-1 16 16-15,3 4 13 0,-3 1-3 16,3 1-3-16,1-1-24 0,-1 1-15 0,2-1 15 15,-1-1 4-15,2-2 9 0,-1-3-24 16,2-2-4-16,-4-3 17 0,2-1-5 0,-3-3-6 16,2-2-7-16,-1-5 55 0,1 3-4 0,0-5-1 15,1-1 9-15,2-1-9 0,-8 0-6 16,10 0 2-16,18-14-20 0,-10 1 1 0,0-4-20 16,-1-2 11-16,2 1-22 0,-5-1 4 15,5-1-10-15,-2 1 3 0,2-2-1 0,-4 2 2 16,2 1 0-16,-4 1-2 0,2 0 0 0,-5 5 7 15,2-2-17-15,-5 6 6 0,0-1-5 16,-2 3-8-16,-1 0-7 0,2 3 1 0,-3 0 0 16,-2 3-13-16,0-2 6 0,-1 2 0 0,0 0 3 15,0 0-1-15,8 12-11 0,-8-7 8 16,2 12 0-16,0-3-8 0,0 4 13 0,1 0-7 16,0 2-7-16,4 2 10 0,-6-3-8 0,3 3 6 15,1-2 5-15,2 1-34 0,-2 1-39 16,4-2 6-16,-4 1-59 0,0-4-41 15,-1 3-24-15,1-3-31 0,-5-10-40 0,0 3 24 16,0-1-93-16,0-2-180 0,0 1 34 0,0-8 24 16,0 0 31-16,0 0 26 0,-10 10 34 15,8-11 10-15,0-4 39 0,2 1 4 0</inkml:trace>
  <inkml:trace contextRef="#ctx0" brushRef="#br0" timeOffset="20748.62">24685 12705 409 0,'0'-5'395'0,"1"1"-88"16,-1 0-42-16,0 1-29 0,3 2-15 0,-2 1-35 15,1 1-28-15,-1 3-6 0,1 0-34 16,5 13 16-16,-3 0-38 0,-2 3 2 0,2 1-15 15,-4-2-15-15,0-9 15 0,0 5-22 0,0 2-10 16,0-3 1-16,-13 19-4 0,11-22-20 16,2-2 20-16,-4-4-5 0,4 2-14 0,-1-2 25 15,-1-1 15-15,1-2 5 0,1 2-9 16,0-1 65-16,-2-1 6 0,2-2-2 0,0 0 9 16,0 0-14-16,0 0-16 0,8 7-11 15,-1-7-8-15,-2 0-8 0,18-5-11 16,-13 5-11-16,9 0-8 0,25-7-6 0,-21 2-36 15,2 1-21-15,1 2 3 0,-3-1-112 0,-4 2-23 16,0-1-50-16,-1 1-60 0,-8 1 21 0,2 0-196 16,-2 0 33-16,0 0-98 0,-1 0 52 15,8-11 29-15,-13 7 33 0,1 1 40 0,-1-1 16 16,-3 0 9-16</inkml:trace>
  <inkml:trace contextRef="#ctx0" brushRef="#br0" timeOffset="21038.94">25049 12744 901 0,'4'-1'279'0,"1"-1"-27"0,1 4-1 0,9 1-19 15,3 6-10-15,1 6-26 0,-1 2-22 0,-3 0-5 16,-1 4-25-16,4 1-9 0,-5 6-12 0,1 0-12 15,-4 6 14-15,1 2-25 0,-1 2-9 16,-4-1-20-16,1 7-8 0,-7-25-18 16,0 10 5-16,-13 39 12 0,0-32-15 0,-5 0-33 15,-4 0-7-15,-4-2-25 0,-6-3-24 0,-3-3-26 16,0 1-19-16,1 2-37 0,-2-7-56 16,4-4 16-16,0 1-169 0,4-5-110 0,0-5 46 15,4-1 26-15,-1-9 24 0,16-1 21 0,-2 0-7 16,-12-18 22-16</inkml:trace>
  <inkml:trace contextRef="#ctx0" brushRef="#br0" timeOffset="21372.8">24759 12739 443 0,'-10'-15'293'0,"-3"3"-42"15,4 0-22-15,-3 2-23 0,-2 2-16 0,-1 0-30 16,2 2-19-16,1 2-12 0,2 2-16 16,10 2-32-16,-10 0-47 0,-16 9-77 0,12 2 6 15,-4-3-182-15,6 4-160 0,1-2 47 16,3-3-4-16,7 3 17 0,1-10-3 0</inkml:trace>
  <inkml:trace contextRef="#ctx0" brushRef="#br0" timeOffset="23781.71">22182 14113 299 0,'-23'0'282'15,"9"-2"-28"-15,4 4-15 0,10-2-1 0,-9 0-39 16,9 0-26-16,-6 0-6 0,2-5-28 16,10 5-14-16,15-1-23 0,7-3-1 0,4 1-13 15,9 1-2-15,11 0-8 0,4-1-10 0,9 3 10 16,6 0-17-16,-32 0 5 0,23 0-9 16,8 0-19-16,14 0-7 0,6 0 19 15,4 0-22-15,103 12 13 0,-91-12-7 0,3 3-9 0,4-1-11 16,0-1 7-16,-1 3-5 0,3 0-1 15,-3-1 20-15,-3 2-24 0,-8 0 18 16,0-3-18-16,-5 3-2 0,-8-2 8 0,-5 1 0 16,-5-3 4-16,-8 0-8 0,-6-1-5 15,-33 0 3-15,9 0 27 0,4 0 1 0,44-14-2 16,-49 9 19-16,-5-2-11 0,-3-1 22 0,-4-1-41 16,1-5 8-16,-3 2 9 0,-4-3 8 15,-1 1-37-15,-3-3 6 0,1 0-7 0,-3-4 2 0,-2 1 11 16,-4-5-1-16,5-1-5 0,-5 2-12 15,-3-2 7-15,6-2-4 0,-8 2 17 16,3-1-12-16,-4-2 3 0,3 0-10 0,-2-2 20 16,1 2-4-16,-1-3-24 0,0 3 2 0,1-2 7 15,-1-2 3-15,1-1-4 0,4-1 13 16,-3 1-22-16,2-6 4 0,6-1-23 0,-4-1 15 16,1-2 3-16,1 1 17 0,-1-1-18 0,1-2-4 15,1 3 4-15,-1-2-2 0,2 4 30 0,-4 3-27 16,0-3 3-16,0 3-2 0,-5 1 2 0,3 3-5 15,-3 2-1-15,4 2 9 0,-2 1-24 16,-4-1 13-16,-1 1 26 0,0 4-2 0,5 2-19 16,-4 1-5-16,-3 3-8 0,6 1 22 15,-6 10-17-15,0 0 10 0,0-2-14 0,0 1-1 16,0 1 34-16,0-1-15 0,0 1-22 16,0 1 13-16,0 0 3 0,0 7 4 0,0-9 1 15,-11-9 6-15,2 6-6 0,3 3-8 0,-5-1 4 16,0 0-17-16,2 3-3 0,-6-1 19 0,6 1 11 15,-3 2-24-15,4 1 14 0,-6 0-1 16,3-2 7-16,-4 1 19 0,1 0-25 0,-1-1 5 16,3 3 6-16,-8-2 2 0,1 1-33 15,-3-2 19-15,-1 5 1 0,1-3-6 0,-3 1-1 16,0 1 0-16,-3-2 10 0,1 1-4 0,-4 3-3 16,1-2-4-16,-4 2 14 0,2-2 8 0,15 2-19 15,-10 0-10-15,-1 0 13 0,-5 0 10 16,-3 0-11-16,-4 0 6 0,-2 0 1 0,-3 0-7 15,-2 0 27-15,-4 0-31 0,1 0-4 0,-5 0 9 16,0 0-12-16,-4 0 18 0,2 0-17 16,-2 0 13-16,-4 0 1 0,2 0 11 0,-5 0-17 15,3 0 1-15,-6 0-10 0,0 0 23 0,-4 0 8 16,-1 0-18-16,0 0 6 0,-3 6-12 16,-1-6-11-16,1 0 35 0,-2 0-7 0,-2 0-10 15,-1 0 0-15,-3 0-12 0,-5 0-3 16,3 0 10-16,-1 0-14 0,3 0 15 0,1 0 2 15,0 0 4-15,0 0 2 0,-85-2 0 16,86 0-18-16,-1-2 10 0,-1 4-1 0,5-1 29 16,-4 1-24-16,4 0-1 0,2-2-5 15,37 2 8-15,-18 0-13 0,-7 0 28 0,-6 0 0 16,0 0-35-16,-3 0 22 0,1 0-8 0,1 0 20 16,3 0-15-16,-71 10-12 0,75-9 28 0,2 2-17 15,0 0 14-15,0-2-14 0,0-1-4 16,2 5 2-16,0-4 4 0,1 1 13 0,0 1-17 15,2 0-7-15,-1-2 0 0,0 2 10 16,-2-1-10-16,5 1-16 0,-3 0 21 0,2-3-8 16,2 2-4-16,-1 0 0 0,0 0 24 15,0-2-28-15,2 0 26 0,25 0-19 0,-12 0 1 16,-6 0 6-16,-5 0-10 0,1 0 16 16,-6 0-8-16,-49-12-6 0,78 12 15 0,-15 0-3 15,-7 0 0-15,0 0-17 0,-62 10 1 0,59-6 15 16,2 1-4-16,0-3-8 0,0 1 11 0,1 2 12 15,-1-1-20-15,-2 2-1 0,2-3-11 16,-2 2 26-16,-1 2-2 0,4-5-10 0,-4 3-1 16,4-3 8-16,1 4-1 0,0-4-3 15,2 0 7-15,-1 3 11 0,3-3-20 0,0 0 3 16,1 1 17-16,3-1-18 0,1 1 5 0,2-1 14 16,2 2-30-16,-1-1 22 0,0 0-13 0,1-1 0 15,1 2 25-15,-1 0-16 0,0 0-10 16,0 1 4-16,0-4-9 0,0 7 23 0,2-5-5 15,2 1-8-15,-1-1 6 0,0 2-12 16,4 0-3-16,-1-2 11 0,-1 3 2 0,3-1 16 16,2 0-5-16,3-2-16 0,1 2-9 0,6-3 22 15,-1 3-14-15,0 0 23 0,7-1-26 0,3-1 20 16,-1-2-18-16,3 3 9 0,-1-1-1 16,1 1-16-16,3-1 10 0,-2-1 8 0,-5 10-14 15,1-2 21-15,0 1-14 0,1 0 6 16,-1 1 4-16,2 0-7 0,2 3-2 0,-2 3-4 15,5 0 1-15,-2 1-1 0,4 0 4 16,0-7 16-16,0 6 9 0,0 5 12 0,0 4-26 16,0 1 7-16,14 31 2 0,-6-27 7 15,-3 2-3-15,2 4 2 0,1 0-18 0,1 1-8 16,0 0 9-16,4 0 3 0,-2 0 3 0,3 0-16 16,3-1-9-16,1-1 33 0,0-3-18 15,6 4-4-15,-1-2 19 0,4-2-8 0,1-2-23 16,0 3 14-16,4-5-5 0,-3 0 13 0,2-4 1 15,0 0-1-15,-1-6-9 0,1-1 0 16,-4-1 2-16,1-3 22 0,3-4-22 0,-2 1 1 16,2-5 14-16,7-3-19 0,-1-1 15 15,4 0-2-15,3-3-10 0,0 2 22 0,4-2-28 16,3 0 22-16,-4 0-19 0,-21 0 9 16,11 0 0-16,6 0-1 0,2 0 11 0,2 0-15 15,-1 0-8-15,1 0 2 0,2 0 6 0,0 0-5 16,0 0 5-16,3 0 2 0,55-8-4 15,-48 4 8-15,2 1 2 0,1 3-25 0,0-2 16 16,1 0 10-16,-32 2-20 0,16 0 35 16,8 0-34-16,2 0 0 0,1 0 17 0,-1 0-14 15,0 0 2-15,0 0 12 0,-1 0-14 0,51 11 0 16,-79-11 26-16,10 0-26 0,9 0 4 16,1 0-3-16,7 0-12 0,54 10 26 0,-47-8-19 15,2 0-4-15,-2-1 24 0,1-1-9 16,-4 3 18-16,1-3-14 0,1 3 10 0,2 1-33 15,-4-3 15-15,-3 1 0 0,3 2-10 0,-3-3 16 16,-5 1-6-16,0 0 12 0,-1 0-3 16,-4 0-10-16,5 1-12 0,-7 0 20 0,3-3-3 15,0 2-15-15,-1-2 13 0,0 3-12 0,0-3 24 16,-24 0-14-16,9 0 25 0,11 0-12 0,-1 0-12 16,4 0 8-16,-3 0-24 0,2 0 4 15,0 0 39-15,-2 0-6 0,-1 0-19 0,42 11-3 16,-47-10 2-16,0-1 0 0,-2 2 6 15,2 0 6-15,0 3-11 0,-2-3-18 0,0 0 23 16,-2 3-24-16,2-4 16 0,1-1 11 16,-1 2-3-16,1 2-13 0,2-3 4 0,0 2 8 15,-1 0-16-15,-2 1 8 0,1-2 23 0,-1 3-21 16,-3-2 4-16,1 2 1 0,3-3-4 16,-5 3-3-16,-4-3-7 0,-2 1 19 0,-4 1-2 15,-4-4 30-15,-4 1-4 0,-1 1 13 16,-4-1-7-16,0-1 42 0,0 3 24 0,-3-3 2 15,0 1-11-15,-1-1 12 0,0 0 13 0,1 0-11 16,0 0 0-16,-3 0-6 0,3 2-7 0,0-1-11 16,-4-1-7-16,0 0-5 0,0 0-12 15,0 0-11-15,0 0-44 0,0 0-78 0,0 0 7 16,6 0-241-16,-6 0 28 0,7 0-294 0,-7 0 48 16,6 0 5-16,-6 0 37 0,14-23 83 15,-11 1 35-15,-1-9 54 0,3 4 28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7T04:42:55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6422 11791 272 0,'0'0'88'0,"-17"0"-26"0,17 0-19 16,0 0 6-16,-27-4-72 0,23 3-10 0,0 0-126 15</inkml:trace>
  <inkml:trace contextRef="#ctx0" brushRef="#br0" timeOffset="1131.7">5391 11594 209 0,'-6'-2'177'0,"0"-1"-22"0,0 0 31 0,2 2-22 16,0 0-20-16,0-1-15 0,3 1-19 15,-3 0-5-15,3 0-3 0,-1-2-31 0,2 2 16 16,0-2-5-16,2 0-10 0,8-8 6 0,-2 6-20 16,-1-1-6-16,1 2-10 0,0 1 4 15,2 2-4-15,4-5-12 0,2 3 7 0,0-1-2 16,-2 1-3-16,-1 2 0 0,-2 1 4 0,11 0-5 16,-14 0-3-16,7 0-6 0,4 0 7 15,3 0-6-15,-1 0-12 0,5 0 11 0,1 0 3 16,-3 0 0-16,6 0-25 0,0 0 28 0,0 0-5 15,2 0 1-15,0 0 0 0,1 0 16 16,0 0-18-16,31-13 4 0,-31 9-5 0,-1 1-14 16,-1 1 19-16,3 0-11 0,0-2-8 0,-2 3 7 15,-2 0 3-15,4 1-6 0,-18 0-9 0,7 0 14 16,3 0-16-16,2 0-4 0,31 10 6 16,-30-6 9-16,-3-1-5 0,2-2-1 0,0 3 1 15,-1 0 2-15,-4 0 1 0,6 0-9 16,-2-1 14-16,1 0-9 0,3 3 0 0,-2-1 2 15,2-1 7-15,-3 2-2 0,3-4-13 0,-3 3 13 16,2 0-3-16,1-1 1 0,-1-1-3 16,3 0 6-16,-3-1-4 0,0 0-13 0,0-1 17 15,1-1-7-15,1 0 11 0,-15 0 7 16,3 0-5-16,7 0-8 0,1 0-2 0,31-13 13 16,-28 10-8-16,-1-3-5 0,0-2-2 0,0 1-8 15,2 3 12-15,4-4-7 0,0-1 6 16,-2 1 0-16,2 1-10 0,1 0 2 0,-2-1-4 15,2 3-1-15,-3 1 3 0,2-2 3 16,3 4-3-16,0 0-5 0,-21 2 13 0,12 0-5 16,5 0-2-16,39 10 13 0,-37-4-5 15,-1-1-15-15,1 3 20 0,0 2-19 0,0 1 4 16,-2-1 6-16,-2 3 10 0,0-1-25 0,-1-3 9 16,2 1 3-16,2 0 4 0,-3-1 5 15,-3 0-21-15,3-4 12 0,2 3 7 0,0-1 2 16,-4-2-15-16,7-2 15 0,-2 0-18 15,2-2 16-15,0-1-12 0,-18 0-3 0,8 0 3 16,7 0-2-16,2 0 13 0,40-11-13 0,-35 8 18 16,-6 1-8-16,0 2-14 0,0-3 21 15,-2 3-16-15,-17 0 9 0,7 0-16 0,4 0 25 16,1 0-13-16,30 12-9 0,-29-2 10 16,-6-3 4-16,4 3-15 0,-4 0 12 0,2 2-3 15,-4-1-9-15,1-1 1 0,-2-2 8 16,0 2-3-16,-3-2 3 0,0 0 24 0,-5-3 16 15,0 2 9-15,-5-3 25 0,-2-1-19 0,1-1 9 16,-3 0 3-16,0 1-9 0,-2 0-6 0,-1-2-5 16,2-1-1-16,1 1 12 0,-4-1-28 15,0 0-56-15,0 0-18 0,-3 0-34 0,1 0-27 16,0-1-53-16,1 1 16 0,0-1-257 0,-2-3-39 16,1 1 52-16,2-3 24 0,0-1-36 15,7-9 26-15,0 1 96 0,2 0-15 0</inkml:trace>
  <inkml:trace contextRef="#ctx0" brushRef="#br0" timeOffset="2358.73">13633 11520 291 0,'0'0'233'0,"-17"0"-35"15,-6 13-40-15,17-13-10 0,-1 2 6 0,1-4-33 16,-1 4 1-16,7-2 11 0,0 0-8 16,-9 0-8-16,9 0-12 0,-8 0-17 0,8 0-7 15,-8 0-2-15,8 0-11 0,-7 0-22 16,7 0 6-16,0 0-7 0,-8 0 4 0,8 0-9 15,0 0 21-15,0 0-18 0,-7 12 19 0,10-11-1 16,0 1 3-16,2-1-11 0,0 1-13 16,4 0 1-16,-2-2-10 0,14 3-1 0,-1 1 9 15,5 0-10-15,-1-1-7 0,4 3 14 16,-1-5-21-16,0 3 3 0,2 0 12 0,-1-2-29 16,3 1 12-16,1 0-6 0,-3-3-4 15,1 3 5-15,0-3 3 0,1 2-6 0,2-1 15 16,-17-1-2-16,9 0-9 0,2 0-5 0,5 0 13 15,33-9-5-15,-31 7-5 0,0 0-14 16,-1-1 6-16,-2 0 1 0,1-1 18 0,-2 4-15 16,-1 0 5-16,-1-2-13 0,-14 2 5 15,5 0 8-15,1 0-14 0,1 0 0 0,1 0 4 16,-6 0-5-16,16 11 0 0,-19-10 0 0,0 3 10 16,-6-1 14-16,0-3-2 0,3 0 40 0,-5 3-24 15,0-1 2-15,-1-1 21 0,-1 2-17 16,0-1 23-16,0 1-15 0,-3-1 4 0,1 3-12 15,-1 0-22-15,-1-2 18 0,1-3-5 16,0 9 6-16,-18 9-29 0,10-7-17 0,-3-1-7 16,3-3-35-16,2 0-45 0,1 0-51 0,-3-1-36 15,6-4 16-15,-5 3-264 0,5-3 31 16,-6-2 29-16,5 3 22 0,-4-3 26 0,7 0 18 16,-10 0 12-16</inkml:trace>
  <inkml:trace contextRef="#ctx0" brushRef="#br0" timeOffset="33542.03">20109 11916 620 0,'0'0'167'0,"0"0"-33"0,-15 0-4 0,15 0 2 15,0 0-2-15,-22 2-14 0,18-2-32 0,0-2 4 16,2 2-16-16,2 0 6 0,-4-1-7 0,4 1-25 15,-3-1 8-15,2 1-4 0,0-1-6 16,1-1-12-16,0 2-4 0,-2 0 17 0,0 0-12 16,2 2-5-16,4-2-18 0,-4 0 25 15,5 0-4-15,-1 1-1 0,3-1 8 0,0 0-12 16,16 2-10-16,-9-2-12 0,6 0 20 0,3 0-1 16,7 0-9-16,-2 0-20 0,2 0 22 15,4 0-4-15,-2 0 4 0,1 0 2 0,0 0 2 16,1 0-13-16,0 0 0 0,0 0 3 0,0 0-4 15,0 0-12-15,0 0 8 0,0 0 5 16,-4 0-20-16,-3 0 11 0,-2 0-24 0,-6 0 7 16,-4 0-7-16,-2 0 18 0,-3 0-10 15,-2 0 6-15,-1 0 2 0,-7 0-1 0,0 0 14 16,0 0 7-16,12 5-17 0,-15-5-8 0,0 3-11 16,-3-2-2-16,-1 0 29 0,-11 3 0 15,-4 2-22-15,1 0 22 0,-4-4 2 0,1 4 12 16,-6-2-21-16,0 0 11 0,-2 2-11 0,0-1-6 15,-1-1 23-15,-8 2-6 0,2-2 3 16,-2-1 1-16,-3 2 9 0,0 0 13 16,2-1 2-16,4 0 11 0,-2 0 7 0,4-2-11 15,2 0-3-15,2-1-3 0,0 3 4 0,3-3-3 16,4 0-2-16,2 2 27 0,3-3-8 16,6 0 14-16,4 3-5 0,1-3-27 15,3 0 2-15,1 0-11 0,3 0-2 0,-1 1 9 0,3-1 3 16,0 0-6-16,0 0 5 0,16 1 1 15,6-3-2-15,-7 2-19 0,8 0 0 0,35-8-1 16,-19 2 5-16,4 0-1 0,5 1 7 16,0 1-20-16,5-4 9 0,5 3-8 0,1 0 17 15,5-3-15-15,0 3 0 0,0 0 13 0,-2 0-16 16,-2 0 2-16,2-3 20 0,-5 3-12 16,0-2-3-16,-4 2-11 0,2-2-7 0,-5 2 4 15,-3-2 13-15,-2 2-10 0,-5 1-4 0,-2 0 12 16,-1 0-10-16,-5 2 10 0,0-2 6 15,-4 0-25-15,-6 1 21 0,-4 0 25 0,2 2 24 16,-7-2-17-16,-1 2-3 0,-3 0 37 16,-3-1 9-16,0 2-14 0,-2-2 22 0,0 2-2 15,-1 0-9-15,0 0 3 0,0 0-2 0,2-1-14 16,-4 1-20-16,2 0 0 0,-3 0 19 16,4 0-32-16,-2 0 14 0,-2 0-4 15,2 0-10-15,0 0 5 0,-2 0 0 0,0 0 2 16,0 0-17-16,0 0 2 0,0 0-2 0,0 0-7 15,0 0 12-15,0 0-5 0,0 0 0 16,0 0 2-16,0 0-10 0,9 0 5 0,-9 0-3 16,0 0-5-16,0 0 3 0,0 0-3 0,0 0 8 15,5 0-10-15,-5 0 1 0,0 0-14 16,0 0 9-16,0-1-8 0,0 0-1 0,0 1 9 16,0 1-8-16,0-1 0 0,0 0 7 15,0 0-1-15,0 0-9 0,0 0 10 16,0 0-12-16,0 0-8 0,0 1 13 0,0-1 3 0,1 0 1 15,-1 0 1-15,0 0-11 0,0-1-4 16,0 1-6-16,0 0 20 0,0 0-14 0,0 0 11 16,0 0 6-16,0 0-8 0,0 0 6 15,0 0 2-15,0 0-3 0,0 0 2 0,0 0-14 16,0 0 5-16,0 0 8 0,0 0-2 0,0 0-5 16,0 0 10-16,0-1-13 0,0 1 2 15,0 0 9-15,0 1-8 0,2-2-8 0,-2 1 10 16,-2 0 5-16,5 0-17 0,-3 0 24 0,0 0-13 15,0 0 5-15,-1 0-10 0,1 0 11 16,0 0 7-16,1 0-16 0,-2 0 0 0,2 0 13 16,-2 0-1-16,2-2-10 0,-1 4-13 0,0-2 17 15,0 0 0-15,0 0-11 0,-1 0 15 16,1 0-12-16,0 0 2 0,1 0 6 0,-1 0-14 16,0 0 14-16,0 1-3 0,0-2-3 15,-1 1-1-15,2 0 2 0,-1 0 8 0,0 0-8 16,-3 0 14-16,2 1-10 0,1-2-6 15,0 1 7-15,0 0 6 0,1 0-15 0,-1 0 17 16,0 0-13-16,0 0-8 0,0 0-1 16,0 1 7-16,0-1-1 0,0 0-2 0,0 0 14 15,0 0-2-15,0 0 6 0,0 0-5 0,0 0-10 16,2 0 8-16,-2 0-13 0,0 0 14 16,-2 0-1-16,2 1-5 0,0-2-5 0,2 2 4 15,-5-1 13-15,3-1-3 0,0 1-1 0,0 0-12 16,0 0 5-16,1 1-9 0,-2-2 14 15,2 0-8-15,-1 1 14 0,2 0-7 0,-4 0-2 16,4 1-10-16,-4-2 19 0,4 1-26 0,-4 0 18 16,2 1-3-16,0-1-8 0,0-1 5 15,0 1 4-15,0 0 3 0,0 0-3 0,2 0 4 16,-2 0-1-16,-2 0 4 0,5 0-10 16,-4 0 9-16,1 0-4 0,0 0-1 0,0 0-4 15,0 0 14-15,1 0 5 0,-1 0-15 0,0 0 1 16,0 0-6-16,0 0 15 0,0 0-15 15,0 0 11-15,0 0 0 0,0 0-3 0,0 0 6 16,0 0 6-16,0 0-12 0,0 0 7 0,0 0-2 16,0 0-3-16,0 0 7 0,0 0-5 0,0 0-1 15,0 0-5-15,0 0 5 0,0 0 8 16,0 0-5-16,0 0-2 0,0 0 5 0,0 0-16 16,0 0 13-16,0 0-5 0,0 0-4 0,0 0 7 15,0 0-2-15,0 0-6 0,0 0 3 16,0 0 5-16,0 0-12 0,0 0 14 0,0 0-13 15,0 0 7-15,0 0 7 0,0 0-17 0,0 0 11 16,0 0-3-16,0 0 6 0,0 0-5 16,0 0 4-16,0 0-15 0,0 0 8 0,0 0-3 15,0 0-50-15,0 0-45 0,0 0 8 0,0 0-169 16,0 0-68-16,0 0 29 0,0 0-258 16,0 0 39-16,0 0 46 0,-22 1 43 15,4-2 41-15,10 1 32 0,-21-10 10 0,5 7 42 16,-7-4 20-16,-2 6-68 0,-1-8-8 0</inkml:trace>
  <inkml:trace contextRef="#ctx0" brushRef="#br0" timeOffset="37076.68">18487 10711 277 0,'0'0'126'0,"-13"0"-46"16,13-12 15-16,0 12-12 0,0 0 36 0,-32-20-37 15,29 18 8-15,-1-1-16 0,2 1 14 0,-1-1 7 16,2 2-51-16,0 0 42 0,-2-1-30 15,2 1 4-15,-1 0-1 0,2 0-43 0,0-1 45 16,-2 2-23-16,0 0 6 0,0 0 6 0,1-3-28 16,0 3 5-16,1 0-4 0,-2 0-18 15,1-2 19-15,1 2-8 0,0 0-8 0,0 0 24 16,0 0 0-16,0 0-12 0,0 0-4 16,1 0 8-16,1 2-25 0,-1-2 11 0,0 3 25 15,3-3-17-15,-2 0-14 0,1 0 18 0,4 2 18 16,-2-1-4-16,0 1-17 0,1 0 12 15,12 2-7-15,-6-3 5 0,3 4-13 0,-1-4 4 16,2 3 8-16,-1-3-3 0,-3-1 4 0,5 3-3 16,-3-3-15-16,8 0 15 0,-3 0 2 15,3 3-4-15,-11-3 1 0,7 0 11 0,4 0-13 16,2 0-16-16,2 0 19 0,2 0-1 16,1 0 4-16,1-8 11 0,32-4-17 0,-32 10 1 15,2-2-1-15,-2 1 5 0,2 0-7 0,0 1-11 16,2 2 2-16,-3-2 3 0,-1 2-3 15,-12 0-6-15,4 0-5 0,5 0 12 0,-1 0 0 16,4 0-6-16,27 10-4 0,-30-5 2 0,-1-2-8 16,4 0 12-16,4 0-1 0,-4 2-4 15,4-1 5-15,-3-4-5 0,4 4-2 0,0-1-6 16,-3-2 3-16,6-1 6 0,-2 0 2 0,-22 0-4 16,10 0 4-16,4 0-2 0,35-12 3 15,-29 9-13-15,0 1 8 0,-1-3 6 0,3 1-9 16,-1-2 18-16,4 1-2 0,-5 3 1 0,1-3 3 15,-2 0-2-15,1 2-13 0,1-1 8 16,-3 0-5-16,2 1 3 0,-2 0-3 0,0 1 3 16,-2 2 2-16,-2-3-1 0,0-1-9 15,-3 3 10-15,5 1-9 0,-1-1-2 0,-16 1 1 16,9 0-2-16,2 0-3 0,-1 0 5 16,4 0-1-16,0 0-8 0,1 0 11 0,-4 0-3 15,-1 0 6-15,-2 0 5 0,3 0 18 16,-6 0-25-16,-4 0 18 0,0 0-13 15,1 0 3-15,-3 0 13 0,1 0-11 0,-4 0-2 16,-3 0 12-16,-6 0-7 0,9 0 20 0,-9 0 3 16,8 0-3-16,-8 0 12 0,6 0-26 0,-6 0 11 15,14 4-1-15,-14-4 11 0,0 0-32 16,0 0 22-16,0 0-1 0,0 0-1 0,0 0-9 16,0 0-10-16,4 0-9 0,-4 0 24 15,0 0-17-15,0 0-16 0,0 0 0 0,9 0 19 16,-9 0-4-16,0 0-5 0,8 2 3 15,-8-2-11-15,1-1 6 0,-1 1 12 0,0 1-14 16,0-1 13-16,0 0-16 0,0 0 17 16,0 0-2-16,0 0-6 0,0 0 1 0,0 1 9 15,0-2 16-15,0 1-35 0,0 0 16 0,0 0-28 16,0 0 28-16,-1 0-16 0,1 0 26 0,-2 0-28 16,2-1 6-16,-1 1-12 0,1 0 17 15,0-1-23-15,0 1 24 0,-1 0 1 0,-2-2-2 16,2 2-43-16,1 0-29 0,-3 0-22 0,3 0-48 15,-1-1-30-15,-2 2 14 0,1-2-187 16,-2 2 27-16,0-1 25 0,2 0 23 0,-2-2 22 16,0 0-129-16,-1 1 54 0,1-3-24 0,-1 2 13 15,0 0 6-15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6T05:40:57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769 3902 371 0,'0'0'197'0,"0"0"2"0,0-15-45 16,0 15 33-16,-26-21-32 0,25 15-10 0,1-1 4 16,0 4-8-16,0-4-17 0,0 7 7 0,0 0-12 15,0-6 2-15,0-1-15 0,0 7 7 16,0-8-18-16,0 8 3 0,0-9-13 0,0 5 9 15,0 4-15-15,0-9-5 0,0 9-8 0,0-8 9 16,0 8-26-16,0 0-4 0,-6-9-1 16,3 10 8-16,-7 10 16 0,0 3-21 0,-3 4 20 15,-1 1 9-15,1 3-2 0,-1 2-2 16,1 0-4-16,3 2-4 0,0 2-5 16,1 2 16-16,-1-5 10 0,5 2-19 0,-2 4-7 0,7-3-6 15,0-1-2-15,0-15 0 0,0 5-1 16,17 23 5-16,-3-22-6 0,3-2-2 0,7-4-7 15,2-3-20-15,2-4 8 0,4-2-7 16,1-2 9-16,-17-1-8 0,10 0-3 0,30-13 6 16,-23 5-8-16,-2-1-3 0,-1-5 2 0,-4 2 4 15,-2-4-24-15,-3-1 5 0,0-5 5 16,-7 0-12-16,1-3-9 0,-3 3 11 0,-5-7 7 16,-3-1-3-16,-4 14-15 0,0-9 21 0,-11-25 0 15,2 22 0-15,-7 3-25 0,3 4 14 0,-3 0 9 16,0 2-3-16,-1 3-19 0,-3 1 0 15,4 3 24-15,-1 3-5 0,7 5-22 0,0 4 32 16,10 0-13-16,-7 0 12 0,-4 12-4 0,8-6-9 16,3 14-10-16,0-12 29 0,0 9-10 0,21 24 6 15,-10-15-6-15,7 4 14 0,-2 1-15 16,4 2 8-16,-1 0-3 0,4 4-24 0,-2-2 30 16,2-1-15-16,0 2 9 0,-4 1 2 0,0-3-12 15,-2 1 8-15,-2 2 0 0,-2-1-3 16,-2-2-16-16,-6-3 23 0,-4 4-40 0,-1-18 2 15,0 5-75-15,-18 23-74 0,6-25-53 16,-3 1 23-16,-1-5-302 0,4-5 48 0,3-6 31 16,9-5 31-16,2-8 2 0,8-6 16 0,4-3 26 15,8 0 17-15,4-2 8 0</inkml:trace>
  <inkml:trace contextRef="#ctx0" brushRef="#br0" timeOffset="148.91">1548 4368 458 0,'22'-11'471'0,"-1"-4"22"0,0 3-35 16,-3-2-21-16,-3-1-25 0,-5 4-44 0,-1-1-42 15,-5 1-32-15,1 1-32 0,-5 2-37 16,0 8-62-16,0-11-58 0,-13-6-71 0,8 3-6 16,-1 6-152-16,-1 1-72 0,4-3 18 15,0 3-331-15,3 0 17 0,0 2 35 0,0-6 8 16,21-16 31-16,-4 15 14 0,-1-3 22 0,4 0 8 16</inkml:trace>
  <inkml:trace contextRef="#ctx0" brushRef="#br0" timeOffset="1367.12">3378 4180 360 0,'-15'0'221'0,"15"0"4"0,0 0-26 15,-13 0-9-15,-4-10-24 0,14 10-7 16,0-2-22-16,-2 1 6 0,2 1-10 0,1-1-14 16,-2 1-10-16,-1 0 11 0,0 0-7 0,1-3-22 15,-2 3-5-15,6-3 13 0,-4 3 3 16,1-1-14-16,-1 0 11 0,2-1-11 0,-2 1-1 15,1 0-2-15,1-1 14 0,-2 1-11 0,3 0-10 16,0 0 20-16,-2 0-32 0,0-5 15 0,1 5-8 16,-2-2 11-16,4-1-22 0,-3 2 12 15,3-4-7-15,0 6-11 0,0-9 12 0,16-17-19 16,-1 13-1-16,1 0-24 0,5-1 23 0,0 0-10 16,3 2-5-16,4 4 2 0,0 0-23 15,4 2 24-15,0 3-16 0,-15 3-18 0,2 0 19 16,28 10 7-16,-28 5-15 0,-7 2-12 0,-7 7-5 15,-4 1 0-15,-1-13-4 0,-15 26 1 16,1-9 2-16,0 0-3 0,-7 1-5 16,0-2 0-16,0-1 1 0,1-3 3 0,-2-1 14 15,4-3 9-15,0-3 2 0,1 3 5 16,1-5 6-16,3-1 10 0,2-2-1 0,2-1 2 16,2-3 1-16,5-3-5 0,2 0-6 0,0-5 6 15,11 3-11-15,10 2 15 0,2-5-12 0,-9 0-5 16,9 0-12-16,4 0-39 0,3 0 3 15,37-13-120-15,-34 9-70 0,3-2 23 0,-1-2-215 16,2 1-111-16,2-1 39 0,-2-4 34 0,-2 2 30 16,-2 0 9-16,0-4-1 0,2 1 32 15,-3 1 6-15</inkml:trace>
  <inkml:trace contextRef="#ctx0" brushRef="#br0" timeOffset="1766.01">4108 3960 252 0,'-14'-10'504'0,"1"-2"-106"0,4 5-2 15,-1-1-28-15,4-2-16 0,2 4-36 16,1 0-35-16,0 1-38 0,1 1-19 0,2-2-18 15,0 6-32-15,0 0-8 0,26-12-24 16,-7 5-12-16,7 3-23 0,0 1-18 0,5 2 2 16,-17 1-5-16,13 0-7 0,1 0-18 0,32 12-10 15,-30-3 8-15,-1 3-15 0,-5-2-1 16,0 4-4-16,-5 1-6 0,-2 3 5 0,-5 1 9 16,-3 4 17-16,-7 3-11 0,-2-13 12 15,0 8-3-15,0 3-10 0,-15 27-6 0,7-26 3 16,-1-1 4-16,-1 3-7 0,1 0-18 0,0 0-24 15,1-4-29-15,-2 2-46 0,1 2 8 0,-1-1-126 16,1 0-61-16,0-3-48 0,0 3 30 0,1-2-268 16,2-5 40-16,-1-5 36 0,1-6 33 15,5-3 25-15,0 0 48 0,1-5 9 0,0 0 20 16,2-8-31-16,-2 1 0 0</inkml:trace>
  <inkml:trace contextRef="#ctx0" brushRef="#br0" timeOffset="1948.82">4195 4299 767 0,'-13'-11'547'0,"-2"-1"-32"0,2 3-72 0,8-1-41 16,1 3-48-16,2 0-43 0,2 7-34 15,13-18-34-15,2 6-25 0,8 0-34 0,1 3-26 16,8-3-44-16,5 0-75 0,3 3-4 16,0 0-148-16,1 0-53 0,4-2-78 0,-5 1 22 15,3 1-264-15,-1-2 6 0,2 4 32 0,-6-1 30 16,0 0 26-16,-4 2 30 0,-2 1 23 0,-2 1-3 15,-2-1-7-15</inkml:trace>
  <inkml:trace contextRef="#ctx0" brushRef="#br0" timeOffset="2433.65">4997 3995 564 0,'-3'-4'503'15,"1"3"-40"-15,-1-2-66 0,2 0-39 0,1 3-31 16,-3 3-19-16,2-1-3 0,-1 1-19 0,0 4-14 16,2 2-33-16,2 11-22 0,-2-11-22 15,0 11-20-15,10 23-21 0,-7-19-11 0,1 1-15 16,0 0-12-16,2 0-13 0,-1-6-9 16,-1 4-19-16,0-2 4 0,-3-1-15 0,-1-14-6 15,0 2-9-15,0 1 0 0,0-1-7 0,0-1-5 16,0-2 8-16,0-5-8 0,0 8 9 0,0-8-21 15,0 0 0-15,10 6 5 0,-8-10-4 0,8-7-2 16,-1-5-14-16,1-2 10 0,2-2-13 16,1-1 6-16,1 5 8 0,0-6-10 0,-1 3-8 15,1 1 9-15,5-2-4 0,-4 3 13 0,2 0 2 16,-3 7-8-16,0 0 0 0,-1 1-5 16,-4-2-2-16,2 7 5 0,-6 2 5 0,4-1 13 15,-1 3 4-15,-8 0-7 0,0 0 6 16,9 0 15-16,13 17-25 0,-10-5 5 0,-3 2-2 15,0 2-11-15,-2 0 11 0,2-2-2 16,0 7-3-16,0-5-6 0,-1 3 15 0,1-2-33 16,0 0-10-16,0 0-30 0,-2 0-42 0,-2-2-37 15,-1-1-59-15,0-3 19 0,-2-2-94 0,-2 0-51 16,0-1 27-16,0-1-252 0,0-7-37 16,0 0 47-16,0 0 39 0,-10 4 36 15,10-5 45-15,0-2 29 0,0-3-24 0,0 0 27 16,1-9 53-16,-1 4 6 0</inkml:trace>
  <inkml:trace contextRef="#ctx0" brushRef="#br0" timeOffset="2817.79">5541 3785 1042 0,'9'-18'455'0,"0"2"-51"0,1 2-55 15,1 2-35-15,4 5-37 0,-2 3-26 0,1 3-39 16,-5 1-35-16,4 0-19 0,15 12 0 0,-11 1-21 15,-2 0-25-15,-6 4 6 0,1 0-37 16,-6 3 3-16,-4 1-10 0,0-10-8 0,-14 18-7 16,5-9-1-16,-2-1-7 0,-2 0-16 0,1-5 0 15,-3 1 3-15,2 0-2 0,0-3-12 0,4-1-10 16,-1-1-2-16,3-2 17 0,1-4-3 16,2 1-5-16,3-2 9 0,-1 1-7 0,2-4 2 15,0 0-7-15,0 0-3 0,13 9 9 16,4-6-11-16,5-3 5 0,-11 0-10 0,7 0 10 15,6 0 1-15,35-9-9 0,-28 6-12 16,3-1 12-16,-2 0-1 0,-2 3-4 0,-3-5 2 16,-5 6-1-16,-12 0 11 0,0 0-2 0,4 0-14 15,-5 0 2-15,-1 0 2 0,-1 0-19 16,-7 0-21-16,0 0-28 0,6 0 7 0,0-8-96 16,-8 8-25-16,0-1-27 0,-1 1-26 0,1 0 23 15,0 1-240-15,-1-2 35 0,2 1-62 16,-2-1 34-16,3 1 58 0,3-1 24 0,1-3 25 15,8-4 13-15,3 5 12 0</inkml:trace>
  <inkml:trace contextRef="#ctx0" brushRef="#br0" timeOffset="3336.75">6479 4100 1052 0,'-6'0'439'16,"3"-1"-37"-16,-2 1-46 0,2 0-26 0,-1 0-48 15,3 1-16-15,1-1-45 0,1 0-10 16,3 0-14-16,4 3-25 0,16-1-11 0,-8-2-27 16,34 4-5-16,-14 0-21 0,6-3-45 0,7 2-56 15,2-3-2-15,2 0-150 0,-27 0-49 0,14 0 17 16,8 0-245-16,3 0 34 0,-1 0-99 15,-4 0 50-15,40-10 30 0,-53 6 51 0,-1 1 26 16,-8 2 17-16,-3-3 11 0</inkml:trace>
  <inkml:trace contextRef="#ctx0" brushRef="#br0" timeOffset="3584.99">7001 3946 805 0,'-15'-11'404'15,"-2"2"18"-15,4 1-37 0,3 3-23 0,1 1-45 16,4 2-45-16,0 0-42 0,1 1-24 0,4 1-12 16,0 0-15-16,0 0-20 0,-11 13 3 15,8 4-26-15,1 8-1 0,2-14-13 0,0 10-20 16,0 4 3-16,16 33-20 0,-12-27-15 0,0 1-46 16,2 1-45-16,1 4 0 0,-2-3-125 15,-3-1-64-15,3 3 21 0,-1-4-204 0,1 0-103 16,-1-3 38-16,4 0 33 0,-3-5 25 15,6-3 24-15,1-6-13 0,1-3 24 0,3-6 12 16,2-2-6-16</inkml:trace>
  <inkml:trace contextRef="#ctx0" brushRef="#br0" timeOffset="3868.69">7610 3866 563 0,'5'-29'630'0,"-5"14"-95"15,0-5-39-15,0 1-54 0,7-22-41 16,-7 35-45-16,0-3-39 0,0 0-25 0,0 4-54 16,0 5-16-16,1-8 2 0,1 12-26 0,-1 0-16 15,2 13-12-15,-5 5-17 0,2-8-20 16,0 4-5-16,13 32-14 0,-8-24-14 0,3 6-5 16,-2 0-19-16,1 3-5 0,-1-1-27 0,2 1-35 15,-4 2-21-15,2-2-47 0,-1-1-38 16,0 0 9-16,-3 5-113 0,-2-22-45 0,0 9-29 15,0 6 24-15,-13 24-161 0,4-29 40 0,1 0 31 16,4-5-154-16,-4-6 41 0,6-5 34 16,2-3 28-16,-1-8 25 0,1 0 47 0,3 0-11 15,0-6 15-15,9-5 6 0</inkml:trace>
  <inkml:trace contextRef="#ctx0" brushRef="#br0" timeOffset="4248.96">8268 3907 337 0,'10'-14'469'0,"1"5"-86"0,-4-4-46 15,-3 5-44-15,-1 0 7 0,0 4-9 0,-3 3-25 16,-4 1-12-16,-1 1-14 0,-10 8-11 16,-4 2-7-16,0 3-16 0,-3 3-15 0,3 6-13 15,-2 2-12-15,1 2-9 0,3 5-7 16,-2 1-14-16,4 0-13 0,-1-1-11 15,5 1-7-15,1 1-21 0,5-1-4 0,2-5-4 16,3-13-3-16,0 9-11 0,23 21-3 0,-9-22-15 16,5-2-2-16,1-5-13 0,2-1-3 0,6-3-6 15,-3-4 6-15,4-2-9 0,1-2 0 0,-17-4-1 16,6 0-13-16,2 0 7 0,20-17-3 16,-26 9-9-16,0 0 2 0,-4 0 4 0,-9-1-10 15,-2 9-6-15,0-8-5 0,-22-8-16 16,-1 11-7-16,-7-3-35 0,0 3-20 0,-5 5 9 15,-3 0-120-15,-3 0-60 0,21 0 26 0,-12 0-308 16,-39 10 20-16,32-7 40 0,4-1 36 16,2 2 36-16,1-1 41 0,6 2-5 0,3 1 25 15,8-3 19-15,3 2 10 0</inkml:trace>
  <inkml:trace contextRef="#ctx0" brushRef="#br0" timeOffset="6151.94">8514 3780 310 0,'0'0'250'0,"0"0"-38"0,0 0-25 0,0-13-10 16,0 13-17-16,20-21-13 0,-20 17-10 0,0 1-16 15,0 1-12-15,0 0-1 0,-4-1-17 0,4 1-3 16,-3-3-10-16,3 3-8 0,-1 0-11 16,-2-1-2-16,3 3-8 0,-2-2 4 0,-1-1-6 15,2 3-3-15,-2 0-18 0,1-3 9 16,-2 3-3-16,2 0 3 0,-2 0-16 0,-5 0 14 15,5 3 6-15,-2-3-13 0,-3 0-2 0,-13 12 3 16,7-5 3-16,-2-1-1 0,2 2 16 16,1 1-16-16,-2-1 5 0,3 0-2 0,1 2 5 15,-8-2-7-15,9 3 2 0,0-2 20 16,-4-1-27-16,4 2 0 0,-1 0 2 0,-2-1-2 16,5 3 2-16,-2-3 0 0,0 2-3 15,1-2 2-15,3 1-6 0,-2 2 26 0,-3-1-29 0,5-4 2 16,-2 4 5-16,-1 1 0 0,1 5 7 15,-2-5 11-15,0-2-13 0,2 2 8 0,0 0 4 16,-3 3-17-16,3-1 2 0,2-2 4 0,-2 0 6 16,1 2-10-16,0-2-1 0,1 5 25 15,2-2-30-15,-3-1 5 0,-1 0 7 0,1 2-20 16,4 1-3-16,-3-1 19 0,4 0-10 16,1 3-9-16,-2 0-2 0,1-3 2 0,2 4 16 15,-3-2-1-15,4 1-3 0,-2-2-2 0,2-8 10 16,0 3 7-16,0 5-3 0,16 17-3 0,-13-19 15 15,10 2-4-15,-6-3-4 0,10 1-15 16,1-4-15-16,2 4 18 0,6-8-4 0,-1 3-1 16,6-6-23-16,-3 1 7 0,5-2 7 15,-1-2-10-15,-4 1 5 0,-15-2-4 0,8 0 15 16,25-10-14-16,-24 5 5 0,0-4-9 0,-3 1 17 16,-9-7-1-16,1 3-16 0,3-4 3 0,-5-4-8 15,-4 3 18-15,-3-1-18 0,-1 0 14 16,-1 9-23-16,-13-13 25 0,0 7-15 15,-6 3 4-15,0 2-12 0,-8 3 10 0,2 2 1 16,-4 3 0-16,0 1-1 0,16 1-71 0,-8 0-29 16,-5 0-41-16,-29 14-28 0,24-8-58 0,9 1 21 15,-3 0-261-15,3 3 34 0,4-2 31 16,2 0 19-16,3-2 25 0,0-2-1 0,7 0 47 16,2-2 22-16,1 0-22 0</inkml:trace>
  <inkml:trace contextRef="#ctx0" brushRef="#br0" timeOffset="6885.07">7680 3945 451 0,'-1'-4'267'0,"-2"-12"-14"0,2 7-9 15,-2 0-17-15,1 2-26 0,2-1 8 16,-2 3-29-16,2 2-8 0,0-1 0 0,0 2-31 16,-1-1-16-16,1-1-21 0,0 1-15 15,0 3-3-15,0 0-6 0,0 0 2 0,-1-1 1 16,-1 5 10-16,1 3 20 0,1 12-4 0,0-7-12 15,-9 25 34-15,3-7-5 0,1 3-16 16,-2 1-8-16,1 6 5 0,-3-5-22 16,0 5 16-16,5-2-17 0,3 1 0 0,0 0-12 15,-1-2 9-15,2-1-5 0,0-18-6 0,0 5-10 16,0 6 4-16,12 29 0 0,-7-30-9 0,-1-3 6 16,-2-4-3-16,1-3-6 0,-3-5 0 15,0-13-5-15,0 10 9 0,0-2-5 0,0-2 1 16,0-6 3-16,0 7-12 0,0-7-1 15,0 0-20-15,6 7-42 0,-7-8-26 0,0-3-57 16,1-1 9-16,0-2-150 0,2 2-63 0,5-9 26 16,0-1-264-16,6 1 31 0,4-3 39 0,-4 4 15 15,1-3 32-15,0 1 41 0,1 4 68 0,4-1-32 16,2 1 63-16,3 3 5 0</inkml:trace>
  <inkml:trace contextRef="#ctx0" brushRef="#br0" timeOffset="14536.92">3722 5257 574 0,'0'0'256'16,"-14"0"-19"-16,14 0-21 0,-23 12-16 0,19-12-10 15,3 0-31-15,1-3-6 0,1 3-35 0,3-2 0 16,1 1-15-16,14-3-9 0,3 1-10 16,6-3-17-16,4 3-2 0,2 3-8 15,4-5-11-15,-2 5 1 0,7-1 2 0,7-2-4 0,4-1 12 16,9 2-8-16,13-2 12 0,8-1 1 16,4-2-17-16,7 4-8 0,6-4-1 15,6 0 10-15,7 1-5 0,1 2 7 0,2-1-17 16,3-2-3-16,-1 5 14 0,5-1-13 0,-2 1 14 15,-3-2-17-15,-2 1 9 0,-2 0-13 16,-4 2 22-16,0 0-19 0,0 0 3 0,-57 1 13 16,24 0-11-16,10 0 15 0,6 0-7 0,-5 0-1 15,-1 0 18-15,-7 0-19 0,-6 0-1 16,-8 0-8-16,-7 0-1 0,-7 0 50 0,-5 0 7 16,-7 0 5-16,-4 0 8 0,-3 0-3 15,-4 0 11-15,-5 0-13 0,-6 0 10 0,-3 0-2 16,-2 0-10-16,-4 0-6 0,-2 0-3 0,-1 0-9 15,-7 0-11-15,8 0-3 0,-8 0-4 16,8 0-3-16,-8 0-13 0,6 0-3 0,-6 0-27 16,0 0-26-16,0 0-75 0,0 0 10 0,13-3-106 15,-16 3-40-15,2 0-39 0,-2 1 27 16,2-1-108-16,-1 0-131 0,-1 0 3 0,3-1 64 16,0-1-18-16,0-2 59 0,13-5 8 15,-4-2 67-15,5-1 5 0,4-2 12 0</inkml:trace>
  <inkml:trace contextRef="#ctx0" brushRef="#br0" timeOffset="17974.97">1858 5722 506 0,'0'-13'253'0,"0"13"-24"0,0 0-8 0,0 0-26 16,0-14 13-16,0 14-29 0,-24-17-24 0,24 14-6 15,-1 2-26-15,1 1-21 0,0 1-12 16,1 2-7-16,-2 2 6 0,-1 14-3 15,-1 1 13-15,3-8-11 0,0 8 5 0,0 5-14 16,-4 28-1-16,1-21-17 0,2 0 32 0,-2-1-30 16,2-2-5-16,-1 0 4 0,2-3-7 15,-2-2 5-15,0-2-21 0,2 0 20 0,-1-4-10 16,-2-4-5-16,3-14-18 0,0 9 35 0,0-1-8 16,0-3-5-16,0-5 62 0,0 7 6 15,0-7 12-15,-6 7-20 0,2-8-14 0,1 0 1 16,-4-12-25-16,-2-3-4 0,0-4-1 15,1-6-14-15,4-3-12 0,-1 0 0 0,4-2 3 16,-2-1-10-16,3 15-2 0,0-9-6 16,0-6-7-16,13-36 11 0,0 32-7 0,-4 4-6 15,5-2 5-15,1 5-3 0,2 0-1 0,2 5-13 16,1 2 4-16,3 3 1 0,3 2 3 16,-4 5-11-16,3 2 0 0,3 5-10 0,-2 1-10 15,-15 4-26-15,23 12-9 0,-15 2 7 16,-6 6-9-16,-3 1-6 0,-6 4 9 0,-4-10-11 15,-14 27 7-15,0-13 8 0,-6 1 9 0,-1-3 2 16,-6 1-1-16,-1 0 11 0,0-3 3 16,-2-3-14-16,2 0 5 0,4-2 15 0,0-4 9 15,4 1 9-15,1 0-2 0,1-5 2 16,2 1-1-16,3-4 1 0,3 3-1 0,-1 0 0 16,5-3 39-16,1 4 4 0,0-1-6 15,5-12-3-15,0 12 25 0,20 12-16 0,-3-12 16 16,1-2-6-16,6 2-13 0,1-2-9 0,4 0 1 15,1-4 7-15,4 0-11 0,0 1 9 16,3 0-8-16,7-6 3 0,-1 3-12 0,-1-4 2 16,3 0-10-16,-23 0 6 0,11 0-15 0,-1 0-14 15,41-12-2-15,-39 5-19 0,-2 1 13 16,-6-4-13-16,-2 1 7 0,0-2 3 0,-6-1 2 16,2-1 2-16,-4-7-37 0,-2-3 24 0,-1 3-1 15,-3-4-5-15,-2 3 11 0,-4-1 7 16,0 1-6-16,-3 1 2 0,-1 1 4 0,0 11-10 15,0-2 21-15,-13-14 0 0,8 14 17 16,-4 2 4-16,3 4-7 0,-2 2 2 0,-1 1 9 16,-1 1 1-16,-7 0 9 0,-20 20 6 15,14-7 3-15,4 3 14 0,1-1-5 0,-1 4 4 16,2 3-2-16,3 1 3 0,1 2 3 0,1-2-10 16,3 0-5-16,0 2 5 0,2 2 5 15,5-1-10-15,2-14-3 0,0 5-9 16,14 18-7-16,-3-17 15 0,6-3-14 0,1-6 8 15,7 1-5-15,2-6-3 0,-13-4-10 0,11 0-20 16,1 0-13-16,32-16-19 0,-26 6-2 16,0-4-2-16,0-3-7 0,-1-2 5 0,-1-1 5 15,0-1 4-15,-4 1-3 0,0-1-2 16,-3-2 5-16,-3 2 3 0,0 1 5 0,-5 1 55 16,2 2-1-16,-3-1 12 0,-2 3 27 0,-1-1 5 15,-1 4-1-15,-3-2 1 0,-1 7 3 0,-1 2-8 16,-3-1-15-16,1 2 4 0,1 1-12 15,-2 3-10-15,-2 0 3 0,0 0 15 16,3 13 10-16,-3-5-14 0,0 14 5 0,0-9 9 16,0 7 10-16,0 4-11 0,0 2-5 0,0 4-1 15,0 0-11-15,0 2 2 0,0 0-5 0,0-1-9 16,0 1 12-16,0-2-18 0,0 3-5 16,0 1-27-16,7 31-48 0,-4-32-31 0,-3-16-33 15,0 8 12-15,0 1-101 0,0 4-45 0,0 0-64 16,0-1 28-16,0-4-234 0,0-4 41 0,-7 11 38 15,5-24 34-15,2-4 27 0,-1-3 48 16,2-5 7-16,-1-1 28 0,5-10 35 0,2-6-13 16</inkml:trace>
  <inkml:trace contextRef="#ctx0" brushRef="#br0" timeOffset="18552.59">3022 6043 740 0,'0'-24'463'16,"0"0"-61"-16,0 14-55 0,0-4-46 15,0-1-23-15,10-9-34 0,-3 16-32 0,0 2-30 16,1 3 4-16,9 2-31 0,-8 1-23 0,6 0-25 16,19 15 5-16,-13-5-19 0,-4 3-2 0,1 1-16 15,-1 3-29-15,-3 2 12 0,-7 0 3 16,-3-2-10-16,-4-6-19 0,0 4 15 0,-14 20-17 16,2-15 7-16,-5-2-4 0,-1-1-14 0,2-2-24 15,-7-1 20-15,1-2-15 0,3-4-4 16,1-1 6-16,-2-3 4 0,7-3-8 0,4-1 0 15,9 0-38-15,0 0 4 0,-12-12-16 0,20-5 6 16,1 0 14-16,6-3-25 0,1 2 25 16,4 0 3-16,1 1-23 0,1 0 23 0,1 1-6 15,4 2 18-15,1 1 7 0,2 1 4 16,-2 4 28-16,-2 1-8 0,5 2 9 0,0 3 7 16,-18 2-3-16,8 0-3 0,4 0-2 0,23 15-1 15,-23-6-5-15,-4 3 20 0,-4-1-13 16,1 5 7-16,-5-3-4 0,-2 0-5 0,-3 0 8 15,-3 2-4-15,-2-6-7 0,-2 1 10 0,-1-10-4 16,0 7 7-16,0-7-11 0,0 8 14 16,0-8 11-16,-4 8 2 0,4-9-14 15,0-5-14-15,8-10-6 0,-1-6-10 0,5-3 1 16,-1 2-15-16,5 0-3 0,3-1-4 16,-2-1 5-16,3 4-1 0,-5 0 10 0,4 3 43 15,-3 0-11-15,-2 3 7 0,-3 5 2 0,1 0 10 16,-6 3-1-16,2 3 23 0,-2 2 18 15,-1 1 8-15,-5 1-6 0,0 0 3 0,0 0-8 16,8 0 1-16,-8 0-18 0,19 19-11 16,-9-4 1-16,-1-3 3 0,-1 2-15 0,5 3-39 15,-3-2-48-15,0 2-36 0,3-2 8 0,1 1-141 16,0-1-55-16,-4-1-55 0,-1-2 28 16,4 1-262-16,0-5 53 0,3 0 60 0,-3-5-16 15,0-3 79-15,-4 0 12 0,-9 0 22 0,13 0 27 16,19-12 10-16,-12 4 14 0</inkml:trace>
  <inkml:trace contextRef="#ctx0" brushRef="#br0" timeOffset="20813.57">5775 5915 526 0,'0'0'367'0,"0"0"-61"0,0-12-15 0,0 12-34 15,0 0 3-15,0 0-19 0,0 0-23 16,27-27-35-16,-27 25-11 0,1 0-4 0,-2 1-20 16,1-1-4-16,1-1-11 0,-2 2-18 0,2-2-3 15,-1 2-12-15,0-1-6 0,3 0-16 16,-3 2 9-16,1-3 4 0,0 3-16 0,-1 0-6 15,2-2 1-15,-2 0-8 0,1 2-5 16,-1-1-10-16,0 1-8 0,0 0-14 0,0 0 14 16,0 0-6-16,0 0-3 0,0 0-8 0,0 0 15 15,0 0-10-15,0 0-10 0,0 0-15 16,2-3 14-16,-2 2-6 0,0 1 3 0,0 0 6 16,0 0 10-16,0 0-12 0,0 0 10 0,0 0-3 15,0 0 5-15,0 0 4 0,0 0-9 16,0 0-6-16,0 0 7 0,0-2-11 0,0 1 4 15,0 1-10-15,0 0 3 0,0 0-6 16,0 0 3-16,-1 0-1 0,1 0-11 0,1 0 22 16,-1 1-4-16,0-1-6 0,-1-1-1 0,1 1-11 15,0 1 4-15,0-2 7 0,0 1 0 16,0 0-17-16,0 0 9 0,0 0 2 0,-1 0 9 16,1 0-10-16,0 0 7 0,0 0-10 0,1 0 14 15,-2 1-4-15,1-1 1 0,0 0-4 16,1 0 7-16,-1 2-2 0,0-4-5 0,-1 2-6 15,1 0 14-15,0 0-7 0,0-1 1 0,0 1 0 16,0 0 1-16,0 1-4 0,0-2-15 16,0 1 15-16,0 0 3 0,0 0-3 0,0 0-13 15,0-2-10-15,1 2-24 0,0 0 5 0,-1 0-63 16,0 0-14-16,0 0-42 0,0 0-24 0,0 0-21 16,0 2-23-16,-1-2 21 0,1 0-90 15,-1 1-102-15,-2-1-48 0,1 2 34 0,-2-2 26 16,0 1 48-16,-1-1 9 0,4-1 7 0,-4 1 40 15,0 0 0-15</inkml:trace>
  <inkml:trace contextRef="#ctx0" brushRef="#br0" timeOffset="25327.7">3901 6180 320 0,'0'0'352'0,"-13"14"-56"15,13-14-48-15,0 0-32 0,0 0-17 0,0 0-22 16,0 0-18-16,0 0-3 0,0 0-29 15,0 0-3-15,8 18-17 0,-3-18-9 0,4 0-7 16,0 0 14-16,4 0-30 0,0 0-6 16,24-16 4-16,-18 11-7 0,3-5-22 0,-1 0 2 15,-1 0-10-15,0-2 11 0,-1 0-10 16,-2-2-3-16,-1-3-23 0,0 0 27 0,-4-1-22 16,1 0 11-16,-4 1-7 0,-1 2-3 0,-3-2 5 15,0 5 2-15,-2 0 23 0,-3 5-25 16,0 7 1-16,0 0 0 0,0-7-15 0,0 7 9 15,-12-10-4-15,5 12 0 0,-5 6-12 0,-2 4 2 16,-2 0 22-16,2 5 4 0,-2 0 2 16,2 4 2-16,0-2 6 0,1 3 6 0,-1 2-5 15,2-6-4-15,-1 7-4 0,3-6 45 16,4 3-18-16,1-3 5 0,1-3-16 0,0 2 4 16,4-4-8-16,0-5 5 0,0-9 0 0,0 11 13 15,21 12-20-15,-6-17 4 0,-2-4-8 16,1-2 10-16,-5 0-32 0,6 0 19 0,23-15-5 15,-16 6-15-15,1-4 7 0,-4-1 1 0,-1-1-9 16,1-4-4-16,1-5-9 0,-2 1-21 16,1-3 23-16,-3 0-3 0,2-1-8 0,-5 4 16 15,2-2-1-15,-2 3-8 0,-1 0-15 16,-2 5 12-16,-4 0 10 0,1 5-11 0,-1 3 14 16,-2 1-10-16,-2 3-9 0,1 5 3 15,0 0-1-15,-3 0-1 0,0 0-13 0,12 20 20 16,-1-6-2-16,-4 4-10 0,5 1-6 15,0 3 16-15,0-3 4 0,2 3 2 0,-1-1 7 16,-1 0 0-16,1 0-7 0,2-2-6 0,-1 3 12 16,-3-1-12-16,0-1 9 0,-3-3-17 0,-5 1 32 15,-3-4-9-15,0-6-6 0,-11 14 3 16,-1-10-6-16,-5-1 8 0,-3-4-2 16,-1 0 6-16,1-5-21 0,-5-2 22 0,4 0-20 15,11 0 20-15,-7 0-15 0,1 0 5 0,-14-13-2 16,17 7 11-16,4-1-2 0,4 2-17 0,2 0-13 15,3-2-7-15,0 7 2 0,15-18-46 16,0 2 15-16,3 1-22 0,2-2 5 0,7 3-8 16,1-3-11-16,2-1 16 0,3 0-2 0,-2 1 9 15,-1-4 18-15,1 3 3 0,0 1 9 16,-6-2-5-16,1 2 10 0,-4 2 7 0,-3-1 12 16,1 1 30-16,-3 3-10 0,-1 0-6 15,-3 3 17-15,-3 1 16 0,-2 2-18 0,-3 1-18 16,-1 4 9-16,-1-1 8 0,-5 4 23 0,2 0-20 15,-4 2 23-15,3 2-7 0,-7 6-3 0,0 5 27 16,2 0-24-16,-1 0 13 0,4 2-6 16,1-2-4-16,0 0-5 0,1 2 7 0,1-12-4 15,0 5-10-15,0 1-1 0,15 18 10 16,-7-17-1-16,2-4 4 0,3 1-34 0,4-3 8 16,-2-3 13-16,5-2-16 0,3-3 12 0,-12 0-16 15,6 0-19-15,22-12 3 0,-16 5-24 0,-5-1 5 16,1-2 1-16,-4-4-2 0,1 1-12 15,-2-1 22-15,-3-3-5 0,0 3 4 0,-7-1 28 16,3 0-13-16,-6 3 1 0,1 1 34 16,3 3 0-16,-4-1 16 0,-1 9 2 0,0-7 3 15,0 0 10-15,0 7 8 0,0-8 7 16,0 1-1-16,0 7-1 0,0-8 1 16,0 8-8-16,0-7 11 0,0 7-19 0,0-7 4 15,0 7-8-15,0 0 1 0,0-7-1 0,0 7-7 16,0-8-7-16,0 8-3 0,0 0-8 15,0 0 7-15,0-7-4 0,0 7-5 0,0 0-6 16,0 0-2-16,0 0 7 0,0 0-13 0,0-7-2 16,0 7 3-16,0 0-4 0,-6-7-6 15,6 7 6-15,0 5-1 0,0-1 12 0,-2 1-1 16,-1 10-1-16,-4 3-6 0,5 0 5 0,0 1-8 16,0-2 9-16,-1 1 0 0,0 3-8 15,3-1 1-15,0 1-5 0,0-12 12 0,0 3 0 16,0 1-2-16,0 1-1 0,12 11-1 0,-4-14-3 15,4-1-8-15,0-5-1 0,5 1-16 16,-10-6-34-16,6 0-12 0,20-13-16 0,-8 4-20 16,-4-5-5-16,1-2 11 0,-4-2-44 15,4-1 35-15,-2-2-13 0,-1 2 17 0,1 0 3 16,-6 2 12-16,2 0 34 0,-3 5 4 16,-2-2 6-16,-2 3 3 0,-3 4 4 0,-5 2 1 15,-1 5 3-15,-3 3 3 0,-2 1 0 0,-2 7 1 16,1 3 27-16,-1 0-12 0,3 4 2 15,0-2-16-15,4-1 8 0,0-6-8 0,0 3 2 16,0 3 3-16,20 14 11 0,-9-15 2 0,-2-6 19 16,5 2 7-16,4-3-16 0,1-3 1 15,5-3-2-15,-12-1-1 0,9 0 0 0,28-10-1 16,-23 0 0-16,2 0 0 0,-4-6-1 0,-5-1 0 16,2-4 0-16,3-4-9 0,-6-2-1 15,-3-2 9-15,0-5-2 0,-2 0 2 0,-3 0 30 16,-3-1 9-16,-2 1 17 0,0 2 28 15,0 3 16-15,-5-3 5 0,0 20-3 0,0-6 13 16,0-2-17-16,0 3-11 0,-10-14-12 0,5 22-9 16,0 7-14-16,0 4 0 0,-6 7 2 15,4 3-12-15,-1 7-7 0,2 5 13 0,2 5-17 16,3 5 1-16,1-17 2 0,0 10-40 0,0 4-57 16,11 44 5-16,-5-34-172 0,-1-1-59 15,1-3-56-15,3-5 30 0,-1-3-242 16,3-3 49-16,-5 0 38 0,4-7 4 0,-3-5 31 15,-1-6 71-15,-3-5 27 0,-1 1 39 0,-2-4-21 16,2-8-16-16</inkml:trace>
  <inkml:trace contextRef="#ctx0" brushRef="#br0" timeOffset="25431.64">5917 5995 821 0,'6'-20'264'0,"1"0"-37"16,4 1-46-16,2 0-35 0,8 1-42 15,3 2-89-15,7-3 1 0,3 1-264 0,2 0-77 16,6-2-7-16,-2-1 9 0,3-1-8 0</inkml:trace>
  <inkml:trace contextRef="#ctx0" brushRef="#br0" timeOffset="25815.1">6525 5833 320 0,'3'3'475'0,"-3"-3"-70"16,1 1-47-16,1-1-46 0,-2 3-39 0,0-1-32 16,0 2-27-16,-2 0 5 0,-2 3-9 15,-1 8-31-15,0 4-10 0,1 1-33 0,1 1 3 16,0 3-19-16,2 0-47 0,1-11-9 0,0 6-123 16,0 5-82-16,0 0-69 0,12 26 20 15,-8-27-247-15,-2-2 31 0,-1-4 24 16,0-8 28-16,0-1 43 0,3-5 7 0,0-3 16 15,-1 0 34-15</inkml:trace>
  <inkml:trace contextRef="#ctx0" brushRef="#br0" timeOffset="25941.73">6509 5791 1005 0,'-9'-23'334'0,"-2"1"-34"0,3 4-46 0,0 1-89 15,-1 1-85-15,4 2-93 0,4 8-43 0,1 6 5 16,0 0-302-16,15-9 7 0,4 6 20 15,3 1 14-15,6 2 52 0</inkml:trace>
  <inkml:trace contextRef="#ctx0" brushRef="#br0" timeOffset="26234.65">6991 5617 473 0,'6'-14'478'0,"-3"2"3"0,1 0-24 0,-2 4-42 16,-2-1-34-16,1 1-44 0,-1-1-26 0,2 4-41 15,-2 0-27-15,0-1-33 0,1 2-31 0,-1 1-16 16,0 1-23-16,0 2-12 0,0 1-15 16,0 3-6-16,0 3-9 0,0 17-14 0,0-9-4 15,0 6-10-15,0 4-8 0,0 4-6 0,0 0-3 16,0 3-2-16,0 2-5 0,0 2-4 16,8 37-11-16,-3-35-9 0,0 1-46 0,-1-3-55 15,2 3 6-15,-3-3-136 0,-2 4-62 16,-1-21-39-16,0 12 29 0,-14 37 28 0,2-32 22 15,-2-2-253-15,3-4 37 0,-3-5 32 0,4-3 52 16,-2-3 13-16,3-6 45 0,4-9-24 16,1 1 54-16,0-4 6 0</inkml:trace>
  <inkml:trace contextRef="#ctx0" brushRef="#br0" timeOffset="26390.95">7020 5960 1114 0,'1'-13'352'0,"2"5"-35"0,3-7-37 16,7 4-79-16,4 1-46 0,1 2-63 16,7 1-63-16,4 0-38 0,6 4 1 0,-3-1-242 15,4 2-121-15,-4 1 17 0,0-1 23 0,4-2 19 16,-2 1 25-16</inkml:trace>
  <inkml:trace contextRef="#ctx0" brushRef="#br0" timeOffset="26622.83">7773 5832 1093 0,'1'-2'421'0,"-1"0"-33"0,0-1-47 0,-1 2-55 16,1 1-31-16,-3 1-15 0,2 5-2 16,-5 9-26-16,-2 1-21 0,2 2-21 0,-3 2-28 15,3 4-8-15,2 1-13 0,0 1-11 0,-1-1-17 16,5-1-5-16,-3 1-33 0,2-3-61 15,1-11 2-15,0 3-108 0,0 0-45 0,0-3-43 16,10 7-44-16,-7-15 20 0,-1 0-241 0,5-6 37 16,-1 0 32-16,6-8-19 0,0-4 27 15,0-7 26-15,-2 1 17 0,4-4 39 0</inkml:trace>
  <inkml:trace contextRef="#ctx0" brushRef="#br0" timeOffset="26747.64">7887 5867 949 0,'9'-22'358'15,"-5"-5"53"-15,-1 5-33 0,-3 5-33 0,0 0-35 16,0 9-56-16,0 0-20 0,0 0-36 0,-12-6-55 15,7 11-16-15,0 3-126 0,-1 0-75 16,4 1-43-16,-2 4-74 0,1-1 18 0,3 1-255 16,2 0 13-16,0-1 39 0,9 5 25 0,2 2 18 15,3-6 34-15,3 1 3 0,-2-3 15 16</inkml:trace>
  <inkml:trace contextRef="#ctx0" brushRef="#br0" timeOffset="27050.66">8142 5830 412 0,'7'2'493'0,"-4"2"-107"0,0 0-31 15,-3 1-48-15,0-1 14 0,-1 1-28 16,-1 12-28-16,2-10-39 0,-10 13-2 0,9-5-25 16,0 4-27-16,1-10-16 0,0 4-17 0,0 1-21 15,12 17-1-15,-10-19-10 0,3-4-23 0,-2-1 10 16,6-2-14-16,-3-1-3 0,3-4-3 16,1 0-14-16,23-14-6 0,-11 2-5 0,0-1-7 15,2-3-8-15,0-1-6 0,-2 3 4 16,3-1-10-16,-6 1 41 0,0-1 19 0,0 3 1 15,-5 2-11-15,-1-1-9 0,-4 6-16 0,-4 3 7 16,-5 2-19-16,0 0-5 0,8 0 10 16,10 21 0-16,-15-7-8 0,4 4-15 0,-3 1-15 15,-1 2-45-15,4-1-63 0,0 1 11 16,2-1-135-16,-1-3-64 0,2-3 27 0,-1 1-266 16,5-6 24-16,-2-1 42 0,1-3 26 0,-2-3 47 15,-2-2 1-15,6 0 26 0,24-13 25 16,-12 4 55-16,-4-3 3 0</inkml:trace>
  <inkml:trace contextRef="#ctx0" brushRef="#br0" timeOffset="27767.87">9329 5579 734 0,'1'-8'424'0,"-1"8"-69"0,0 0-46 16,0-12-38-16,0 9-36 0,1 1-21 16,-3 2-24-16,2 3 42 0,-3 2-9 0,3 4-9 15,0 12-28-15,0-9-12 0,0 8-17 0,0 5-19 16,0 4-8-16,0 0-16 0,14 34-10 15,-10-25-4-15,4-1-52 0,-3-2-53 0,4 3 2 16,-1 0-127-16,2-1-40 0,-4-1-50 16,3-2 20-16,-2-1-300 0,-3-6 52 0,-2 0 11 15,-1-6 58-15,2-4 11 0,-3-6 66 0,1-4 0 16,-1-3 10-16,3-2 0 0</inkml:trace>
  <inkml:trace contextRef="#ctx0" brushRef="#br0" timeOffset="28033.01">9399 5973 787 0,'-2'-13'434'0,"2"0"-26"0,2 5-66 16,6-4-52-16,6 2-12 0,2 1-33 15,6 6-32-15,4 1-47 0,-14 2 0 0,9 0-25 16,29 18-17-16,-21-7-8 0,-1 4-10 16,-1 4-11-16,-1 0-16 0,-1 0-23 0,-6 3 8 15,-4 1 0-15,-3 0 1 0,-5 1-6 16,-7-12-9-16,0 5-6 0,-23 19-12 0,7-18 9 15,-7-2 0-15,-5-3-9 0,-6 1-3 16,-2-1 7-16,-3-2-13 0,4-1 4 0,-4 0-16 16,5-3-12-16,6-2-1 0,-3 1-64 15,4-3-45-15,16-3-67 0,-2 0-43 0,4 0 20 16,1-16-282-16,15 6 30 0,8-5 13 0,3-2 47 16,4 3 32-16,4-2 10 0,0-2 53 15,12-2-3-15,-2-1 16 0</inkml:trace>
  <inkml:trace contextRef="#ctx0" brushRef="#br0" timeOffset="28222.1">9977 5940 940 0,'23'-11'517'16,"0"-1"-46"-16,-5 2-43 0,0 3-44 0,-4 0-61 15,-4 2-23-15,-3 2-42 0,-2 3-27 0,-5 0-27 16,0 6-20-16,-3 1-20 0,0 8-12 16,0 6-17-16,0 4-19 0,3 1-34 15,0 1-65-15,0 3-3 0,0-16-162 0,0 9-76 16,0 4 22-16,15 28-305 0,-6-30 17 0,-1-5 59 15,-5-4 21-15,-2-2 17 0,0-6 19 0,-1-3 3 16,3-3 74-16,-2-2 3 0,0-2-18 16</inkml:trace>
  <inkml:trace contextRef="#ctx0" brushRef="#br0" timeOffset="28354.06">10065 5870 309 0,'-11'-33'557'0,"-4"2"-116"0,4 7-60 0,2-1-54 16,-2 4-41-16,6 2-35 0,-2 4-165 15,1 5-64-15,6 4-33 0,0 6-67 0,7 1-29 16,5 7 11-16,6 1-283 0,0 3 0 16,6 1 65-16,-4 4 1 0,-2-2 14 0,2-1 4 15</inkml:trace>
  <inkml:trace contextRef="#ctx0" brushRef="#br0" timeOffset="28754.1">10285 6050 269 0,'-5'3'531'0,"4"-1"-111"0,-1-1 6 0,1 0-38 0,1 0-32 16,-3-2-46-16,3 1-26 0,0-2-31 15,3 0-42-15,7-8-20 0,7-3-37 0,5-1-22 16,-3 0-31-16,3 0-7 0,3-4-9 0,-2-3-27 16,0-1-13-16,0 1 10 0,-4-1-4 15,-2 2-7-15,-1-1 6 0,-4-2-25 0,1 4 4 16,-4-3-5-16,-4 5-8 0,-5 8 0 15,0 9 1-15,0 0 0 0,-7-5-15 0,-6 11 7 16,-3 10-10-16,0 1 14 0,0 4 1 0,1 3 4 16,2 6-10-16,4 3 8 0,-1 1-8 0,3 5 15 15,-1 2 13-15,4 3-5 0,4-25-5 16,0 14-3-16,0 4 17 0,16 45-29 16,-8-43 19-16,2 1-20 0,0-5 8 0,-1-1 14 15,-6-2-8-15,-3 1-12 0,0-18 1 0,-13 21 2 16,-1-14 3-16,-5-4-16 0,-5-2-12 0,-4-3-42 15,-4-1 5-15,-2-4-92 0,-4-3-56 0,3 0-52 16,2-5 26-16,15 0-278 0,-5 0-2 16,-25-18 79-16,24 8 23 0,9-5 15 0,8-4 28 15,7-3 44-15,0 7 19 0,24-20 11 16,-6 6-49-16</inkml:trace>
  <inkml:trace contextRef="#ctx0" brushRef="#br0" timeOffset="29116.12">10855 6034 646 0,'-13'1'447'0,"-2"-1"20"15,6-1-29-15,0 1-29 0,9 0-18 16,-7 0-12-16,0 0-10 0,7 0-30 0,-9 0-44 16,9 0-25-16,-6 0-19 0,6 0-21 0,0 0-46 15,-8-12-43-15,19 4-41 0,4-4-54 16,5 3-65-16,4-2-55 0,3 4 10 0,0 2-154 15,4-4-35-15,6 3 23 0,0-3-155 16,-1 0-123-16,0-1 23 0,1 1 20 0,-3-2 62 16,-1 2 24-16,-2-1-3 0,-7-1 56 0,1 0 17 15,-5 2 12-15</inkml:trace>
  <inkml:trace contextRef="#ctx0" brushRef="#br0" timeOffset="29398.58">11321 5806 819 0,'-2'-4'333'15,"1"1"-46"-15,-3 3-28 0,-2 0 17 16,-11 6-34-16,0-2 39 0,-6 7-16 0,2-1-16 15,0 5-10-15,1 1-3 0,1 0-23 0,2 3-33 16,-1 2 0-16,5 6-29 0,-1-5-6 0,8 7-11 16,3-2-18-16,1 4-5 0,2-16-17 15,13 26-1-15,-1-18-14 0,1-1-4 0,6-2-19 16,4-3-16-16,3-3-9 0,-2-2-6 16,3-4 5-16,1-4-7 0,-2-1-3 0,-16-3-13 15,19-10 1-15,-13 1-23 0,-5-8 13 0,-4 0 5 16,-5-5-16-16,-2 11 17 0,0-7-5 0,-15-24-15 15,4 19 13-15,-4 1 0 0,2 2-3 16,-6-2-33-16,0 1-33 0,4 4 8 0,-3 2-83 16,-3-2-20-16,2 2-61 0,8 1-13 15,-2 0 23-15,5-2-292 0,8 3 29 0,0 13 28 16,13-25 55-16,0 9 24 0,6-1-3 0,4 2 83 16,1-2-4-16,4 3 20 0</inkml:trace>
  <inkml:trace contextRef="#ctx0" brushRef="#br0" timeOffset="29766.43">11692 5545 1136 0,'4'2'368'0,"-2"1"-48"15,-1 1 55-15,-2 13-19 0,-3 1-27 0,4-7-34 16,-7 29-10-16,1-10-21 0,3 0-22 16,1-1-33-16,2 4-11 0,0-16-19 0,0 7-12 15,0 5-18-15,14 35-24 0,-8-35-2 0,-1 0-9 16,3-5-15-16,-3 2-16 0,4-1 2 15,-3-8-11-15,-2 1-3 0,5-4-9 0,-5-6 5 16,2-4-9-16,1-4-10 0,-7 0 2 0,24-11-13 16,-7-3 9-16,-2-2-18 0,2 0-10 15,-2 2 11-15,7-4-10 0,-4 2-5 0,-2 2 6 16,-2 3 1-16,-2 0-16 0,-1 1 0 0,-4 3 5 16,-1 2-6-16,-2 3-12 0,1 1 6 15,-5 1 10-15,0 0-16 0,0 0 11 0,12 15-4 16,-9 0 8-16,3 2-5 0,-2 4 6 0,3-2-12 15,-1 3-29-15,-3-5-33 0,3 4-46 16,4 0-31-16,-3 0 14 0,-1-3-137 0,6-3-59 16,-1-1 30-16,1-3-266 0,0-4 47 0,-1-4 31 15,-3-3 30-15,-8 0 52 0,13 0 30 16,20-17 31-16,-14 7 19 0,3-4 27 0,-2-2 21 16,2-7-35-16</inkml:trace>
  <inkml:trace contextRef="#ctx0" brushRef="#br0" timeOffset="31632.1">12895 5738 623 0,'0'-14'248'16,"-28"-15"9"-16,26 20-25 0,-5 2 7 0,5 3-25 15,2 1-40-15,-3 1-13 0,1-1-20 0,2 2-14 16,-2 1 5-16,0 1 0 0,0 4 20 16,2 2-1-16,-2 11-6 0,-1 5-16 0,0-2 15 15,3 5 19-15,0-14-23 0,0 10 0 0,0 2-25 16,14 29 0-16,-5-26-11 0,0 0-6 16,-3-3-7-16,3-2-15 0,-3-5 3 0,1 2-8 15,-4-4-17-15,4-6 2 0,-5-2 23 16,0-2 21-16,0-2-3 0,1-1-6 15,1-2-3-15,-4 0-6 0,0 0-4 0,15-17-11 16,-5 1-17-16,2 1 6 0,-1-2-4 0,-1-2-10 16,3-1-1-16,0 3 3 0,0 3-6 15,-2 0 9-15,-2 4-6 0,2 0-5 0,-6 2 0 16,2 2-3-16,-3 4-4 0,1-2-10 16,-3 2-1-16,-2 2 7 0,0 0-7 0,10 0-2 15,9 14 1-15,-8-1-2 0,3 1 5 0,-3 2-6 16,4 3-24-16,-4 1-23 0,3-2-31 0,-1 1-32 15,0 0-41-15,2 1 14 0,0-1-68 16,0-4 3-16,-2-3-18 0,3-3 6 0,4-3 1 16,-4 0 10-16,2-6 10 0,-9 0 3 0,14-12 29 15,-6 3 3-15,-3-3 23 0,1-5 6 16,-1 2 25-16,1-2 47 0,-1 3 30 0,-2 0 40 16,-6 7 31-16,1-1 1 0,-2 3-10 15,-4 2 9-15,-1-1-12 0,0 4 11 0,0 0-8 16,-9 1 31-16,3 2 7 0,2 0-4 0,-9 5-2 15,3 6 3-15,1-2-22 0,1 5 2 16,2 0-1-16,5-1-4 0,-1-2-2 0,2-6-10 16,0 7 0-16,17 11-4 0,-8-11-1 0,4-4-7 15,1-3 0-15,2-1 6 0,0-2-9 16,3-2-13-16,-5-3-9 0,-14 0 25 0,9 0 14 16,2 0 2-16,11-18-20 0,-16 8 6 15,-3 1-4-15,0 1-5 0,-3 8-11 0,0-14-3 16,-15-17-2-16,3 16-15 0,-1 0-14 15,-4 2 2-15,2-1-123 0,-3 3-33 0,4 0-37 16,-1 3-43-16,7-1 24 0,2 4-222 0,6-2-47 16,0 7 35-16,0-8 33 0,16-14 47 0,3 8 50 15,1 0 25-15,3 0-38 0,2-4 16 0,5 1 13 16</inkml:trace>
  <inkml:trace contextRef="#ctx0" brushRef="#br0" timeOffset="31817.05">13854 5661 722 0,'16'-15'517'0,"-1"1"-57"0,-4 2-42 0,-2 7-49 15,-1 1-54-15,-3 0-26 0,-5 4 12 0,0 0-8 16,4 13-15-16,-8 3-12 0,0 4-46 16,-5 6-11-16,3 4-15 0,1 0-32 0,2 7-6 15,1 1-30-15,-2 4-53 0,4 2-69 0,0-22-82 16,0 13 8-16,0 4-154 0,0 3-88 16,0-1 28-16,0-2-256 0,0-3 60 0,0-2 38 15,0-5 12-15,0-3 53 0,14 10 50 16,-10-28-5-16,1-6 21 0,-1 1 28 0,-2-8 6 15</inkml:trace>
  <inkml:trace contextRef="#ctx0" brushRef="#br0" timeOffset="31964.99">13885 5981 855 0,'-8'-18'466'0,"3"1"-66"0,1 5-41 0,4 12-59 16,0-13-48-16,19-10-31 0,-1 13-67 15,4 2-58-15,5 0-61 0,4 5-33 0,-1-1-56 16,6 4-28-16,-2 0-48 0,-17 0 12 0,10 0-140 15,2 0-120-15,35 9 9 0,-32-5 28 16,-6-1 10-16,-5 2 32 0,-1 0 9 16</inkml:trace>
  <inkml:trace contextRef="#ctx0" brushRef="#br0" timeOffset="32447">14348 5899 413 0,'-2'0'289'0,"0"0"-25"0,-1 0-18 16,-1 0 12-16,-7 1-10 0,-6 2 3 0,8-3-12 16,-7 0-10-16,-22 10-18 0,18-6-35 15,2-1-3-15,0 1-26 0,3 1-22 0,2 0-14 16,5 1-12-16,-1 0-18 0,2-1 8 15,3 0-31-15,3 0-6 0,-1 0-25 0,2-5-17 16,0 0-5-16,0 0-14 0,29 19 13 0,-14-15 2 16,4-1-21-16,0 0 2 0,-3 1 11 15,-4-3-15-15,-1 1 8 0,-2 0 18 0,-3-2-1 16,-1 0-2-16,-1 3 15 0,1-3 13 0,-2 0-9 16,-1 4-6-16,1-3-7 0,-1 2 24 15,2 1-16-15,-1-1-26 0,7 10 3 0,-2-3 20 16,2 0-3-16,3 0-6 0,-2 0 27 15,8-3-6-15,-2 0-10 0,1-2-13 0,5-3-6 16,-13-2 1-16,9 0-1 0,2 0 1 0,21-17-8 16,-19 8-27-16,-1-6 10 0,-2 1 3 15,-5-3-1-15,3 0-7 0,-5-4 0 0,2-2 0 16,-4-3 7-16,-1 0 26 0,1-4 34 0,-4-1 2 16,3-3-3-16,-2 5 60 0,-3-1 20 15,-1 2 32-15,-1-1 19 0,0 0 19 0,-2 4 12 0,-1 4-3 16,0 13 1-16,0-5-26 0,0 4-16 15,0 0-14-15,0 2-28 0,0 7-6 16,0 0-8-16,-10-8 2 0,6 15-23 0,0 12-1 16,0 9-1-16,3 1-6 0,1 9-7 0,0-23-6 15,10 45-56-15,-3-18-44 0,1 3-53 0,2 1-82 16,-2 3 16-16,3-3-178 0,0-3 31 16,-4-2-295-16,1-1 40 0,-3-9 53 0,-3-1 39 15,-2-4 35-15,0-12 15 0,0-2 46 16,0 2-4-16,0-6 70 0,0-8 13 0,-14 9-20 15,11-11-7-15</inkml:trace>
  <inkml:trace contextRef="#ctx0" brushRef="#br0" timeOffset="33054.98">14645 6031 714 0,'-18'-24'444'0,"4"-1"3"16,5-1-57-16,2 2-64 0,7-1-25 16,0 14-42-16,24-19-26 0,7 13-32 0,6 0-22 15,6 2-24-15,7 3-28 0,1 3-17 0,0-3-16 16,-3 7-21-16,-1 0-21 0,-5 5-5 15,-24 0-22-15,11 0 1 0,2 0-15 16,28 17 10-16,-34-6-12 0,-5 3 4 0,-5 1 0 16,-6 3 52-16,-9-8-16 0,0 5 21 0,0 6 6 15,-15 21 5-15,6-19-5 0,-2 0-13 0,2 1-10 16,-2-1 2-16,2 0-13 0,1-1-1 16,1-1 4-16,2-4-4 0,3 0 8 0,0-2-12 15,2-6 0-15,0-9 11 0,0 7-11 16,0-7-1-16,11 13-10 0,-3-13 1 0,-2-2-4 15,10-3 7-15,3-5-13 0,-3-2 8 0,-1-5-13 16,1-3-4-16,-2-1 6 0,0 1 5 0,-2-4-5 16,-1 2 5-16,-1 1 25 0,-3 3-1 0,-1 2-8 15,-3-1 11-15,0 5-1 0,-2 2-16 16,-1 1-6-16,0 2 11 0,0 1-13 16,1 1 7-16,-1 5-7 0,0 0-3 0,0 0-11 15,0 0-1-15,0-7 1 0,0 7-8 0,0 0 7 16,11-13-13-16,7 10 7 0,2 0-7 15,2 3-1-15,-1-2 2 0,6 1-4 0,-3-1-1 16,3 2-10-16,-4-2 8 0,-11 2 2 0,3 0-2 16,18 13 1-16,-16-2 3 0,-3 1 1 0,-1 2 3 15,-3 5 0-15,-3 3 10 0,0 0 0 16,-5 2-3-16,2-2 5 0,1 0-4 16,-2-3 7-16,1-2-6 0,-3 2 0 0,1-9 2 15,-2-3 18-15,2 1 12 0,-2-5 8 0,8-2-13 16,-2 0-3-16,7-1 9 0,2 0-20 15,26-13 2-15,-15 4-6 0,0-1 6 0,2 0-3 16,1 1 2-16,-3-1-10 0,0 2-1 0,1 0-7 16,-4 2 11-16,-1 2-11 0,-2 3-13 0,-11 1-24 15,5 0-31-15,17 12-57 0,-18-2 12 16,-1 2-133-16,-3-1-62 0,0 2 27 0,-2 0-288 16,0 1 19-16,5 1 82 0,-6-6 12 15,-3 2 20-15,-1-2 58 0,-2-9 28 0,0 0 45 16,0 9 11-16,0-4 10 0,0-5-43 0</inkml:trace>
  <inkml:trace contextRef="#ctx0" brushRef="#br0" timeOffset="38015.68">3286 3775 234 0,'-23'0'217'0,"-13"17"-25"0,25-13-8 0,2-3-49 16,3 2 16-16,-2-3-19 0,4 0-17 16,-1 0-5-16,3 2 4 0,2-1-5 0,0 1-1 15,7 0-7-15,1-2-4 0,21-2-5 0,-12 2-1 16,13 0-7-16,15 0-8 0,60-9 12 16,-26 4-13-16,9-1-13 0,7-2 0 0,11 1-4 15,8-1-8-15,15-2 2 0,4 3-14 16,4-2-2-16,12 1 3 0,4 2-6 15,0 1 4-15,3-2-6 0,0 4-10 0,4-1 3 16,-1 3 4-16,-1 1 10 0,0 0-12 0,-81 0 9 16,40 0-1-16,15 0-9 0,7 0 5 15,140 11-12-15,-147-10 5 0,-6 2-6 0,-9 0 14 16,-10-1-18-16,-9 1-4 0,-10-3 7 0,-8 2 9 16,-10-1-14-16,-40-1 8 0,11 0 18 15,4 0 20-15,-2 0-10 0,-4 0 13 0,-2 0 0 16,-5 0-21-16,-1 0 8 0,-8 0 8 0,15-11-31 15,-31 7-4-15,-3 1-22 0,-2-1-26 16,-2 0-39-16,-4 2-48 0,2-2-38 16,-10-4 15-16,-6 0-152 0,2 1 26 0,-5-2 20 15,-3-3-180-15,0 1 45 0,-2-4 22 0,1-2 37 16,-3 0 17-16,-3-4 8 0</inkml:trace>
  <inkml:trace contextRef="#ctx0" brushRef="#br0" timeOffset="38681.99">4267 2438 720 0,'-11'-1'349'0,"4"-3"-5"0,1 1-36 16,-1 2-13-16,4-2-37 0,1 0-9 0,3 1-32 16,0-3-9-16,10-4-40 0,1-1-11 15,4 1-7-15,2 1-12 0,1-2-23 0,1 0-10 16,3 2-8-16,0 0-12 0,1-2-2 0,1 0-3 16,-2 0-22-16,1 1-3 0,0-5-7 15,-1 3-25-15,2 0-2 0,-5-2-2 0,-2-1-5 16,1-1-1-16,-1-2-30 0,-4-2-3 0,2 2 25 15,-7-1-17-15,-3 0 0 0,-1-1 5 16,-5-3-9-16,0 12 0 0,0-5 13 0,0-2-12 16,-9-17 12-16,4 16-21 0,-1 5 13 15,1 0 24-15,0 5-22 0,5 1 4 0,-3 1-10 16,2 1 11-16,-1 3-11 0,1-1 4 0,-2-1 17 16,3 4-16-16,-1 0-4 0,0 2 6 0,0 4 6 15,1 1 16-15,0 17 4 0,0 2-1 0,0-9 32 16,0 7 21-16,0 8 1 15,0 3 2-15,13 45-5 0,-7-33-2 0,1 3 1 16,1 4-1-16,1 2-9 0,2 1-6 0,2-1-11 16,3 5 5-16,-3-3-15 0,3 0-25 15,-4-2-27-15,-2 1 3 0,3 0-123 0,-4-2-90 16,-8 0-55-16,-1-4 28 0,0-26-254 16,-13 43 41-16,0-28 33 0,3-4 34 0,-4-11 51 15,1-4 1-15,-1-6 27 0,7-9 25 0,7-6 12 16</inkml:trace>
  <inkml:trace contextRef="#ctx0" brushRef="#br0" timeOffset="38880.47">4543 2819 329 0,'-20'-15'505'0,"3"0"-103"16,0 3-5-16,4-3-44 0,3 1-34 15,0 1-30-15,7 3-33 0,3 10-36 0,0-12-28 16,22-16-26-16,-2 13-12 0,2 3-29 15,6 0-37-15,4 1-9 0,8 1-74 0,0-1-68 16,-1 3-69-16,2-1-35 0,0 0 17 16,0-3-215-16,-3 0-79 0,3 1 31 0,-2-5 4 15,0-1 27-15,-1 0 24 0,-3-5 11 0,0 4 15 16</inkml:trace>
  <inkml:trace contextRef="#ctx0" brushRef="#br0" timeOffset="39403.74">5306 2246 222 0,'-6'-2'328'0,"0"0"-43"16,-1 2-25-16,-12 2-14 0,10-2-14 0,-17 12 4 16,8-2-3-16,3 4 11 0,-3 3-30 15,5 0 23-15,-2 5-8 0,5 2-21 0,3 3-6 16,0-3 2-16,4 6-36 0,3-1-13 0,0-13-16 16,0 6 1-16,21 24-28 0,-6-22-4 0,4-3-3 15,0 0-15-15,5-2-4 0,1-4-21 16,2 0-8-16,2-7-7 0,3-4-6 0,1-3-22 15,-1-1-20-15,-15 0-5 0,26-12-18 16,-18 0-13-16,-4-2 0 0,-2-2 2 0,-1-6-17 16,1 0-5-16,-4-7 5 0,1 0 5 0,-7-1 9 15,5 1 0-15,-6 0-1 0,1 5 19 16,-4-2 5-16,0 3 1 0,1 4 26 0,-2 4-12 16,-1 6-1-16,-3 9 0 0,0 0 34 15,-7 4 11-15,5 2 5 0,-3 13 4 0,2-2 6 16,1 4 6-16,2 1-5 0,0-10-15 0,0 8-3 15,17 25 8-15,-6-21-4 0,3-5-16 0,0 0 8 16,2 0-10-16,1-5 6 0,-3-2-4 16,5-2 1-16,2-3-9 0,-2-5 1 0,-9-2-1 15,21-9-6-15,-8-1-4 0,-6-2 1 16,3-2 5-16,3-1-11 0,-9-2 0 0,3-1 3 16,-2 0-1-16,0 1-14 0,-3 3 18 15,-1-1 4-15,-2 5-6 0,-4 3-6 0,1 6 1 16,-6 1-5-16,0 0 6 0,11 13-1 0,-6 1 7 15,-1 4-4-15,0 4 0 0,1 4 5 0,0 1-16 16,0 4-9-16,-1 0-39 0,0-4-39 16,1 1 10-16,3-1-131 0,-4 0-45 15,2-5 25-15,1-8-198 0,0 0-108 0,-1-8 29 0,-2-6 37 16,-4 0 2-16,0 0 53 0,20-24 29 16,-10 4 24-16,3-7 18 0,-1-2 6 15</inkml:trace>
  <inkml:trace contextRef="#ctx0" brushRef="#br0" timeOffset="39582.61">6340 2421 537 0,'21'-22'408'0,"-1"4"-57"0,1 3-34 0,0 4-14 16,-2 8-38-16,-10 3 23 0,5 0-8 16,20 21-25-16,-22-2-32 0,2 4-19 0,1 2-20 15,-5 7-9-15,0 5-18 0,-1 6-30 16,-2-1 6-16,0 0-19 0,-3 2-33 0,-4-1-45 16,0-21-6-16,0 11-119 0,-15 41-57 0,3-38-98 15,-7 5 22-15,0-5-268 0,-3-2 21 16,1-7 32-16,1-5 0 0,5-3 48 15,2-2 26-15,7-12 17 0,6-6 9 0</inkml:trace>
  <inkml:trace contextRef="#ctx0" brushRef="#br0" timeOffset="44565.01">1090 7127 351 0,'0'-14'462'0,"15"-15"-77"15,-21 13-34-15,-9 2-46 0,1 2-37 0,-7 3-33 16,0 0-1-16,-5 3-8 0,2 4-37 0,10 2-8 16,-4 0-12-16,-27 12-37 0,19-2-15 15,7 4-15-15,1 2-2 0,3 2-24 0,4 4-1 16,4-1-12-16,3 3 13 0,4-12-28 16,12 29 6-16,-1-18-4 0,6 1-12 0,3-1-17 15,3 3 22-15,7-5-20 0,0 1 8 16,1 2-14-16,-2-2 3 0,1-3-7 0,-2-3 16 15,-6 0-23-15,-1-2 15 0,1 0-2 16,-6-2-5-16,-7-2 1 0,-8-2-12 0,-1-8 9 16,-19 17 4-16,-4-10-4 0,-7 1-18 0,-6-4 0 15,-1 3 20-15,-7-1 0 0,0-2-6 0,-4 0-4 16,-1 0-16-16,4 0 1 0,4 1-59 16,4-1-31-16,3-3-40 0,0 0-71 0,9 1 19 15,4-1-287-15,21-1 18 0,-10 0 21 0,10 0 32 16,-6-9 29-16,11 6 23 0,10-4 63 15,4-3-7-15,8 2 8 0</inkml:trace>
  <inkml:trace contextRef="#ctx0" brushRef="#br0" timeOffset="45014.35">1521 7250 503 0,'-12'10'388'0,"2"0"-9"0,1 2-51 16,-5 1-14-16,3-1-40 0,-1 2-8 0,2 0-25 15,0 2-45-15,1-3-10 0,1 1-27 16,6 3-7-16,-1-4-16 0,2-1-20 0,1-5 5 16,0 5-24-16,15 13-13 0,-4-14-3 0,-1-4-1 15,3 1 0-15,2 1-11 0,1-7 3 0,-10-2-4 16,4 0-22-16,4 0-3 0,17-14-7 16,-14 5 15-16,-3-3 6 0,-6-2-5 0,2-5-7 15,-4-2-12-15,-3 1 4 0,-3 10-3 16,0-6-6-16,-13-22 6 0,2 18-1 0,-4 1-14 15,-2 2-12-15,-4 1 7 0,0 2-29 0,3-1 1 16,-7 5-87-16,3-3-21 0,-3 4-60 0,6 1-36 16,2-1-38-16,11 5 21 0,2 0-195 15,3-1-45-15,1 5 57 0,0 0 14 0,20-19 25 16,-2 7 26-16,3-2 28 0,-1 2 13 16,3 0 5-16</inkml:trace>
  <inkml:trace contextRef="#ctx0" brushRef="#br0" timeOffset="45514.03">1722 6963 418 0,'20'-11'471'15,"-3"2"-90"-15,-2 0-5 0,-3 2-31 0,-1 1-14 0,-3 2-49 16,-3 3-27-16,-5 1 13 0,0 0-29 16,0 0-11-16,11 13-19 0,-4 5-9 0,-2 2-28 15,3 4-1-15,-2-2-17 0,5 2-13 16,0 2-20-16,0-5-4 0,1 3-10 0,-1 0-8 16,1-2-12-16,-2 2-18 0,1-3-32 15,1 1-22-15,-2 0-43 0,-2-3-47 0,1-2 7 16,-3-2-70-16,-1-5-13 0,-3-3-5 0,1-1 12 15,0-3-23-15,-2-3-26 0,-1 0-21 0,0 0 19 16,7-21-22-16,-1 0-6 0,0-3 11 16,2-2 6-16,0 0 29 0,1-2 17 0,2-4 21 15,1-1 21-15,2 2 12 0,0 0 90 0,-2-1 21 16,1 3 33-16,1 1 40 0,-2 3 16 16,-2-1 18-16,3 3 26 0,-4 4-1 0,0 3 13 15,2 2-23-15,-6 3-22 0,-1 4-9 16,-1 0-8-16,-1 5-34 0,2-2 9 0,-1 4-12 15,-1 0 13-15,-2 0-18 0,0 0-2 0,0 0-3 16,0 0-22-16,13 11 16 0,-9-9-5 0,-1 1 22 16,2-3-2-16,-3 3 5 0,3-2-5 15,-2 0 35-15,-3-1 2 0,10 0-16 0,18-15-4 16,-7 8-1-16,-2 1-7 0,0-2-13 16,-4 3 17-16,-1 0-14 0,-2 3-2 0,-4 2 1 15,2 0-10-15,-10 0-19 0,18 9 25 0,-4 5-30 16,-5 3 13-16,2 0 1 0,-1 3-3 0,-1 1-13 15,-1 4 0-15,3-1-104 0,-1-1-78 16,-1 0-63-16,4 2 25 0,0 1 18 16,1-2-357-16,-1-1 39 0,-2-3 81 0,5 4 23 15,-6-2 29-15,3-6 23 0,-4 0 24 16,3 0 31-16,-5-3 8 0</inkml:trace>
  <inkml:trace contextRef="#ctx0" brushRef="#br0" timeOffset="45848.64">1073 8039 365 0,'-54'10'506'0,"3"2"-99"15,7-3-25-15,9-3-32 0,3 0 11 0,-1 2-25 16,14-8-32-16,11 3-43 0,13-6-16 16,21-2-41-16,10 1-9 0,19-3-26 0,9 1-13 15,7-4-43-15,10 5-67 0,9 1-4 0,8-4-109 16,0 2-38-16,4-1-62 0,-1 0-50 15,2 0 18-15,-5-1-295 0,-5 0 34 0,-6-1 11 16,-7-1 27-16,-4 0 90 0,-5-2 23 0,-5 0-46 16,-1-1 8-16</inkml:trace>
  <inkml:trace contextRef="#ctx0" brushRef="#br0" timeOffset="46866.32">4632 7288 838 0,'-13'0'336'0,"13"0"-32"15,0 0-16-15,0 0 0 0,-13-12-37 0,13 12 0 16,-20-14-21-16,15 14-3 0,4-1-8 16,-2 1-25-16,1-1-27 0,1 1-17 0,1 0-13 15,0 0-16-15,1-2-2 0,2 4-10 16,5-1-11-16,12 3-11 0,-9-4-13 15,25 5 0-15,-10 1-2 0,4-5-13 0,-6 1-12 16,5 1-5-16,-5 0 1 0,1-2-29 0,-2-1-24 16,-12 0-1-16,6 0-33 0,0 0-8 0,22-12 12 15,-22 6-26-15,-2 0 9 0,-2 0-3 16,0-3 15-16,-4 1 0 0,0-2 1 0,-4 2-9 16,-1-2 34-16,-3 0-31 0,-1 2 29 0,0 0-12 15,0-5-10-15,0 1 26 0,-14-16 1 16,8 16 2-16,2 1-2 0,0 5 18 0,3-1 13 15,-2 2-6-15,2 0-10 0,0 3-3 0,0 1 9 16,-1 0 9-16,0 2-11 0,0 2-1 16,-1 0 10-16,3 3-9 0,-7 11 25 0,0 3-4 15,0 1 28-15,2 9-1 0,0-1 0 0,1 2-4 16,-1 2 15-16,1 1-3 0,2 1-6 16,-1 6-11-16,0 2 4 0,3-1-4 15,-1 3 3-15,1-25-4 0,0 14-15 0,0 4-3 16,0 3-49-16,15 43 2 0,-13-42-130 0,-1 3-75 15,-1-23 23-15,0 12-173 0,-18 43-131 16,7-39 42-16,-2-2 47 0,3-7 25 0,1-4 32 16,-1-2 24-16,1-7 20 0,5-7 14 0,4-6 6 15</inkml:trace>
  <inkml:trace contextRef="#ctx0" brushRef="#br0" timeOffset="47047.28">4794 7756 699 0,'-13'-24'559'0,"1"3"-84"0,2 2-50 16,2 1-58-16,0 2-38 0,4 3-52 16,-2 3-19-16,6 10-31 0,0-10-36 0,19-8-57 15,-2 7-38-15,6 2-9 0,4 4-120 0,1-1-37 16,4 0-54-16,0 3-53 0,1 1 16 16,1-5-161-16,4 2-105 0,1-2-5 0,1 1 29 15,0-5 7-15,2 2 28 0,-4-3 22 16,-1-1 45-16</inkml:trace>
  <inkml:trace contextRef="#ctx0" brushRef="#br0" timeOffset="47714.21">5521 7287 777 0,'-19'-1'315'16,"-1"2"-7"-16,9-1-18 0,-22 9-28 0,6 2-10 16,3 0-31-16,3 6 38 0,2-1-20 15,0 4 2-15,0 2-37 0,3 0-5 0,1 4-25 16,3-1-17-16,3 1-7 0,4 2-16 15,5 5-13-15,0-19-9 0,14 26-7 0,1-14-6 16,7 1-19-16,4-5 1 0,3-1-5 16,2-2-38-16,1-2-44 0,3-4-30 0,-3-1 3 15,2-5-75-15,-2-3-33 0,4-4-11 16,-21 0-5-16,30-10-6 0,-23 0-10 0,1-5 24 16,-2-3 14-16,-5-4-6 0,-1-1 30 0,-2-2 1 15,0 1 31-15,1-2 36 0,-5 0 28 16,1 0 37-16,-3 3 30 0,1-2 3 0,-1 2 24 15,-2 4 10-15,1 0-11 0,-2 5 59 0,2 0 5 16,-3 4-11-16,-2 2-2 0,2 4-24 16,-3-2 2-16,0 2-23 0,0 0-12 0,2 4 5 15,1-3-7-15,-1 3-10 0,-2 0 7 16,0 0-19-16,0 0 6 0,0 0-7 0,8 0-2 16,-2 0 0-16,5 9-3 0,-5-6-3 15,3 6-10-15,1 3-1 0,-2-4 2 0,1 2 10 16,-3-3-7-16,1 6 2 0,0 2 22 15,1 0 9-15,-4 2-5 0,1-2-3 0,-5 2-9 16,1 1-1-16,0 1-3 0,-1 2-8 0,0-12 4 16,0 2-15-16,0 2 6 0,0-3 3 15,0 2-8-15,0-2-1 0,0 0 1 0,0-5 0 16,0 2-6-16,0-7 2 0,11 14-2 16,-7-12 3-16,3-2 0 0,10-3-13 0,-8 3 0 15,18-15-7-15,-7 1-2 0,0-2-9 16,1 2 5-16,-3-3-6 0,1 2 1 0,-2-1 1 15,2-1-4-15,0 1 8 0,-5 2 3 0,0 3 2 16,-4 1 1-16,-1 4-8 0,-4 0 1 0,3 3-2 16,-5 1 4-16,-3 2 2 0,0 0 1 15,0 0-7-15,0 0 11 0,14 17-7 16,-9 0 5-16,0 1-3 0,4 1 5 0,-4 2-40 16,0 0-51-16,0 4 8 0,-1-3-168 0,0 2-49 15,-3-6 27-15,-1-7-307 0,0-1 51 0,0 1 40 16,0-3 17-16,0-8 36 0,0 0 29 0,6 9 26 15,-2-13 36-15,8-6 16 0,2-4 15 16,3-4 5-16</inkml:trace>
  <inkml:trace contextRef="#ctx0" brushRef="#br0" timeOffset="47893.67">6674 7410 744 0,'11'-6'545'0,"-3"5"-76"0,0 2-36 15,-4 5-59-15,6 4-30 0,-1 3-22 0,-3 6-38 16,0 3-30-16,1 3-31 0,-1 3-26 15,-2-2-12-15,-1 6-29 0,-3 1-25 0,1-2-43 16,-1 2-68-16,2 0-2 0,-2-20-103 16,-10 28-67-16,-3-15-48 0,3-2 19 0,-10 0-334 15,1-2 20-15,-2-2 37 0,1-6 30 0,0 3 46 16,3-8-1-16,8-2 56 0,1 0 10 16,7-7 24-16</inkml:trace>
  <inkml:trace contextRef="#ctx0" brushRef="#br0" timeOffset="48279.56">7653 7507 862 0,'-5'-4'458'0,"2"2"-69"0,0 0-40 0,1-2-39 16,2-1-42-16,2 2-41 0,10-6-4 0,4-2-47 16,12 1-19-16,1 2-111 0,4 1-70 15,3 0-96-15,9 1 12 0,-2 3-245 0,3-3 27 16,-5 4 26-16,-1 1-91 0,-23 1 59 0,7 0 24 16,27 18 17-16,-32-7 13 0</inkml:trace>
  <inkml:trace contextRef="#ctx0" brushRef="#br0" timeOffset="48449.57">7850 7715 962 0,'-36'17'401'0,"3"-7"-55"0,7 3-24 16,1-4-45-16,4 1-38 0,2-1-29 0,6 1-41 15,8-3-17-15,5-7 16 0,21 12-39 0,7-5-16 16,10-4-80-16,9-1-94 0,7-2-107 16,-20 0 16-16,16 0-299 0,12 0 37 0,74-20 46 15,-59 9 21-15,-1-1 16 0,0-2 18 0,5-4 13 16</inkml:trace>
  <inkml:trace contextRef="#ctx0" brushRef="#br0" timeOffset="49117.09">8977 7454 636 0,'-9'-5'342'16,"2"-6"-30"-16,1 2-30 0,5 0-15 0,2 1-45 16,11-4-48-16,1 4 10 0,3-3-45 15,3 1-15-15,2 3-1 0,3 4-30 0,-9 3 9 16,6 0-41-16,28 13 20 0,-24-2-14 0,1 2-17 15,1 4-7-15,-7 5 8 0,-3-1 8 0,-8 7-30 16,-2 1 18-16,-3 1-5 0,-4-14-9 16,0 6 34-16,-20 28-13 0,4-23 21 0,0-2-9 15,-1-4 50-15,-1-1-12 0,1-1 3 16,2 0 1-16,0-5 9 0,4 1 14 16,2-4 2-16,1-3-4 0,4-3-11 0,4-2-16 15,0-3-6-15,10 0-20 0,11 1-36 16,-8-1-38-16,34-11-53 0,-15 8 5 0,4-3-92 15,5 0-67-15,-1-1-94 0,1-3 32 0,0 0 23 16,1-1-296-16,-3-1 41 0,-2 0 68 0,-1-3 38 16,2 0 27-16,-6 1 28 0,0-1 22 15,-2-2 34-15,-1 0-16 0</inkml:trace>
  <inkml:trace contextRef="#ctx0" brushRef="#br0" timeOffset="49382.7">9730 7418 865 0,'-18'-8'533'0,"3"-2"-40"0,0 3-31 0,6 5-57 16,2-3-36-16,2 4-37 0,1-3-35 0,3 0-39 15,3 4-38-15,2-3-12 0,12-2-29 16,6 3-10-16,-10 2-16 0,8 0-25 0,4 0-18 16,27 14-8-16,-24-4-11 0,0 2-10 0,0 3-11 15,-3 3-16-15,0 3-17 0,-3 0 1 16,-1 8-15-16,0-3-24 0,-4 3-38 0,-4 1-14 15,0 2-37-15,-4 1 8 0,-3-1-101 16,-5-1-40-16,0-16-73 0,-11 31 27 0,1-17-292 16,-4-3 53-16,0-5 58 0,-1 1 34 0,1-4 29 15,-4 1-2-15,3-4 36 0,2-6 24 0,1 0 13 16,5-5 5-16</inkml:trace>
  <inkml:trace contextRef="#ctx0" brushRef="#br0" timeOffset="49542.82">9817 7808 645 0,'-5'-18'558'0,"-5"3"-79"0,6-2-64 0,1 3-63 16,3 7-43-16,0-4-36 0,24-15-66 15,-2 9-55-15,2 6-17 0,2-1-134 16,4-1-71-16,2 1-63 0,5 2 14 0,1-4-165 16,-1 2-143-16,2-4 31 0,1 3 25 0,-4-4 3 15,3 6 23-15,-4 0 13 0,-3 0 14 16</inkml:trace>
  <inkml:trace contextRef="#ctx0" brushRef="#br0" timeOffset="49900.2">10439 7478 408 0,'12'-3'371'0,"0"2"-30"16,-5-1-36-16,1 0-36 0,-3 2-14 0,-1-2-30 16,-1 5 70-16,-2 1-6 0,1-1-22 15,0 4-7-15,-1 10-18 0,2 1-16 0,-1-2-24 16,2 6 2-16,-2 3-15 0,6-2-23 16,-4 2-13-16,1-4-22 0,2 1-11 0,0-1-9 15,-3-1-16-15,1-3-3 0,-1-2-8 0,0-4-8 16,-3-2-6-16,2-1-3 0,-2-2-16 0,2-1 6 15,0-2-7-15,-2-2 1 0,3-1-8 16,-4 0-10-16,17-9-4 0,-3-5-13 0,3 1 2 16,-1-4-5-16,1 0-2 0,2 0 0 15,-1 0-8-15,1 0 7 0,-5 2-7 0,0 1 6 16,0 5 4-16,-5-5 10 0,-1 7-3 0,0 0-6 16,-3 3-8-16,0 1 5 0,-4 1 0 15,3 0-7-15,-2 2 0 0,-2 0 12 0,0 0-7 16,0 0 12-16,15 19-5 0,-9-5-9 15,-1 4 5-15,1 0 0 0,4 2 1 0,-2-1 8 16,-1 2-14-16,-1 0-41 0,-2 1-61 0,1-1 9 16,0 1-170-16,-5-14-49 0,0 6 28 15,0 0-314-15,-16 17 54 0,8-23 40 0,0-3 23 16,3-1 38-16,-1-3 22 0,2-2 41 16,-1-1 12-16,5 2 24 0,-8-10 15 0,1-5 10 15</inkml:trace>
  <inkml:trace contextRef="#ctx0" brushRef="#br0" timeOffset="50164.6">10960 7417 299 0,'10'-21'597'0,"3"3"-141"0,2 6-64 15,0 4-37-15,2 0-54 0,-8 8-41 0,0 0-23 16,5 0-37-16,18 16-33 0,-14-5-3 0,-6 4-13 16,-2 1-25-16,-4 2 4 0,-3 0-21 0,-3-9-23 15,0 5 2-15,-19 19-1 0,12-16-7 16,-3-1-15-16,2 0-7 0,1-4 1 15,-1-3-16-15,4-2-4 0,2-1-7 0,-1-2-7 16,1 1 9-16,2-5-3 0,0 0-2 0,0 0-8 16,17 7-14-16,3-3-1 0,5-4-99 0,-10 0-50 15,11 0-31-15,3 0-47 0,6 0 19 16,39-14-287-16,-33 7 31 0,2 1 34 16,-4-5-14-16,0-1 27 0,-2 1 65 0,-1 1 26 15,-1-1 12-15,-3 1 5 0</inkml:trace>
  <inkml:trace contextRef="#ctx0" brushRef="#br0" timeOffset="50521.53">11613 7592 416 0,'-4'3'484'0,"1"1"-24"0,1-1-5 0,-2-3-38 16,3 0-25-16,-3 1-42 0,3 0-22 15,0 1-48-15,3-2-25 0,2 0-41 0,3-3-15 16,18 2-43-16,-11 1-42 0,10 0-64 0,6 0-3 16,41-7-156-16,-25 6-75 0,2-1 18 15,2-1-372-15,-2-3 46 0,-3-1 43 0,-1-1 34 16,-2 0 46-16,-5 1-13 0,-2-4 56 0,-3 1 13 16,-3-6-21-16</inkml:trace>
  <inkml:trace contextRef="#ctx0" brushRef="#br0" timeOffset="50740.03">12091 7396 524 0,'-24'-4'457'0,"4"-2"-43"0,3 2-25 0,-1-1-48 15,3 2-19-15,2 3-40 0,13 0-13 0,-9 0-12 16,0 0-17-16,-6 11-18 0,4 2-25 16,1 4-8-16,3 4-22 0,3 4-11 0,0 4-26 15,4 2-4-15,0-16-7 0,0 10-24 16,0 4-34-16,14 33-59 0,-6-28-1 0,1 1-160 15,0-4-40-15,-2 3-72 0,-2-4 27 16,3-1-280-16,-2 1 49 0,0-8 52 16,4-3 31-16,-4-4-28 0,0-7 27 0,-2-2 25 15,4-6 14-15,-8 0 2 0</inkml:trace>
  <inkml:trace contextRef="#ctx0" brushRef="#br0" timeOffset="50984.74">12338 7490 796 0,'9'-25'596'16,"1"2"-71"-16,-6 1-76 0,1 6-42 0,2 4-49 16,-4-1-49-16,-1 8-50 0,-2 1-14 0,4 5-20 15,-4-1-20-15,2 6-10 0,3 10-30 16,0 6-13-16,-1-1-7 0,2 4-10 0,0 6-26 16,0-2-3-16,2 3-23 0,-3 1-4 15,2 2-12-15,0 1-45 0,-1-1-39 0,-2-2-57 16,-1 0 7-16,-3-1-127 0,0-15-50 0,0 5-52 15,0 2 27-15,-17 25-253 16,7-26 2-16,3-5 69 0,-1-7 33 0,6-7 30 0,0-1 2 16,2-3 28-16,1-3 39 0,2 2 33 15,9-16-25-15</inkml:trace>
  <inkml:trace contextRef="#ctx0" brushRef="#br0" timeOffset="51313.94">12897 7429 675 0,'11'-14'457'0,"-5"7"-64"16,-4 6-28-16,-4 2 6 0,-3 3-16 0,-7 9-9 16,-2 1-20-16,-3 5-24 0,2 2-25 0,-3 7-33 15,0 0-24-15,1 2-33 0,4 4-10 16,1 0-17-16,4 2-16 0,3-2-1 0,5 3-22 16,0-21-4-16,13 32-10 0,-1-17-26 0,5-5-1 15,3-1-15-15,3-3-7 0,7-5-2 16,-2-2 0-16,4-4-21 0,-3-4-6 0,3 0-3 15,3-6-2-15,-3-1-14 0,-17 0 14 0,27-13-19 16,-19 6-6-16,-2-6 9 0,-7 1-10 16,-7 1 2-16,-3 0-9 0,-4 11 11 0,-23-17-17 15,-2 3-16-15,-3 7-24 0,-7 2-31 16,-8 2-32-16,-6 0 11 0,-3 3-176 0,22 0 26 16,-14 0-249-16,-58 10 47 0,40-5 38 15,0 5-71-15,4-2 29 0,1 1 73 0,5 7 26 16,-1-3-26-16,1 2 22 0,-2 3 55 15,0 2 40-15,-9 2 6 0</inkml:trace>
  <inkml:trace contextRef="#ctx0" brushRef="#br0" timeOffset="52513.77">5801 8597 534 0,'0'-14'297'0,"12"14"-35"16,13-26-23-16,-16 19 1 0,-4 2-28 0,-1 0-7 16,1-1-29-16,-3 3-8 0,0-2-13 0,-1 3-25 15,1 0-15-15,0-1 13 0,-1 0-13 16,3 1-1-16,-4-1-30 0,1 0-18 0,0 3-1 16,1-1-7-16,-2-4 4 0,1 3-14 0,0 1 2 15,1-3-7-15,0 1-19 0,1 0 6 16,-3-1 1-16,0 4 0 0,0 0-4 0,0-6 0 15,0 6 8-15,0-8-10 0,0 8 1 16,0-8-2-16,0 8-21 0,-17-20 26 0,11 15-27 16,-3 0 2-16,2 2 9 0,-2 2 10 0,0-1-29 15,-2 2 22-15,-3 0-31 0,-5 0 18 0,-22 13-1 16,18-5-6-16,0 0 8 0,5-1 7 16,-2 1-19-16,4-2 3 0,5 2-10 0,0-3 3 15,5 2 1-15,0-3 3 0,4 3 12 0,2-7-15 16,0 0 3-16,0 12 7 0,21 11-11 15,-8-9 21-15,4-1-17 0,4 3 20 0,2-1-32 16,-3 2 11-16,3 4 2 0,1-1 15 0,-3 4-3 16,1 0-2-16,-4 1-3 0,5 5 6 15,-4 2-3-15,0 2 24 0,-5 1 1 0,-1 0 31 16,-2-2-23-16,-3 0-2 0,-5-3 53 16,-3-17-13-16,-12 33 1 0,-3-18-11 0,-12-3 8 15,1-3-11-15,-11 0-7 0,0-3 9 16,-1-2-15-16,-2-2-4 0,3-4-9 0,1-3-25 15,0-1-21-15,6-1 0 0,2-4-94 0,12-2-51 16,-3 0-43-16,-18-15-49 0,26 3 22 16,8-3-274-16,3 6 35 0,0-6 33 0,14-23 31 15,0 17 25-15,4-2 57 0,3-3-9 0,2 1 16 16,5-4 2-16</inkml:trace>
  <inkml:trace contextRef="#ctx0" brushRef="#br0" timeOffset="52736.78">6246 8567 237 0,'21'-18'429'16,"0"0"-77"-16,-11 5-55 0,-4 6-25 0,-6 7-9 16,0 0 20-16,-11-3-36 0,-7 10-10 0,0 6 7 15,-1 2-21-15,-5 2-7 0,5 5-35 16,-2 2-12-16,3 1-17 0,4 2-14 16,-1 0-13-16,7 5-8 0,3 0-15 0,5 4-10 15,0-20-5-15,18 35-19 0,-4-19 7 0,7-1-32 16,1-2-52-16,3-2 0 0,-1-6-114 15,-1-3-31-15,-1-4-46 0,2-5 18 16,2-6-168-16,-13-3-130 0,22-14 32 0,-14-1 33 16,-1-2 25-16,-1-2 23 0,-2-8 27 0,3-2 46 15,-3 3-20-15</inkml:trace>
  <inkml:trace contextRef="#ctx0" brushRef="#br0" timeOffset="53048.43">6639 8664 906 0,'2'-7'341'0,"-2"7"-44"0,-3 1-21 16,1 5 0-16,-1-4-33 0,-4 11-28 15,1 0-7-15,-3 2 0 0,4 2-17 0,5 0-21 16,-1 5-23-16,1-13-16 0,0 6-9 16,0 2-20-16,15 19-1 0,-9-21-23 0,4-1 7 15,0-2-3-15,4-4-14 0,0-3-14 0,-1-3-7 16,-4-2 11-16,3 0-7 0,24-18-5 16,-14 5 3-16,-1 1-8 0,1-1-7 0,-2-1 7 15,1-1 24-15,0 3 8 0,-5 0 25 16,0 0 11-16,-4 5-9 0,-1 2-10 0,-4 0-12 15,-3 3-4-15,0-1-14 0,-4 3-10 16,0 0 1-16,0 0-2 0,0 0-8 0,13 14-9 16,-11 4 3-16,0 5-3 0,0 0-19 0,-2 3-47 15,0 1-47-15,0 4 7 0,0-16-137 0,0 4-58 16,0 5-66-16,-14 22 31 0,9-25-226 16,0-5 41-16,0-7 36 0,2-4 33 0,2-3-22 15,-2-4 26-15,5-5 91 0,0 0 1 16,5-13 35-16,2-4 6 0</inkml:trace>
  <inkml:trace contextRef="#ctx0" brushRef="#br0" timeOffset="53264.58">7227 8707 295 0,'18'-9'451'15,"-4"3"-50"-15,-1 4-62 0,0 2-42 0,-13 0-38 16,11 0 56-16,16 17-12 0,-11-2-18 16,-1-1-18-16,-2 6-32 0,-1 2-23 0,-2 0-23 15,-2 2-7-15,-6 2-36 0,0 3-5 0,-2-15-12 16,-10 25-16-16,-2-10-2 0,-8-4-13 15,2 1-11-15,-5-2-37 0,-6 1-51 0,-1-3-27 16,5 1 3-16,-6-6-129 0,3 0-78 0,1-2 24 16,4-6-313-16,-1-1 41 0,6-4 34 15,18-4 18-15,-18-10 26 0,18-1 60 0,8-11 3 16,3 0 21-16,6-2 12 0,3 0 5 16</inkml:trace>
  <inkml:trace contextRef="#ctx0" brushRef="#br0" timeOffset="53406.75">7589 8747 768 0,'18'-13'479'0,"2"3"-61"16,2 0-84-16,6 1-25 0,0 1-65 15,3 3-28-15,3 1-151 0,2 3-108 0,1 1 4 16,-1 0-368-16,-18 0 1 0,5 0 32 16,30 11 22-16,-32-2 22 0,-9 5-1 0</inkml:trace>
  <inkml:trace contextRef="#ctx0" brushRef="#br0" timeOffset="53563.43">7787 8966 897 0,'-21'12'457'0,"4"-3"-67"16,2-1-37-16,4 2-36 0,5-5-44 15,3 0-42-15,3-5-11 0,16 13-37 0,5-6-10 16,11-3-13-16,3 1-65 0,7-1-9 16,8 1-135-16,1-5-70 0,6 0 11 0,-27 0-353 15,59-14 4-15,-30 6 30 0,4-2 50 16,-3-5 18-16,1-1 27 0,2 4 4 0,0-6 66 15</inkml:trace>
  <inkml:trace contextRef="#ctx0" brushRef="#br0" timeOffset="59267.58">9382 8666 526 0,'0'0'280'16,"0"0"-30"-16,0 0-23 0,0-14-12 0,0 14 10 16,-3-20-33-16,3 18 11 0,0-3-22 15,0 2-17-15,0 1 4 0,0-1-43 0,0 1-6 16,0 0-16-16,0-1-9 0,0 2-10 0,0 0 0 16,0-1-11-16,0 2-10 0,0 0-4 15,0 0-2-15,0 0-35 0,0 0 15 0,-1 2 34 16,1 1-10-16,-2 3-14 0,4 1-6 15,-1 11-3-15,-1-8-5 0,0 3 62 0,0 5-8 16,10 23-9-16,-5-24 19 0,1 4-7 16,0-5-8-16,2 0 0 0,-1 4-2 0,2-3-3 15,1-1 0-15,-1-3-6 0,-1 1 0 0,1-6 1 16,1 0-1-16,-1-4-5 0,0-1 5 16,1-2 7-16,-4-1-9 0,-6 0 0 15,7 0-7-15,3 0-5 0,17-17-2 0,-13 7-5 16,0-6-5-16,0 1-4 0,-2 1-7 0,-2-5 0 15,0 2-1-15,0-3-14 0,0-2 4 16,3 3-1-16,-4 0 4 0,-1-1-19 0,2 3 7 16,-2 3-1-16,-3 4-1 0,-1-1-2 0,1 3 0 15,-4 1-3-15,2 2-2 0,0 2-1 16,-1 1-5-16,-2 2 0 0,0 0 3 0,0 0-5 16,0 0-2-16,6 12 3 0,-1 3 7 0,0 3-7 15,1 0 4-15,0 3-10 0,-1-4 10 0,1 2 6 16,1-1-4-16,-1 5 5 0,2 2-8 15,-3-5-13-15,0 1-40 0,1 3-41 0,0-2 8 16,0 1-135-16,-4-1-27 0,-2 0-35 16,3-2 27-16,-3-12-195 0,0 1-85 0,0-2 32 15,0-7 40-15,0 0 31 0,-14 8 29 16,14-15 44-16,3-10 51 0,-2-3 17 0,-1 8 13 0</inkml:trace>
  <inkml:trace contextRef="#ctx0" brushRef="#br0" timeOffset="59633.89">10024 8561 885 0,'15'-16'385'0,"1"-1"-50"0,-2 5-23 16,4 4-52-16,-1 2-33 0,-1 5 15 16,-7 1-35-16,17 12-32 0,-10-3-9 15,0 3-19-15,-6 4-29 0,0 2-9 0,-4 0 4 16,-3 2-7-16,-3-1-15 0,0-9-21 16,0 4 12-16,-18 20-17 0,9-17-8 0,0-3 4 15,1 1 6-15,1-4-32 0,2-2 10 0,1-2 2 16,3 0 14-16,-1-3-7 0,2-4 7 15,0 0-13-15,0 0-6 0,27 13 4 16,-4-11 5-16,0 1-19 0,7-1 12 0,0-2-30 16,4 1 14-16,3-1-2 0,0 0-17 0,-4 0 15 15,4 1 1-15,-2-1-21 0,-16 0 5 16,5 0 5-16,9 0 6 0,-1 0 14 0,0 0 13 16,-3 0 11-16,-2 0-4 0,-1 0 10 0,-7 0 13 15,-2 0 5-15,-4 0-16 0,-2 0 10 16,-3 0-12-16,-2 0-9 0,-6 0-11 0,7 0-4 15,-7 0-8-15,8 0-36 0,-8 0-53 0,9-7-40 16,-9 7 8-16,-2 3-141 0,-3 0-67 0,-2-1 27 16,-6 7-320-16,-4-1 49 0,0 0 28 15,0 0 37-15,1 0 64 0,1 1 28 0,2 0 23 16,1 2 39-16,7-7 22 0,3 6-35 16</inkml:trace>
  <inkml:trace contextRef="#ctx0" brushRef="#br0" timeOffset="61800.91">4671 10060 571 0,'-20'0'159'0,"-10"20"34"16,25-20-28-16,0 0-1 0,6 3-15 0,6-3-16 15,15-3 0-15,-5 3-21 0,8 0-15 16,9 0-2-16,50-11-16 0,-19 6 3 0,11 1-8 16,12-4-4-16,15-2-4 0,11-1-7 0,12 1-1 15,12 0-13-15,10 0-7 0,109-6-4 16,-4 2-3-16,5-1 0 0,-49 4 5 0,49 0-5 15,-51 4 1-15,-27 2-6 0,-18 1 17 0,100-3-10 16,-53 3 10-16,-34 2-9 0,-26 1-5 0,1 0 18 16,-1 0-15-16,-76 1 14 0,37 0 2 15,14 0-13-15,6 0 16 0,128 10 1 0,-136-7-8 16,-9 1-11-16,-8-1 4 0,-13-1 16 16,-12 3 15-16,-8-3 21 0,-11-2-12 0,-7 3 50 15,-8-1 11-15,-3-2 25 0,-8 1-5 16,2-1-13-16,-9 0 5 0,-15 0-14 0,4 0-15 15,1 0-9-15,-2 0-19 0,8-11-4 16,-16 7-15-16,-4 1 3 0,1 3-19 0,-2-3 1 16,-1 1-13-16,2 0-5 0,-3 0-43 0,-1 2-36 15,0-3 4-15,0 1-109 0,-1 2-62 0,-4 0-49 16,2 2-52-16,-1-2 33 0,-2 3 24 16,0-3-279-16,2 0 27 0,-5-3 37 0,-4-1 30 15,-3-3 27-15,1-3 71 0,-1 0 19 0,-1-5 15 16,1 5-31-16</inkml:trace>
  <inkml:trace contextRef="#ctx0" brushRef="#br0" timeOffset="63056.25">1515 10689 334 0,'0'0'350'0,"15"0"-48"0,8-32-23 16,-17 25-48-16,-2 1-8 0,-1 1-35 0,1 0-8 15,-2 0-16-15,1 2-33 0,-3-1-4 0,1-1-20 16,3 2-16-16,-4-3-4 0,2 1 0 16,-2-1-20-16,3 2-8 0,-3-2 12 15,0 6-25-15,0 0-5 0,0-7 9 0,0 7-8 16,0-10-21-16,-24-2-5 0,3 7 13 0,10 5-12 16,-6 0-4-16,-24 10 13 0,16 0-14 15,0 2 7-15,-2 2 4 0,3-2 5 0,-2 6-18 16,4 2 21-16,1-1-14 0,4-1 14 15,0 4-21-15,5 2-1 0,2-2-4 0,6 0 28 16,3-4 1-16,1-9-20 0,0 1 10 0,18 13-9 16,-7-13 7-16,3-5 2 0,2 0-16 15,-10-5 11-15,7 0-9 0,2 0 24 0,21-20-2 16,-20 8 31-16,1-2-15 0,1 0-1 16,-2-3-5-16,1 2 30 0,-4-2 5 0,1 2-6 15,-1 2 14-15,-4 2 9 0,1 1-7 0,-2 4-16 16,-3 0 4-16,-1 2-16 0,-2 0-12 15,2 1-1-15,-1 2-2 0,-3 1-5 16,0 0-6-16,0 0-4 0,13 20-12 0,-7-10 13 16,-4 5-7-16,5 1 9 0,-1 1-17 0,2 0-5 15,-2 3-39-15,0 1 4 0,0 2-104 16,-2-1-27-16,0 1-34 0,3-2-32 0,-3 3 20 16,2-4-123-16,-3-3-138 0,-1-5 5 0,0-2 36 15,0-3 30-15,2-2-6 0,-1-1 22 16,3-2 23-16,-6-2 29 0,0 0-1 0</inkml:trace>
  <inkml:trace contextRef="#ctx0" brushRef="#br0" timeOffset="63348.73">1874 10636 389 0,'6'-17'446'0,"2"2"-21"0,-4 5-64 16,-3 3-48-16,3 2-48 0,-3 1-34 0,4 4-21 15,-2 2-25-15,-2 3-18 0,8 7-26 16,0 5-8-16,-1 3-19 0,4 3-9 0,0-3-16 15,-3 4-3-15,5-2-8 0,4 2-7 0,-4 0-8 16,1-1-14-16,2 0-8 0,-4-4-13 16,2 3-3-16,-2-3-3 0,-1-2-1 0,-4-2 12 15,-1-3 5-15,-4-3-3 0,-3-9 6 16,0 7 18-16,-21 8-17 0,-1-10 4 0,-4 0-12 16,-6 0 8-16,-1-3-8 0,2 1-18 15,-3 1 12-15,-2-4-20 0,3 2-2 0,3 1-100 16,6-2-55-16,1 1-76 0,3-2 19 0,4 1 19 15,16-1 18-15,0 0-312 0,0 0 34 0,-10-10 32 16,22 2 42-16,2-6 21 0,5 4 27 0,3-2 17 16,7 2-25-16</inkml:trace>
  <inkml:trace contextRef="#ctx0" brushRef="#br0" timeOffset="63769.08">3073 10522 649 0,'-3'-4'446'0,"-3"-1"-74"15,4 4-47-15,0-4-43 0,1 3-33 0,0 4-33 16,-2 1-24-16,3 2 44 0,-4 14-29 16,4 3 5-16,-1 7-19 0,1 3-5 0,0-16-32 15,0 11-8-15,0 3-10 0,0 5-17 16,12 42-12-16,-6-35-5 0,-4 2-9 0,1 3-16 15,3-3-3-15,-3 4-31 0,-3 1-48 16,4 0 1-16,-3-1-89 0,-1 0-61 0,0-3-42 16,0-25-38-16,0 12 22 0,0 2-315 0,0 0 58 15,-14 28 28-15,11-42 31 0,-3-8-6 0,4-7 27 16,0-5 24-16,1-2 7 0,0-6 28 16</inkml:trace>
  <inkml:trace contextRef="#ctx0" brushRef="#br0" timeOffset="64014.48">3041 10864 756 0,'-3'-28'556'0,"3"13"-63"16,-10-25-60-16,10 20-45 0,-1 1-50 15,1 12-32-15,0-4-44 0,16-12-28 0,-1 14-29 16,4 3-18-16,0 6-23 0,-4 0-18 16,24 11-14-16,-14 0-16 0,-2 0-19 0,-1 5-24 15,-4-2-6-15,-3 5-12 0,-5 2-7 0,-5 3-10 16,-5-11-2-16,0 4-14 0,-20 25-27 15,3-21 1-15,-2-1-43 0,-1 7 5 0,-7-4-51 16,-3-3-27-16,1-1-42 0,0-2-32 0,-1-2-20 16,5-1 20-16,-2-7-149 0,6 1 30 15,14-8 27-15,-4 0-150 0,-8-12 12 16,18 5 31-16,1-3 50 0,10-7 30 0,3-1 18 16,6 0-63-16</inkml:trace>
  <inkml:trace contextRef="#ctx0" brushRef="#br0" timeOffset="64480.27">3333 10865 738 0,'2'3'421'0,"-2"-3"-72"0,1-3-50 15,4 3-22-15,3-2-28 0,5-5-28 16,7 0-52-16,6 0-1 0,-2-3-30 0,2 0 3 15,2 0-16-15,0-5-14 0,4-3-11 16,-4 4-30-16,2-1-8 0,-4 0-9 0,-1-1-4 0,-3 0-14 16,-4 2-14-16,2-3 16 0,-5 2-4 15,-4 3 5-15,-2 3-26 0,-5 1 8 0,-3 4-3 16,-1 4-4-16,0 0-6 0,-14 2 13 0,-2 6 10 16,0 5-2-16,1 3 38 0,1 3 3 15,0 0-10-15,1 4 22 0,3 3-15 16,1-2 0-16,5 1 2 0,3-3-13 0,1-11 11 15,0 4-17-15,16 16 5 0,-3-15-2 0,6-4-13 16,3-3 14-16,4-1-10 0,7-3-18 0,-2 0 7 16,2-2 6-16,-1-1-26 0,-1-1 12 0,-1-1-8 15,-3 1 4-15,0 2-1 0,-2-2-22 16,0 3 13-16,-2 0-4 0,-3 1 3 16,2-2 5-16,-4 3-6 0,-2-3 9 0,1 3-5 15,-3-2-11-15,1 1-21 0,3-3-42 0,-4 4 6 16,-3-6-119-16,-11 0-66 0,19 0 24 0,-1 0-330 15,24-11 43-15,-22 2 2 0,5 1 50 16,-1-1 26-16,1-3 13 0,1-3 24 16,3 1 19-16,3-7 3 0</inkml:trace>
  <inkml:trace contextRef="#ctx0" brushRef="#br0" timeOffset="64779.54">4997 10321 719 0,'-3'-2'440'0,"1"-3"-69"0,-2 2-56 16,4 2-48-16,-3 1-34 0,0 1 10 15,3 4-14-15,0 3-1 0,-4 11-19 0,-2 7-28 16,3-1-28-16,1 5 3 0,1 3-12 0,-2 0-20 16,3 3-14-16,0 5-73 0,0-21-4 15,0 14-121-15,0 5-87 0,0 4 17 0,0 1-343 16,0 2 39-16,-3 39 31 0,-3-48 31 16,0-2 7-16,0-9 27 0,1-1 19 0,-2-7 51 15</inkml:trace>
  <inkml:trace contextRef="#ctx0" brushRef="#br0" timeOffset="65353.21">4804 10810 1366 0,'-20'-24'513'0,"8"5"-34"0,-4-2-65 0,6 0-53 16,3 1-45-16,7-1-28 0,0 11-36 16,23-16-35-16,-4 9-37 0,1 1-35 0,4 2-47 15,8 1-61-15,1 0-46 0,2 1 1 0,0 0-67 16,2 1-32-16,-1 0-11 0,-5 1 4 0,1-2-3 15,-3 0 6-15,-4 2 18 0,-1 1 17 0,-3 4 26 16,-3-2 11-16,-4-1 28 0,-5 1 11 16,-2 2 17-16,-1 1 17 0,-3-1 31 15,1 2-8-15,-1-1 29 0,-1 1 9 0,-2 0 12 16,3-1-2-16,-1 4-6 0,0-3-9 0,-1-1-4 16,0 4-16-16,0 0-7 0,-1-1-14 0,0 0 2 15,3 1-8-15,0 0-2 0,-3 0 8 16,0 0-5-16,0 0 11 0,4 16-2 0,2 3-6 15,-2-2 3-15,-4 3 0 0,2 2-14 16,2-1 1-16,-1 1-9 0,-3 2-5 0,1 0 14 16,-1-11-16-16,0 6-2 0,0 0-2 0,0 4-1 15,0-2 9-15,-10 20-10 0,6-24-4 16,-4-3 9-16,6-3-27 0,2-4-9 0,-3 1 3 16,3-8-14-16,0 0-10 0,0 0-37 15,13 6 23-15,3-10-5 0,4-6 4 0,3 2-9 16,-3-2 21-16,1 1-15 0,3 1 14 0,-7 1 3 15,2 2-10-15,0 0 24 0,-6 3 4 0,-2 1 11 16,-11 1-2-16,12 0 4 0,2 0 21 16,1 0 4-16,16 14-5 0,-15-9 10 0,2-1 2 15,-2 1-6-15,-1-3-15 0,0 1 8 0,-4-2-2 16,1-1 8-16,-12 0 1 0,14 0-11 16,16-12-24-16,-20 6-6 0,-2 3-26 15,-3 1 5-15,2-1-83 0,-3 1-57 0,-1 0-40 16,-3 2 20-16,0 0-121 0,1 7-169 15,-2-4 13-15,-2 2 35 0,3-1 26 0,0 1 28 16,3 3 45-16,8 1 14 0,2 2 21 0,4-1 28 16</inkml:trace>
  <inkml:trace contextRef="#ctx0" brushRef="#br0" timeOffset="65938.98">6927 10486 212 0,'1'-17'487'0,"2"5"-77"0,-3 2-35 0,0 1-48 16,0 9-28-16,0 0-36 0,0-8-32 15,0 8-27-15,-4-6-21 0,1 10 0 0,-4 8-15 16,2 2-3-16,-2 6-20 0,-2 1-22 0,2 6-21 16,2 4 7-16,2 1-22 0,-1 0-1 15,1 4-8-15,3-17-44 0,0 10-4 0,0 8-95 16,0 1-47-16,0 1-70 0,0 1 20 16,0-2-210-16,0 0-111 0,0-2 35 0,0-2 29 15,0-5 41-15,0-2 25 0,0-8 51 0,7-6 13 16,-7-2-8-16</inkml:trace>
  <inkml:trace contextRef="#ctx0" brushRef="#br0" timeOffset="66309.89">6946 10819 430 0,'3'-18'482'0,"6"-2"-97"0,5 3-39 0,2 0-45 15,6 2-38-15,4 6-32 0,-1 0-27 0,7 3-23 16,0 4-24-16,-14 2-16 0,7 0-18 15,34 11-11-15,-27-1-12 0,0 2-18 0,-4 5 6 16,-1 1-6-16,-4 1-11 0,-4 0-9 16,-8 2-7-16,0 1-7 0,-11 1-4 0,0-11-5 15,-15 20 25-15,-1-11-22 0,-4-7 0 0,2-3-7 16,-1-1 2-16,-4-3-3 0,5-3-1 16,4-1-3-16,14-3-3 0,-10 0 2 15,-4-15-19-15,10 6 10 0,8-7-13 0,5-3 4 16,3 3 3-16,5-4-2 0,5 6-12 0,-2-1 0 15,3 3-1-15,0 0 1 0,0 4-1 16,4 0 6-16,-3 2 9 0,1 5-5 0,0 1-1 16,-13 0 17-16,6 0 1 0,22 15-12 0,-23-2 13 15,5 2 1-15,-7 3-13 0,-2 2-1 16,0 3-106-16,-7-1-46 0,-1 3-72 0,-4-3 20 16,-1-8 17-16,0 5 16 0,-12 21 13 15,5-24-368-15,1-6 33 0,1-3 34 0,5-7 27 16,0 0 97-16,2 3 9 0,0-5 8 0,-1-2 7 15</inkml:trace>
  <inkml:trace contextRef="#ctx0" brushRef="#br0" timeOffset="66434.39">7708 10623 285 0,'-3'-17'417'0,"0"-1"-119"0,1 8-80 0,2 10-49 0,0 0-44 15,-1-10-64-15,2 16-58 0,2-2 1 16,7 12-344-16,-2 1 21 0,5 5-20 0,0-2-16 15</inkml:trace>
  <inkml:trace contextRef="#ctx0" brushRef="#br0" timeOffset="66795.98">7851 10909 666 0,'-1'-2'464'15,"-2"-1"-53"-15,2 0-63 0,-2-2-46 0,3 1-30 16,0-3-34-16,0-1-37 0,7-11-13 0,2 0-21 15,1-2-23-15,2 1-15 0,5-2-47 16,-1 4-18-16,0 3-5 0,-2 2-24 16,0 1-16-16,-1 3 10 0,2 1-21 0,-7 8 10 15,-8 0-22-15,9 0 13 0,6 17 3 0,-5 0-9 16,-7 4-11-16,1 1 14 0,-1 5 17 16,-1 1 5-16,1 2 16 0,-2-1 6 0,2 2-4 15,-2 3 23-15,0 1-1 0,0-2 21 0,-1-16 1 16,0 8 6-16,0 5 20 0,0-1-10 0,0-1-12 15,0 0 3-15,-16 25-6 0,7-28-15 16,-5-3 3-16,-3-6-15 0,-1 4 2 16,-1-8-12-16,-3 0-17 0,1 1-46 0,-6-4-32 15,6-1 3-15,0-5-148 0,10-3-61 16,1 0 23-16,1 0-321 0,-7-25 16 0,16 5 40 16,0 9 29-16,14-23 32 0,1 6 63 0,7-3 9 15,3-1 37-15,9 1 11 0,4 0-13 16</inkml:trace>
  <inkml:trace contextRef="#ctx0" brushRef="#br0" timeOffset="67284.92">8457 10403 499 0,'1'-8'377'0,"1"2"-7"0,-4 1-31 0,4-2-42 16,-1 4-40-16,0-2-29 0,0 3 19 0,-1-1-28 16,2 3-57-16,-4 3-18 0,2 2 39 15,-5 12-9-15,0 2-6 0,3 5-11 0,-5 2-12 16,5 4 4-16,-5-1-10 0,5 0-11 16,1 3-4-16,-2 0-11 0,2 1-11 0,1-1 0 15,0-14-15-15,0 7 1 0,0 3-10 0,0-1-14 16,0-1-5-16,0-3-4 0,0-2-5 15,0-3 5-15,0-3-18 0,0-6 7 0,0-1-11 16,0 0 6-16,0-8-42 0,0 0-55 0,-7 10-32 16,3-11 9-16,0-2-125 0,-2-10-45 15,0-1-25-15,5 2 27 0,-2-5-186 0,3 6 36 16,0-3-120-16,10-19 37 0,-6 13 67 16,5 1 26-16,0 4 8 0,-3-1 22 0,3 2 43 15,-1 2 14-15</inkml:trace>
  <inkml:trace contextRef="#ctx0" brushRef="#br0" timeOffset="67899.95">8486 10642 244 0,'6'-8'270'0,"-5"0"-30"0,-1 3 13 0,2-2-6 16,1 3 11-16,1-2-6 0,-4 2-19 0,1 1-5 16,-1-1-25-16,0 1-9 0,0 3-5 15,-5 0-22-15,-1 3 30 0,-10 5-15 0,-2 6 6 16,2 4-6-16,-3-1-18 0,2 2-13 0,2 4-7 16,2 2-5-16,0-2-18 0,5 2 0 15,3 4-10-15,3 1-16 0,2-15 2 0,12 26-8 16,-1-19-6-16,5-1-7 0,1-1-7 0,3-3-17 15,5-2 7-15,-2-4-13 0,5 0 8 16,-1-7-10-16,2-4-8 0,-16 0 5 16,4 0 0-16,22-19-9 0,-22 5-7 0,-3-4 0 15,-5-6-2-15,-4-5-14 0,-3 0 2 0,-2 12-4 16,0-5 8-16,-16-31-9 0,2 23 3 0,0 2 6 16,-7 2-5-16,1-3-6 0,0 2 5 15,-2 1-2-15,2 8-4 0,1 0 2 0,3 2 5 16,-2 1-4-16,4 1-4 0,2 2-12 15,3 2 1-15,8-2-37 0,1 12-4 0,15-19-22 16,6 10-12-16,-2-2-12 0,6-1 9 16,4 4-48-16,-2 0-3 0,0-2 16 0,2 3 24 15,-1-1 2-15,-2 2 21 0,5 2 7 0,-6 0 7 16,-1 1 17-16,-13 3 9 0,6 0 4 16,15 15 76-16,-16-5 12 0,-3 6 19 0,-2 1 20 15,-1 6-5-15,-1 2 0 0,-5 2-4 0,2 1 0 16,2 3-1-16,1 1-12 0,0 1 0 15,3-2 2-15,-1-1-15 0,2 1 3 0,-4-5-11 16,2-2-1-16,3 1-10 0,-4-3 4 0,0-6-12 16,-4-2 4-16,7-3-8 0,-1-4 1 15,7-5-2-15,-10-2-1 0,17-10-11 0,-6-1 9 16,-1-4-1-16,2 0-9 0,0-2-2 0,-1 4 3 16,-1-3-6-16,-1 0-2 0,0 4-2 15,-4 1 7-15,-3 0 7 0,0 4-15 0,-3 3 0 16,-1 3-8-16,-7 1 11 0,0 0 6 15,14 9-9-15,-5 3 1 0,-4 5-6 0,3-2-11 16,-3 7-37-16,-1-3-30 0,6 0-64 0,-5 6 15 16,1-6-138-16,1 2-65 0,1-1 29 0,1-3-268 15,0-3 41-15,3-4 28 0,-3 0 38 0,0-4 32 16,-2-2 41-16,2-2 25 0,-9-2 23 16,16 0 43-16,-2 0-8 0,16-12-16 0</inkml:trace>
  <inkml:trace contextRef="#ctx0" brushRef="#br0" timeOffset="68911.28">10137 10663 411 0,'0'-3'459'0,"0"0"-101"0,0 1-66 15,0-1-18-15,0 3 5 0,-1 0-19 0,1 1-33 16,0 6 34-16,1 8-26 0,-2 4-18 16,1-10-18-16,0 7-19 0,0 5-28 0,0 0-6 15,13 28-25-15,-6-26-12 0,-3 0 2 16,2 1-10-16,2-5-17 0,-4-4-10 0,-2-3-7 15,3-1-2-15,-2-2-7 0,-2-3 36 16,2-3 1-16,-2-1-16 0,-1-2-3 0,0 0-12 16,17-13 0-16,-5 2-1 0,1-4-7 15,0-4-9-15,2 3-9 0,-1 1 7 0,2-2-7 16,-4 2 8-16,1 3 8 0,0 2-6 0,0 1-11 16,0 1-4-16,-4 4 6 0,1 3-1 15,0 1 2-15,-10 0-3 0,12 0-2 16,17 15-6-16,-15-4-5 0,5 2 4 0,-6-1-1 15,5 5-1-15,-3-1 7 0,-1 1-12 0,1 1-7 16,-2-3-23-16,-1 2-25 0,2-5-37 0,-4 0-19 16,-1-2-6-16,3-1-11 0,-1-1 12 15,0-2-33-15,-1-5 7 0,-10-1-5 0,12 0 8 16,18-12 14-16,-12 0 1 0,-3-5 14 16,0 0 30-16,0-1 1 0,1-1 6 0,-4 2 79 15,0 1 32-15,-5 3 26 0,-1 1 5 16,-1 3-2-16,-3 5-9 0,-2 4-11 0,0 0-8 15,-11-7 3-15,6 10-10 0,-1-1-6 16,-7 7 6-16,3 0-8 0,-2 2-7 0,7 4 3 16,0 0-1-16,4 2-13 0,1-12-1 15,0 7 6-15,16 15-1 0,-7-11-1 0,0-1-1 16,5-6-7-16,2-1 3 0,-2 3-11 0,1-8 6 16,-5 0-5-16,2-3 2 0,-12 0 4 0,7 0-6 15,9-11-11-15,-9 1 15 0,0-3-3 16,-7-2 4-16,0 6-9 0,0-1 3 15,-17-22-3-15,3 15 4 0,-4 1 1 0,2-1-6 16,-5 0-13-16,3 5-24 0,2 0-28 0,2 2-64 16,2 0 11-16,3 5-155 0,3-1-43 15,3 2 29-15,3 4-177 0,12-16-87 0,4 5 40 16,2-4 13-16,4 0 34 0,0-3 32 16,0-1 25-16,3-2 24 0,3 1 36 0,0-3 10 15,-2-2-4-15</inkml:trace>
  <inkml:trace contextRef="#ctx0" brushRef="#br0" timeOffset="69081.64">10993 10553 315 0,'25'-27'407'16,"-8"3"1"-16,-2 0-66 0,0 3 103 15,0-1-13-15,-2 5-30 0,-3 2-36 0,0 3-46 16,-3 5-42-16,-5 6 0 0,-2 1-15 0,0 7 7 16,0 0-25-16,-6 10-27 0,3 5-26 15,-3 6-18-15,4 3-9 0,2 5-25 0,-2 6-13 16,2-21-19-16,0 16-46 0,0 7-70 0,0 5-78 16,0 3 8-16,0 5-173 0,0-5-83 15,-9 55 31-15,3-60-263 0,-2-4 26 16,-1-8 61-16,3-4 36 0,-1-6 32 0,1-4-5 15,2-4 28-15,-1-9 23 0,1-2 68 0,2-5-18 16,2-1 23-16</inkml:trace>
  <inkml:trace contextRef="#ctx0" brushRef="#br0" timeOffset="69800.14">10991 10985 467 0,'-11'-30'484'0,"6"1"-3"0,-2 2-35 16,3-3-69-16,4 3-42 0,0 13-42 0,14-22-30 15,2 16-30-15,3 4-17 0,7 3-24 0,5 0-27 16,7 2-20-16,6 3-27 0,2 1-34 15,2 1-23-15,3 1-33 0,-4 1-2 0,0 1-35 16,-6 0-22-16,0-1 19 0,-6 2 10 0,0-1-15 16,-3-2-7-16,-8-1 15 0,-2 3-9 0,-2-2 17 15,-2 3 5-15,-4-3 0 0,-5 1-2 16,1 0 1-16,-4 2 36 0,-1 1-8 16,0 0 14-16,-3-1-10 0,2 1-11 0,-2 1-6 15,2-2 7-15,-2 2 4 0,-1-1-21 16,-1 1 13-16,0 0-4 0,0 0 15 0,0 0-13 15,0 0 3-15,0 0 3 0,3 1-20 0,-3-1 25 16,-2 0-7-16,-2 2-7 0,0-1-5 0,0 1 20 16,-10 4-9-16,-6 0 2 0,-1 3 19 15,-1 3 3-15,0-2-12 0,-1 5 2 0,-2 0 3 16,4 1-3-16,-3 1 5 0,2 2 0 16,0-2-4-16,3 1 6 0,3-4-3 0,0 8-7 15,4-6-13-15,4 0 11 0,8-3 0 0,0-5 2 16,19 10-7-16,-1-7-8 0,4-4-5 15,3-2 8-15,3-5-17 0,-12 0-14 0,5 0 14 16,8 0-6-16,29-11-1 0,-30 6 6 16,2-2-3-16,-5 0-2 0,3 1-4 0,-6 1 8 0,-3-3 14 15,0 7 4-15,-6-2 4 0,-5-2 3 16,1 5-18-16,-9 0 14 0,0 0 20 0,0 0 1 16,10 9-3-16,-8-3-3 0,-2 1-12 15,0 0 12-15,0 14-18 0,2-2 5 0,-1 1 0 16,5-1 7-16,-3-2-15 0,7 0 7 0,-1-1-3 15,4-5 5-15,3-1-5 0,-1 0-8 16,3-6-2-16,2-1-7 0,2-3-4 0,-9 0-11 16,4 0-6-16,28-17 4 0,-22 5 0 0,2-2 4 15,-3-6-1-15,2-5-1 0,1-7-8 16,0-1 8-16,3-6 2 0,-4 2 3 0,2-5-2 16,-4 2 8-16,-1 1 6 0,-3 3 26 15,-2 3 28-15,-4 3 12 0,-3 3 8 0,1-1-6 16,-3 4-9-16,-4 3 6 0,3 1-5 0,-6 10-9 15,0 10-15-15,0 0-3 0,0 0-9 0,-12-7 6 16,8 13-2-16,-5 10-5 0,4 9-1 0,0 3-4 16,1 9-2-16,-2 4-85 0,0 2-54 15,0 2-61-15,1 1 18 0,1-1-139 16,-3-4-53-16,2 1 32 0,-3-7-168 0,2-3-101 16,-2-3 65-16,0-6 39 0,-2 0 3 0,1-6 34 15,1-8 29-15,1-2 24 0,7-7 76 16,0 0 16-16,-8 0 13 0</inkml:trace>
  <inkml:trace contextRef="#ctx0" brushRef="#br0" timeOffset="70395.81">12232 10955 661 0,'-4'-29'301'0,"4"14"13"0,0-7-17 0,-8-28 8 16,8 35-39-16,0-4 23 0,0-5-38 0,16-20-28 15,-5 25-14-15,5 2-27 0,5 0-16 16,2 5-13-16,5 0-13 0,6 4-21 0,-1-1-11 16,4 2-20-16,2 0-1 0,-1 4-11 0,-5 1-10 15,4 2 0-15,-21 0-20 0,8 0 3 0,22 14-15 16,-29-5-5-16,-2 4-3 0,-9 5-8 15,-6 2 8-15,0-9 22 0,-10 24 16 0,-2-14-14 16,-2 2 13-16,-2 1-3 0,-2 0-3 16,2 0 2-16,0-1-9 0,2 0-2 0,0-1-10 15,3 1 3-15,1 1-10 0,4-3-4 0,2-2 10 16,4-4 7-16,0-15-9 0,0 8-8 16,17 10 9-16,-3-14-9 0,-5-3 5 0,0-1-10 15,5 0-3-15,18-14-7 0,-12 4 5 16,-2-2-6-16,0-6-1 0,0-3 6 0,-4-1-11 15,1 1-1-15,0-3-5 0,-2 4 4 0,1-2 1 16,-3 1 12-16,-1 5-8 0,-3 3 15 0,0 0-6 16,-5 4-2-16,2 2 2 0,-4 1-3 15,4 1-12-15,-1 3 10 0,-2-3-10 0,0 3 0 16,3 0 3-16,0 2 1 0,0 0-2 0,-4 0 5 16,14 0-2-16,4 0-2 0,-1 0-9 15,4 0 0-15,1 0 4 0,1 0 5 0,-5 0-4 16,1 0-3-16,-5 0-5 0,-3 0 5 15,-2 0 0-15,12 16 3 0,-15-5 6 0,0 3 1 16,-2 0-1-16,0 1-2 0,-1 0 9 16,3 1-3-16,-2-1-2 0,1 2 4 0,0-4 2 15,5 1-5-15,3-3-10 0,3 0 12 0,3-5-3 16,4-1 2-16,5-2-4 0,0-3 5 0,-15 0-14 16,10 0 12-16,24-14-10 0,-19 7-6 15,3 0 9-15,-3 0-10 0,1 0 13 0,-3 2 11 16,-6-1-7-16,-2 2 8 0,-2 3-5 15,-6-2-4-15,-10 3-10 0,6 0-16 0,11 20-38 16,-9-3 3-16,-5 2-192 0,-1-1-116 0,-2-10 32 16,0 9-265-16,0 1 51 0,0 1 42 0,0 1 29 15,-17 21 52-15,4-23 29 0,-1 2 55 16,1-4 24-16,-1 0 20 0,4-1 17 0,-3 1 7 16</inkml:trace>
  <inkml:trace contextRef="#ctx0" brushRef="#br0" timeOffset="77595.17">4926 12172 334 0,'0'0'200'0,"-40"-22"-10"0,27 22-4 0,0 0-14 16,13 0-8-16,-9 0 0 0,0 0-8 0,1 0-11 16,-1 0-7-16,-11 12-5 0,9-6 17 0,1-2-23 15,4-1 1-15,2 2 14 0,-1-2-11 16,1 1 1-16,3-1 16 0,1-1-15 0,0 1 23 16,1 0 12-16,3-3-21 0,2 0 6 15,0 0-15-15,15-1-26 0,-12 1-6 0,23-14-15 16,-11 6-22-16,1-3-7 0,0 0 3 15,0-4-6-15,-2 0 4 0,-1 0-5 0,0-4-9 16,-5-2 5-16,0 1-39 0,-4-3 0 16,-1-2 6-16,0-2-4 0,-4 1 17 0,-2 0-11 15,-2 0-1-15,-1 3-13 0,0 11 2 0,0-5 4 16,0 0-10-16,-10-15-3 0,8 21-4 16,-1 1 3-16,-1 2-10 0,0 7 5 0,1 0-6 15,-2 1 0-15,0 2 13 0,1 1 2 0,-9 14 4 16,3-2 16-16,0 6 1 0,0 4-3 15,2 1 15-15,3 3 0 0,0 6 20 0,-1 5-3 16,2-1-8-16,1 5 9 0,3 5-1 16,0-23 6-16,0 15-4 0,0 5-18 0,17 52 7 15,-11-46-3-15,1 6-4 0,2-4 1 0,3 3-7 16,-3 1-2-16,0-1-11 0,1-1-14 16,-3 1-33-16,-3-2-50 0,-3 1 10 0,-1-1-115 15,0-27-49-15,-18 51-44 0,5-31 24 0,-8-2-247 16,-1-2 40-16,-4-7 35 0,3-10 32 0,2-2-65 15,2-9 29-15,-2 2 82 16,4-11 10-16,17-7 18 0,-13 0-21 0</inkml:trace>
  <inkml:trace contextRef="#ctx0" brushRef="#br0" timeOffset="77739.6">4759 12853 436 0,'0'-32'443'15,"0"17"-80"-15,0-7-36 0,16-26-34 0,-3 19-46 16,3 2-25-16,2 1-30 0,5 2-35 15,6-1-40-15,2 1-47 0,3 2-48 0,7 0-58 16,-1 1-26-16,3 2 6 0,2-3-124 0,0 2-119 16,1-4-95-16,0 3 47 0,-3-2 7 15,-1-1 14-15,-1 0-17 0</inkml:trace>
  <inkml:trace contextRef="#ctx0" brushRef="#br0" timeOffset="78465.11">5632 12128 320 0,'6'-14'348'0,"-4"2"-50"16,-6 4-22-16,0 1-22 0,0 3-13 15,-1 3-14-15,-3-1-10 0,-1 4 1 0,-10 5-16 16,-3 4-26-16,2 1 30 0,2 5-16 16,-2 2-12-16,2 2 3 0,4 1-27 0,0 5-3 15,3 0-11-15,2 1-28 0,6 2 3 0,1 2-9 16,2-16-14-16,11 33-18 0,0-18-1 16,7 1-4-16,2-1-14 0,1-2-25 0,1-2-34 15,3-1 1-15,-4-3-67 0,2-2-7 16,-2-4-17-16,0-3-10 0,1-3-16 0,1-5 2 15,1-5-12-15,-16-1 1 0,21-11 2 0,-13-1 9 16,-1-5 3-16,-4-5 7 0,2-1 13 16,-7-3 11-16,0 0 3 0,4-2 19 0,-5-1 50 15,0 2 37-15,-1-2 16 0,-2 4 22 0,1 5 56 16,3 2-25-16,-6 4 2 0,3 6-40 16,-3 3 13-16,0 6-6 0,-3 1 18 0,2 5-9 15,-3 7-3-15,2 6 29 0,0 1-13 0,2 0-7 16,0-7-8-16,12 25-14 0,-3-16 5 15,2 2-7-15,2-1-20 0,-1 0 6 0,0-4-4 16,0 1 11-16,1-1-13 0,-2-6-3 0,1-2-3 16,-2-1 27-16,-2-7 5 0,2-1-11 15,-1-3 5-15,-9 0-8 0,23-10-4 0,-9-2-5 16,0-5-14-16,0-3-3 0,1-1 10 0,-1 0 1 16,-1 3 11-16,-3-2 18 0,2 4 13 15,-1 6-3-15,-2-2-4 0,-2 4-22 0,-2 2 1 16,-2 0-8-16,0 5-6 0,1 1 1 0,-4 0-1 15,0 0-6-15,0 0 0 0,4 15-11 16,-3 3-23-16,-1-10-48 0,0 7-29 0,0 5 8 16,0 1-116-16,0 2-49 0,0-1-24 15,0-1-28-15,0 0 30 0,0-3-132 0,0-4-104 16,0-5 38-16,0-9 19 0,0 0 36 0,7 8 46 16,-4-12 25-16,9-9 21 0,-2-6 196 15,4-5 147-15,-1 1 13 0,1-7-5 0,4-3 83 16,1 0 57-16,2 2 25 0,-2 1 33 15,-2 4 32-15,-1 3-33 0,-3 4 39 0,3-2-45 16,-2 6-15-16,2 6-29 0,-6 6 4 0,-10 3-14 16,27 10-9-16,-13 3-16 0,-4 3-5 0,2 4-16 15,-1 2-15-15,-2 4-15 0,-5 2-7 0,0 5-19 16,-4-17 2-16,0 7-36 0,0 3-21 16,-17 34-1-16,7-28-95 0,0 4-38 15,-7-2-32-15,-5 0-49 0,1 1 19 0,-5-2-187 16,-1-2-112-16,3-5 35 0,1-3 30 0,2-4 39 15,6-2 18-15,1-7 53 0,6-3 25 16,8-7-25-16</inkml:trace>
  <inkml:trace contextRef="#ctx0" brushRef="#br0" timeOffset="78930.64">7871 12102 409 0,'7'5'341'15,"-7"0"-40"-15,-8 9-45 0,-11 1-29 16,-4 5-7-16,-6 3-30 0,-8-1-23 0,-4 2-5 16,0-2 3-16,-3-1 4 0,6 3-14 0,3-4-12 15,2-2-22-15,5 0-22 0,1 0 7 16,4-2-28-16,3 0 5 0,3 3 6 0,6-3-4 15,6 3 6-15,5-11-10 0,0 6 2 16,24 23-14-16,-8-20 2 0,4 3-14 0,4-1-6 16,3 3-15-16,1-2-3 0,4 3 9 15,2-4-3-15,2 3-4 0,0 0-4 0,4 1-2 16,-2 0-84-16,-4-4-39 0,2 5-32 0,-4-5-31 16,0 0-65-16,-1-1 21 0,-6-2-262 0,-5-3 14 15,-4 0 33-15,-4-2 26 0,-2 0 20 16,-6-3 70-16,-2-4 13 0,-2-2 12 0</inkml:trace>
  <inkml:trace contextRef="#ctx0" brushRef="#br0" timeOffset="79128.42">7585 12939 992 0,'-15'-5'434'0,"1"7"-77"0,6-1-41 0,2 1-44 15,1-2-14-15,3 4-39 0,1 0-19 16,10 7-17-16,7 2-21 0,5-1-30 0,6 2 1 15,5 1-43-15,4 2-11 0,2 0-155 0,0 0-61 16,1 1-58-16,-2-2 18 0,0 3 15 16,-3-1 15-16,-2-2 15 0,-2-4-318 0,-2 2 31 15,-5-2 76-15,5-4 5 0,-1-1 21 0,-1-2-26 16,4 0-6-16</inkml:trace>
  <inkml:trace contextRef="#ctx0" brushRef="#br0" timeOffset="79988.6">9136 12064 455 0,'0'0'272'0,"0"-16"-48"0,18-10-6 16,-26 16-21-16,-3 3-12 0,-5 2-20 0,0 5-5 15,7 0 5-15,-26 15 24 0,12-5-17 16,-2 4-19-16,-1 5 31 0,2 6-5 16,-3 0-19-16,3 3 14 0,-1 1-4 0,4 1-5 15,4 0-13-15,2 3-5 0,3 0-14 0,6-2 7 16,4-2-2-16,2-14-8 0,13 29-1 16,6-15-15-16,6-1-16 0,4-5 2 0,5 1-18 15,6-6-2-15,0 0-3 0,3-4-40 0,0-2-53 16,0 0 2-16,-1-4-152 0,1-5-67 15,2-2 21-15,-22-1-320 0,12 0 28 0,38-11 36 16,-34 1 44-16,0-1 15 0,-6-2 27 16,-1-2-4-16,0-2 23 0,-5 0 58 0,-3 0 5 15</inkml:trace>
  <inkml:trace contextRef="#ctx0" brushRef="#br0" timeOffset="80162.69">9733 12348 631 0,'-1'-4'435'0,"-3"-1"32"0,2-1-16 0,0 3-22 15,0-1-33-15,-1 3-44 0,3-3-42 0,-2 0-28 16,-1 2-33-16,1 0-28 0,1 0-22 0,0-1-35 16,1 2-45-16,-3-1-62 0,3 2-6 15,0-2-148-15,0 4-67 0,1-2-60 0,1 2 21 16,2-1-333-16,1 1 40 0,2-1 46 16,0-1 31-16,1 2 28 0,3-2 63 0,7 0 0 15,1 0 22-15,5 0 10 0</inkml:trace>
  <inkml:trace contextRef="#ctx0" brushRef="#br0" timeOffset="80911.98">10417 12071 595 0,'6'-5'244'16,"2"2"-9"-16,-3-1-15 0,0 1-18 0,1 0-2 16,-2 1-37-16,0-1-2 0,-1 0-7 0,0-1 0 15,0 3-18-15,0-2-16 0,-2 0-1 16,2 2-29-16,-1-2 3 0,2 2-18 0,-3-3 20 15,2 1-12-15,-1 0 5 0,-2-1-26 16,3 0-4-16,-2 1 8 0,0-5-18 0,2 4-5 16,1-11 15-16,-3 2-13 0,2 1-22 15,-3 0 11-15,1 3 9 0,0-1-13 0,-1 10-5 16,0-11 11-16,0-2-18 0,-14-9-2 16,5 15 22-16,-2 2-30 0,-5 1 13 0,11 4-3 15,-10 0-14-15,-18 12-8 0,12-3 29 0,2 8-21 16,1 0 2-16,5 3 10 0,2 6 0 0,4 1-26 15,2 4 19-15,4 2 16 0,1-15-17 16,10 40 8-16,4-17-8 0,-1 3-10 0,6-1 18 16,0 3-12-16,7-3 9 0,-2 2-15 15,3-1-2-15,1-2 0 0,-2-2 3 0,-2-1 8 16,-1-1 6-16,-4-2-19 0,-3-4 29 16,-2 0-15-16,-8-2-2 0,-3 1 61 0,-3-18 17 15,-16 21 6-15,-2-15 6 0,-6-3-6 0,-4-1 5 16,-5-5-5-16,-4 0-15 0,-2 0 3 15,-3-1-9-15,-1-1-7 0,-2-1-8 0,4 0-4 16,0-1-6-16,3-2-28 0,2 0-37 0,8 1-42 16,1 0 7-16,3-1-111 0,2-1-27 0,12-2-39 15,10-1 23-15,-3-4-228 0,6 0-66 16,3 2 37-16,11-13 33 0,6 1 65 0,1 0-6 16,2-4 32-16,3-1 22 0,2 0 13 15,-2-3 2-15</inkml:trace>
  <inkml:trace contextRef="#ctx0" brushRef="#br0" timeOffset="81495.03">11062 12123 564 0,'11'-14'412'0,"0"5"-54"15,-9 3-15-15,-4 2-46 0,1 6 28 0,-7 0-12 16,-4 11-10-16,-3 1-20 0,0 3-19 15,-2 3-13-15,-1 2-32 0,3 3-12 0,2 3-17 16,3-1-14-16,1 4-9 0,4 3-26 16,1-3-7-16,4-16-17 0,0 8-9 0,19 31-12 15,-2-27-11-15,3-3 0 0,3 0-14 16,4-5-10-16,1-2-2 0,3-3-14 0,5-4 0 0,-1-2-11 16,3-6-10-16,-19-2-4 0,6 0-1 15,38-14-5-15,-29 1-7 0,-2-3-1 0,0-6-2 16,-4-1-9-16,-3-3 3 0,-1-2 0 0,-1 0 3 15,-4 1 0-15,-4 2 6 0,1 2 17 16,-3 2 0-16,-2 2 10 0,0 2-6 0,-1 2-9 16,-5 5-4-16,-2 8-2 0,-3 2-5 15,0 0 9-15,-6 0 6 0,2 5-15 0,-2 9 13 16,-3 1-3-16,2 2-4 0,3 3 5 0,1 0-1 16,3 1 10-16,0-9-10 0,10 19 5 0,-1-11-5 15,1-2 4-15,0 0-17 0,2-4 1 16,2-2 7-16,2-2 1 0,4-3-2 0,-1-4-6 15,2-1 8-15,-8-2 2 0,4 0-8 16,20-17 5-16,-14 8-11 0,-5-6 5 0,4 1 6 16,-1-3-7-16,-2 0 3 0,1 2-8 0,-1-1 0 15,-5 2 2-15,0 3 11 0,-2 1-17 16,-3 5-2-16,-3 4 13 0,-6 1 0 0,0 0-12 16,8 12 10-16,-7-4-12 0,0 11 6 0,2 4-1 15,-3-1 11-15,1 4-19 0,-1-2-42 16,2-1-57-16,-2 4 11 0,1-1-167 0,-1-17-80 15,0 6 30-15,0 3-294 0,0-4 37 0,0-3 47 16,0-4 38-16,0-7 67 0,-7 5 6 0,11-8 35 16,-1-2 27-16,6-10 23 0,4-6 16 15,-3 0-20-15</inkml:trace>
  <inkml:trace contextRef="#ctx0" brushRef="#br0" timeOffset="81695.86">12488 12135 323 0,'34'-12'515'16,"1"5"-105"-16,-16 7 32 0,3 0-36 15,30 19-9-15,-24 1-36 0,-6 4-23 0,-1 6-29 16,-6 6-33-16,0 4-31 0,-9 4-16 16,-6 0-24-16,0-21-22 0,0 10-12 0,-25 46-26 15,-3-33-4-15,-7 0-16 0,-7 1-38 0,-15 1-47 16,-6-4-64-16,-5 4 1 0,-4-5-148 16,-9 3-81-16,-8-5 23 0,-4-1-335 0,-7-1 37 15,-1-4 64-15,0-6 31 0,4 0 28 16,3-4 29-16,2-2 9 0,6-4 37 0,10-4 15 15,1-4 24-15</inkml:trace>
  <inkml:trace contextRef="#ctx0" brushRef="#br0" timeOffset="83204.88">3336 14352 957 0,'0'-15'326'0,"5"-10"-36"0,11 14-29 0,5 4-32 0,5 2-15 15,3 3-35-15,-15 2-7 0,11 0-12 16,28 11-18-16,-27 0-36 0,0 1-14 0,-5 6-1 16,0 1 4-16,-9 3-18 0,-1 1-9 0,-4 4 2 15,-7-13-11-15,0 8 2 0,-16 26-5 16,4-23 22-16,-6 0-10 0,2-2-7 0,-2 2 16 15,-1-4 0-15,1-2 8 0,0 0 1 0,4-2-3 16,0-2-11-16,2-2 5 0,2-2-4 16,1-1 3-16,5-3-9 0,2-1-19 15,2-2 20-15,0-4-2 0,0 0 0 0,17 5-7 16,10-3-9-16,-10-2-4 0,9 0-20 0,4 0-24 16,5 0-51-16,43-11 3 0,-39 7-136 0,4-1-73 15,0-3 26-15,-2 3 21 0,-3 0-331 0,2-4 37 16,-7 3 37-16,3-4 35 0,-7 0 28 15,3 1-4-15,-1-1 26 0,-2 0 81 0,-1 1 6 16</inkml:trace>
  <inkml:trace contextRef="#ctx0" brushRef="#br0" timeOffset="83497.92">4092 14394 676 0,'-16'-14'419'0,"1"-1"-4"0,3 3-28 0,-1-1-57 16,7 5-23-16,1-3-19 0,5 4-35 0,0 7-24 16,0-6-28-16,15-11-22 0,3 12-27 15,0 1-7-15,6 0-15 0,-2 4-21 0,-8 0-7 16,6 0-14-16,29 9-5 0,-21 0-1 0,-2 0-16 16,-3 5 2-16,-5 4-9 0,0 0 8 15,-5 1-15-15,-1 1-2 0,-7 8 4 0,-1 1-3 16,-4-14-14-16,0 8-1 0,-11 32-26 15,2-20-48-15,1 2 5 0,-7 5-152 0,-2 2-81 16,1 3 25-16,-4-1-305 0,-3 0 52 16,-1-6 28-16,3-8 37 0,9-3 28 0,-6-5 49 15,5-6 15-15,3 6 5 0,1-12 14 0,3-3 2 16</inkml:trace>
  <inkml:trace contextRef="#ctx0" brushRef="#br0" timeOffset="83668.03">4076 14882 267 0,'-4'-23'542'0,"2"0"-3"15,2 12-77-15,0-6-51 0,0-1-46 16,7-23-62-16,2 17-31 0,5 4-22 0,2 3-29 16,7 1-33-16,1-1-62 0,5 3-50 15,6 0-7-15,1 1-144 0,2 3-63 0,2-1-61 16,3-3 17-16,-3 3-281 0,2 0 33 0,-4-2 30 16,-2 1 14-16,0-1 44 0,-4-2 25 15,0-4 16-15,0 4 11 0</inkml:trace>
  <inkml:trace contextRef="#ctx0" brushRef="#br0" timeOffset="84028.9">4854 14379 873 0,'6'-5'356'0,"-2"4"-48"0,-1 0-5 16,3 3-39-16,-5 3 56 0,0-2-5 0,1 2-34 15,4 11-18-15,0 3-16 0,-1 2-23 16,0-1-24-16,1 2-13 0,0 1-20 0,-1-2-15 16,1 1-19-16,2 2-14 0,-1-5-16 15,-5 1-3-15,3-1-14 0,-1-2-4 0,-2-1-4 16,4-6-12-16,-4 0-4 0,-2-10-9 0,0 0 0 15,0 5-5-15,7 4-5 0,-3-13-7 16,5-5-3-16,2-3 0 0,0-4-4 0,5-2 1 16,-2-4-7-16,1 4-1 0,-1-3-4 15,2 4-4-15,-1-3 2 0,1 3 7 0,-2 2 17 16,1 4 8-16,-6-4-13 0,0 6 7 0,1 1-5 16,-4 3-2-16,-1 1-5 0,0 2-2 15,1 2-1-15,-6 0-3 0,0 0 5 0,21 12-7 16,-9 1 5-16,1 0-4 0,1 1 0 0,0 3 2 15,-2 2-13-15,4 1-5 0,-5 1-20 0,-3 2-39 16,1 1-45-16,-1 2 11 0,-8-1-153 16,0-13-64-16,0 8 29 0,-16 21-264 0,6-21 49 15,-2-2-60-15,-2-4 42 0,3-4 51 16,1-3 35-16,-4 0 30 0,5-7 5 0,9 0 26 16,-8 0 45-16,-3-12 5 0</inkml:trace>
  <inkml:trace contextRef="#ctx0" brushRef="#br0" timeOffset="84350.86">5411 14253 819 0,'17'-22'494'0,"4"3"-83"0,1 2-37 15,0 4-45-15,3 1-58 0,-1 6-15 0,-2 4-33 16,-12 2-27-16,4 0-12 0,17 14-24 16,-15 0-25-16,-7 3-6 0,-7 1-11 0,0 2-16 15,-2-8-2-15,-12 22-23 0,3-9-2 16,-4-4-3-16,1 0-9 0,-3 0 14 0,4 3 0 15,-1-5-17-15,2-4-11 0,2-1 8 0,2-2-6 16,3-2-19-16,1-1 9 0,2-2-4 16,0-7 0-16,0 0 2 0,17 20-3 0,-1-12 0 15,4-3-7-15,4-1 1 0,4-1-13 16,2-2 6-16,1 1 1 0,2 2-8 0,1-4-17 16,-6 0-5-16,-16 0-15 0,5 0-29 0,1 0-24 15,-5 0 8-15,1 0-62 0,-4 0-25 16,-2 0-39-16,-8 0-37 0,10 0-24 0,-10 0 22 15,0 0-273-15,8 3 18 0,-8-3 40 16,1 0 39-16,1-1 24 0,2-1 21 0,15 2 24 16,2-7 14-16,5 1-1 0</inkml:trace>
  <inkml:trace contextRef="#ctx0" brushRef="#br0" timeOffset="84917.2">6210 14666 269 0,'-5'-4'450'0,"-1"3"-54"0,0-1-26 16,1 2-47-16,0 0 18 0,2-1-40 0,0 1-3 15,0-1-29-15,0 1-26 0,1 0-22 0,-2-2-15 16,4 2-18-16,0 0-20 0,4-1-31 15,4 1-5-15,14 0-16 0,-11 0-6 0,13 0-5 16,3 0-25-16,5 0-24 0,0 0-51 0,37 10 0 16,-32-7-116-16,-3 1-40 0,1-2-62 15,1 4 19-15,-2-3-248 0,1-1-40 0,-4-2 17 16,-2 0 33-16,-19 0 28 0,7 0 29 16,-3 0 30-16,1 0 27 0,7-9 8 0</inkml:trace>
  <inkml:trace contextRef="#ctx0" brushRef="#br0" timeOffset="85162.39">6442 14468 730 0,'-17'-17'418'16,"4"3"-66"-16,0-1 17 0,1 5-44 0,3-3-35 16,2 8-25-16,0-1-36 0,2 2-33 0,1 3-26 15,4 1-13-15,0 0-17 0,-6 11-24 0,0 7-11 16,2 3 0-16,4 4-32 0,-4 5 11 15,3 0-20-15,1 4 3 0,0 0-14 16,0-19 0-16,0 11-10 0,0 4 0 0,0 2-14 16,0 2 12-16,0 4-4 0,15 34-107 0,-12-37-30 15,-2 1-49-15,-1-4-70 0,1 0 20 0,0 2-282 16,-1-20 35-16,0 2-12 0,0 2 24 16,0-3 28-16,0-4 88 0,0-3-5 0,13 8 10 15,-7-16-27-15</inkml:trace>
  <inkml:trace contextRef="#ctx0" brushRef="#br0" timeOffset="85499.74">6829 14350 577 0,'1'-11'468'0,"2"4"-82"0,-1 0-14 16,-2 1-38-16,1 3-47 0,0 0-40 0,-1 1-22 15,0-1-50-15,0 4 9 0,-1 2-4 0,1 1-9 16,-3 10-12-16,2 6-4 0,1-8-13 16,0 8-3-16,0 3-20 0,0 5-14 15,0 1-9-15,9 30-7 0,-5-28 1 0,0 0-17 16,1 2-2-16,-4 1-43 0,1-1-52 0,0 2 3 15,-2-19-121-15,0 11-38 0,-13 30-49 16,7-27 22-16,-2-5-184 0,-2-1-105 0,-1-1 30 16,-1-1 34-16,4-8 34 0,6-5 24 15,0-5 39-15,2-4 37 0,3 2 11 0</inkml:trace>
  <inkml:trace contextRef="#ctx0" brushRef="#br0" timeOffset="85834.31">7207 14469 907 0,'9'-11'405'0,"-4"2"-63"0,-1 4-43 0,-5 5-36 15,-2 3 25-15,-1 1-6 0,-7 11-6 0,-5 2-25 16,1 3-21-16,0 1-33 0,-2 4-9 16,0 3-15-16,3 0-9 0,-1 4-27 0,5 0-15 15,3 3-18-15,2-2 2 0,0-2-11 16,5 1-4-16,0-16-12 0,12 29-6 0,-2-18-13 15,4-2-20-15,-2-5-4 0,3 0-18 0,0-4 2 16,6-1-22-16,-2-3-6 0,4-6 0 16,-5-3-1-16,-2-3-8 0,-9 0 5 0,5 0-12 15,5-18 2-15,-9 6-12 0,-6-1-4 0,-2-1 3 16,0 7-3-16,0-6 8 0,-19-14 0 16,6 13 5-16,-5-1-58 0,-2 5-8 0,-2 0-30 15,-2 3-30-15,-3 0-35 0,0 1-30 16,2 0 19-16,-1 6-236 0,6-1 35 0,3 1-73 15,7-3 33-15,5 3 54 0,5-1 22 0,0-1 29 16,0 2 15-16,10-1 4 0</inkml:trace>
  <inkml:trace contextRef="#ctx0" brushRef="#br0" timeOffset="87030.58">8720 14070 265 0,'14'0'384'0,"9"-26"-82"0,-17 24-43 0,-5 4-10 15,1 1-36-15,-4 2-22 0,-3 9-4 16,-6 3-10-16,-6 1-6 0,1 1-19 0,-6 2-26 16,0 4-11-16,-5-2 3 0,1 0-11 0,-1 0 23 15,5 0-24-15,-3-3-13 0,-1 1 3 16,3-4-18-16,5-1-3 0,-1-3 7 0,3 3-5 16,-1-8-7-16,5 3-7 0,4-5-8 15,5 2-7-15,3-8 7 0,0 10 8 0,21 11-18 16,-2-7 3-16,0 1-7 0,1-3 0 0,3 2 5 15,3 1-17-15,2 2-3 16,4 3-11-16,5-1 9 0,-4 0-10 0,6 4 0 0,-4-2-105 16,0 1-40-16,1 1-46 0,-4-2-49 15,1 0 22-15,-5 3-287 0,-5-2 36 0,-5-1 32 16,-5 1 28-16,-3 0 23 0,-5-1 56 16,-2-2 16-16,-3-9 9 0</inkml:trace>
  <inkml:trace contextRef="#ctx0" brushRef="#br0" timeOffset="87198.49">8559 14987 1007 0,'-16'0'441'0,"0"1"-60"0,6 1-56 0,5-1-29 15,2 4-36-15,3-1-29 0,5-1-31 16,15 7-32-16,2 2-19 0,7-3-8 0,6 3-48 16,3 0-9-16,3 2-123 0,5 0-47 15,0-3-60-15,0 5 13 0,0 0-243 0,0-1 29 16,-1-1-103-16,-1-2 30 0,0-1 66 0,-3 3 14 15,-2-5 14-15,2 0 6 0</inkml:trace>
  <inkml:trace contextRef="#ctx0" brushRef="#br0" timeOffset="87830.85">10137 14084 350 0,'-1'-7'319'0,"-3"3"-40"0,-8-5-26 15,-3 4-5-15,-7 5 1 0,8 0 13 16,-3 0-27-16,-30 16 5 0,19-7-28 15,-3 5 25-15,1-1-13 0,-1 5-11 0,3 2-15 16,-1-1-8-16,6 3-10 0,2-3-15 16,2 7-12-16,6 1-13 0,-1-2-3 0,9 4-8 0,5 2-18 15,0-17-8-15,21 28-5 0,-1-15-14 16,8 0-6-16,4-1-5 0,3-5-47 0,4-1-56 16,-1 0 5-16,6-3-124 0,-5-3-40 15,1-5-47-15,1-1 23 0,-4-6-201 16,0-2-94-16,-21 0 28 0,34-10 55 0,-21-2 15 15,-3 3 26-15,-1-8 24 0,-1-3 42 0,-3-6-8 16,-1 2 5-16</inkml:trace>
  <inkml:trace contextRef="#ctx0" brushRef="#br0" timeOffset="88218.74">10524 14260 580 0,'9'-26'362'0,"0"4"11"16,-1 3-26-16,-2 1-45 0,-6 6 49 0,4 1-48 16,0 5-25-16,-2-1-34 0,1 2-30 15,-2 5 6-15,-1 0-8 0,0 3-32 0,0 2 0 16,0 1-18-16,0 12-19 0,0-8 1 15,0 7-15-15,12 27-21 0,-6-17-2 0,4-4-12 16,0 2-8-16,1 0-2 0,0-3-13 16,1-1-8-16,-1-2-6 0,-2-3-13 0,3-1 7 15,-4-2-4-15,0-5-3 0,1-4-2 0,-4 0-16 16,1-2 9-16,-6-2-6 0,8 0-2 0,12-14-2 16,-5 1-3-16,2-3 1 0,-1-2-4 15,-2-2-4-15,4-2 2 0,-2-3-2 16,1 4-5-16,1-1 0 0,-1 2 7 0,-2 3 10 15,1-3 10-15,-1 3-14 0,-4 2 10 0,-3 4-6 16,1 4-8-16,-3-1 6 0,-2 3-5 0,1 1-8 16,-1 4 1-16,-4 0 4 0,0 0-13 15,0 0 4-15,22 17 10 0,-14-5 4 0,2 2-8 16,-1 2-7-16,-2 4 7 0,1 2-6 0,1-2-17 16,-1 5-15-16,-2 0-45 0,-1-1-44 15,0 2 11-15,-1-3-131 0,-4 1-54 0,0-12-41 16,0 3 29-16,-11 19 26 0,4-17-309 0,-2-5 43 15,-1-6 83-15,6-2 34 0,-2-5 28 0,3-3 27 16,-3-1 24-16,0-10 8 0,-2-5 17 16,5-8 7-16</inkml:trace>
  <inkml:trace contextRef="#ctx0" brushRef="#br0" timeOffset="88594.69">11194 13982 494 0,'20'-20'431'0,"1"7"-56"0,3 5-24 16,4 1-45-16,-1 6 2 0,-12 1-48 0,25 10-15 15,-17 1-18-15,-4 3-33 0,0 5-20 0,-3 0-26 16,-9 4-4-16,-5 3-8 0,-2-12-12 16,-16 22-17-16,2-15-6 0,-6 1-9 0,4-2-20 15,-3-3 2-15,2-1-2 0,1 2-11 0,2-7-7 16,3 3 12-16,5-5 11 0,0-4-2 16,6 1 5-16,0-6-3 0,10 6-12 0,13-1-6 15,4-4-11-15,2 1-5 0,-13-2-2 16,9 0 5-16,7 0-12 0,0 0-4 15,2 0 2-15,1 0-13 0,1 0-1 0,0 0 11 16,-2 0 18-16,39-10 3 0,-39 10 1 0,2 0-2 16,-6-1 12-16,-3 1-7 0,-3-2-6 0,-3 1-4 15,-9 1 6-15,1 0-7 0,-5-1 3 16,1 1-13-16,-2 0 3 0,-3-1-9 0,1 1-3 16,-5 0-16-16,0 0-20 0,3 3-45 0,-6 0-78 15,-2-1 12-15,-6 6-193 0,-5 0 28 16,2 2 25-16,-5-2-352 0,1 4 52 0,0-5 69 15,2 5 37-15,-1 3 31 0,7-3 60 0,4 2 23 16,0 1-35-16,6 4 19 0,0-9 54 16</inkml:trace>
  <inkml:trace contextRef="#ctx0" brushRef="#br0" timeOffset="99794.61">3207 15764 662 0,'0'0'226'0,"0"0"-10"0,0 0-13 0,0 0-15 15,0 12-20-15,0-12-19 0,23 14-10 0,-11-14-20 16,5 0-12-16,5 0-6 0,3 0-9 0,0 0-17 16,2 0-6-16,25-12-9 0,-25 9-2 15,-4-2-10-15,0 1 0 0,-2-1 6 0,0 0-18 16,-8-1-7-16,1 0 13 0,1-3-5 16,-2-2-5-16,-1 2-11 0,-6-4 10 0,2 1 1 15,-4 0-5-15,1-4 5 0,-5 3-21 16,0 1 13-16,0 2-3 0,0-4-8 0,0-3 21 15,-11-17-26-15,6 15 15 0,2-2-3 0,-4 6 1 16,-2 0 14-16,3 0 16 0,2 6-1 16,-2 2-13-16,2 1-12 0,-1 2-11 0,1 1 19 15,0 2-4-15,0-1 5 0,4 2-17 16,0 0 18-16,-19 13 2 0,9 4 7 0,2 3 16 16,-1 1 6-16,-1 6-6 0,4 1 43 0,-1-2 5 15,2 4-2-15,0 4-6 0,1 0 4 0,2 2-1 16,-1 3-2-16,2 1-16 0,-2 1 2 15,3 1-18-15,0-21 7 0,0 12-12 0,0 3-11 16,0 5 7-16,0 1-7 0,13 45-5 0,-7-44-5 16,-2 1-26-16,0-3-17 0,0 5-59 15,-2 0 7-15,-2 0-101 0,0-23-61 0,0 14-47 16,-12 50 28-16,4-38-226 0,-6-3-44 16,-3-1 36-16,-2-6 6 0,4-7 30 0,-2-6 25 15,3-6 26-15,-1-5 19 0,3-6-12 0</inkml:trace>
  <inkml:trace contextRef="#ctx0" brushRef="#br0" timeOffset="99966.72">3239 16249 716 0,'-1'-29'381'0,"1"15"-49"0,0-6-51 0,12-23-13 15,3 23-33-15,0 1-36 0,2 2-52 0,5 5-62 16,3-1-34-16,3 4-41 0,-1 2-48 0,7 4-42 15,1 1 8-15,-1-1-239 0,-17 3 22 16,11 0-118-16,4 0 40 0,1 0 17 0,4 0 7 16</inkml:trace>
  <inkml:trace contextRef="#ctx0" brushRef="#br0" timeOffset="100489.56">4030 15913 232 0,'-1'-5'207'0,"0"1"-48"0,-1 0-7 15,0 0-35-15,-1 1 4 0,3-2-24 16,0 3-28-16,-1-1 23 0,-3 0-16 0,4 0-5 16,-1 1-16-16,1-1 0 0,-3 1-12 15,2-1 10-15,-3 1-2 0,2 2-4 0,-2-3-8 16,-1 3 0-16,1 0-9 0,-2 0 2 15,-1 0 31-15,-6 0-27 0,-15 15 19 0,13-8 14 16,-3 2-10-16,1 1-5 0,-2 2 5 0,4-1 12 16,2 0-17-16,0 1 5 0,2-1-11 0,2 2 4 15,2-5 9-15,2-1-9 0,5-1 13 16,0 1 1-16,0-7 1 0,12 16 8 0,1-4-14 16,3-4-4-16,7 0-16 0,0-4-5 0,7 5-1 15,-2-2 7-15,1 1-10 0,-1-2-2 16,0 2-2-16,-1-5-13 0,-1 4-5 15,-5 0 16-15,-3-4-18 0,0 3 0 0,-6-3 10 16,-6-1 41-16,4 1 21 0,-3-3-9 0,-2 0 57 16,-1 2-19-16,-4-2-1 0,0 0-23 15,6 0 0-15,-6 0-9 0,27-18-16 0,-17 13 0 16,3-1-1-16,-3 2-15 0,7-2 10 16,-6 4-1-16,2-4-19 0,1 3-3 0,-5 0 7 15,0 1-6-15,-4-1-10 0,0 2-10 16,2-1-2-16,-6 1-32 0,7-2-47 0,-5 1-25 15,0 2-26-15,-2-2-42 0,2 2-27 16,-1-1 19-16,1 1-116 0,0-2-126 0,-1 2 31 16,-2-2-74-16,2 2 28 0,-2 0 52 0,0 0 21 15,2 0 27-15,-1 0 7 0</inkml:trace>
  <inkml:trace contextRef="#ctx0" brushRef="#br0" timeOffset="101762.78">4088 16016 425 0,'0'0'175'0,"0"0"9"16,0-15-2-16,0 15-23 0,-9-25-19 16,7 20-14-16,2 2-14 0,-1-3-1 0,0 1-14 15,0 0-8-15,1 5-3 0,0 0-10 0,-8-12-5 16,6 9-17-16,0 0-6 0,-2 1 3 16,1 0-14-16,-3 2 6 0,1 0 8 0,-10 7 11 15,-7-3 9-15,3 4 10 0,-1 5 7 16,0-1-6-16,-2 5 18 0,0 2-26 0,-3 0-1 15,1 2 12-15,2 4-12 0,1 2-11 16,0-4-14-16,3 2 15 0,3 0-1 0,2-5-3 16,2 5-14-16,2-5-14 0,2 1 2 0,2-5-17 15,1-7 3-15,4 0 4 0,0-9 22 16,0 0-34-16,16 8 7 0,4-14 14 0,4-8-6 16,1 0-3-16,6-1-15 0,4-2 9 15,1 0 0-15,5-1-6 0,2 2-9 0,3 0-5 16,2 1 0-16,-1 5 4 0,-1 3-11 0,3 2 9 15,-5 3 14-15,0 2-3 0,-25 0-8 16,8 0-2-16,30 14-5 0,-29-2 3 0,-6 0 19 16,-1 0-15-16,-6 3-4 0,-4 0 0 0,-5-1-8 15,0-2 23-15,-6-2-9 0,0-10 11 16,0 7 13-16,0 0 15 0,0-7-5 16,0 5 74-16,0-5-17 0,-1 8-17 0,2-9 6 15,0-3-17-15,5-1-18 0,4-5 1 0,2-3-16 16,5 0-8-16,2-1 8 0,6 2-12 15,-3 1-6-15,7-5-3 0,-1 6-98 0,-2-1-4 16,0 2-53-16,0 0-26 0,-1-4-53 0,2 6 21 16,-3 0-200-16,1 2 31 0,-3-2 29 15,-1 0-82-15,2 0 47 0,-1 0 13 0,-2 1 25 16,5 0 16-16,1-2 3 0</inkml:trace>
  <inkml:trace contextRef="#ctx0" brushRef="#br0" timeOffset="102796.26">5701 15913 533 0,'0'0'393'0,"0"0"-78"16,-13-15-36-16,13 15-51 0,0 0-32 0,-18-21-18 16,16 23-11-16,2 0 5 0,-3 3-24 15,0 0-10-15,2 15-15 0,-3-5 9 0,3 7-13 16,1-1 9-16,-3-1-13 0,3-9-12 0,0 5-1 16,0 2-10-16,0-1-10 0,0 2-9 0,0-4-7 15,0-1-6-15,0-2 6 0,12 5-7 16,-9-12-6-16,-3 1 2 0,0-2 3 15,0 0 24-15,0-1 31 0,1 0 7 0,0-2 2 16,1-1-18-16,-2-1-14 0,4 0-16 0,3-11 5 16,2 0-13-16,-1-3-5 0,2 0-5 0,3-3-6 15,0 2-8-15,2 1-1 0,-4-2-3 16,3 4-8-16,2 1-11 0,-2-1 4 16,1 5-6-16,0 0 1 0,-3 3-9 0,1 2 5 15,-3 2 1-15,2 1-13 0,-2 0 7 0,3 0-1 16,19 12 0-16,-17-4 5 0,-1 1-5 0,2 2-6 15,-1 0 8-15,-3 3-2 0,0 0-3 16,-1 1 0-16,0 2-8 0,-3 0 4 0,2-1-28 16,-5 4-38-16,1 0 5 0,-2 0-99 15,-2 1-23-15,0-1-41 0,-2-1-36 0,1 2 24 16,0-5-109-16,-1-9 30 0,0 2-203 16,0 0 24-16,0 0 46 0,0-2 22 0,0-7 26 15,0 7 25-15,10 4 15 0</inkml:trace>
  <inkml:trace contextRef="#ctx0" brushRef="#br0" timeOffset="103399.11">6430 15919 544 0,'-13'-11'456'0,"5"2"-80"0,-2 1 14 16,5 1-35-16,1 3-16 0,-1-1-38 16,1 3-32-16,3-1-41 0,-4 2-12 15,5-2-27-15,0 3-28 0,0 0-24 0,6 1 0 16,12 2-22-16,1 2-11 0,4 0-15 15,0 1-7-15,5-4-5 0,3 6-31 0,-2-3-2 16,3 0-25-16,0 0-11 0,3-1-3 0,-2 0-13 16,-2 0 2-16,-2-1-34 0,-1 1 7 0,-2-1 2 15,-1 1-5-15,-6-1 19 0,1-3-5 16,-5 4-12-16,-6 0 9 0,1 0 25 0,-6 0-14 16,-3 2-12-16,1 0 11 0,-2-6 23 15,0 10 0-15,-21 15-1 0,11-12 0 0,-5 3 2 16,2 0 0-16,-5 0-2 0,1 0-1 15,-2 2 2-15,0-3-1 0,0 1-1 0,-3 0 0 16,3 1-2-16,-3-2-40 0,-1-1-28 0,1 3-45 16,2-2-41-16,-3-1-39 0,5 3 17 15,-1-5-196-15,0 3 31 0,7-1-143 0,1-6 50 16,5-1 27-16,4-2 36 0,2-2 23 16,0-3 13-16,0 0 15 0</inkml:trace>
  <inkml:trace contextRef="#ctx0" brushRef="#br0" timeOffset="103798.18">7138 16218 256 0,'4'-2'484'16,"-1"1"-102"-16,0 0-58 0,0 0 64 0,-1-1-55 15,-2 2-45-15,0 0-24 0,-5 3-19 0,1-2-33 16,-8 9-25-16,-4 0-3 0,1-1-30 0,-2 3-16 16,-2 1-11-16,0-1-12 0,0 5-12 15,-2 0-19-15,3-3-39 0,-2 1-4 0,1 2-106 16,2 0-34-16,-2-1-54 0,2 1-70 0,-2 0 20 16,5 0-217-16,-2-4-46 0,5-2 33 15,1 0 25-15,6-4 24 0,-1-3 32 0,4-4 17 16,1 0 5-16</inkml:trace>
  <inkml:trace contextRef="#ctx0" brushRef="#br0" timeOffset="104044.05">7319 15997 404 0,'16'-21'631'15,"-2"7"-128"-15,-1 0-74 0,-3 6-57 0,0-3-46 16,-4 7-33-16,-2 1-36 0,-4 3-12 0,0 0-21 15,4 10-19-15,-4-5-29 0,3 14-20 0,-3 6-9 16,0 1-21-16,5 1-8 0,-4 2-37 16,0 2-51-16,3 0-2 0,-4 1-123 15,5-1-55-15,-5 1-32 0,4-2-63 0,1 1 23 16,-1-2 19-16,-3-3-321 0,-1-16 37 0,0 7 32 16,0 0 29-16,0-2 62 0,0 1 24 15,14 9-27-15,-9-19-4 0</inkml:trace>
  <inkml:trace contextRef="#ctx0" brushRef="#br0" timeOffset="105529.38">8604 15859 516 0,'0'0'380'0,"0"-14"-66"16,0 14-47-16,0 0-53 0,0 0-4 16,0 0 12-16,0 0 6 0,0 0-33 0,19 13-22 15,-19-1 18-15,0 6-26 0,0 5-6 16,0 0-12-16,0 5-15 0,0 0-15 0,0-1-3 15,0 2-36-15,7 30 2 0,-4-28-11 0,3-2-6 16,-3 2-7-16,4-2-90 0,-1-2-35 0,-1 0-32 16,-3-2-61-16,0 0-37 0,1-2 21 15,-3-14-163-15,0 3-102 0,0 0 31 0,0-4 27 16,0-1 24-16,0-7 25 0,0 0-1 16,9 6 11-16</inkml:trace>
  <inkml:trace contextRef="#ctx0" brushRef="#br0" timeOffset="105897.92">9141 15941 540 0,'8'-11'395'0,"-3"0"-52"16,-1 3-28-16,-4 1-46 0,-2 4-16 16,0 6-17-16,-6-1-28 0,-6 5 23 0,-2 5-32 15,0 0-3-15,-1 5-20 0,0 3-8 0,4 0-20 16,-1 2-16-16,1 0 0 0,2 3-28 15,4 2-10-15,2-1 0 0,2 5-7 0,3-17-9 16,0 6-9-16,15 27-5 0,-4-23-2 16,2-2-6-16,4-1-8 0,0-4-14 0,2 0 7 15,2-5-15-15,1 0-12 0,3-4 7 0,-2-4-8 16,-1-2-4-16,-12-2 2 0,5 0-9 16,17-14 2-16,-16 6 0 0,-5 0 2 0,-3 0-12 15,-4 2 6-15,-4 6-2 0,0-8 12 16,-12-7-8-16,-2 5 3 0,-5 1-8 0,0 5 3 15,-8-2-1-15,0 1 0 0,0 2 2 16,-3 2 4-16,3 0-31 0,0 1 4 0,17 0-72 16,-7 0-23-16,2 0-36 0,-3 0-34 15,4 0-33-15,-5 13 21 0,17-10-123 0,2 1 26 0,4-2-184 16,-1-1 34-16,2 1 43 0,-1-2 25 16,14-5 24-16,-4 5 21 0,-5 0 10 0</inkml:trace>
  <inkml:trace contextRef="#ctx0" brushRef="#br0" timeOffset="106260.38">9946 15838 1043 0,'7'2'371'0,"-5"2"-38"0,-4 2-44 16,-5 9-9-16,-6-1-36 0,-3 2-45 0,0 2-23 15,-3 1 10-15,-1-2-44 0,1 0-8 16,-3 0-6-16,3 1-18 0,1-2-16 0,-1 2-9 16,2-2-2-16,2 1-2 0,3-3-17 15,2-4-5-15,5 4-6 0,2-4-6 0,1 0 23 16,2-10 3-16,0 12-11 0,16 12-8 0,-5-9 8 16,5-1-6-16,1-2-9 0,3 3-5 15,1 0-1-15,-1-1-9 0,2 0-6 0,0-1 4 16,1 2-3-16,4-1 3 0,-2 0-21 15,1 1-2-15,-3 4-101 0,0-5-16 0,-4 1-44 16,-1 3-36-16,1-2-46 0,-2 1 22 16,-5-3-207-16,-3 1 34 0,-1-3-85 0,-3-4 33 15,-5 0 29-15,3-2 22 0,-3-6 72 0,0 0-11 16,0 8 4-16</inkml:trace>
  <inkml:trace contextRef="#ctx0" brushRef="#br0" timeOffset="106477.82">9817 16523 283 0,'-22'-3'602'0,"6"0"-79"16,7 3-61-16,-9-6-48 0,7 6-50 15,3-2-36-15,3 1-39 0,1 1-41 0,-1 0-25 16,5 0-18-16,3 1-21 0,3 1-17 0,13 4-20 16,7 0-19-16,3 0-16 0,2 1-53 15,4 0-70-15,1 1 2 0,-1-1-104 0,3 0-45 16,-3-1-46-16,-3 2-33 0,-1 1 20 0,-1-2-66 15,1 1-88-15,-3 0-84 0,-4-2 33 0,-2-3 29 16,-3 1 24-16,-1-2 9 0,-2 1-1 16,-9-3 4-16</inkml:trace>
  <inkml:trace contextRef="#ctx0" brushRef="#br0" timeOffset="106960.21">10559 16015 708 0,'-15'-17'575'0,"-1"0"-79"16,6 2-72-16,1 3-45 0,1 5-41 16,3 0-50-16,0 1-27 0,4 4-27 0,-2 0-38 15,2 2-11-15,1 0-22 0,0 0-16 0,0 12-19 16,4 5-12-16,1 3-14 0,1-2-2 15,-1 0-15-15,4 1-8 0,-4 1-3 0,2-4-10 16,-1 4-8-16,3-4-12 0,-4-3 7 0,-1-3-12 16,1-3 5-16,-4 0-4 0,2-2-5 15,0 0 5-15,0-3 5 0,0 0 1 16,-3-2-1-16,10 0-8 0,18-14-4 0,-8 0-2 16,1 1-1-16,1 1-6 0,-2-2-10 0,0 2 3 15,1-2 0-15,1 0 0 0,0 2-2 0,-6 1 2 16,2 1-5-16,-1 2-3 0,-3 0 3 15,-5 4-4-15,-3 0-6 0,-1 2-11 0,2 1 9 16,-7 1 12-16,0 0-3 0,0 0 1 0,23 20 0 16,-17-6 1-16,8 0-3 0,-5 4 5 15,0-2-7-15,0 2 4 0,0 3-5 0,1-1 2 16,-2 1-7-16,-3-1-25 0,-1-1-41 16,0 1-38-16,-2 2 11 0,-2-14-128 0,0 6-53 15,-13 17-44-15,7-17 28 0,-7 1-218 0,2-6 43 16,1-4-38-16,-1-5 36 0,2 0 32 0,9 0 31 15,-16-14 21-15,9-3 29 0,2-5 22 16,5 8 10-16</inkml:trace>
  <inkml:trace contextRef="#ctx0" brushRef="#br0" timeOffset="107244.31">11161 15847 627 0,'23'-16'421'16,"1"3"-47"-16,3 3-40 0,-3 4-36 15,1 2-37-15,-14 4-28 0,4 0-23 0,2 0-21 16,13 15-23-16,-24-7-19 0,-4 2-3 0,-2-2-22 15,0-8-22-15,-10 23 10 0,-3-8-23 16,2-1-15-16,-2-1-1 0,1 1 0 0,3-5 0 16,2-2-23-16,1 0-2 0,4 0-1 0,2-7-11 15,0 0 16-15,19 18-11 0,-1-16-16 0,5 3-3 16,7-3-1-16,0 2 8 0,1-2-18 16,1 0 15-16,1 1-10 0,4-1-14 15,4 0 1-15,-1 2 16 0,-1 0-1 0,2-1-57 16,-5 1-12-16,-4 0-12 0,0-1-22 0,-5 0-37 15,-4 1-32-15,-4-1-21 0,-8-1-11 0,-2 1 14 16,-3-1-308-16,-5 0 33 0,-1-2 17 16,0 0 29-16,0 0 39 0,-12 7 24 0,7-4 11 15,-11 4 12-15</inkml:trace>
  <inkml:trace contextRef="#ctx0" brushRef="#br0" timeOffset="108843.38">3506 17391 234 0,'-16'0'343'0,"-15"-2"-38"16,21-8-18-16,3 0-16 0,2 0-35 16,5-1-1-16,0 11-24 0,0-12-14 0,14-17-14 15,-1 17-15-15,2 2 8 0,3 2-45 16,-1 4 13-16,7 1-27 0,-15 3-6 0,8 0-20 16,25 21-1-16,-22-6-4 0,-4 4-10 0,-4 1-18 15,-4 6 7-15,-6-1-8 0,-2-10-26 16,-11 21-4-16,-3-11 11 0,0 1-3 0,-7-1-2 15,-4-4-4-15,1 3-7 0,-2-5 0 0,-1 0-2 16,6-4-2-16,0 0 53 0,1-1 21 16,2-2-10-16,0-1 16 0,5-3-11 0,4-1-9 15,5-3-7-15,4-2-14 0,0-2-3 16,11 4-4-16,10-8-1 0,-9 4-21 0,34-9-3 16,-13 5-36-16,4 0-14 0,7 0 3 0,0-2-47 15,5 1-55-15,-4 1-33 0,-1-2-42 0,1 1-57 16,1-1 25-16,-1 1-288 0,-3 2 40 0,0-1 32 15,-1-2 31-15,0-1-3 0,1 2 26 16,-5-1 19-16,2 0 6 0</inkml:trace>
  <inkml:trace contextRef="#ctx0" brushRef="#br0" timeOffset="109195.15">4280 17229 448 0,'-7'-14'453'0,"-3"5"-45"16,3 1-60-16,1 1-1 0,2 2-68 15,1 2-16-15,1-1-43 0,1 3-23 16,1 1-20-16,4 0-23 0,1 2-9 0,13 8-26 16,2 3 11-16,-1 1-22 0,6 4-13 0,1 2-20 15,0 1-13-15,2 2 8 0,-1 0 2 0,2 3-24 16,-1-2-5-16,0 4-63 0,-3-2-35 0,-5 0-32 16,-4 1-38-16,-3 1-42 0,-10-3-50 15,3 4 20-15,-6-15-269 0,-12 27 34 0,1-17-9 16,-4-2 4-16,2 0 52 0,-4-2 15 15,-1-2 28-15</inkml:trace>
  <inkml:trace contextRef="#ctx0" brushRef="#br0" timeOffset="109369.23">4314 17722 356 0,'-7'-11'424'0,"5"0"-45"16,-2 2-45-16,3-1-25 0,1 2-37 0,0 0-27 15,13-16-18-15,-2 11-36 0,8-1-23 16,3 2-17-16,5 1-12 0,5 3-16 15,4-2-35-15,2 2-44 0,2 1-44 0,-2 3-59 16,4-2-51-16,-3 0-51 0,-1 5 12 0,-5-4-201 16,1 1 25-16,-2 1-99 0,-1-2 26 0,1 5 46 15,-2-4 18-15,3 0 4 0</inkml:trace>
  <inkml:trace contextRef="#ctx0" brushRef="#br0" timeOffset="110279.93">4310 17358 523 0,'-43'-25'406'0,"24"17"-61"0,3 0-24 0,-2 2-42 16,0-1 34-16,2 5-32 0,6-3-27 0,-2 3-33 15,6-2-22-15,-1 3-22 0,3-2-17 16,-1 3-23-16,1 0-18 0,2-2 0 0,-2 2-25 16,4 0 1-16,0 0-11 0,2 2 0 0,2 1 6 15,1-2-17-15,12 3 2 0,6 0-6 16,2-4-2-16,4 3-20 0,0-1 4 0,-13-2-4 15,8 0-7-15,3 0 2 0,0 0-14 16,-1 0 7-16,1 0-11 0,0 0-9 0,-5 0 10 16,-3 0 4-16,-5 0-17 0,3 0-8 0,-5 0 2 15,10 10 10-15,-14-7-13 0,-1 3 8 16,1 7 4-16,-3 3 12 0,-1 1 16 0,-2 1 7 16,-2-8-6-16,0 6 13 0,0 5 11 0,0-1-10 15,0 6-1-15,-16 28-3 0,10-26-3 16,1 1 1-16,1-1-15 0,1 1 4 0,-1-3-5 15,3 1 1-15,-4 1-5 0,2 12-11 0,2-2 6 16,1-5-16-16,-3 0-36 0,3-2-37 16,-3-2-51-16,3-15 10 0,0 5-99 0,0 3-49 0,0-2-57 15,0 1 28-15,0-3-214 0,-9 9 39 16,6-22-76-16,3-5 61 0,5-1 33 0,-1-8 38 16,2-4 24-16,-2-3 28 0,3-1 12 15,-3-3 2-15</inkml:trace>
  <inkml:trace contextRef="#ctx0" brushRef="#br0" timeOffset="110479.65">4430 17827 310 0,'-18'-8'492'0,"3"-1"-99"0,1 0 19 15,0 1-4-15,5 4-22 0,3-2-24 16,0 4-31-16,1-3-34 0,-1 2-37 16,6-3-27-16,0 6-28 0,20-11-22 0,-2 4-26 15,9 0-30-15,5 2-57 0,-5 0-60 0,5-1 0 16,5 2-116-16,-2-3-41 0,0 3-53 15,3-1 21-15,-4-2-161 0,-1-1 29 0,1 3-185 16,1-4 31-16,-4-1 30 0,0 0 52 16,-3 0 23-16,-3-4 21 0,-2 2 10 0</inkml:trace>
  <inkml:trace contextRef="#ctx0" brushRef="#br0" timeOffset="110878.96">5055 17442 1025 0,'0'-2'325'0,"0"-1"-53"15,2 1-33-15,-1 1-18 0,-1 1-2 0,0 3 3 16,-1 0-21-16,-1 2-20 0,2 4 16 16,0 9-20-16,0-7-19 0,0 1-11 0,0 6-5 15,0 1-24-15,12 18-10 0,-8-16-8 0,2-4-31 16,-3 0 16-16,1 0-20 0,-2-6-2 0,-1 2 3 16,2-6-26-16,0-2 18 0,-1-1-1 15,-1 0-3-15,1-1 5 0,3-2 2 0,-2-2-2 16,-3 1-8-16,19-11-24 0,-3-1 6 15,0-2 6-15,0-1 0 0,1-2-8 0,3 0-12 16,-1-1 12-16,-3 4 13 0,-2 0 2 16,-2 2 20-16,4 3-4 0,-9 3-1 0,0 1-6 15,-1 0-6-15,-2 1-12 0,2 1 1 0,-3 1-7 16,0 1-3-16,-3 1-2 0,0 0 4 0,0 0 1 16,0 0-5-16,8 11-5 0,-5-7 10 15,4 13-8-15,-2-4-4 0,-3 3 2 0,3 4-2 16,0 0 2-16,-3 1-14 0,3-1-43 0,-1-2-32 15,-2 4-49-15,2 1 14 0,-3-1-133 16,-1-11-34-16,-12 31 25 0,8-22-156 0,-5 2 41 16,-3-7-175-16,3-5 12 0,5-5 53 0,4-5 40 15,0 0 31-15,-17-13 25 0,15 4 21 16,2-1-6-16</inkml:trace>
  <inkml:trace contextRef="#ctx0" brushRef="#br0" timeOffset="111148.02">5539 17370 307 0,'19'-20'443'0,"-3"3"-108"0,5 3-35 0,2 4-49 16,-5 3-13-16,2 7-16 0,-14 0-18 16,8 0-39-16,10 14-5 0,-12-2-21 0,-5 1-9 15,-7 2-27-15,0-2-9 0,0-3-20 0,-13 19 5 16,4-10 0-16,-1-1-27 0,-3-2 14 16,3 2-3-16,2-4-24 0,-2 1-1 0,2-4-4 15,5-3-7-15,-3-4-8 0,5 2 11 0,1-6-2 16,0 0-6-16,0 0 6 0,12 13 12 15,-6-12-26-15,16 2-10 0,-2-2-10 16,4-1-35-16,3 0-1 0,-13 0-24 0,8 0-22 16,5 0-13-16,4 0 13 0,2 0-21 0,33-11-28 15,-35 11 12-15,4-3-95 0,-7-2-121 0,0 1 26 16,-5-1-124-16,4-1 30 0,-4 1 21 16,-4 1 10-16</inkml:trace>
  <inkml:trace contextRef="#ctx0" brushRef="#br0" timeOffset="112381.92">6489 17569 403 0,'-16'0'427'16,"-12"11"-23"-16,21-11-59 0,0 0 9 0,1 0-30 16,2-2-35-16,4 2-29 0,0 0-26 0,0 0-17 15,-7-3-31-15,12 1-20 0,11-2-22 16,7 0-19-16,5 1-11 0,4-1-5 0,0 2-16 15,4 1-2-15,3 0-48 0,2 0-23 16,6 1 0-16,-26 0-90 0,14 0-39 0,3 0-39 16,2 0-58-16,41 9 18 0,-42-7-213 0,-5 0 33 15,-2 0-94-15,0-1 7 0,-4-1 27 0,-5 1 72 16,-3-1 19-16,-13 0-1 0</inkml:trace>
  <inkml:trace contextRef="#ctx0" brushRef="#br0" timeOffset="112661.96">6844 17379 331 0,'-9'-5'405'0,"1"-2"-79"16,3 3-46-16,0 1-27 0,1 2-43 15,2 0-24-15,-2 2-8 0,1 2 21 0,-6 9-20 16,1 4-23-16,5 2-14 0,-1 4-5 0,1 2-7 15,2 3-17-15,0 5-4 0,1-16-15 16,0 6-1-16,10 33-29 0,-5-20 2 0,4 18 11 16,3-2-18-16,-1-3-57 0,-7-4-18 0,2-3-42 15,-2-2-36-15,2-1-33 0,-3-4 13 16,-3-20-174-16,0 5 23 0,0-1-211 0,0-3 40 16,0-4 42-16,9 2 13 0,-4-14-3 15,3-8 4-15</inkml:trace>
  <inkml:trace contextRef="#ctx0" brushRef="#br0" timeOffset="113113.5">7221 17474 692 0,'8'-13'467'0,"-5"1"-75"0,0 5-57 15,-2 2-42-15,2 1-37 0,-3-1-40 0,4 4-23 16,-3 2-22-16,0 2 1 0,-1 3-8 0,3 9-19 15,3 4-7-15,-3 3-23 0,-1 1-10 16,-2 2-6-16,5 3-5 0,-1-1-16 0,4 0-1 16,-4 0-8-16,0 0-14 0,1-4-3 0,-3 0-15 15,3-2 2-15,-2-1-3 0,2-3-1 16,-4-7-3-16,2 0-6 0,-2-2 5 0,2-2 21 16,-2-2 20-16,0-3-18 0,3-1 3 0,-4 0 0 15,0 0-5-15,19-12-13 0,-5-1 4 16,0-4 0-16,3-2-20 0,0 0 8 0,3-2-12 15,-2 1 7-15,1 1-1 0,3 1-7 16,-4 1 3-16,2 1-3 0,-2-1 5 0,-4 4-7 16,0 4 5-16,-1 1-12 0,-8 1 0 15,4 2 1-15,-1 4-1 0,-3 1 10 0,-5 0 3 16,0 0-8-16,6 0 3 0,11 17-1 0,-8-4 4 16,-4 2-11-16,0 2 8 0,0 2-9 0,0 1-1 15,-1 1-9-15,0 2-45 0,0 3 5 16,-2 5-117-16,-2-16-63 0,0 7-50 15,-11 26 24-15,3-26-205 0,-1-2 38 0,-2-5-136 16,5-8 39-16,-5-3 91 0,11-4 29 0,-8 0-2 16,-1-15 22-16,8 4 14 0,0-3 22 15</inkml:trace>
  <inkml:trace contextRef="#ctx0" brushRef="#br0" timeOffset="113363.81">7935 17400 416 0,'27'-8'372'0,"-13"8"-62"15,4 0-45-15,4 0-38 0,14 13-35 16,-23-3-4-16,-3 2-31 0,-4 3-11 0,-6 0-12 16,0-5-24-16,-15 18-9 0,1-8-14 0,-1-1 12 15,-1-3-28-15,-3 3-9 0,3-2 3 16,1-4-6-16,1 0-17 0,3-1 10 0,0-3-22 16,8-3 4-16,-3-1 2 0,5-1 14 0,1-4-16 15,0 0 5-15,13 2-2 0,6-4-5 16,-9 2-28-16,30-8-22 0,-9 1-40 0,-2 2-17 15,4-2-17-15,7 2-17 0,1-4-1 0,3 4 9 16,0-1-73-16,4 1-36 0,-3-2-115 16,4 0 24-16,-3 0-114 0,-1-1 18 0,-3 1 38 15,0 0-9-15</inkml:trace>
  <inkml:trace contextRef="#ctx0" brushRef="#br0" timeOffset="113866.11">9266 17229 602 0,'5'-2'368'0,"-1"2"-64"0,-3-3-22 0,1 6-23 15,-14 5-40-15,-6 3-12 0,-4 1-18 16,1 3-41-16,-8-1 9 0,-5 3-13 0,-1 0-16 15,-1 0-14-15,-1 1 0 0,3-2 0 0,4-1-15 16,2 1-25-16,3-1 3 0,5-3-24 16,-2 2 24-16,2-1-8 0,7-1-7 0,0 2-6 15,7 1 23-15,6-1 0 0,0-6-10 16,20 13-6-16,-3-8-11 0,6 1 4 0,-1 1 8 16,5-2-28-16,5 1-2 0,-1 0 14 15,2 1-14-15,1-2-20 0,3 2 6 0,-1 0-3 16,1 1-61-16,-2-3-32 0,-1-1-15 15,-6 0-33-15,-1 0-28 0,-4 0-40 0,0 0 18 16,2 3-111-16,-12-4-88 0,4 1 28 0,-2-1-92 16,-4-2 8-16,-2-1 11 0,5 3 18 0,-3-1 39 15,-2-5-2-15</inkml:trace>
  <inkml:trace contextRef="#ctx0" brushRef="#br0" timeOffset="114196.43">8837 17849 236 0,'-26'1'433'0,"4"0"-81"16,12-1-44-16,-5 0-21 0,3 0-21 0,-11 10-32 16,9-1-14-16,5 1-25 0,6 4 19 0,3-6-5 15,24 16-15-15,0-5-25 0,10 1-29 16,6 3 1-16,4 0-26 0,-1 1 5 0,0-4-53 16,-3 2-6-16,4-1-89 0,-5 0-47 15,-6-1-43-15,1-3-34 0,-5 2 16 0,3-4-138 16,-1-3-190-16,-2-1 33 0,-1-4 11 0,-6-1 29 15,4-4 28-15,-5-1 13 0,-12-1-35 16</inkml:trace>
  <inkml:trace contextRef="#ctx0" brushRef="#br0" timeOffset="114928.54">10467 17452 247 0,'0'-6'330'0,"-2"-2"-38"0,1 4-29 15,-5-10-37-15,-1 5-15 0,-8-2-23 16,-1 5 7-16,-1 1-28 0,-4 3-17 0,2 2 16 16,6 0-14-16,-20 10 11 0,6-2-22 0,4 5 5 15,1 0-11-15,1 1-20 0,1 1-11 0,1 1 22 16,2 3 7-16,2 2-12 0,1-2-2 15,5 7-7-15,2-1-20 0,4 0 8 0,3-12-9 16,0 3-6-16,23 25-15 0,-7-19 8 16,4 0-16-16,16 12-4 0,1-3-25 0,4-4-38 15,-4-4 1-15,-1-5-92 0,-6-3-24 0,-2-6-24 16,-1-1-27-16,-1-3-28 0,-4-1-28 16,2-4 20-16,-16 0-68 0,3 0-105 0,14-12 28 15,-10 4-69-15,-4 2 5 0,3-4 14 16,-4 0 23-16,5-1 5 0</inkml:trace>
  <inkml:trace contextRef="#ctx0" brushRef="#br0" timeOffset="115564.48">10979 17403 530 0,'0'1'353'0,"-1"1"-8"16,-2 3-27-16,-4 10-15 0,-1 1-37 16,-1 3-34-16,1 3 26 0,3 2-30 0,3 0-20 15,-2 3-16-15,0 1-14 0,4 2-22 16,0-15-2-16,0 2-17 0,0 5-22 0,0-1-1 15,0-1-20-15,0-4-15 0,0 2-2 16,11 10-16-16,-8-20 13 0,-3-3 34 0,5-2 0 16,-2-2-8-16,2-1-8 0,1-2-13 0,8-5-12 15,3-3-8-15,0-4 2 0,0-2 1 0,3-2-9 16,1-4-11-16,2 1 0 0,0 2-8 16,-2-1-1-16,-1 3 16 0,-1 0-1 0,-1 2-6 15,-2 1 8-15,-2 2-4 0,-3 2-16 16,-1 2 4-16,-2 1-8 0,-4 3-8 0,0 3-3 15,-4 1 0-15,0 0 3 0,9 10 0 16,-7-5 4-16,-2 2-10 0,5 12 3 0,-2 0 3 16,2-1-10-16,2 1-3 0,1 1 14 0,0 4-8 15,0-2 2-15,1 2-28 0,2-3-42 16,0 13-55-16,4-3 10 0,-4-5-122 0,-9-5-41 16,0 5-52-16,1-9 27 0,-3-9-226 15,0 1 42-15,-14 6-28 0,12-15 25 0,2-6 31 16,0-3 27-16,3-2 49 0,1-7 23 15,3-5 11-15,5-2 1 0</inkml:trace>
  <inkml:trace contextRef="#ctx0" brushRef="#br0" timeOffset="115829.36">11746 17350 412 0,'15'-12'418'0,"-2"7"-55"16,-3 5-42-16,-4 7-11 0,0 6-24 15,0 6-38-15,2 1-28 0,-4 4-17 0,-2 1-4 16,1 3-26-16,-3-14-21 0,0 6-24 15,0 6 4-15,-17 22-21 0,15-23-21 0,-2-6-17 16,-1 0-7-16,1-4-21 0,1-3-2 0,3-2-12 16,0-10 7-16,0 0-5 0,0 5-2 0,15 4 2 15,-9-9-16-15,3 0 10 0,11 0-7 16,-7 0-19-16,5 0 16 0,31-12-13 16,-20 7-2-16,0 0-33 0,3 1-1 0,0 1-23 15,-1-1-37-15,-2-3-25 0,-1 4-39 0,1 2-51 16,-4-5 19-16,-15 6 17 0,7 0-335 15,-4 0 49-15,-3 0 33 0,13-8 1 0,-16 6 26 16,-2-1 11-16,0 0-4 0</inkml:trace>
  <inkml:trace contextRef="#ctx0" brushRef="#br0" timeOffset="122744.93">12453 17763 307 0,'0'0'112'15,"0"0"-11"-15,0 0-16 0,0 0-11 0,0 0-11 16,0 12 3-16,0-12-3 0,0 0-8 0,0 0 2 15,0 0-8-15,0 0 44 0,0 0-17 16,0 0-1-16,0 0-4 0,0 0 22 0,0 0-13 16,0 0-8-16,0 0 9 0,0 0-18 15,0 0-9-15,0 0-1 0,1 22-9 0,-2-21 9 16,0-1-6-16,-2 0-8 0,3 2-4 0,-1-2-5 16,-1 1-10-16,2-1 12 0,-2 1 4 15,1 1 6-15,0-4-2 0,1 4-8 0,0-4 8 16,0 4 6-16,0-4-6 0,-3 2 2 0,0 0-8 15,0 0-2-15,-4-1-24 0,-3 1-16 16,-8-3-31-16,5 3-21 0,-3 0-17 0,-1 0 7 16,-17-7-53-16,15 2-75 0,10 0-108 15,1-2 20-15,3-1-90 0,2-9 12 0,3 8-20 16</inkml:trace>
  <inkml:trace contextRef="#ctx0" brushRef="#br0" timeOffset="124379.88">13930 7207 347 0,'0'0'162'0,"-15"0"10"0,15 14-6 16,-16 5 7-16,16-13-34 0,0-2-2 16,0 2-14-16,1-1-16 0,0 2-9 0,-1 1-7 15,0 4 1-15,11 21-9 0,-11-23-10 0,0 4-27 16,0 3 5-16,0 4-2 0,0-1-18 15,-18 29 3-15,15-19 5 0,1 0 1 16,-2-1 2-16,0 4 5 0,0-5-8 0,4 3-3 16,-5 3 1-16,1-1 3 0,0 4-9 15,-1 4 11-15,1 0 3 0,0 4 3 0,1-1 3 16,-4 5-17-16,4 4 2 0,-4 3-11 0,0 2 4 16,1 3 3-16,0 1-7 0,0 1-1 0,0 1 13 15,3 2-8-15,0 2-4 0,2 6 5 16,-1 5-15-16,2-41 0 0,0 21 6 0,0 12 11 15,0 4-17-15,0 4 11 0,12 88 15 16,-11-80 1-16,2 4-13 0,1 0 13 16,-3 5-18-16,2 3 10 0,-1 1-6 0,-2 4-11 15,0-3 23-15,0-48-13 0,0 28-16 0,0 13 11 16,0 10-12-16,0 5-2 0,0 0-8 16,0 2 13-16,0 3-9 0,0 2 22 0,0 0-23 15,0 2 13-15,0 3 6 0,9 121-8 0,-5-117-3 16,0-1-19-16,0 3 17 0,-1-1 2 0,1 2-9 15,1 3 0-15,-1 2-2 0,0 3 19 0,1-2-13 16,2 2-7-16,-2-1 4 0,1 3-5 16,2-2 7-16,-3 2-4 0,6-1 20 0,-2 2-4 15,1 0 1-15,3 3-18 0,1-2 0 16,-1 2-8-16,2 0 27 0,11 85-19 0,-4-51 6 16,-7-28 0-16,1-19-4 0,0 0-12 15,0 2 0-15,-1 6 16 0,14 95 1 0,-10-55-18 16,-3-31-2-16,-2-16-2 0,-1 2 9 15,2 5 19-15,-1 1-26 0,0-2 18 0,1 6-3 16,13 83 29-16,-2-17-10 0,-3-9-4 0,-4-12-5 16,4-8-11-16,-4-6 10 0,-2-10 12 0,1-6-3 15,-3-1-8-15,2-2 11 0,-2-7 16 0,3-3-26 16,-3 1 9-16</inkml:trace>
  <inkml:trace contextRef="#ctx0" brushRef="#br0" timeOffset="126130.03">15158 7636 224 0,'-14'-12'230'0,"14"12"-8"0,0 0-15 0,-35-30-3 16,29 23-9-16,1 2-16 0,0-1-2 15,-3 2-16-15,6 0 0 0,0 1-11 0,0-1 6 16,0 0-21-16,1 0-7 0,1 0-6 0,0-2-11 16,0 6-14-16,0-8-23 0,19-11 12 15,-8 10-15-15,3 1-2 0,-2 2-24 16,-1 5 2-16,1-1-22 0,-4 2 4 0,4 0-7 15,16 21-1-15,-13-5-14 0,-5 2 3 0,1 2 5 16,-3 6 17-16,-6 0-9 0,-2-11-16 0,0 5 3 16,-16 28-2-16,7-16 3 0,-5-8 3 15,-4 1 2-15,-1-2 22 0,1-3-24 0,-1 2 14 16,0-3 9-16,1-2 13 0,0 0-3 0,5-3 9 16,3-2 14-16,0-4-8 0,1-1 20 15,5-2-3-15,4-1-18 0,0-4-3 0,0 0-2 16,18 4-15-16,5-6-13 0,-9 2 26 15,9 0-22-15,39-11-22 0,-22 9 0 0,4-3-1 16,3-3-82-16,-3 4-69 0,4-1-39 0,-2 0 16 16,-1-2-228-16,-4 0-94 0,-3 0 34 15,1-4 32-15,-6 2 42 0,-5 0 24 0,-2 1 23 16,1 0 18-16,-6-1-1 0</inkml:trace>
  <inkml:trace contextRef="#ctx0" brushRef="#br0" timeOffset="126829.73">15715 7657 428 0,'-14'-14'306'0,"2"-1"-64"0,0-5-21 15,5 4-26-15,5-2-26 0,2 9-16 16,0-6-20-16,18-15-20 0,-5 13-14 0,3 1-23 16,6 4-9-16,3 2-23 0,0 2-1 0,3 3-2 15,-2-1-17-15,-12 6 0 0,1 0-23 16,20 19 2-16,-23-9-1 0,-1 8-11 0,-7 1 12 15,-1 4 6-15,-3-10 12 0,0 6 15 16,-20 22 20-16,4-14-5 0,0-1 16 0,-6 4 22 16,2-3 16-16,-4 0 3 0,-2-1 11 0,-1 0-33 15,3-2 16-15,-1 0-16 0,6-1 20 16,-3-2-7-16,5-2-29 0,2 1-5 0,1 2-5 16,4-2-4-16,8-1-11 0,2-5-5 0,0-6-3 15,20 13 15-15,-1-12-10 0,6-3 2 0,6 0-17 16,0-3-1-16,2-1 3 0,-17-2 6 15,7 0-8-15,32-11-8 0,-26 3 10 0,-3-2-7 16,-3-1-5-16,-3-4-1 0,1 1-2 16,-9-1 2-16,-1-2-2 0,-9 0-2 0,1 5-4 15,-3 4-11-15,-11-15-2 0,-1 8 1 16,0-2 1-16,-4 5 15 0,-1-1-2 0,-1 0-1 16,0 2-1-16,2 2-37 0,3 1-38 15,-3-1-64-15,7 5-50 0,2 1 16 0,2 2-95 16,1 0-157-16,4 1-36 0,0 0 52 0,0 0 28 15,24-10 25-15,-5 5 24 0,1-3 19 16,3 2-28-16</inkml:trace>
  <inkml:trace contextRef="#ctx0" brushRef="#br0" timeOffset="127211.78">16383 7661 727 0,'5'1'319'16,"-1"1"-34"-16,-2 0-46 0,2 2-13 0,-2 0 9 15,0 4-39-15,2 9-18 0,1 2-15 0,-4-2-1 16,-1 3-18-16,0 0-36 0,2-2 2 16,-2 1-14-16,0 0-6 0,0-5 16 0,0-2-15 15,0-4-28-15,2 1-12 0,-1-4 30 16,-1-5-31-16,0 0 11 0,0 7-9 0,0-7 21 16,0 0 2-16,10 6-13 0,-5-8-9 0,10-6 3 15,2-6-6-15,0 3-5 0,1-4-3 16,0 2-1-16,-3 0-2 0,0 4 14 0,-2-3 8 15,-5 6 11-15,1 0-10 0,-5 1-9 0,0 2-22 16,1 2 4-16,-1 1-3 0,-4 0-2 0,0 0-8 16,15 12 4-16,-6 1-5 0,0 3 0 15,-1 1 0-15,4 1-9 0,0 4-7 16,2-2 14-16,0-1-5 0,1 3-23 0,2 2 2 16,-1-3-102-16,0 1-32 0,-2-2-42 0,2-3-43 15,-4 0-37-15,-4-6 25 0,-6-3-261 0,-2-5 48 16,-1-3 33-16,0-1 29 0,-4-4 33 0,-1-9 0 15,-1-3 29-15,2-7 12 0,1-5 0 16</inkml:trace>
  <inkml:trace contextRef="#ctx0" brushRef="#br0" timeOffset="127444.55">16995 7550 242 0,'16'-14'340'0,"5"7"-48"0,-7 5-39 0,0-1-27 15,-4 3-7-15,2 0-27 0,13 16-29 0,-13-3 8 16,-3 1-29-16,-2 4-7 0,-1-1-13 15,-4 2-20-15,0-1-7 0,-2-10-12 0,0 6-2 16,0-1 2-16,0 2-4 0,0-4-11 16,0-1-14-16,0-2-8 0,0 1 15 0,0 1-18 15,12 10-5-15,-2-11-4 0,11 0-7 0,3-6-6 16,4 0 0-16,4-2-11 0,4-1-18 16,-18 0-16-16,9 0-17 0,5 0-14 0,5 0-18 15,42-13-17-15,-40 11-19 0,3 0 10 0,-7-5-124 16,-3 3-172-16,-2-1 7 0,-2-2 8 15,-3-2 46-15,-7 1 25 0,1 1-10 0</inkml:trace>
  <inkml:trace contextRef="#ctx0" brushRef="#br0" timeOffset="128929.95">18662 7385 617 0,'0'0'243'0,"-19"30"-21"0,-3-16-41 15,-4 6 2-15,-4 1-3 0,-7 1-15 16,1 1-13-16,-2-3-13 0,0-2 13 16,3 3-16-16,1-5-8 0,2 0-14 0,4-2 2 15,4-2-7-15,0-1 14 0,3-1-10 0,2-1-9 16,6-1 8-16,-2-4-2 0,9 2-8 15,3-1-13-15,3-5-8 0,0 0-10 0,21 15-5 16,-4-9-2-16,8 3-14 0,0 1-6 0,1-2-10 16,2 4 6-16,1 1-9 0,6 3-5 15,-2-1-4-15,-1 3-2 0,5-1-21 0,-2 0-31 16,-2 3-42-16,-1 1-50 0,-3-4-32 16,1 3-56-16,-4-4 19 0,-1 3-259 0,-4 1 12 15,-5-2 53-15,-1-3-1 0,-7-1 24 0,-6-3 5 16,0-3 11-16,-2-8-7 0</inkml:trace>
  <inkml:trace contextRef="#ctx0" brushRef="#br0" timeOffset="129128.7">18342 8008 241 0,'-20'0'473'0,"13"-1"-84"16,-3 0-72-16,3 1-28 0,0-3-38 0,7 3-53 15,0 0-3-15,-4 7 5 0,15 3-36 16,6-1-12-16,8 3-28 0,-3-2-14 0,8 4-13 15,0 2-11-15,3-2-42 0,1-2-55 16,-2 3-51-16,0-5-61 0,1 4 11 0,-1-7-152 16,-2-3 23-16,2 2 20 0,-3-4 19 0,0-2-213 15,-17 0 43-15,7 0 13 0,23-12 13 16,-17 5 40-16</inkml:trace>
  <inkml:trace contextRef="#ctx0" brushRef="#br0" timeOffset="129445.48">19463 7510 376 0,'-12'-13'423'16,"-3"6"-76"-16,-1 0-29 0,-2 6-3 0,-4 0-42 15,11 1-34-15,-6 0-26 0,-23 14 42 0,17-2-20 16,-1 1-5-16,4 0-33 0,3 4-11 15,1 0-10-15,0 1-16 0,3 5-4 0,2 2-12 16,7 2-21-16,1 5-6 0,3-16 0 16,13 28-24-16,4-14-7 0,1-4-2 0,7 2-16 15,6-3 6-15,-2-3-30 0,3 0-45 0,0-3-20 16,0-3 2-16,2 1-92 0,-6-8-40 16,1-3-38-16,2-4-34 0,-16-2 21 0,8 0-169 15,24-10 30-15,-25-3 27 0,1-2-137 0,-2-4 29 16,-1-3 34-16,3-2 50 0,-2-2 26 15,-1-3 15-15,3-1-26 0</inkml:trace>
  <inkml:trace contextRef="#ctx0" brushRef="#br0" timeOffset="129810.82">19938 7570 804 0,'8'-12'356'0,"-2"4"-47"0,-3 0-35 16,0 5-46-16,-3 0-27 0,0 2 1 0,-1 2 11 16,-2 3-25-16,1-1-21 0,-1 3-17 15,-6 10 26-15,0 1-35 0,4 0 19 0,2 4-26 16,1 2-11-16,2-1-1 0,0-13-23 0,0 7-2 15,13 18-2-15,-9-17-6 0,0-4-6 16,3 0-17-16,-2-2 15 0,-1-4 10 0,2-2-1 16,0-2-5-16,2-1-2 0,1-2-11 0,-1 0-8 15,18-13 5-15,-5 4-16 0,0-6-5 0,3-1-7 16,-2-1-2-16,1-1-10 0,-1 1 2 16,-1-3 1-16,0 7-1 0,-2-4 18 0,-1 2 1 15,-4 6-3-15,-1-1-14 0,-4-1 7 16,0 5-7-16,-3 2-13 0,-1 2-1 0,-2 2-5 15,-3 0 5-15,0 0 2 0,2 13-9 0,0-7 4 16,-4 15-9-16,2-12 9 0,0 8-6 0,0 3 10 16,0 3-10-16,12 29-43 0,-8-25-43 15,2 1-36-15,-2-3 10 0,1 1-125 0,-5-16-49 16,0 5-56-16,0 1 30 0,-15 14-218 16,4-19 39-16,2-7 35 0,3-4 18 0,-2-3 30 15,3-2 26-15,-1-9 43 0,1-8 24 16,5 9-52-16,0-8 4 0</inkml:trace>
  <inkml:trace contextRef="#ctx0" brushRef="#br0" timeOffset="130067.1">20676 7404 377 0,'31'-7'363'0,"-5"3"-40"0,-3 4-47 16,-13 0-14-16,15 14-23 0,-14-4-3 0,-5 8-31 16,-3-1-15-16,-3-8-1 0,-13 23-5 15,-1-8-21-15,0-6-2 0,-5 1-13 16,-1-1-12-16,4 0-7 0,-2-1-2 0,4 0-14 15,0-4-16-15,5 1-14 0,0-3 3 0,9-2-11 16,0-9 2-16,14 20-12 0,4-11-1 16,7-2-16-16,3 0 8 0,2-1-27 0,6 0-3 15,3 1-63-15,5 0-27 0,1-1-32 16,1 0-13-16,0 2-13 0,5-1-14 0,-4 1-45 16,-1-1 15-16,-5 0-149 0,-5-1-151 15,-3-2 45-15,-1-3 18 0,-4 1 45 0,-5 3 7 16,-6-5 26-16,-17 0 35 0,8 0-40 0</inkml:trace>
  <inkml:trace contextRef="#ctx0" brushRef="#br0" timeOffset="131267.22">16720 8944 365 0,'0'0'288'0,"0"-12"-30"0,0 12-38 0,9-23-26 16,-20 15-8-16,-4 1-14 0,-1 2 8 0,-3 5-7 16,6 0-18-16,-7 0-11 0,-25 12 40 15,18 0-25-15,-4-1 7 0,3 7-6 0,-1 1-18 16,3 1 23-16,2 0-20 0,1 3-3 0,2 0-14 16,2 2 4-16,6 0-29 0,0 1 11 15,5-1-5-15,4 4-1 0,4-15-24 0,14 26-2 16,-1-19 0-16,10 2-4 0,5-4-5 15,5 0-19-15,7 2-9 0,2-6 4 0,1-1-29 0,0-2-57 16,0-2 4-16,-2-1-56 0,-3-4-47 16,0-2-42-16,-2-3-35 0,-20 0 20 0,9 0-323 15,29-15 41-15,-27 4 33 0,-2-3 0 16,1-1 27-16,-2-3 65 0,1 2 22 0,-1-2 14 16,3 1 2-16</inkml:trace>
  <inkml:trace contextRef="#ctx0" brushRef="#br0" timeOffset="131468.07">17188 9063 451 0,'-9'-9'478'0,"1"2"-78"0,3 0-54 0,1 0 24 16,0 5-36-16,2-5-50 0,2 2-14 16,2 1-40-16,-2 4-19 0,19-9-38 0,6 2-3 15,4 3-39-15,9 3-44 0,6 1-10 0,-20 0-108 16,15 0-59-16,3 0-67 0,59 12 12 15,-51-6-266-15,0-3-45 0,-3 3 32 0,-4 0 28 16,-3-2 25-16,-8 4 26 0,-4 1 17 0,-7 5 11 16</inkml:trace>
  <inkml:trace contextRef="#ctx0" brushRef="#br0" timeOffset="133896.47">17372 9310 689 0,'-24'-3'362'16,"3"1"-10"-16,15 2-17 0,-13-5-46 15,11 3-38-15,0 1-29 0,2 1-24 0,2-2-7 16,0 2-16-16,2-1-12 0,4 1-29 0,3 0-20 15,3 1 14-15,19 4-39 0,-12-5-8 16,39 5-77-16,-17-4-57 0,6 3-63 16,4-2-83-16,-3 1 17 0,2-3-272 0,-23 0 34 15,13 0 27-15,3 0 25 0,41-10 50 16,-39 5 17-16,0-2 15 0,-3 1 5 0</inkml:trace>
  <inkml:trace contextRef="#ctx0" brushRef="#br0" timeOffset="134214.41">18273 8995 367 0,'9'-21'504'0,"5"4"-101"15,0 2-53-15,-2 3-44 0,8 2-7 16,-2 3-33-16,0 2-32 0,2 3-40 0,-11 2-7 16,23 16-22-16,-15-1-9 0,0 1-20 0,-6 4-33 15,1 4 1-15,-5 1-18 0,-3 4 4 0,-4 1-3 16,0-15-13-16,-14 27-12 0,-1-17-15 15,-3-2 8-15,-3-1-3 0,-2 1-8 0,2-5 0 16,0-1-21-16,3-2 7 0,0 1-2 16,2-3 17-16,4-2-22 0,1-3-6 0,2-1 17 15,6-4 4-15,2 2 3 0,1-5-20 0,0 0 9 16,29 9-4-16,-4-8-11 0,0 1 2 16,-8-2-22-16,10 0-2 0,3 0-72 15,5 0-43-15,3 0-34 0,6 0-57 0,2 0 20 16,2 0-198-16,3 0-84 0,52-14 20 0,-54 8 33 15,1 1 31-15,-1-2 15 0,1 2 24 16,-2-1 18-16,0 3 36 0</inkml:trace>
  <inkml:trace contextRef="#ctx0" brushRef="#br0" timeOffset="134598.49">19321 9174 928 0,'-20'-29'361'0,"-1"-2"-19"0,1-5-51 16,1 0-36-16,3 0 11 0,3-4-33 15,6 5-27-15,2 0-6 0,2 2-27 0,3 15-30 16,0-5-16-16,15-26-8 0,-5 27-5 16,3 7-15-16,0 3-14 0,3 5-2 0,-1 5-17 15,-8 2-16-15,17 11-11 0,-14 3-5 0,-4 6 7 16,-6 7-4-16,0-15-22 0,-14 33-2 16,-2-12 16-16,-5 2-7 0,0 2-4 0,-8-1 15 15,1 0-1-15,-1-1 6 0,-4-2 6 0,5 0 1 16,0 0 15-16,2-2-2 0,2-2-3 15,6-5-8-15,0 1 4 0,5-1-5 0,2-2 7 16,3 0-9-16,5-1-16 0,3-11 6 0,13 15-14 16,4-11 11-16,2-5-1 0,5-1-1 15,3-2-17-15,4-5-22 0,-15-1-19 0,9 0-11 16,30-12 1-16,-25 5-13 0,-1-1 3 0,-4-3-16 16,-3 0-25-16,-3-1 11 0,-10 0-20 0,-7 0-35 15,-2 12-7-15,-11-20-10 0,-7 9-28 16,-6 1-35-16,-6 0 18 0,-3 6-173 0,2-1 31 15,-3 2 26-15,-2 0-104 0,1 2 28 16,18 1 9-16,-9 0 24 0,-33 12 48 0,26-5 7 16</inkml:trace>
  <inkml:trace contextRef="#ctx0" brushRef="#br0" timeOffset="134998.51">16963 9903 647 0,'-42'0'391'16,"-17"0"-26"-16,-65-13-50 0,68 11 31 0,5-1-16 16,12-1-50-16,10 1-21 0,15-4-50 0,19 4-19 15,22-4-11-15,14 3-21 0,17 2-25 0,12 2-28 16,-27 0 7-16,30 0-8 0,113 9-18 15,-62-2-10-15,8 0-1 0,14 0-13 0,-1 1-38 16,4 1 3-16,-1-4-10 0,2 3-5 16,-4-1-2-16,-5 0-1 0,-1-4 13 0,-10 2-7 15,-5-1 7-15,-7-1 10 0,-9-2-11 16,-7-1 32-16,-55 0-2 0,20 0 6 0,4 0 19 16,2 0 4-16,-7 0 5 0,59-9-2 0,-74 7-5 15,-11-2-4-15,-2 1-7 0,-4 2-3 0,-4-1-9 16,-2 0-10-16,-4-1-36 0,-8 3-66 15,-7 0 7-15,-2 0-159 0,-8 0-80 0,-5 0 26 16,3 0-292-16,-4 0 35 0,0 0 41 16,-1 0 35-16,-10 0 32 0,7 0 66 0,-3 0-34 15,-16-8 24-15,19 7 19 0,3-2 80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6T05:44:56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15770 10472 977 0,'0'-15'367'0,"0"15"-29"15,0-14-52-15,-11-4-24 0,11 15-31 16,-2-1-27-16,0 4-17 0,2 0-22 0,-1 4 25 16,-1 1-3-16,1 0-10 0,-1 13-30 15,-2 0 13-15,0 0-19 0,3 3-12 0,-1-1 5 16,2-8-13-16,0 3-7 0,0 5 2 0,11 24-2 15,-9-25-2-15,4 1-13 0,-1-6-1 0,-1 1 7 16,2 0-10-16,0-5 6 0,-2-4 3 16,1 0-3-16,-1-2 0 0,-1-4-3 0,-3 0-17 15,10 0-14-15,12-19 0 0,-6 7-9 0,-1-5-17 16,0 0 9-16,0-3-11 0,3-3-8 16,1 0-9-16,0-1 8 0,3-1-2 0,-4 3-3 15,1 4-9-15,-1-1 3 0,1 3-5 16,-6 0-1-16,0 2-1 0,-2 4-12 0,-1 6 5 0,-2 1 3 15,-8 3 5-15,0 0 8 0,0 0 5 16,14 14 5-16,-6 1-10 0,-2 2-7 0,-2 0 8 16,2 2 0-16,-1 3 22 0,1 0-14 0,-3 2-6 15,2 2-3-15,0 1-9 0,-1 2 14 16,1 0-23-16,-1-3-34 0,0 4-37 0,5-3-32 16,-5 1-39-16,-1-3 14 0,-3 1-116 15,5-6-36-15,0 0-34 0,-1-4-11 0,1-2 29 16,-1-6-132-16,0-5-123 0,0-1 42 15,-4-2 10-15,0 0 35 0,20-20 81 0,-6 1-5 16,0 0 26-16,5 0 20 0,1 1 5 16,1 1 27-16</inkml:trace>
  <inkml:trace contextRef="#ctx0" brushRef="#br0" timeOffset="268.39">16368 10793 317 0,'16'-12'352'15,"-1"3"-34"-15,-3 1-46 0,-2 2-20 0,-4 4-21 16,-1 0 24-16,-5 2-4 0,0 0-30 16,7 11 51-16,-6-4-11 0,-1-1-27 0,3 14-2 15,1-1-30-15,2 3 1 0,3-1-24 0,1-1-12 16,3 2-15-16,3-3-17 0,2-3-1 0,3 0-18 15,2 0-12-15,2-1-7 0,0-6-22 16,3 1 2-16,-8 0-4 0,1-4 0 0,-2 0-3 16,-6-5 10-16,-13-1-8 0,9 0-12 0,1 0-3 15,-1-16-7-15,-7 7-2 0,-4-7-14 16,2 6 6-16,-13-22-7 0,0 11-4 0,0 1-4 16,-1 3 0-16,-2 0-1 0,-2 0-13 15,-4 5 5-15,0-1-2 0,1-1-23 0,2 4-40 16,3 0-28-16,0 4 7 0,7 1-146 0,4 0-46 15,3 5-31-15,2 0 26 0,0 0-288 16,16-5 18-16,8 1 39 0,0-2 12 0,3-2 34 16,5-1 92-16,1 0-3 0,7-1 27 15,3-2-26-15,-1 0 5 0</inkml:trace>
  <inkml:trace contextRef="#ctx0" brushRef="#br0" timeOffset="428.89">17231 10540 687 0,'2'-6'534'0,"-2"-1"-56"0,1 4-22 0,-1-3-64 16,3 0-61-16,8-7-30 0,2 0-30 16,11 3-49-16,3 2-64 0,16 4-17 15,3-4-192-15,3 2-89 0,2 0 12 0,3 4-335 16,-27 2 34-16,10 0 32 0,11 0 28 16,2 0-26-16,-4 0 6 0,42 9 28 0,-52 0 6 15</inkml:trace>
  <inkml:trace contextRef="#ctx0" brushRef="#br0" timeOffset="601.6">17506 10738 808 0,'-32'8'493'0,"3"0"-55"0,1 2-28 15,4-5-47-15,3 2-43 0,4-2-42 16,12-1-38-16,5-2-18 0,11 0-27 0,14-4-75 16,-7 2-52-16,9 0-7 0,6 0-196 15,8 0 14-15,51-13-356 0,-41 6 16 0,3-3 25 16,-3-3 29-16,3 1 26 0,-1-2 35 15,3 1 23-15,1 1 18 0,-2-3-31 0</inkml:trace>
  <inkml:trace contextRef="#ctx0" brushRef="#br0" timeOffset="3748.32">18563 10308 500 0,'0'-14'332'0,"0"14"-27"0,4-29-42 0,-6 23-1 0,2 0-54 16,0 4 8-16,0-4-48 0,-2 4-26 0,2 2-5 15,-1 0-3-15,-1 2 0 16,0 2 4-16,0 3-32 0,-1 10-4 0,0 2-3 15,-1 0 18-15,2 0-24 0,0 1 2 0,2-10-3 16,0 5-8-16,0 1-8 0,11 20 18 16,-2-20-2-16,-1 0 0 0,3-1-7 0,3-3-3 15,4-1-6-15,1-3-24 0,4-1 3 0,4-4 6 16,1-1 1-16,-15-2-12 0,9 0-5 16,27-10 5-16,-20 3 4 0,-5 0-6 0,0-7-5 15,-3-4-2-15,2 0 3 0,-1-5-6 0,-3 4 3 16,0-1 9-16,-4 0 20 0,2 4 8 15,-4 2-9-15,-2 3-4 0,1 1-16 0,-5 4-8 16,-4 4-7-16,-3 2 2 0,1 8-6 0,-3-2 0 16,-5 13 2-16,1-1-2 0,-3 6-6 15,1 0 13-15,3 3-8 0,0-1-11 0,2 1 15 16,3-15-6-16,0 12-12 0,0 1 3 0,13 30 11 16,-4-26-10-16,1 0-42 0,1 2-38 15,0-3-61-15,1 0 13 0,-5-1-135 0,2 1-93 16,-6 2 28-16,2-2-258 0,-3-3 55 0,-2-15 39 15,0 3 35-15,-13 15 45 0,6-16 7 16,-1-3 12-16,6-3 26 0,0-4 16 0,2 0 70 16</inkml:trace>
  <inkml:trace contextRef="#ctx0" brushRef="#br0" timeOffset="4459.68">18616 9997 800 0,'0'-5'242'0,"-3"-1"-44"15,3 5-14-15,-1 1-8 0,-3 0-14 16,2 4 10-16,-5 11 20 0,1 1-26 0,-4 3 1 16,2 3-2-16,0 3-12 0,4 3 13 15,-1 2-29-15,4 0 6 0,-3 0-19 0,4-15-24 0,0 5-11 16,0 4 13-16,19 27-13 0,-9-29 12 15,3 2-9-15,3-7-13 0,2-1 14 0,-1-1-25 16,8-5-3-16,0 2 4 0,5-4-7 16,-1-2-24-16,3-3 12 0,1-1-10 0,-16-2-19 15,29-10 16-15,-19 1 3 0,1-3-13 16,-4-5 11-16,3 0-11 0,-4-2 1 0,-4-3 4 16,2 5 15-16,-4 0 1 0,-1 2 5 0,-2 3-2 15,-1-2-2-15,-2 2-22 0,-3 7 12 16,-4-1-11-16,1 4 3 0,-5 2-8 0,0 0 16 15,1 8-2-15,-3-3 5 0,-4 13 18 16,1 2 3-16,-2 5 3 0,0-4 1 0,0 6-9 16,1-1-7-16,-1-1-9 0,2 4 7 0,1 3-13 15,-1 6 5-15,0 0-40 0,2 4-43 16,0 4-51-16,3 3 7 0,-1-2-202 0,1-25 26 16,0 18-324-16,0 2 38 0,-11 50 34 0,3-46 38 15,0-4 35-15,-2-4 29 0,0 3 1 0,2-4 26 16,3-4 64-16,-1-2 53 0,3-2 19 15</inkml:trace>
  <inkml:trace contextRef="#ctx0" brushRef="#br0" timeOffset="9852.64">14376 12629 347 0,'0'0'202'0,"-13"0"-32"15,13 0 9-15,0 0 8 0,-28 10-27 16,24-10 2-16,-2-2-12 0,2 1-6 0,-1-1-2 16,1 0-6-16,0 0-13 0,-1 0-5 0,-2-1-10 15,4 0 23-15,-1 1-8 0,0-4-2 16,-1 2 1-16,-3-6 1 0,1 1-26 0,5 1 1 15,-2-1 10-15,4 3-30 0,0 6 1 16,0-6-16-16,0 6 4 0,0-9-25 0,25-6 3 16,-11 7 16-16,1 8-40 0,-9 0 14 0,7 0-8 15,22 13-20-15,-17-1 21 0,-4 5 7 16,-3 2-22-16,-2 3 16 0,-1 4 3 0,-6-1-23 16,-2-9 0-16,0 4 5 0,-20 28 10 0,7-21-5 15,-2 2-2-15,-2-3-1 0,1-1-2 16,0-4 59-16,2-1-5 0,4 0-1 0,-3-4-7 15,2-1 1-15,3-3 10 0,1-3 17 0,1-2 14 16,4-2 5-16,2-2-7 0,0-1-9 16,0-2-15-16,6 0-4 0,2-1-3 0,13-3-7 15,5 0-3-15,5-4-13 0,-2 2-16 16,7 0-31-16,1-3-30 0,2 1 3 0,1 1-115 16,0-2-53-16,-2-1-40 0,2 2 23 15,-6-4-211-15,6 1-98 0,-6 1 37 0,0-3 16 16,-5 0 33-16,-4 0 28 0,1-2 24 0,-4 2 59 15,1 5 21-15,-3-7 5 0</inkml:trace>
  <inkml:trace contextRef="#ctx0" brushRef="#br0" timeOffset="10141.18">14863 12602 496 0,'-8'-11'378'0,"5"-1"-10"0,3 2-61 15,2-1-31-15,-2 11-36 0,19-23-18 16,-4 12-3-16,6 3-45 0,-2-2-16 16,4 5 2-16,0 2-33 0,-1 3-18 0,-10 0-12 15,1 0 9-15,25 14-10 0,-21-3-10 0,-3 1-9 16,-1 5 19-16,-5-1 7 0,-3 4-22 16,-1 2 7-16,-1 4-6 0,1 1-10 0,-4-13 7 15,0 9-12-15,0 3-3 0,0 3-10 16,-16 32-20-16,12-24-3 0,-4-1-96 0,-1 4-43 15,-4 2-61-15,-1 1-43 0,-2-2 19 0,-7 0-195 16,2-3-87-16,-3-4 27 0,2-5 29 16,7-4 63-16,-3-8 3 0,3-2 12 0,1-5 13 15,5-6-11-15</inkml:trace>
  <inkml:trace contextRef="#ctx0" brushRef="#br0" timeOffset="10668.88">14773 13091 445 0,'-8'-26'474'0,"3"-2"-8"16,0 0-30-16,2-1-47 0,1 3-66 0,2 14-18 15,13-25-33-15,0 15-42 0,6 3-19 0,5 0-24 16,8 2-25-16,1 1-60 0,1 1-25 16,5 4-8-16,3 0-114 0,-2 1-14 0,2 2-45 15,0 2-26-15,-1-1-42 0,-5 2 17 0,0 4-86 16,-3-7-25-16,-1 0-129 0,-6 1-31 16,-3 3 66-16,-2-3 126 0,-4 0 203 0,-2 0 6 15,-2 2 110-15,-3 0 35 0,-5-4 21 16,-1 6 51-16,-1-2-7 0,-2 3 22 0,0-1-25 15,2 0 57-15,-2 2-24 0,1-2-27 0,-1 1-14 16,0 2-35-16,-1 0 29 0,-1 7 8 16,1-2-20-16,-3 2-14 0,2 9 4 0,1-5-5 15,0 5-14-15,0 3-22 0,0 6-1 16,0-1-11-16,0 1-8 0,11 25-9 16,-7-28-6-16,1 2-8 0,-1-4-5 0,0-1-4 15,1-4-6-15,2-1-5 0,-5-4-4 0,1-4-2 16,0 0-5-16,1-4-2 0,-4-2 1 0,0 0-4 15,19-12-1-15,-7 1 1 0,1-2-4 0,2-4-4 16,-1-4-3-16,2 4 0 0,-1-2-2 16,2 1-3-16,-2 1-11 0,4-2 11 0,-6 3 6 15,1 2-1-15,-2 3 16 0,-2 2-8 0,-4 2-7 16,-1 0 4-16,-4 3 2 0,3 1-16 16,-1 1 5-16,0 2-9 0,-3 0 11 0,0 0-1 15,7 9 1-15,-4-2-2 0,2 11 4 0,0-2-2 16,-4 6 0-16,7-2-9 0,-3 5-7 15,2-1-43-15,-4 1-40 0,0 1-53 0,-2 0 16 16,2-1-159-16,-3-11-59 0,0 3 32 0,-13 21-265 16,9-26 68-16,0-2 15 0,2-3 62 15,0-4 30-15,1-5 30 0,1 1 22 0,1-4 26 16,4-14 17-16,3-1 14 0,2-3-7 16</inkml:trace>
  <inkml:trace contextRef="#ctx0" brushRef="#br0" timeOffset="10968.5">16083 12591 315 0,'20'-18'530'0,"-1"2"-107"16,-1-1-42-16,-2 7-60 0,0 1-24 0,-6 4-31 16,-4 5-29-16,-6 0-47 0,0 0 0 15,9 16-26-15,-13 2-16 0,-3-2-8 0,-6 4-12 16,-2-1-19-16,0-2-13 0,0 1 2 0,-1 4-23 16,3-4-1-16,0-1-6 0,5 0-13 15,1-2-8-15,1-7 9 0,4 1 0 0,2-9-10 16,0 7-8-16,13 12 9 0,0-11 0 15,1-1-16-15,2-2 10 0,6 0-7 0,0-5-4 16,2 1-8-16,3 2-5 0,-1 0-3 16,2-3 2-16,-4 1-10 0,3 2-17 0,-4-2-6 15,-5-1-3-15,-7 0 4 0,-1 0-47 0,1 0-23 16,-1 0-13-16,-1 0-12 0,-3 0-20 16,-6 0-30-16,8 0-51 0,-8 0 20 0,7 0-165 15,-7 0-118-15,0 0 35 0,7 0 48 16,-7 0 8-16,0 0 27 0,8 0 23 0,5-11 11 15,2 6 18-15</inkml:trace>
  <inkml:trace contextRef="#ctx0" brushRef="#br0" timeOffset="11398.68">17097 12968 580 0,'-5'0'436'0,"-1"0"-42"16,1 0-54-16,-1 0 43 0,4 0-22 16,-2-3-32-16,4 1-50 0,0 0-22 0,4 0-43 15,13-3-19-15,9 2-21 0,5-1-17 0,6 0-30 16,4 0-53-16,4 4-50 0,5 0-3 15,-26 0-112-15,13 0-62 0,4 0-77 0,2 0 20 16,0 0-272-16,2 0 47 0,-4 0 30 16,35-10-9-16,-43 9 26 0,-1 0 54 0,-1-1 15 15,-9-1-5-15</inkml:trace>
  <inkml:trace contextRef="#ctx0" brushRef="#br0" timeOffset="11635.44">17588 12746 1042 0,'-19'-15'386'0,"6"5"-51"16,-3 0 11-16,4 1-54 0,3 0-40 0,4 5-27 15,-1 3-26-15,0 0-20 0,6 1-7 0,0 0-32 16,-10 10-20-16,1 7-1 0,4 5-4 16,3 1-32-16,0 2 11 0,1 4-13 0,0 3-21 15,1-15 1-15,0 7-16 0,0 5 10 16,0 3-12-16,0 1-37 0,0 4-1 0,0 1-110 0,0-4-51 15,0 3-74-15,0-4 21 0,-4 33-280 16,0-40 19-16,-2 3 35 0,3-9 59 0,2-2 7 16,-2-7 27-16,3-11-16 0,0 7 17 15,10 0-25-15</inkml:trace>
  <inkml:trace contextRef="#ctx0" brushRef="#br0" timeOffset="11897.94">17877 12818 516 0,'10'-26'586'0,"-1"2"-81"16,0 2-39-16,-1 5-55 0,-2 2-57 0,-1 1-35 16,-1 3-43-16,-2 5-27 0,0 5-30 15,-4 2-11-15,2 3-28 0,-2 1-7 0,1 12-17 16,-3 3-14-16,0-1-8 0,1 8-22 0,0 3-9 16,-4-2-8-16,6 3-10 0,-4 1-6 15,4 2-7-15,-2 5-21 0,-1-4-34 0,-1 2-35 16,1-1-40-16,-2 2 6 0,2-5-120 15,-2-2-36-15,-3-1-44 0,-1-3-34 0,2 2 28 16,3-9-189-16,-3-1-46 0,4-9 46 0,4-10 33 16,0 0-23-16,9 6 37 0,-2-10 27 15,8-8 47-15,-1-9 10 0</inkml:trace>
  <inkml:trace contextRef="#ctx0" brushRef="#br0" timeOffset="12201.03">18282 12886 861 0,'17'-17'489'0,"1"1"-68"0,-5-2-56 15,-1 4-44-15,-9 11-8 0,-6 4-5 16,-4 3-24-16,-9 6-24 0,-5 4-16 0,2 3-21 16,-1 3-32-16,1 4-18 0,1 2-10 15,2 2-31-15,1 3-2 0,3 2-7 0,3-1-15 16,4-1-15-16,1 1-7 0,1-1-14 0,3-17-2 16,0 9-27-16,18 22-11 0,-5-22-27 0,1-1-9 15,2-8-20-15,1-2-3 0,-1-3-5 16,0-6 7-16,-16-3-5 0,10 0-3 0,3-11-13 15,-10 5 17-15,-2-4 5 0,-4-8 2 0,3 10 4 16,-19-22 2-16,4 13-11 0,-3 1 18 16,-1 1-40-16,-4 3 4 0,-4 2-66 0,1-1-55 15,-2 5-32-15,2-1-69 0,1 4 25 16,5-1 22-16,1-1 21 0,8 4-277 16,6-1 35-16,5 2 33 0,0 0 27 0,12-4 27 15,8 1 38-15,8 0 22 0,4 2 13 16,3-1 6-16</inkml:trace>
  <inkml:trace contextRef="#ctx0" brushRef="#br0" timeOffset="17553.64">19194 12921 222 0,'-20'-4'489'0,"8"2"-47"0,2-3-65 16,3 0-56-16,4 1-41 0,3-1-19 15,3 2-33-15,14-8-25 0,6 3-22 0,5 1-33 16,4 2-15-16,7 0-12 0,3 2-15 0,6 2-59 16,2-2-59-16,2 3-60 0,-25 0-54 0,13 0 10 15,52 9-298-15,-40-4-20 0,-4 0 57 16,-7 1 8-16,-1-1 25 0,-5 3-17 16,-8 2 9-16,-4 4-8 0</inkml:trace>
  <inkml:trace contextRef="#ctx0" brushRef="#br0" timeOffset="17718.41">19563 13210 219 0,'-37'12'445'0,"4"-3"-77"0,2-1 0 16,3 0-47-16,4 1 24 0,5-2-31 15,2-2-36-15,12-2-25 0,5-3-41 0,0 0-15 16,15 0-27-16,14 0-19 0,-14 0-58 16,11 0-11-16,13 0-116 0,2 0-71 0,1 0-71 15,5 0 16-15,1 0-303 0,49-13 34 0,-49 9 31 16,1 0 13-16,-3-3 16 0,1 1 77 0,-1-2-17 15,-1 1 2-15</inkml:trace>
  <inkml:trace contextRef="#ctx0" brushRef="#br0" timeOffset="18049.75">20550 12936 389 0,'-14'-6'367'0,"-4"4"-17"0,-3-1-51 0,9 3-31 15,-27 12 2-15,13-3-30 0,-1 1-21 16,9 3-16-16,-5 2-12 0,6 3-31 0,4 2-8 16,1 1-18-16,8 6-6 0,3-1-7 0,1-13-11 15,15 25-12-15,-1-14-11 0,4-2-9 16,2-3-8-16,1 0-15 0,2-3 7 0,3 0-12 16,1-4-9-16,1-7 9 0,0 2-12 15,3-6 3-15,-18-1-14 0,7 0 1 0,20-20 0 16,-25 6-6-16,-3-6-4 0,-7-2 0 15,-2-1-1-15,-3 10-2 0,-13-25-5 0,-1 14-2 16,1 2-18-16,-6 2-31 0,0 1-22 16,-6 3-21-16,-5 1-30 0,-1 4-52 0,0 0-50 15,2 3 20-15,1 0-226 0,-2 4-17 0,10-5 32 16,6 3 27-16,4 3 25 0,10 3-10 16,0 0 19-16,19-8 51 0</inkml:trace>
  <inkml:trace contextRef="#ctx0" brushRef="#br0" timeOffset="18450.34">21589 12540 738 0,'0'-2'267'16,"0"1"-27"-16,-1-1-4 0,-5 2-11 0,-2 0-21 16,-14 4-2-16,-2 4 1 0,-2 6 13 15,2-2-18-15,0 4-27 0,1 0-10 16,0 4-18-16,-3 6 25 0,3 0-8 0,0 2 0 15,5 5-20-15,-1 1-18 0,7 3-13 0,4 1-13 16,5 1-8-16,3-20 3 0,11 47-19 16,5-23-7-16,8-2 5 0,3 0-29 0,6-4-47 15,0 1-2-15,1-4-94 0,7 0-38 16,-2-5-48-16,-2-6-43 0,4-5 21 0,-4-2-230 16,-5-7-23-16,2 0 32 0,-1-6 33 0,-18-3 28 15,27-14 25-15,-22 2 28 0,1-4 26 16,-2-5 5-16</inkml:trace>
  <inkml:trace contextRef="#ctx0" brushRef="#br0" timeOffset="18913.91">22093 12746 506 0,'5'-17'434'0,"-4"7"-67"0,3 3-50 0,-3 2-36 15,0 0-51-15,-1 0-29 0,-1 5 1 0,1 0-22 16,-2 3 35-16,-1 1-4 0,0 1-35 0,-1 12 2 15,0 7 2-15,-1-2-19 0,1 4-13 16,0 2-9-16,4 1-3 0,-1 4-24 0,1-1-5 16,0-16 0-16,0 7-7 0,0 3-3 15,11 30-15-15,-6-32-12 0,-2-2-6 0,0-3-7 16,0-3 0-16,1-4-9 0,-3-4 5 16,0-2 16-16,3-1-1 0,-1-3 0 0,2-4-11 15,0-1-3-15,9-5-10 0,2-4-1 16,-1-4-3-16,4-4-5 0,-1-1-1 0,2 1-7 15,-2-2-6-15,3 0 2 0,0 0-8 0,-4 0 5 16,4 4-3-16,-6 0-1 0,4 1-8 0,-1-1 4 16,-4 0-3-16,0 4-4 0,0-1 8 0,-6 5-11 15,0 1 3-15,0-1-8 0,-2 5 5 16,-4 4-6-16,-2 1 6 0,0 0-4 0,10 9 9 16,-7 0-3-16,2 7 0 0,-1 4-6 0,0 0 5 15,-2-1-4-15,3 5 0 0,-2-2-2 16,1 2 7-16,0-2-10 0,-2 0-23 0,2 2-34 15,0-5-47-15,-2 3 10 0,-2-2-84 0,0-10-51 16,0 3-40-16,0 3-36 0,-12 10 29 16,8-16-251-16,-4 1 22 0,3-5 65 0,2-4 33 15,-2-2 28-15,4-2 27 0,1-1 23 0,0-2 17 16,-1-2 13-16,3-12 31 0</inkml:trace>
  <inkml:trace contextRef="#ctx0" brushRef="#br0" timeOffset="19217.84">22729 12579 309 0,'17'-18'495'0,"0"0"-84"15,1 3-54-15,1 6-45 0,-3 3-30 16,3 5-29-16,-7 1-20 0,17 11-16 0,-8-2-11 16,-4 5-37-16,-4 4-14 0,-2 1-18 0,-3-3-5 15,-5 6-13-15,-3-13-16 0,0 5-18 0,-13 20 4 16,1-17-12-16,-4 2-11 0,3-7-5 15,3 1-21-15,1 0 11 0,3-7-4 16,3 0-15-16,-2 1 22 0,0-1-20 0,4-3 11 16,0 1 12-16,-1-2-27 0,2-2 11 0,0 0 5 15,0 0-17-15,16 5-5 0,5-2 0 0,3-1-23 16,1 2 1-16,6-3-104 0,2-1-47 16,-4 3-44-16,6 1-44 0,2 0 22 0,3-2-281 15,-3 3 34-15,4-3 33 0,-2 2 32 16,-21-4 26-16,12 0-15 0,4 0 26 0,38-13 13 15,-31 2 0-15</inkml:trace>
  <inkml:trace contextRef="#ctx0" brushRef="#br0" timeOffset="19418.68">23876 12591 544 0,'22'-11'423'16,"-2"2"-71"-16,-4 2-26 0,-5 7-38 0,-11 0-37 16,9 10 45-16,-5 9 7 0,-4 2-18 0,0-7-9 15,0 9-21-15,0 8-29 0,-14 39-15 16,9-25-24-16,-2 5-22 0,1 3-14 0,-7 1-11 15,0 1-49-15,-4 1-48 0,-9-2-51 16,-3 3 1-16,-10 1-145 0,-8-4-56 16,-8 4 21-16,-9-4-264 0,-5 0-44 0,-8-3 30 15,-3-5 37-15,-6 0 47 0,-1-7 12 0,-2-3 23 16,-6-4 3-16,8-3 13 0,-1-6-3 0</inkml:trace>
  <inkml:trace contextRef="#ctx0" brushRef="#br0" timeOffset="21566.66">15326 14038 357 0,'-53'13'296'0,"30"-14"-39"0,23 1-37 0,-11 0-29 15,2 0-31-15,2 0-11 0,1-6-21 0,8 5-16 16,7 0 3-16,16 1-2 0,6-3-14 0,5 2-1 16,9-1-9-16,-21 2-6 0,21 0-3 15,12 0-4-15,13 0-1 0,10 0-9 0,10 0-13 16,13 0 9-16,128 14-11 0,-95-13-18 15,10 5 4-15,14-1 5 0,107 6-2 0,-9 1 2 16,-2 3 17-16,-47-4-12 0,39 7 4 0,-46-1-10 16,42 7-6-16,-51-7 14 0,-30-4-7 15,-14-1-4-15,1 2-8 0,95 5-10 0,-47-1 11 16,-34-9 7-16,-20 3-17 0,2-5 14 0,5 3-21 16,-1-2 3-16,2-1 0 0,-5-2 0 15,0-1 12-15,0-1-25 0,-73-3 6 0,31 0-9 16,18 0 8-16,2 0-4 0,128-14 18 0,-136 11-3 15,-4-4-6-15,-7 2-12 0,-2 0 14 16,-7 1-19-16,-6 0 5 0,-4-2-1 0,-6 1 2 16,0 0 13-16,-2-1-14 0,-5-1 7 0,-3-2 7 15,-1 2-8-15,-1-3-12 0,-1 0 1 16,-1-2 16-16,-4-2-19 0,4 1 7 0,-4-3-12 16,4 1 7-16,-3-2 9 0,-2 0 1 15,-3-2 18-15,-4-3-26 0,-2 1 14 0,-1-1 12 16,-8-1-30-16,0 0 29 0,-5-4-19 0,-2 0 0 15,0-5 7-15,-5 4-17 0,1-1 12 0,3 0-19 16,-3 0 16-16,3 1 12 0,0-1-13 16,3 2-8-16,1 2 22 0,3-1-9 0,1 1 21 15,0-3-20-15,2 3 27 0,-2-2-19 16,3 0-2-16,-5-3-1 0,0 0-4 0,-3 1 14 16,-5-4-12-16,0-1-2 0,-6 0 1 0,-4-3-3 15,-3-1 1-15,-1 1-3 0,-5-1-15 0,-3 1 24 16,-2-1-9-16,-1 2-9 0,-4-1 6 0,1 1 0 15,-2 0 3-15,-1 2 0 0,0 2-4 16,-2-2 9-16,1 1-6 0,2 0-3 0,-4 2 0 16,4-1-1-16,-1 2 8 0,-1-2-10 15,2 3-3-15,-2-3 7 0,0 1-2 0,-2-2 19 16,0 1-13-16,0 15-3 0,0-6 0 16,-10-31 18-16,4 27 0 0,1 3-22 0,0-2 6 15,-3 3-5-15,-1 2 1 0,1-2-1 0,-3 2 7 16,1 2-16-16,-1 0-4 0,0 0 4 15,-3 1 10-15,-2 2 1 0,-1-2 14 0,2 1-1 16,-3 1-20-16,0 0-3 0,-4 2-1 16,-3-2 3-16,-1 0 5 0,2 2-1 0,-8 2-8 15,-5 0 16-15,0-1-21 0,-4 1 16 0,-5 3-7 16,-4-1-1-16,-1 0 3 0,-5 4 20 16,-2-1-4-16,-1 1-20 0,-2 2 11 0,0 0-1 15,0 0 1-15,-2 3-6 0,-1-1 7 0,-3-2-1 16,-4 2 2-16,-2 2 1 0,-2-1-16 15,-2-1 20-15,-5 0-8 0,1 0-1 0,-1 1-4 16,-2-1 6-16,-4 0-7 0,-2-1 12 0,-5 3-14 16,-7-4 10-16,1 2-7 0,-1 0 2 15,0-2-2-15,-8 2 6 0,1-1-14 16,-2 2 23-16,-3-2-8 0,-2-1 8 0,1 1-2 16,2-1 0-16,2 2-10 0,-6 0-9 15,-2-1 11-15,-1 1-1 0,2-3 0 0,-2 3 0 0,2-3 1 16,1 3-1-16,-2-3 0 0,-1 2-6 15,1-4 11-15,1 2-2 0,1 0 9 0,4 0-3 16,1 1-5-16,3-1-1 0,4 3 1 0,-2-2-1 16,1 1-2-16,0-1-9 0,1 1 0 15,5 3 1-15,2-2 8 0,4 0 0 0,48 2 0 16,-20 0 2-16,-12 0 2 0,-4 0-1 0,0 0 1 16,-5 0-17-16,-79 13 16 0,84-8 0 15,-1 2-1-15,8-1-2 0,1-1 0 0,2 3-1 16,1 0-4-16,0-1-1 0,2 0 13 15,-2 0 0-15,3 1-11 0,-1 0-4 0,-1 0 0 16,0 1 1-16,1-1 0 0,3-3 1 0,-4 4-5 16,6-3 2-16,0-2-1 0,0 1 17 0,-1 0-10 15,2-2-7-15,2 2 7 0,-2 2 8 16,-1-6-9-16,3 2 0 0,-3-1 1 16,-1 0 8-16,-1-2-9 0,4 0-14 0,-2 0 11 15,31 0-14-15,-15 0 1 0,-5 0 2 0,-10 0-1 16,0 0-9-16,-4 0-4 0,-1 0 0 0,-69-11 5 15,63 7 5-15,2 1 18 0,-2-1-8 16,0 1-10-16,2-2 4 0,1 2-11 0,3 0 32 16,3 2-20-16,-2-2 27 0,5 1-25 0,3 2 9 15,-1-1-1-15,5 0 8 0,0 1-6 16,0-1-18-16,1-1 14 0,30 2-3 0,-15 0 15 16,-4 0 7-16,-2 0-23 0,2 0 6 0,-45 11 6 15,47-8-21-15,1 2 1 0,3 5 24 16,-2 0 0-16,3 4-9 0,0 1-4 0,-5 5 11 15,8-1-9-15,-2 4 0 0,2 2-2 16,0 3 0-16,1 4 10 0,0 2-10 0,0 4 0 16,0 0 19-16,0 6-14 0,-2 1 2 0,2 5-3 15,4 4 19-15,2 3-7 0,-2 3 29 0,4 1-5 16,2 5-9-16,6 4-12 0,2-1 8 16,7-1 6-16,5 1-27 0,2-35 12 0,15 64 7 15,4-36-3-15,4 0 7 0,10-3 0 0,8-1 3 16,10-3-3-16,10-3 5 0,14-2 2 15,9-7 0-15,11-2 2 0,20-4-6 0,15-8-3 16,107 17 1-16,0-12-19 0,6-10 17 16,-36-12-3-16,53 2-2 0,-2-3-63 0,-41-5-32 0,48-3-21 15,-56-3-52-15,-33 2-64 0,-19-2 19 16,-79 0-294-16,38 0 36 0,155-14 31 16,-124 3 37-16,-9-3 24 0,-5 2 25 0,-6-2 21 15,-3 2 13-15,-3-3-2 0</inkml:trace>
  <inkml:trace contextRef="#ctx0" brushRef="#br0" timeOffset="29481.8">18691 11292 427 0,'0'-12'309'0,"0"12"-60"0,0 0-14 0,-13 0-12 16,13 0-16-16,0-13 17 0,-26-2-42 15,23 13 5-15,0 0-43 0,-2 1-12 0,5-2-20 16,-3 2 2-16,1 1-8 0,-1-3 5 0,1 3-34 16,1-3-6-16,1 2-17 0,0 0 0 15,1-1 5-15,4 0-2 0,12-3-13 0,3-2-3 16,8 2-26-16,1 0 37 0,5-2-33 0,6-1 1 15,3 4 9-15,2-4-22 0,1 2 29 16,1-2-13-16,-1 1-8 0,3-1 3 0,-3 3 7 16,-1-1-22-16,-4 0-8 0,-2 1 8 0,-4 0 7 15,-6 1-27-15,0 0-13 0,-4 1 11 16,-6 0-17-16,-4 1 0 0,-5 0 1 0,-4 2 0 16,-6 2 19-16,-6 1-9 0,-11 2-1 15,-7 4 10-15,-8-2-2 0,-3 1 3 0,-9 0 6 16,-5 0 11-16,-7 2-6 0,1-1-8 15,-1-1 40-15,1-1 10 0,6-2 0 0,2-1 35 16,7-2-9-16,6 5-9 0,2-7 14 0,2 1-7 16,18-1-7-16,-4 0-6 0,4 0-7 15,4 0-7-15,2-2 5 0,17-7 4 0,11-3-15 16,4 4-5-16,3 1 5 0,2 2-5 0,5-3-46 16,1-1-5-16,1 6-52 0,3-1-58 15,-1 3-57-15,-20 1 19 0,8 0-213 0,41 10-58 16,-36-3 41-16,2-6 18 0,-2 1 25 15,3 0 25-15,-3 1 30 0,7 1-17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7T04:49:15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10596 9196 343 0,'0'-14'157'16,"0"14"-26"-16,0 0-20 0,0 0 13 0,0 0-23 16,0-13-10-16,0 13 3 0,6-19-12 15,-7 16-22-15,-1 1-6 0,1 1 18 0,1-3 0 0,0 4-19 16,0-2 12-16,-1 0-16 0,2-1-9 15,-2 1-23-15,1 2 1 0,0-2 24 16,0 2-20-16,-1-1 2 0,2 1-25 0,-1 1 0 16,1 1 20-16,-1-2-15 0,0 5-12 15,1-1 35-15,2-1 16 0,-3 2-14 0,4 2-13 16,-3-2 14-16,2-1-5 0,-1 3-16 0,6 7 10 16,-2-1 8-16,0 0-3 0,2-2 5 0,0-2 4 15,2-1-16-15,-1-1 8 0,2 0 10 16,1-1 13-16,0-4 0 0,2 1 1 0,-4-3 3 15,4 0-11-15,26-15 1 0,-18 5 2 0,6-1-11 16,2-2-2-16,2-1-8 0,-1-1-9 16,2 1 9-16,-1-2-6 0,-4 3 0 0,-1-1 6 15,1 0-7-15,-2 3-9 0,-3 1 2 0,0 1-7 16,-4-2-4-16,0 5 14 0,-6-1-4 16,-2 2-3-16,0 2 5 0,-4-2-5 15,-3 4-2-15,1-2-1 0,0 2-1 0,-1 0 1 0,1-1 2 16,-2 1-10-16,1 1 12 0,-3 0-6 15,3 0 3-15,-3 0-11 0,2 0 10 0,0 0-3 16,1 0 1-16,-2 0 0 0,0 0 5 0,-1 0-7 16,2-3 3-16,-2 3-7 0,1 0 6 15,-1 0 2-15,-1 0 3 0,0 0-14 0,0 0 9 16,0 0 1-16,0 0-2 0,0 0-1 16,0 0 4-16,0 0-2 0,0 0 1 0,0 0-2 15,0 0 1-15,0 0-10 0,0 0 0 0,0 0 9 16,0 0 4-16,0 0 0 0,6 0-8 15,-6 0 9-15,0 0-2 0,0 0 6 0,0 0-8 16,0 0 1-16,0 0-11 0,0 0 9 16,0 0-4-16,0 0 15 0,0 0-12 0,0 0 8 15,0 0-11-15,0 0 2 0,0 0 7 0,10 4-2 16,-10-5-9-16,0 1 9 0,2 0 0 0,-4 0-1 16,2 0-7-16,0 0 10 0,2 0-2 15,-1 0 2-15,-1 0-9 0,0 0 8 0,-1 0-8 16,1 0 16-16,0 0-17 0,0 0 0 15,0 0 3-15,0 0 9 0,0 0-3 0,1 0 1 16,-2 0-8-16,1 0 7 0,0 0 2 0,0 0-3 16,0 0 2-16,0 0 0 0,-2 0 0 15,2 0-8-15,0 0 9 0,2 0 12 16,-2 0 8-16,1 0-12 0,-1 0 8 0,0 0-6 16,0 0-2-16,0 0-3 0,0 0 6 0,0 0-10 15,0 0 1-15,0 0-6 0,0 0-1 0,0 0 7 16,0 1 0-16,-1-2 3 0,1 2-7 15,0-1 2-15,1 0-7 0,-1 2 10 0,0-2-3 16,1 0-8-16,-2 0 10 0,1 0-1 16,0 0-8-16,-1 1 0 0,1-2 2 0,-2 1-4 15,2 0 12-15,0 0-3 0,2 0-1 0,-2 0 2 16,0 0-4-16,-2 0 5 0,2 0-8 0,2 0 3 16,-2 0 8-16,-2 0-6 0,4 0-2 15,-4 0-1-15,2 0 2 0,0 0 2 0,2-2-7 16,-2 2-5-16,-2 0 3 0,2 0 8 15,0 0-7-15,0 0-1 0,0 0 4 0,0 0 0 16,0 0-3-16,2 0-6 0,-2 0 13 0,-2 0 3 16,2 0-9-16,2 0 5 0,-4-1-9 0,4 1 12 15,-1 1-14-15,-1-1 5 0,-1-1 7 0,2 1-9 16,-2 0-1-16,1 0 5 0,0 1 1 16,0-2-2-16,0 2 8 0,0-1 1 0,1 0-2 15,-1 0-1-15,0 0 0 0,0 0 4 16,0 0-7-16,0 0-5 0,0 0-3 0,0 0 8 15,0 0 2-15,0 0 4 0,0 0-10 16,-1 0 12-16,1-1-5 0,-2 1-7 0,2 1 0 16,0-1 7-16,0 0-2 0,0 0-2 0,0 0 5 15,0 0-14-15,0-1 9 0,0 1 7 16,0 1-9-16,0-1-6 0,0 0 10 0,0 0-9 16,0 0 9-16,0 0-2 0,-2 0-3 15,2 0-2-15,0 0 4 0,0 2 3 0,0-2-4 16,0 0 7-16,-3-2 1 0,3 2-6 15,0 0 4-15,0 0-2 0,0 0 13 0,0 0 5 16,0 0-11-16,0 0 4 0,0 0-10 0,0 0 5 16,0 0 10-16,0 0-32 0,0 0-27 0,0 0-41 15,0 0-12-15,0 0 9 0,9-18-173 16,4 9-153-16,0-6 28 0,-2-2 22 0,2-7 22 16,4 2 14-16,3-1-26 0</inkml:trace>
  <inkml:trace contextRef="#ctx0" brushRef="#br0" timeOffset="24903.79">15104 8518 360 0,'-14'0'183'0,"14"0"-47"0,0-12 12 16,0 12-28-16,-14 0 18 0,-1-24-2 0,12 21-28 15,-2-1 1-15,3 2-9 0,0-1 7 16,0 1-9-16,-1-1-12 0,2 3-15 0,-3-2-9 16,4-1-14-16,0 1 8 0,0 2 7 0,4-1 0 15,0 0 0-15,2-2-6 0,13 1-3 16,4-1 0-16,5-2-8 0,4 1 0 0,2 1-2 16,4-1-2-16,3-2-2 0,6 2-8 0,2-3 3 15,2 2-9-15,4-3-10 0,-1 1 7 16,-3-2 0-16,-5 1-12 0,3 3 2 0,-10-2 5 15,-6 2-12-15,-1 1 11 0,0-2-5 16,-6 2 4-16,-3 1-6 0,-4 1 6 0,-3-3-3 16,-5 4-2-16,-4 0-10 0,-4-2-5 0,-3 3 16 15,0 0-5-15,0 0-1 0,-14 0 0 16,-5 4-2-16,7-4-7 0,-30 8 14 0,12-2-16 16,-4 2 12-16,-5-3-4 0,-5 2 6 0,-2-1-2 15,-4 2-8-15,-5 0-3 0,0 0 7 0,0-1-5 16,-1 3 5-16,3-3 3 0,0-1-1 15,2 0-5-15,3-2-9 0,6 1 9 0,4-1 0 16,5 0 0-16,0-1 2 0,7-1 2 16,5 0-3-16,7 3 5 0,5-5 0 15,9 0 5-15,5 0 8 0,3-2-11 0,15-1-2 0,3 0-4 16,2-3 5-16,9 0-4 0,0 0 5 16,7-1-3-16,4-1 8 0,2-1-3 0,2 1-8 15,3 0 7-15,2 1-3 0,-3-1-11 0,3-2 8 16,-2 4-2-16,-3-4 7 0,-5 4-18 15,0-2 15-15,-6 3-3 0,1-2-6 16,-8 0 14-16,-5 2 7 0,0 0 16 0,-6-2-1 16,1 2 8-16,-5 1-6 0,0-2-5 0,-3 1-8 15,-10 0 1-15,-2 2-2 0,0-1 0 0,-4 2-10 16,2 0 13-16,-2-2-10 0,0 4 6 16,0 0-26-16,0 0-27 0,0 0-22 0,-4-6-7 15,3 6-45-15,0 3-10 0,-3 0-24 0,4 3 13 16,-1-1-88-16,1-1-111 0,1 16-75 15,-1-12 27-15,0 6 10 0,0 1 18 0,0 3 2 16</inkml:trace>
  <inkml:trace contextRef="#ctx0" brushRef="#br0" timeOffset="26714.9">16156 11253 214 0,'0'-13'192'15,"-16"13"11"-15,-12-23-42 0,19 17-10 0,2 2-10 16,2-1-3-16,0 3-6 0,0-1-3 0,4-1-22 15,-4 3 0-15,3 0-26 0,1-2 10 16,0 2-4-16,-3-1-20 0,2 2 5 16,0-2-18-16,1 1-7 0,-4-1 5 0,3 2-27 15,0-2 8-15,1 1 4 0,1 1-24 0,0 0 16 16,0 0-18-16,0 0 1 0,0 5 9 16,5-2 9-16,0 0-12 0,10 7-9 0,8 1-12 15,5-3 9-15,2 1 18 0,4-3-12 16,7 1 0-16,6-3-2 0,7 0-6 0,4 0-5 15,8 0 6-15,1-4 4 0,5 3-7 0,4-1 6 16,2-2-2-16,2 0 14 0,-1 0-17 0,3 0-6 16,-1 4 7-16,-4-4 0 0,-5 2-9 15,-6 0 11-15,-2-1-3 0,-10 3 2 0,-1-1-14 16,-8 1 8-16,-6-2 7 0,0 1-1 0,-5-2-2 16,-2 5-1-16,-1-6 4 0,-10 2-5 15,-5-2-1-15,-5 3 7 0,-3-3-5 0,-3 0-7 16,-5 0 2-16,3 1 0 0,-6-1 9 15,-2 2-2-15,-3-2-13 0,-13 1 11 0,4-1 3 0,-5 0 4 16,-6 0-19-16,-5 0 6 0,-2 0 10 16,-2 0-9-16,-1 0-2 0,-4 0 1 0,-2 0 7 15,1 0 4-15,-4 0 0 0,-3 0-2 16,-2 0 2-16,-1 0 1 0,-1 0-2 0,-3 0-4 16,2 0 1-16,-5 0-6 0,-3 0 16 0,-60-8-13 15,57 8 4-15,-1 0-2 0,1 0 7 0,-3 0-16 16,2 0 16-16,35 0 6 0,-15 0 0 15,-5 0 16-15,-5 0-9 0,6 0-5 0,3 0 12 16,0 0-1-16,8 0-19 0,0 0 8 0,7 0-4 16,0 0 2-16,7 0-2 0,4 0-6 15,5 0-3-15,6 0 9 0,11 0-6 16,-6 7 3-16,23-6-3 0,10 5-5 0,8-5 3 16,14 1-10-16,11-2 9 0,7 0 1 0,-30 0 1 15,24 0-1-15,14 0 9 0,7 0-11 16,5 0-7-16,96-10 15 0,-88 4-14 15,0 4 0-15,-1-1 11 0,-4 0 0 0,-6 2-16 16,-3 0 14-16,-7-1-1 0,-5 1 3 0,-8 1-9 16,-4 0 2-16,-10 0-11 0,-4-1 6 0,-3 1 8 15,-23 0-2-15,7 0 18 0,2 0 11 16,-1 0 4-16,-2 0 13 0,-3 0 9 0,-4 0 10 16,-2 0 10-16,-4 0-28 0,-2 0-5 0,-3 0-2 15,-5 0-18-15,10 0 8 0,-10 0-13 16,5 0 19-16,-5 0-21 0,7 0-7 0,-7 0-8 15,0 0-6-15,6 0-32 0,-6 0-2 0,0 0-10 16,0 0-14-16,7 0-35 0,-7 0-12 16,0 0 16-16,8 1-41 0,-9 2-5 0,1-1 11 15,0 1-99-15,-1 0-147 0,-1-2-12 16,0 0 30-16,2 1 21 0,-2-1 42 0,2-1-15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6T05:45:59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1090 3791 403 0,'0'0'175'0,"0"0"3"0,15 0-36 16,-15-14-15-16,0 14-2 0,29-22-19 0,-22 10-3 15,-2 4 8-15,1 0 11 0,-3 2-4 16,0-2-9-16,-1 4 1 0,-2-3-14 0,0 1-1 15,2 2-3-15,-2-1 1 0,0 5-20 16,0 0 2-16,0-10-13 0,0 4-3 0,0 6-4 16,0-8 5-16,0 2-14 0,-16-4 0 15,11 8-17-15,-8-5 9 0,2 10-6 0,1-3 5 16,-20 9 10-16,11 2 8 0,0 4-3 16,-1 1 34-16,-2 5 8 0,0 4-25 0,-4 4 19 15,1 0 2-15,3 5-4 0,-1-4-1 16,0 7-10-16,3 0 25 0,2 1-12 0,2-1-11 15,7-3 19-15,-1 3-17 0,5-4-4 0,4-3 2 16,1-14-19-16,12 25 10 0,1-16-12 0,9-4-7 16,-1-3-14-16,7-6 11 0,5-2-6 15,0-4-16-15,6-2 12 0,-23-4-5 16,12 0-6-16,39-14 4 0,-28 0-16 0,-3 1 16 0,-3-6-15 16,-1-8-6-16,-2 1-1 0,-1-3-7 15,-2-5-8-15,-4-5 6 0,-6 0-15 0,1-3 10 16,-4-1-5-16,-6-2 9 0,0 0 7 15,-5 4-5-15,-1 0-28 0,-2 20 22 16,0-7-10-16,-19-36 30 0,8 34-4 0,-4 1-13 16,0 4 12-16,-5 7-7 0,1 1 9 0,-4 3-14 15,-3 2 3-15,3 5-2 0,3 3 13 0,8 4-8 16,1 0-1-16,-15 18 5 0,17-6 4 16,2 10-8-16,7 2 5 0,-3 4-1 0,3-14 1 15,13 28-6-15,-3-12-4 0,6 3 17 16,3 3-6-16,-1 0 11 0,2 3-31 0,2-3 21 15,1 5-1-15,-1-1-9 0,0-1 21 0,-1 0-9 16,-2 0-8-16,-2-2 1 0,-2 1-15 0,2-1 5 16,-5 1 15-16,-5-4-3 0,0 4 5 15,-1-5 15-15,-6-15-18 0,0 8 6 0,0 3-4 16,-16 33-1-16,6-31-1 0,-8 0 0 0,0 0-39 16,-2 1-21-16,-3-6 5 0,0 2-135 15,-5 0-71-15,2-1 28 0,4-3-307 16,0-1 31-16,5-8 40 0,0 0 34 0,6-5 28 15,5-7 26-15,6-3-2 0,0-2 19 0,6-3 6 16</inkml:trace>
  <inkml:trace contextRef="#ctx0" brushRef="#br0" timeOffset="264.89">553 4870 517 0,'-32'12'509'0,"4"-3"-100"15,3 0-31-15,12 2-10 0,10-8 1 16,12-3-61-16,12-3-17 0,-6 3-25 16,37-12-37-16,-3 0-17 0,9 2-19 0,5-1-19 0,10 0-28 15,-1-3-22-15,5 1-68 0,1 1-7 16,-4-1-173-16,1 1-96 0,-8-4 22 0,0 4-309 15,0-2 16-15,-11 0 46 0,4 3 31 0,-7-3 10 16,-2 4 24-16,-7 4 48 0,2 0 13 16,-3 4-41-16</inkml:trace>
  <inkml:trace contextRef="#ctx0" brushRef="#br0" timeOffset="457.12">2048 4824 917 0,'0'2'603'0,"0"1"-46"0,0-3-32 16,-2-1-71-16,0-1 7 0,-1 2-50 15,-1-2-53-15,-1 2-37 0,0-3-50 0,1 0-15 16,-9-5-45-16,3 5-22 0,3-1-116 16,0 3-80-16,1-3-66 0,1 2 8 0,1-2-151 15,1 3-77-15,1-3 27 0,2 0-289 0,0 1 22 16,0 3 51-16,14-14 33 0,-1 1 54 0,4 1 5 16,0-5 28-16,4 5 53 0,0-2-20 15,9-4 28-15</inkml:trace>
  <inkml:trace contextRef="#ctx0" brushRef="#br0" timeOffset="2403.77">2962 3984 602 0,'-15'0'331'0,"15"0"-46"16,0 0-13-16,-15 0-1 0,0-20-11 0,9 20-31 16,3 0-20-16,-1-2-12 0,2 1-22 0,-1-1-21 15,0 2-15-15,2-2 18 0,-3 0-22 16,3 0-12-16,-2 2-19 0,2-3 3 0,-1 3-14 16,-1 0-27-16,3-1 27 0,-1 1-40 15,1-1 18-15,-1-1-31 0,1 2 2 0,1-3 11 16,-1 3-6-16,0 0-18 0,1 0 0 15,-1 0 0-15,0-1-3 0,0 1 7 0,0 0-16 16,0 0 17-16,0 0-31 0,0 0 30 0,0 0-8 16,0 0 5-16,0 0-16 0,0 0 11 0,0 0-8 15,0 1 12-15,0-2 6 0,0 2-40 16,0-1 16-16,0-1 9 0,0 1-22 0,0 0 24 16,0 0-11-16,0 0-5 0,0 1-9 0,0-2 25 15,-1 1-23-15,1 0 16 0,0 0-20 16,1 1 2-16,-2 1 10 0,1-2-4 0,0-2 12 15,0 2-21-15,0 0 5 0,0 0-14 16,0 0 20-16,0-1-6 0,0 1 18 0,1 1-4 16,-2-1-12-16,1 0 6 0,0 0-22 0,0 0 29 15,0 0-7-15,0-1 1 0,0 2-8 0,0-1-3 16,0 0 6-16,0 0-3 0,0 0-3 16,0 0-12-16,0 0 16 0,0 0-5 0,0 0 7 15,0-1-2-15,0 1-1 0,0 0-11 0,0 0 1 16,0 0-69-16,0 0-51 0,0 1-33 15,0-2-49-15,1 1-1 0,4 0 18 0,-4 0-96 16,2 0-158-16,-1-1-6 0,1 1 33 16,2-3 27-16,-1 0 20 0,0 2 32 0,-1-3 16 15,4 1 9-15</inkml:trace>
  <inkml:trace contextRef="#ctx0" brushRef="#br0" timeOffset="3019.43">2917 3975 275 0,'-6'2'441'0,"2"0"-67"16,0-2-64-16,0 1-11 0,0 1-40 15,1 0 18-15,1-2-34 0,-2 0-29 0,2 0-12 16,-1 3 10-16,2-3-27 0,0 0-26 15,-1 0-13-15,2 0-27 0,2 0 7 0,-1 0-21 16,5-3-3-16,-1 3 2 0,2 0-33 16,12-4-3-16,0 0-16 0,3 0 8 0,1-1 4 15,-2 0-39-15,4 3 7 0,-1-3 1 0,0 0-12 16,-3-2 26-16,1 2-18 0,-7-2-8 16,4 1 1-16,-2 1-15 0,-4 0-11 0,3-1 18 15,-2 1-12-15,-3-2-7 0,1 2 17 0,-4-3-15 16,2-1 6-16,-1 1-5 0,-6 0-13 15,4-2 2-15,1-2 19 0,-2 1-22 0,-3-5 11 16,-1 1-9-16,0 3 5 0,-2-1 1 16,0 0 2-16,0 3-1 0,0-3 2 0,0-5-1 15,-9-21-14-15,2 21 0 0,1 0 30 0,0 1-15 16,-2 5-1-16,3-3 1 0,0 4 14 0,-2 3-2 16,5 2-1-16,0 1 9 0,1 1-11 0,-1-1 21 15,-1 2-27-15,2 1 11 0,-3 2 1 16,4 0-10-16,0 0 17 0,0 0-11 0,-18 25 2 15,12-10-2-15,-3 6 3 0,-1 3 30 16,7 4 14-16,-3 1-7 0,3-2 7 0,-1 5-9 16,0 3 13-16,-2 5-4 0,2 1 11 0,2 2-14 15,-1 1 6-15,-1 1-13 0,3 2 5 16,1-4-2-16,0-18-9 0,0 8-4 0,0 6-6 16,0 5 0-16,10 46-7 0,-5-46 4 15,-1-1-43-15,-3 1-64 0,-1-2 9 0,0-22-86 16,0 12-36-16,-16 39-67 0,7-30 24 0,-6-1-187 15,4-5-95-15,0-9 38 0,-3 0 35 0,1-6 31 16,0-6 23-16,1-4 24 0,5-5 9 16,7-5 13-16,-9-11 64 0</inkml:trace>
  <inkml:trace contextRef="#ctx0" brushRef="#br0" timeOffset="3234.05">3041 4439 726 0,'-6'-15'509'0,"3"1"-45"0,-1 4-44 16,4 1-39-16,0 9-27 0,0-10-42 16,0 3-44-16,0-4-23 0,13-14-32 0,-4 10-19 15,2 1-20-15,3 5-32 0,3-1-23 0,5 2-39 16,5-4-54-16,-2 4-41 0,7 1 1 16,0-3-134-16,5 3-33 0,2-5-72 0,-1 2 23 15,5-4-275-15,-3 1 37 0,1-1 7 16,-3-3 28-16,-2-1 28 0,-4-2 26 15,1 0 15-15,-3 3 6 0</inkml:trace>
  <inkml:trace contextRef="#ctx0" brushRef="#br0" timeOffset="3935.14">3848 3827 543 0,'-3'-5'297'0,"-7"-5"-35"0,3 3-25 15,-3 4-11-15,5 1-27 0,-3-1-14 0,2 5 10 16,6-2-20-16,-24 11 10 0,6 0 3 0,1 2-7 15,-1 3-19-15,3 0 21 0,-2 2-35 16,4-1-11-16,0 7 4 0,-2-3-5 0,4 5 7 16,2-2-34-16,0 0 7 0,1 1-13 0,6 4-10 15,-2-3 5-15,4-13 4 0,0 6-25 16,14 23-7-16,-4-20-1 0,5-3-6 0,1-1-8 16,3-2-8-16,-1-7-40 0,4 0-34 15,2-1 2-15,0-3-62 0,4-3-45 0,-15-2-24 16,6 0-15-16,23-15-16 0,-20 5 5 15,-3 1-12-15,4-5-3 0,-5-4 9 0,-1 2 18 16,3 2-9-16,-7-6 20 0,1 0 10 0,-1 0 22 16,-3-3 14-16,-3 4 11 0,0 0 13 0,-2-1 13 15,-1 3 1-15,4-1 35 0,-2 1-14 16,-2 1 31-16,-3 3 34 0,3-2 18 0,-1 0 26 16,-1 4 0-16,1 0 9 0,-2 1 9 15,1 3 26-15,2-1-1 0,-4 3-2 0,0 1 18 0,0-2-10 16,3 2 10-16,-3 2 12 0,0-1-16 15,1-1-22-15,-1 0 13 0,0 2-29 0,0 2 10 16,-1 5-9-16,0-3 46 0,2 4 1 0,-4 12 6 16,3-9-11-16,0 10 12 0,0 2-11 15,-10 23 1-15,9-12-9 0,-2-5-9 0,2 2-11 16,1-17-5-16,0 9-8 0,0 1 4 16,0 0-24-16,0 2 7 0,0-4-10 0,15 15-4 15,-12-25-6-15,1 4-2 0,0-2-1 0,0-5 2 16,1-3-6-16,1-2-10 0,3-2 2 15,-1 0-6-15,16-13 2 0,-9-1-4 0,5-3-5 16,-4 2 0-16,1-7-11 0,2 0 10 16,-2-2-6-16,-1 3-3 0,1-1 0 0,-1 5-7 15,-3-4 8-15,2 4 11 0,-6 2-1 0,1 2-3 16,-2 4 3-16,0 0-4 0,-2 3-9 0,-2 4 9 16,2 0 7-16,-3 2 8 0,-3 0 1 15,0 0 4-15,0 0 0 0,21 20-7 0,-14-4 3 16,4 2-4-16,-4 3-9 0,1 0 5 15,1 4-5-15,-2-1-2 0,3 2-43 0,-4-1-55 16,4-1 10-16,-4 2-131 0,1-3-73 0,2 3 25 16,-3-7-295-16,-1-5-3 0,0 1 65 0,-1-8 35 15,1-1 12-15,5-6 30 0,-10 0 28 16,21-13 24-16,-2 2 23 0,-6-7 48 0,2-3 6 16</inkml:trace>
  <inkml:trace contextRef="#ctx0" brushRef="#br0" timeOffset="4150.09">4947 3909 329 0,'15'-13'497'0,"-5"4"-91"0,2 6-87 0,-4 3-39 16,-1 2 44-16,3 7-20 0,-5 1-39 0,4 5 7 15,2 0-45-15,-1 9-15 0,-2 1-27 0,-1 4-22 16,-2 0-14-16,-1-3-7 0,-4 9-25 16,0-21-21-16,-11 35 0 0,0-19-24 0,-6 5-44 15,-4-2-3-15,-2 2-64 0,-4-3-66 0,-5-2-72 16,-2 0-58-16,-4-1 23 0,3-3-292 15,0-6 60-15,2-2 12 0,8-3 30 16,0-5 26-16,13-8 24 0,5-2 20 0,7 0 2 16,3-11 16-16</inkml:trace>
  <inkml:trace contextRef="#ctx0" brushRef="#br0" timeOffset="4779.33">5976 4009 415 0,'-12'0'372'0,"2"0"-55"0,4 1-30 0,1-1 12 16,1 0-7-16,0 0-36 0,4-1-35 15,-3 1-27-15,5-1-12 0,2-2-24 0,16-2-16 16,5 0-21-16,5 1 3 0,6 0-46 15,2-1-63-15,7-2-72 0,-2 2-92 0,0-1 13 16,1-1-323-16,1 0 41 0,1-1 40 0,-4 4 24 16,-2-1 27-16,-1 2 16 0,-21 3 12 15</inkml:trace>
  <inkml:trace contextRef="#ctx0" brushRef="#br0" timeOffset="4981.24">6251 4299 1035 0,'-30'10'435'0,"6"-3"-36"16,-2 1-50-16,5-1-30 0,3-1-29 16,8-4-32-16,6-2-36 0,2 3-32 0,9-6-20 15,12 3 2-15,8-2-33 0,-10 2-41 0,34-6-57 16,-13 0-5-16,5 2-126 0,1-1-74 0,7 0 14 16,-1 0-283-16,5-2 34 0,1-4-77 0,-1 1 58 15,1-4 13-15,4 0 27 16,-2 2 50-16,-4-3 54 0,-2-1-39 0</inkml:trace>
  <inkml:trace contextRef="#ctx0" brushRef="#br0" timeOffset="5633.54">7539 3606 628 0,'0'-5'422'0,"0"1"-54"0,0 0-47 16,0 3-45-16,0 1-22 0,-1 0-30 15,-2 4 44-15,2 1-18 0,-9 12-1 0,1 0-17 16,0 5-22-16,1 1-9 0,3 2-24 16,3 0 0-16,-2 0-15 0,4-2-13 0,0 2-6 15,0-11-18-15,0 3-11 0,16 24-20 0,-7-16 6 16,-1-5-14-16,2 1-17 0,3-1 3 0,1-2-4 15,-1-5-13-15,2-4-13 0,2 3 5 16,0-4-5-16,3-4-1 0,0-1-12 0,1-3 8 16,-10 0-6-16,6 0-9 0,20-15-8 15,-16 5-1-15,-1 3 2 0,-1-5-5 0,-3-4-7 16,0 7 2-16,-2-4 4 0,0 1 0 0,-4 3-7 16,-4 0-2-16,0 2 7 0,-2 3 1 0,1 0-6 15,-3 0 7-15,1 2-4 0,-1-1 3 16,0 3 6-16,-1-3-5 0,-1 3-3 15,0-1 3-15,0 1 1 0,0 7-2 0,-3-2 15 16,-2 10-1-16,3 0 14 0,-6 4 1 0,4-1 0 16,-3 6-5-16,0-5-2 0,-3 8-4 0,5-2 2 15,-3 4-7-15,2-3-3 0,1-1 5 16,-3 3-14-16,3-2 7 0,1 5-26 0,-1-3-28 16,-3-1-50-16,2 0 9 0,1 2-142 0,1-2-44 15,-6-1-65-15,5-7 30 0,-4 1-280 0,4-2 42 16,1-8 41-16,4-5-1 0,-1-2 45 15,1-3 9-15,3 0 23 0,0-5 24 0,8-3 19 16,1-6 0-16</inkml:trace>
  <inkml:trace contextRef="#ctx0" brushRef="#br0" timeOffset="6073.91">8196 3961 620 0,'7'-12'521'0,"-1"1"-105"0,-3 4-44 15,0 1-44-15,0 2-42 0,-2 3-17 0,-1 2-3 16,0 3-30-16,-1-1-39 0,4 17-11 16,-5-4-30-16,2-5 2 0,0 5-24 0,0 3-1 0,0 5-29 15,0-1 0-15,0 1-19 0,0-2-2 16,0 1-21-16,0-1 10 0,0-3-21 0,0 0 6 16,0-4-10-16,0-1-7 0,0-5 8 15,0 0-11-15,0-4 8 0,0-5 17 0,0 0-5 16,2 11-7-16,2-14 0 0,8-8-8 15,2 0-5-15,0-9-4 0,-1-2-1 0,2 6-4 16,3-7-11-16,0 5 5 0,0-1-3 16,0 1 5-16,0 1-2 0,-1 3 1 0,3-1 1 0,-5 1 6 15,3 2-6-15,-5-1 2 0,-3 8 2 16,6-2-6-16,-5 3-10 0,-3 4 26 0,-8 0-1 16,7 0 18-16,12 18-11 0,-9-3 2 15,0-1 23-15,-1 1-20 0,-3 2 9 0,-1 2-10 16,0-1-12-16,-1 4-7 0,-1-2 6 0,-2 1 0 15,3 2-6-15,-2-3-35 0,-2-2-41 16,0 1-48-16,0-10-36 0,0 3 12 0,0 0-130 16,0-1-70-16,0-2 30 0,-11 5-223 0,10-10 47 15,1-1-101-15,0-3 38 0,0-1 38 0,2-2 32 16,3-10 28-16,5-4 94 0,5-2 24 16,1-3 15-16,3-2 6 0</inkml:trace>
  <inkml:trace contextRef="#ctx0" brushRef="#br0" timeOffset="6716.55">8869 3621 445 0,'-10'-5'323'0,"4"-2"-30"15,0 3-44-15,1 0 6 0,0 0-15 0,1 2-23 16,1-1-13-16,0-1-25 0,1 3 3 0,0-1-27 16,-1 0-12-16,1-1-1 0,-1 1-12 0,2 1-5 15,-1-1-15-15,0-1 13 0,0 2-12 16,1-2 11-16,-1 2-21 0,-2 0-2 0,3-2 9 16,-2 3-8-16,1-3-15 0,-1 1 12 15,2 0-8-15,-2-2-1 0,3 3-7 0,-3-2 0 16,2 1 6-16,-1-1-2 0,2 1-16 0,0 0 4 15,-2 0 5-15,1 2 0 0,-3-3-19 16,4 0 12-16,0 1-8 0,0-1-5 0,0 3-8 16,0 0 5-16,0 0-12 0,0 0-7 0,0-6-5 15,13-4 4-15,-9 5-5 0,12-3-6 16,5 0 0-16,2 2-3 0,3 0-11 0,-1 0-3 16,3 6 5-16,-1-3 5 0,-2 3-9 15,-1-1-3-15,-13 1 6 0,1 0-4 0,1 0 1 16,12 18-10-16,-18-10 1 0,-4 4-1 0,-6-3 9 15,3 1-7-15,-15 18-5 0,0-9 3 0,1-3-4 16,-2 1 2-16,1-1 8 0,-1-2-6 16,2-2 2-16,2 1-4 0,1-1 4 15,2 1 4-15,3-4-8 0,-1 0-7 0,6-1 7 16,1-8 8-16,0 7-3 0,0 1-7 0,11 13 7 16,1-5-1-16,3-3 0 0,-2-3 7 0,5 2-6 15,-3 1 0-15,3-1-3 0,-1 0-6 0,-1-4 4 16,-4 2 2-16,0-2 3 0,-5-1-16 15,-3 1 1-15,-2-3 4 0,-2 0 8 16,0-5-11-16,-23 14-4 0,1-7-1 0,-6-4-16 16,-4 0-14-16,-1 0-21 0,-3-2-24 0,1 1 9 15,0 0-75-15,1-1-41 0,0 2-31 0,19-3-75 16,-6 0 32-16,-2 0-265 0,4 0 43 16,-14-15 37-16,24 10 31 0,7 1 29 0,2-3 3 15,2 1 23-15,10-6 57 0,2 3 6 0</inkml:trace>
  <inkml:trace contextRef="#ctx0" brushRef="#br0" timeOffset="7148.69">9526 4257 244 0,'-18'5'545'16,"4"0"-122"-16,2-2-65 0,1 1 30 0,2-4-39 16,4 2-10-16,1-2-19 0,-1 0-29 0,1 2-10 15,0-2-37-15,3 1-10 0,1 0-26 16,1-1-28-16,4 0-10 0,14-1-12 0,8-2-23 16,-12 3-13-16,11 0-12 0,42-8-41 15,-26 7-50-15,7 1-61 0,-26 0 4 0,15 0-141 16,5 0-74-16,6 0 24 0,-2 0-242 15,49-10 36-15,-53 9-82 0,-4-5 45 0,-4 5 31 16,-1-2 28-16,-8 0 18 0,-5-2 22 0,-6 5 9 16</inkml:trace>
  <inkml:trace contextRef="#ctx0" brushRef="#br0" timeOffset="7400.65">9953 4047 580 0,'-17'-19'446'0,"0"0"-78"15,2 1 29-15,0 2-7 0,2 2-24 16,2 2-42-16,5 4-35 0,0 1-28 16,0 4-27-16,2 3-36 0,4 0 7 0,0 0 5 15,-18 19-25-15,11-1-19 0,2 5-9 0,0 2-5 16,4 1-19-16,-1 6-13 0,2-18-6 16,0 9-25-16,0 6 2 0,13 31-25 0,-7-25-26 15,-2 0-36-15,3 0-53 0,2-1 6 0,-4 0-134 16,2-4-52-16,-2-1-73 0,-1 0 26 15,2-1-289-15,-4-2 48 0,1-7 40 0,0-3 36 16,2-4-2-16,-1-9 49 0,-1-1 24 0,5-2 43 16,0 0 13-16,16-10 10 0</inkml:trace>
  <inkml:trace contextRef="#ctx0" brushRef="#br0" timeOffset="8233.34">10610 4065 478 0,'0'0'298'0,"-17"0"-31"0,-7-28-13 0,16 22-16 15,3 0-1-15,5-1-36 0,0 2-23 0,0 5-17 16,0-7-20-16,15-12 5 0,-1 8-29 16,2-1-8-16,2 5 9 0,1 0-40 0,1 7 0 15,0-1-9-15,-8 1 5 0,23 10-14 16,-16 2-3-16,-1 7 1 0,-4 0-29 0,-4 4 7 16,-2 2-13-16,-7 6 11 0,-1-16 8 0,0 8-7 15,-19 31 23-15,5-25-21 0,-4 0-4 16,0 0 26-16,-4-4-6 0,0 0 36 0,2-3 8 15,2-2-2-15,1-3 1 0,0 1 0 0,4-4 11 16,1 0 7-16,2-4 13 0,4-2-3 16,3-2-13-16,0-3-4 0,3-3-19 0,7 0-1 15,1-1-15-15,13-6-8 0,6 1-36 0,-1-4-52 16,6 5 5-16,4-5-133 0,-1-4-97 16,5 2 23-16,-1 2-340 0,0-4 46 15,-2-1 5-15,-2 1 37 0,-5-1 52 0,-3 0 54 16,-3 3 4-16,3-3 27 0,-5 3-19 0,-3-1 12 15</inkml:trace>
  <inkml:trace contextRef="#ctx0" brushRef="#br0" timeOffset="8600.59">11209 4124 739 0,'1'-6'431'0,"1"5"-22"16,-2-3-55-16,1 0-44 0,-1 2-12 16,1 0-46-16,-1 2-25 0,0 2-5 0,0 1-15 15,0 1-10-15,0 0-22 0,2 3-19 0,0 9-15 16,1-3-12-16,-3-13-10 0,2 21-22 0,2-4 0 15,1-2-13-15,-2-1-10 0,-1-2-15 16,1-4-5-16,-2-1-5 0,-1-2 2 0,3-1-6 16,-3 1 2-16,2-3-2 0,-2 1-9 0,2-3-12 15,0 0 11-15,2-4-4 0,4-9-17 16,2 1-1-16,4-5 6 0,4 0-5 16,-3 1 1-16,4 2-8 0,0 0 0 0,-4 0 13 15,2 0-6-15,-4 3 2 0,-1 3-6 0,4 0-8 16,-7 3 12-16,-1 4-2 0,0 0 9 15,-8 1 25-15,7 0 18 0,10 13 1 0,-8-3-9 16,-3 3-2-16,3 4-14 0,1 5 0 16,-3-2-2-16,-2 4-11 0,3 0-15 0,-1 2-59 15,1 0 6-15,-2 4-204 0,0-3-116 16,-1-1 30-16,1-2 30 0,3-4-284 0,-4-6 45 16,4-2 64-16,0-5 49 0,-1-2 17 15,2-4 42-15,1 1 16 0,-3-2 20 0,6 0-5 16,23-12-1-16</inkml:trace>
  <inkml:trace contextRef="#ctx0" brushRef="#br0" timeOffset="8782.94">11926 4227 526 0,'4'-9'547'0,"0"0"-72"0,-1 2-65 0,7-3-64 16,5 0-34-16,3 2-49 0,5 1-39 15,4 0-7-15,5 5-23 0,2 0-82 0,7 2-11 16,0-1-135-16,-21 1-63 0,13 0-87 0,6 0 16 15,-1 0 16-15,0 0 13 0,0 0 13 0,-3 0-329 16,0 0 31-16,-4 0 61 0,-4 0 37 16,16-10 20-16,-32 8-59 0,-1 0-11 0</inkml:trace>
  <inkml:trace contextRef="#ctx0" brushRef="#br0" timeOffset="9016.31">12288 3949 371 0,'-14'-11'486'0,"-2"1"-68"0,4 2-63 0,2 0-24 16,0 2-40-16,4 2-52 0,1 2-16 0,5 2-4 16,0 0-6-16,0 0 0 0,-17 12 2 0,14 3-19 15,-4 8-26-15,4 3-4 0,0 1-18 16,2 2-12-16,1 3-7 0,0-18-22 0,0 8-12 16,13 33 1-16,-10-21-16 0,3-2-36 15,-2 0-56-15,3-1 2 0,-4 1-126 0,-2 1-61 16,1-3 19-16,-2-17-245 0,0 9-80 15,-10 19 38-15,10-33-23 0,0 3 32 0,0-3 29 16,0-1 23-16,0-7 105 0,10 8 14 0,-3-10 3 16</inkml:trace>
  <inkml:trace contextRef="#ctx0" brushRef="#br0" timeOffset="9632.9">12718 4020 529 0,'-5'-7'307'0,"1"3"-34"16,-1 0-19-16,1 0-15 0,1 2-9 15,1-2 6-15,0 0-29 0,-2 2-11 0,3 0-20 16,0-1-25-16,-1-1 9 0,2 0-33 15,-2-1 9-15,2 5-10 0,0 0-14 0,0 0 30 16,0-7-13-16,0 7-3 0,0-9-1 0,0 9-5 16,0-6-14-16,0 6 5 0,0 0 3 15,0-8 2-15,0 8-14 0,0-8-21 0,17-7-4 16,1 6-1-16,4 7-14 0,0-3-4 16,4 0-4-16,1 3-21 0,1 2 7 0,-15 0-4 15,8 0-5-15,26 12-5 0,-26-6 7 0,-4 6-5 16,-1 1-3-16,-7 4-13 0,-5 4 14 15,-4 2-9-15,0-12-1 0,-15 24-9 0,0-15-1 16,-1 0 8-16,-3-2 0 0,0-1-7 16,-3 0 14-16,2-3-4 0,-1 1 2 0,1-1 4 15,1-2-13-15,6-2 9 0,0-1 3 0,4-3 4 16,5 2 1-16,0-3-5 0,4-1-7 16,0-4 4-16,0 0-4 0,13 16-5 0,1-6 5 15,3-3 0-15,1 2-7 0,2-1 6 0,1 1-5 16,0 2 2-16,0-2-7 0,1 2 2 15,-3 0 4-15,0 1-4 0,-5 0-4 0,1-3-9 16,-4 4 13-16,-7-3-1 0,2-2-3 0,-6 0-11 16,0-8 14-16,-14 20 1 0,0-11-4 15,-4 1 2-15,-5-2-9 0,-4 1-2 0,-1-2 10 16,-5 0-13-16,-6-3-26 0,-3 2-67 16,0-1 10-16,0 0-102 0,0 0-64 0,4 2 24 15,1-2-303-15,4-3 49 0,0 0 39 0,5-2 33 16,13 0 32-16,-2 0-37 0,-19-11 29 15,21 6 23-15,3-5 38 0,1-2 8 0,7 1 6 16</inkml:trace>
  <inkml:trace contextRef="#ctx0" brushRef="#br0" timeOffset="12899.44">3096 5545 224 0,'-14'0'213'0,"14"0"-16"16,0 0-21-16,0 0-8 0,-12 0-37 15,12 0 5-15,-19-5-13 0,19 7-6 0,0-2-14 16,0 0-1-16,1 0-17 0,2 0 9 0,0 0-15 15,1 0-4-15,4 3-4 0,0-3-16 16,15 0 12-16,-12 0-7 0,33 6-8 0,-10-3-6 16,2-3-1-16,5 2-12 0,8-1 7 0,3-1-3 15,-21 0 7-15,19 0-6 0,11 0 2 16,8 0-4-16,9 0 1 0,90-12-21 0,-68 9 10 16,14-2-1-16,0 0-1 0,5 1-12 15,9-3 10-15,10-1-8 0,10 1 5 0,5 2-1 16,7 0-7-16,105 0 5 0,-57-2-12 0,-29 5 7 15,-15 2-13-15,107-3 10 0,-136 3 8 16,38 0-9-16,7 0 1 0,-11 0-7 0,49 0 17 16,212 10-4-16,-251-7-4 0,-19 0-11 0,106 1 20 15,-59 0-7-15,-37-1-5 0,-18 4 1 0,3-3 0 16,-2 2 7-16,-5-1 16 0,2-1-1 16,-6 4 4-16,-3-1 1 0,-1 0 24 15,-5 1-9-15,-8-1 22 0,-6-2-6 0,-6 0-4 16,-13 2 0-16,-4-4 26 0,-8 0-27 0,-7-2-4 15,-10 3 28-15,-7-2 14 0,-9-1-10 16,-6 3 18-16,-7-3-5 0,-26-1 3 0,8 0-12 16,4 0 4-16,1 0-6 0,-4 0 1 0,-4 0-10 15,-4 0-6-15,12 10 1 0,-18-10-11 0,-7 0 6 16,-6 0-13-16,0 0-12 0,8 0 6 16,-8 0-16-16,0 0 4 0,6 0-3 0,-6 0-24 15,0 0-40-15,0 0 1 0,8 0-127 16,-2-2-55-16,-10 2-53 0,2 0 23 0,-4-1-290 15,4 1 41-15,2-4 37 0,0 0-3 0,0 0 33 16,5 0 26-16,13-13 60 0,5 8 23 16,3-7 16-16,2-1-22 0</inkml:trace>
  <inkml:trace contextRef="#ctx0" brushRef="#br0" timeOffset="21652.1">3058 5824 740 0,'0'0'262'0,"-13"-18"-22"0,-4-4-26 16,15 13-19-16,0 4-9 0,0-1-12 16,2-1-25-16,0 3-7 0,0-1 9 0,-2-1-37 15,1 2 9-15,1-3-6 0,0 7-11 16,0 0-13-16,0-7-9 0,0 7-21 0,0-7-16 15,0 7 30-15,0-6-17 0,0 6-2 0,0 0 5 16,0-7-24-16,0 7 10 0,0 0-7 16,0-9-14-16,0 9 35 0,0 0-46 0,0 0 25 15,0-5-6-15,0 5 0 0,0 0-4 0,0 0 1 16,0 0-22-16,0-7 9 0,0 7-7 0,0 0 16 16,0 0-16-16,0 0-2 0,0 0-4 15,0 0-15-15,0-5-1 0,0 5 14 16,0 0-10-16,0 0 5 0,0 0 7 0,0 0 9 15,0 0 4-15,-9-8-22 0,9 8 21 0,-1 0-17 16,2-2 0-16,-1 2-16 0,0 2 29 16,0-2-28-16,0 0 16 0,0 1 22 0,-1-1-12 15,2 0-17-15,-1 0 4 0,0 1 5 0,-1-2 8 16,1 1-11-16,0 0 14 0,0-1-19 0,0 1-8 16,0 0 35-16,0 0-30 0,0 0-8 0,-2 0 25 15,2-2-12-15,0 1 22 0,0 0-23 16,0 1 7-16,0 0 8 0,2 0 5 15,-2 0-28-15,0 0-2 0,0 0 11 0,0 0 0 16,-2 0 29-16,2 0-20 0,0 0 4 0,2 0-14 16,-4 0 6-16,2 0-8 0,0 1 10 15,0-1 2-15,-2 0-8 0,2 1 6 0,2 1-11 16,-2-2-15-16,0 1 20 0,0-1-4 0,0 0-4 16,0-1 5-16,0 1 25 0,0 0-8 15,0 1-24-15,0-1-17 0,0 0-5 0,0 0-17 16,0 0-32-16,0 0-13 0,0 1-32 15,-2-1-43-15,1 2 14 0,1-1-169 0,0-1-131 16,0-1 38-16,0 1 28 0,0-2 23 16,3 2 26-16,-3-1 45 0,3-3 9 0</inkml:trace>
  <inkml:trace contextRef="#ctx0" brushRef="#br0" timeOffset="26382.44">7336 6302 523 0,'-5'-24'447'0,"2"0"-62"0,3 14-37 16,-5-19-46-16,4 12-38 0,1 2-31 0,0 6-22 16,13-11-24-16,6 6-25 0,6-1-21 15,2 6-40-15,10-2-46 0,4 2-45 0,5 0-41 16,3 1-76-16,2-1-52 0,-1 1 14 15,4-1-290-15,-1 1 32 0,1 1 24 0,3-7 24 16,-7 2 12-16,4 0 12 0,-2-3 3 0</inkml:trace>
  <inkml:trace contextRef="#ctx0" brushRef="#br0" timeOffset="26824.47">8951 5597 513 0,'2'-16'383'0,"0"4"-21"0,2 2-21 0,-4-1-43 16,0 11 9-16,2-11-35 0,-2 6-21 0,0 2-32 16,0 3-44-16,0-1-16 0,-2 2 30 15,1 2-6-15,-4 10-11 0,-1 11 4 0,1 2-1 16,1-1-8-16,-2 6-12 0,-1 4-21 0,6 1-7 15,-3 4-12-15,3 4-19 0,1 2 3 0,0-24-14 16,0 17-20-16,12 45-19 0,-8-33-45 16,1-3-60-16,4 2 6 0,-3-1-150 0,2 0-56 15,0-6 22-15,-4-2-246 0,2-4-29 16,-2-6 32-16,2-4 35 0,-4-5 31 0,-1-13 37 16,-1-9 24-16,0 0 24 0,-1 7 14 0,-1-14 12 15</inkml:trace>
  <inkml:trace contextRef="#ctx0" brushRef="#br0" timeOffset="27230.15">8977 6096 558 0,'-2'-26'429'0,"2"12"-53"0,14-21-53 0,-7 13-24 15,8 3-39-15,6 2-17 0,0 3-19 0,4 6-26 16,4 4-2-16,5 1-29 0,-17 3-15 16,11 0-17-16,41 15-21 0,-27-1-2 0,-2 1-14 15,1 7-1-15,-3 0-27 0,-4 2 2 0,-2 2-7 16,-6 1-12-16,-4-1 7 0,-5 2-10 15,-7-2-13-15,-7 1 1 0,-3-13 12 0,-15 21-16 16,-3-13-18-16,-1-4 13 0,-6-2-16 0,-1-6 11 16,-1 0 5-16,-1 0 10 0,-4-6-7 15,4-4 4-15,15 0 10 0,-5 0-7 0,-15-17 2 16,24-1-8-16,6-3 0 0,3 9-7 16,12-25 2-16,4 12-23 0,4 1 16 0,8-2-8 15,8 1-8-15,2 2-15 0,-1 2 21 0,4 4-24 16,1 3 18-16,-1 2 5 0,-5 4-21 15,1 4 19-15,1 4 0 0,-23 0-15 0,34 9 3 16,-22 1 24-16,-1 2 2 0,-4 5-5 16,-1 0-6-16,-6 2 20 0,1 9-8 0,-6-3 5 15,0 0-14-15,-5 4-1 0,-2 2-58 0,-2 1 5 16,-1-17-124-16,-13 25-63 0,6-12 19 0,-5-5-277 16,-1-3-23-16,-1-1 19 0,4 1 35 15,1-9 29-15,3-6 60 0,3-5 30 0,3 0 3 16,0 0 14-16,1-23 8 0</inkml:trace>
  <inkml:trace contextRef="#ctx0" brushRef="#br0" timeOffset="27363.42">9899 5954 226 0,'0'-25'388'0,"-5"4"-88"0,5 16-48 16,0-2-59-16,0 7-54 0,0 0-39 0,1-8-45 15,11 20-8-15,2 5-151 0,1 2-140 16,0 1 18-16,2-1-116 0,1-1 6 0</inkml:trace>
  <inkml:trace contextRef="#ctx0" brushRef="#br0" timeOffset="27714.92">10139 6227 406 0,'-1'2'449'16,"1"5"-38"-16,0-4-60 0,-1-2 21 0,1-1-55 16,2-1-20-16,2 1-27 0,-1-3-31 0,7-4-50 15,3-2 3-15,3-6-32 0,6 1-19 16,-1-1-12-16,-2-2-5 0,1-3-19 0,1-2-10 15,-1 1-27-15,0 3-1 0,-3 2 2 16,1-1-8-16,-3-2-2 0,-2 5-4 0,-1 6-25 16,-5 3 8-16,0 5 1 0,-7 0-6 15,6 10-11-15,-2 7 5 0,-2 2-11 0,-2 3-8 16,2 2 13-16,2 8 19 0,-3-2 16 0,3 0 8 16,-4 4-5-16,5-4 2 0,0 3-2 15,0-2-1-15,3 4-6 0,-2-2-4 0,3 1-15 16,-4-2 6-16,-1-5 1 0,-4-11-2 0,0 8-10 15,-19 21 2-15,2-24-10 0,-7-3 5 16,-5-2 2-16,-8 0-3 0,3-1-19 16,-8-5-34-16,4-3-31 0,-2 3 5 0,2-2-124 15,2-4-30-15,3-4-55 0,16 0 24 0,-6 0 23 16,-3 0-360-16,-13-17 43 0,25 7 71 16,10-2 57-16,4 5 29 0,0-4 26 0,22-19-15 15,-8 8 23-15,14 0 13 0,6-1 67 0</inkml:trace>
  <inkml:trace contextRef="#ctx0" brushRef="#br0" timeOffset="28637.18">11515 6014 480 0,'-2'0'317'0,"-6"1"-19"0,-5 5-5 0,-6 3 0 15,-3 2-14-15,-2 1-25 0,2 0-29 0,-1 2 28 16,1 3-29-16,0 0-15 0,3 0-20 0,6 3-11 15,-3 1-31-15,7 3 0 0,4 1-21 16,5-2-10-16,0-12-15 0,15 27 9 0,2-18-29 16,0-2-5-16,2-2-9 0,7 0 1 15,-3-8-1-15,5 4-8 0,-1-9-8 0,-2-1-17 16,-1 4-5-16,-13-6 1 0,16-11 12 0,-10 0-1 16,-4-4-20-16,-5-3 19 0,-5-2-7 15,-3 6-3-15,0-3 5 0,-18-26-5 0,7 20 6 16,-7 0 2-16,0 1-13 0,-5 0 0 0,0 5 2 15,-1-4 2-15,0 8-4 0,2-3 4 0,1 1-18 16,4 5 3-16,1-2-15 0,2 3-14 16,5 1-34-16,5 4-12 0,4 4 7 0,0 0-68 15,28-13 7-15,-5 6-28 0,7 2-22 16,0-3 2-16,0 1 15 0,3-2 3 0,1 0 18 16,-2-1 2-16,4-2 10 0,-1 0 4 0,0 0 26 15,-1 1 21-15,-2 0 29 0,-4 1 28 16,-1 1 15-16,-3-1 17 0,-1 3 19 0,-4 2 9 15,-1 2-2-15,-18 3 21 0,11 0-8 16,8 15 82-16,-11 4-6 0,-4 5 18 0,-1 3-7 16,-2 2-3-16,2 2-11 0,-1 1-4 0,2-1-7 15,2 3-14-15,3-2-10 0,2 4-9 0,0-5-8 16,3-2-10-16,-1 0-1 0,0-5-7 16,-1-2-9-16,5-2 3 0,-6-1-15 0,3-6-12 15,-1-2 6-15,4-1-3 0,4-9-2 0,-12-1-10 16,26-11 5-16,-12 1-15 0,2-6 6 15,-1-3 4-15,4 1-15 0,-3 1 6 0,-4-1-11 16,2 2 13-16,-3 0 3 0,-2 1 20 16,2 7-17-16,-8-3-3 0,1 2 12 0,-4 6-18 15,-2 0-2-15,-7 3 2 0,0 0 0 0,0 0 8 16,19 24-13-16,-19-14-5 0,0 3 2 0,0-2-32 16,1 6-52-16,-1-9-45 0,0 8 12 0,0 0-153 15,-12 19-83-15,6-17 31 0,-6 3-282 16,0-3 56-16,-7 0 40 0,-1-4 33 0,4-3 32 15,-5-4 29-15,-3 2 27 0,3-6 32 16,4 2 30-16,5-5 13 0,-3 0-47 0</inkml:trace>
  <inkml:trace contextRef="#ctx0" brushRef="#br0" timeOffset="30696.35">13583 6076 309 0,'0'0'262'0,"-15"0"-14"15,15-13-27-15,-22-7-27 0,22 15-16 0,-4 3 9 16,3-3-10-16,-2 3-3 0,2-3-12 0,0 2 11 15,1 1-35-15,0-2 6 0,-1 1-4 0,1 0 14 16,-2-2 13-16,2 3-29 0,-1-1-12 16,1 0-10-16,0 0-17 0,0 0-11 0,-3 2 6 15,2-2 1-15,1 0-17 0,0 2-4 16,-1-1 6-16,1 2-3 0,0 0 5 0,0 0-15 16,0 0 5-16,0 0 6 0,0 0-17 15,0 0 16-15,0-6-20 0,0 6-3 0,0 0-8 16,0 0-17-16,0 0 15 0,0-8-6 0,0 8-10 15,0 0 2-15,0 0 0 0,0 0 4 16,0 0-8-16,0 0-15 0,0 0 18 0,0-6-14 16,0 6 2-16,0 0-6 0,0 0 12 15,0 0-7-15,0 0-10 0,0 0 2 0,0 0 23 16,0 0-19-16,0-6 13 0,0 6-3 16,0 0-5-16,0 0 2 0,0 0 8 0,0 0-9 15,0 0 4-15,0 0 5 0,0-7-7 16,0 7 3-16,0 0 5 0,0 0-3 0,0 0-4 15,0 0 0-15,0 0-13 0,0-6 5 16,0 6-5-16,0 0 12 0,0 0-8 0,0 0-6 0,0 0 3 16,0-7 9-16,0 7-17 0,0 0-3 15,0 0 3-15,0-7 10 0,0 7-7 16,0 0 7-16,0-6 4 0,0 6-1 0,0 0-16 16,6-7 8-16,-6 7-7 0,10-11 14 15,-8 6-14-15,-1 2 5 0,-1 1 1 0,1 0-6 0,0-1 8 16,-1 3 1-16,0-3-4 0,0 3-3 15,0 0 4-15,0 0-3 0,0 0 3 16,0 0 0-16,0 0-5 0,0 0-2 0,0 0-8 16,0 0 10-16,3-11 1 0,-3 14-5 0,0 0 7 15,-3 3-1-15,5 3 6 0,-4 11-7 0,2-8 4 16,0 7-3-16,0 5 7 0,-10 30 2 16,8-25-15-16,1 4 21 0,1-2-7 15,0-17-5-15,0 9 4 0,13 26 3 0,-9-23-4 16,0 0-1-16,1-4-3 0,1-4 4 0,-2-1 4 15,2-1-6-15,-1-6-7 0,0 4 0 0,1-10 8 16,2-3 3-16,-8-1-1 0,9 0-3 16,15-13 1-16,-10-1 2 0,1-2-10 0,1-3-2 15,-2-1 6-15,3-1 1 0,-3-1-1 16,-2 4-5-16,3-2 11 0,0 2-5 0,-4 2 17 16,1 1-4-16,-3 5 4 0,-1-2-6 0,-3 5-3 15,-1 2 3-15,2 4-16 0,-3 1 9 16,-3 0 3-16,0 0-1 0,27 13-2 0,-14-1-25 15,4-2-24-15,0 5-43 0,0-4-26 0,1 1 11 16,4-3-93-16,1 2-9 0,-3-2-27 0,4-6-35 16,-1-2-40-16,-7-1 31 0,3 0-45 15,3 0-29-15,27-17-29 0,-28 6 37 0,1 1 83 16,-3-2 106-16,-3 0 13 0,0 3 122 16,-3 1 45-16,-4-1 31 0,-9 4 20 0,4 2 9 15,-4 0 7-15,0 3 2 0,-8 2 27 0,3 0 33 16,-8 5-22-16,-2 0-27 0,5 0 11 15,-2 5-13-15,3-2-13 0,4 5-9 0,5-8-4 16,0 2-7-16,0 8-10 0,0 0 16 16,19 17-9-16,-6-16-25 0,1-2 3 0,5-2 14 15,2 0-21-15,4-3-4 0,1-3 3 0,3-4-17 16,-3 1-5-16,-10-5-1 0,6 0 11 16,26-12-12-16,-26 5-1 0,-4-3-2 15,-3-3-1-15,-3-2-13 0,-4 0 15 0,0 0-2 0,-8 8-23 16,0-6 0-16,-18-17 2 0,6 16-2 15,-4-2 4-15,-2 4-23 0,-6 3-24 0,-1 1-20 16,-1 1 1-16,2-2-33 0,5 6-41 16,-1 0-40-16,7 3 16 0,1-3-152 0,7 2 28 15,4 0 24-15,1 1-156 0,0 0 51 0,0 0 26 16,17-2 18-16,4-3 22 0,1 1-33 16,7-2 0-16</inkml:trace>
  <inkml:trace contextRef="#ctx0" brushRef="#br0" timeOffset="30915.19">14884 5847 467 0,'7'-17'584'0,"-1"0"-76"15,1 0-33-15,-4 7-56 0,1 1-47 16,-1 2-44-16,-2 4-35 0,-1 1-34 0,-3 4-4 16,2 1-26-16,-8 9-16 0,2 5-24 0,-2 5-4 15,2 6-12-15,1-1-24 0,1 5-24 0,5 5-10 16,0-16-9-16,15 39-31 0,-5-16-58 15,1-1-102-15,4 5 6 0,-2 1-197 0,-1-4 24 16,-3-1-312-16,2-5 24 0,-4-3 42 16,-2-5 15-16,-2 1 33 0,1-8 63 0,-2-2 25 15,2-5 26-15,-1-8 18 0,-2-8 15 0</inkml:trace>
  <inkml:trace contextRef="#ctx0" brushRef="#br0" timeOffset="31084.69">14865 6247 1005 0,'-7'-18'373'0,"5"3"-59"0,7 0-19 0,4 2-68 16,8 1-22-16,8 0-53 0,2 4-53 0,3 1-37 15,0 2-37-15,5 1-35 0,-2 3-41 0,-19 1-41 16,14 0 9-16,4 0-74 0,2 0-26 16,1 0-53-16,0 0-44 0,-2 0-27 0,-1 0 34 15,-3 5 40-15,-3-5 97 0</inkml:trace>
  <inkml:trace contextRef="#ctx0" brushRef="#br0" timeOffset="31582.2">15425 6151 722 0,'10'2'172'0,"-1"-2"-18"0,-3 1 30 15,-6-2 15-15,0 1-2 0,0 0 8 0,-4 0-6 16,-2 0 7-16,-10 1-20 0,-5 2-6 16,0 4 2-16,-4-7-35 0,7 2-1 0,5 1-15 15,1-1 1-15,3 1-6 0,1 2-23 0,3-1-2 16,3-1-12-16,4 2-7 0,1-1-6 16,12 4-9-16,2 1-6 0,4-1-6 0,2-3-22 15,2-1-25-15,-5 2 1 0,8-2-15 16,-3-2-6-16,-1 3 10 0,0-2 17 0,-2-1-11 15,-3 0 0-15,-1-1-11 0,-3 3-14 16,-3-1 46-16,-5-1-27 0,1 4 4 0,0-4-7 0,-3 4 22 16,1-5-27-16,3 10 4 0,2-3 2 15,0 2 27-15,3 2-31 0,5-3 12 16,-1 1 6-16,0-3-17 0,4 1-11 0,-3-4 40 16,4 1-12-16,-13-5-1 0,5 0-6 15,4 0 13-15,2 0-16 0,21-12-12 0,-22 5 5 16,1-3-9-16,2-4 13 0,-6-2-7 0,1-2-14 15,-5-4-14-15,2 2 23 0,-1-3 11 16,-1-9-23-16,0 1 1 0,1-3-5 0,-3 0 12 16,-6-2 11-16,-1-2 30 0,-1 1-2 15,1-1 66-15,-4 5 2 0,0 17 27 0,0-9 16 16,0-2 18-16,0-2-4 0,-13-28-2 16,11 33-12-16,-2 4-3 0,1 4-19 0,0 5-12 15,-2 4-15-15,-1 7 8 0,1 0 12 0,1 6-5 16,-5 8 8-16,0 6-21 0,5 3-16 0,3 7 7 15,-1 4 14-15,2-16-14 0,0 8-22 16,11 45-10-16,-3-25-37 0,2 0-50 0,4 0-47 16,-3 2 8-16,2-2-186 0,0-1-80 0,-7-2 32 15,-2-2-307-15,-3-8 68 0,2 1 43 16,-3-20 38-16,0 2 62 0,0-1 13 0,-14 15 28 16,10-23 23-16,-2-6 17 0,3-1 19 15,2-4-21-15</inkml:trace>
  <inkml:trace contextRef="#ctx0" brushRef="#br0" timeOffset="31699.5">16045 6164 314 0,'-4'-19'417'0,"3"-1"-87"0,1 11-47 0,13-18-22 15,2 10-54-15,8 2-64 0,-2 3-58 0,3-2-89 16,5 4 1-16,2 0 0 0,1 1-398 0,1-1 26 16,0 3 73-16,-1 0 12 0,-1 4 5 15</inkml:trace>
  <inkml:trace contextRef="#ctx0" brushRef="#br0" timeOffset="32250.51">16659 6004 272 0,'0'-4'389'0,"0"-1"-67"0,1 2-2 15,-2 0-34-15,2 0-20 0,-1-1-42 16,1 3-22-16,-2 0-13 0,0 2-37 16,2 1 15-16,-2 5-4 0,-3 7-7 0,-3 6-17 15,0 1-3-15,-1 2-23 0,3 3 11 0,-1 0-27 16,3 1-1-16,2 5 0 0,-2-6-30 16,3-11-7-16,0 11-118 0,0-2-74 0,12 28 13 15,-11-28-303-15,0-6 33 0,1-4 30 0,-1-6-58 16,-1 1 37-16,0-9 26 0,0 0 27 15,0 0-9-15,0 0 35 0</inkml:trace>
  <inkml:trace contextRef="#ctx0" brushRef="#br0" timeOffset="32389.62">16629 5978 739 0,'-9'-29'402'0,"2"4"-35"15,-1-3-70-15,0 6-35 0,1 2-42 0,0 3-25 16,3 3-61-16,4 4-70 0,0 10-54 0,0 0-80 15,20-5 7-15,1 10-223 0,-8-5 23 16,29 8 20-16,-11-1-119 0,2 1 26 0,-2 2-21 16,1 1 0-16</inkml:trace>
  <inkml:trace contextRef="#ctx0" brushRef="#br0" timeOffset="32917.1">17075 6016 577 0,'-16'6'330'0,"0"3"-37"16,-1 1-23-16,-4 2-31 0,2-2 0 0,-1 3-35 15,1 0-7-15,2 3-37 0,4-1 0 16,0 0-28-16,3 0-16 0,1 0 18 0,4 1-39 16,1-2-14-16,4-14-4 0,0 8-10 0,0 1-5 15,19 8 16-15,-8-9-20 0,0-2-15 16,7-3 23-16,2-3-28 0,-12 0-22 0,6 0-18 15,19-14 20-15,-15 4-11 0,4-2-30 0,-3-3 4 16,-1-1-4-16,4-1 1 0,-2 0 1 16,-2 0-2-16,2 0 7 0,0 2 4 0,-2-2-4 15,-3 3 25-15,-1 5 10 0,-4 1-17 16,0-2 1-16,-3 3 13 0,-1 2-17 0,-3 1 7 16,3 3-2-16,-4-1-6 0,1 0 2 0,1 2 3 15,-1 0 9-15,-3 0 1 0,0 0-12 16,0 0 1-16,6 0-3 0,-6 0 16 0,14 10-13 15,-10-8 12-15,1 0-2 0,-1 2-1 0,0-3-11 16,1 4 7-16,1-5-14 0,-2 2 22 0,2 0-11 16,1-1 16-16,12 3-1 0,-10-1 0 15,9 2 1-15,-4 0-5 0,1-3-9 0,1 3 12 16,-6-1-13-16,0-2 12 0,-1 1-6 16,7 0 30-16,-4 1-15 0,2 0-1 0,4 2 6 15,0-6 0-15,-4 0-3 0,5 3-4 16,-6-1-10-16,-13-2 8 0,9 0-19 0,2 0-10 15,-2 0-61-15,-1 0-61 0,0 0-100 16,-8 0 22-16,7 0-259 0,-7 0 41 0,8 0 31 16,-8 0 7-16,13-9 31 0,-11 7 21 0,0 1 51 15,-1-1 11-15</inkml:trace>
  <inkml:trace contextRef="#ctx0" brushRef="#br0" timeOffset="36285.3">17102 6072 430 0,'0'0'138'16,"0"-14"-13"-16,0 14-2 0,0 0-10 0,0 0-37 15,0 0-3-15,0 0-1 0,0 0-11 16,0 0 18-16,0 0 16 0,0 0-14 0,-15-3-2 16,3 16 17-16,-3 3 20 0,-4-1-11 0,1 2 15 15,0-2-20-15,-1 5-6 0,-1 0 5 0,-1 0 5 16,1 1-17-16,-1-1-3 0,6 1 8 0,1-3-13 16,2 3-18-16,2-2-1 0,0-1 6 15,10-4-26-15,0-4 2 0,0-10 12 16,0 9-23-16,0-1 0 0,11 0 1 0,-6-7-4 15,1 2 17-15,-1-3-23 0,1-3-2 16,12-2 12-16,-6-2-8 0,5-5-13 0,-5-2 0 16,2-1 4-16,-1-2-10 0,1-3 3 0,-1 0-5 15,-3-3 11-15,1 1-14 0,1-2 6 16,-2 0 15-16,-1 1-23 0,0-2 16 0,-1 5-15 16,0-1 14-16,0 2-17 0,0 0 11 15,-3 5-2-15,4 0 0 0,-4 4-13 0,-1 1 4 16,1 2 4-16,-2 1 11 0,0 0-9 0,0 1 11 15,2 2-19-15,-4-1 16 0,3 3-5 0,0-3-5 16,-2 1-11-16,2 1 20 0,0 0-20 16,-1-1 0-16,2 3 14 0,0-1-15 0,0 0-1 15,-1 1 7-15,-4 0 7 0,0 0 5 0,0 0 1 16,6 0-5-16,-6 0-6 0,16 12-5 16,-13-8 20-16,0 0-19 0,1 0 19 0,0-2-12 15,-2 1-9-15,1 2 13 0,1-1-3 16,-3-1-13-16,3 1 27 0,-3-1-22 0,-1 2 1 15,1-3 9-15,0 1-46 0,-1 1-22 16,0 1-44-16,0-2-39 0,0 2 13 0,2-1-148 16,-2 1-123-16,0-5 28 0,1 3 24 0,0-2 35 15,1 0 15-15,-2-1 12 0</inkml:trace>
  <inkml:trace contextRef="#ctx0" brushRef="#br0" timeOffset="40080.44">410 6240 959 0,'0'0'268'16,"0"0"-27"-16,0 0-12 0,0 0-37 15,0 0-18-15,18 13-15 0,-18-3 3 0,0 7-27 16,0 6 1-16,0 4-16 0,0 5-6 0,0-1-3 15,0 0-11-15,0 2-15 0,10 31 2 16,-6-31-10-16,0-2-21 0,-3 0 6 0,3-1-14 16,-3 1-10-16,2-6 1 0,1-4-9 0,-3-2 17 15,-1-9-8-15,0-1-1 0,0 1-4 16,0-2 58-16,0-1-2 0,0-7-27 0,-1 7 15 16,-3-10-20-16,1-1-10 0,-3-14-1 0,-2-5 0 15,2-4-1-15,3-4-7 0,-2-3 4 16,4-7-16-16,1 19 10 0,0-14-7 0,14-49-9 15,-4 34-9-15,8-3 15 0,-1 4-13 16,6 4-5-16,1 0 7 0,0 5-12 0,3 5 20 16,0 4-12-16,2 6-3 0,3 6-2 0,-3 6-7 15,0 4 12-15,3 5-17 0,-19 5-8 16,25 17 26-16,-20-1-17 0,-8 9 6 16,-6 4 0-16,-4-14-30 0,-13 33-10 0,0-14-17 15,-5 0 25-15,-2-1-2 0,-4 2-1 0,-1-2-3 16,0-4 7-16,0-4 11 0,0-5 1 15,2 2 12-15,2-5 5 0,2-1-14 0,0 0 10 16,1-3 16-16,3 0-4 0,3-2-6 16,-2-3-1-16,7 0 19 0,0-2-7 0,3 2-1 15,3-3-2-15,-2-1 12 0,3-4 18 0,0 0-2 16,12 25-2-16,6-14 9 0,0 0 22 0,5-2-16 16,4 1-2-16,0-2 9 0,4-2-6 0,4-1-7 15,2 2-5-15,6-4-5 0,2 1-13 16,-1-3 11-16,0 0-18 0,-22-1 5 0,9 0-17 15,3 0-20-15,4 0-15 0,35-14-14 16,-40 6 5-16,-3 1 5 0,2-4-58 0,-7-2 5 16,-2-3-10-16,0 1 0 0,-6-5-5 0,0-2 4 15,1-2 5-15,-6 4 4 0,-3-8 24 0,-1 4 1 16,1 2 7-16,-6 0 8 0,-2 4 17 16,-1 5 2-16,0 13 15 0,0-8-2 15,-18-3-7-15,11 12 35 0,-10 2-5 0,6-3 32 16,-21 12 25-16,9 2-8 0,2-3-5 0,1 4 6 15,1 1 31-15,-3 3-6 0,1 5-3 0,5-2-4 16,2 0 0-16,3 2-6 0,3 4 1 16,2-3-3-16,6 1 0 0,0-15-15 0,13 23 6 15,2-15-18-15,5-5 5 0,1-3 5 0,8-2-7 16,6-4-23-16,-2-5 2 0,2 0-24 16,-17 0-20-16,38-13 3 0,-19 2-41 0,-1-6-2 15,-2 1-14-15,-2-5 2 0,2-1 19 0,-7-8-7 16,1 0 6-16,-3-2 35 0,-6 1-20 15,1 2 5-15,-4 2 81 0,0 2 22 0,-4 2 20 16,0 0 6-16,-2 4 12 0,-2 1 12 16,1 3-8-16,-2 1-6 0,-3 6-18 0,1 0-11 15,-3 4-3-15,0 1-9 0,-1 3 1 0,-1 0 13 16,0 0-2-16,2 11-4 0,-2-4 9 0,1 14-18 16,0 3 0-16,2 2 13 0,-3 4-17 15,1 2-6-15,0 3-2 0,1-2 1 0,0 3-1 16,1 2 8-16,-1 6-9 0,0 3 9 15,0-1-28-15,1 3-4 0,-3-2-31 0,2-1-44 16,-2-23-52-16,0 11-37 0,0 6 14 0,0 2-169 16,0 0-53-16,-15 36 31 0,10-44 30 15,-2-3-309-15,0-6 44 0,-2-8 39 0,2-1 67 16,0-6 31-16,6-10 10 0,1 3 27 16,0-3 56-16,0-13 11 0,1-9 6 0</inkml:trace>
  <inkml:trace contextRef="#ctx0" brushRef="#br0" timeOffset="40329.49">1805 6437 700 0,'0'-32'511'0,"0"17"-89"0,0-4-37 0,0 1-64 16,9-17-41-16,-2 20-26 0,5 7-28 0,1 1-33 16,3 6-10-16,-7 1-11 0,8 0-25 15,20 20 5-15,-16-6-13 0,-1 3-21 0,-2 4-22 16,-2 4 3-16,-2 0-13 0,-5 1-1 0,-4 1 4 15,-3 6-17-15,-2-18-12 0,-16 26 3 16,4-12-7-16,-5 0-15 0,-5-2-25 0,-1-3-26 16,-1 2 1-16,-4-3-120 0,0-4-49 15,1-2-53-15,3-3 25 0,-2-6-221 0,2-6-64 16,15-2 23-16,-14-12 31 0,13 0 31 0,10-8 20 16,0 8 22-16,10-23 22 0,5 5 13 0</inkml:trace>
  <inkml:trace contextRef="#ctx0" brushRef="#br0" timeOffset="41861.8">2154 6397 758 0,'30'0'327'0,"-15"0"-34"16,24 12-33-16,-16-2-22 0,-1 5-32 0,-6 1-11 15,2 3-15-15,-6 2-4 0,-4 6-32 0,-2-3 11 16,-4 0-18-16,-2-12-12 0,0 6-13 16,0 1-12-16,-16 24-11 0,8-23 19 0,0-5-2 15,-2-3-20-15,4-3 30 0,1-4 7 16,2-4-6-16,3-1-24 0,0 0-13 15,-2-13 0-15,9-7-10 0,5 1-15 0,3-3 1 16,1 2-8-16,3-1-4 0,2 2-7 16,-1 0-19-16,0 0 12 0,2 4-7 0,-3 0 4 15,3 3-7-15,2 2-5 0,-1 1 0 16,-2-2 1-16,1 6 2 0,3-1-6 0,-1 4-2 16,4 1 0-16,-1 1 9 0,1 0-13 0,4 0 1 15,0-1 2-15,-3 0-26 0,2-1-7 16,-4-1 2-16,-1-2 1 0,-1 1-23 0,-2-2 5 15,-1 2-12-15,-4-6 6 0,1-2 4 0,-5 2 3 16,0-6 4-16,-2 3-8 0,-3-2 33 16,-2 0-19-16,-2 1 17 0,-4 5 6 0,1-1-3 15,-2 10 0-15,0-8 32 0,0 1-24 0,0 7 22 16,-12-11 6-16,6 8-3 0,-10 1 23 0,-1 4 14 16,5-2 3-16,-19 14 6 0,10-3 5 15,0 1 3-15,3 3-1 0,-2 0-2 0,6 6 4 16,-1-1 1-16,3 3-14 0,3 3 3 0,-1-1-5 15,9 5-9-15,1-16-9 0,0 7 6 16,15 27-10-16,-2-30-1 0,2 1-3 16,3-4-2-16,1 0-11 0,5-6-30 0,3 0-17 15,-5-9-29-15,-8 0-23 0,5 0-10 0,28-12 7 16,-22 3-14-16,-3-3 10 0,1-1-21 0,-2-5-10 16,0-2 28-16,1-5-5 0,-2 1-2 0,-1-2 37 15,-2 3-10-15,1-3 8 0,-3 7 62 16,1 0 30-16,-4-1 13 0,2 3 3 0,-5 8-15 15,-1-1-10-15,-2 3 4 0,-3 3-1 16,2 3-10-16,-5 1-18 0,0 0 7 0,19 16-7 16,-10-1 17-16,-3 1-2 0,2 2-6 0,-3 4-4 15,3 0 15-15,-3 2 6 0,1 3-15 0,-2-1-3 16,-4 1 9-16,3-3 2 0,-3-11 0 16,-11 22 17-16,-2-15 0 0,-3 0-13 15,-4-1 6-15,-4-3-8 0,3-4 7 0,-4 2-4 16,0-6-8-16,2-3 11 0,13-5-7 0,-4 0-1 15,0 0-3-15,-16-19-6 0,21 10-1 16,-1-6-23-16,10-3-13 0,0 10-27 0,13-18-23 16,-2 8-5-16,8 1-5 0,2-2 7 15,5-1-41-15,0 1 7 0,5-3 8 0,3 5 22 16,1-1 12-16,1 0-13 0,0-2 22 16,-3 2 3-16,-2 0 28 0,-1 3 2 0,-4-2 30 15,-4 3 27-15,0-1 5 0,-2 1 20 0,-5 2-4 16,-5 0 2-16,-4 4-9 0,-4 1 11 15,-2 7-4-15,0 0 9 0,-8-7 4 0,1 10 7 16,-5 6-8-16,-1 1 11 0,0 4-6 0,2 0-6 16,0 4-4-16,0 2 0 0,4-2-4 15,3 4-12-15,1-4 2 0,3-7-1 0,0 5-6 16,12 21 5-16,-3-17-13 0,5-2 4 16,1-3-4-16,6-1-8 0,0-3-6 0,1-2-1 15,1-2 1-15,1-2-3 0,-1-5-8 0,-9 0-3 16,6 0 2-16,23-17-6 0,-19 6-7 0,-7-6-12 15,2 5 7-15,-2-5 3 0,-2-3 1 16,0 1-6-16,-2 0 1 0,1 3 3 0,-5-2 9 16,3 2-5-16,-5 2 19 0,-3 3 7 15,0 2 6-15,-3 2 14 0,2 0 3 0,-2 0 3 16,-1 3 6-16,3 0-3 0,-3 0 16 0,0 2-4 16,2-1-3-16,-2 0 2 0,0-1-9 0,0 2 9 15,0-1-3-15,0 1-9 0,2-1-4 16,-1 2 13-16,-1-2-24 0,0 3 16 0,1-3-25 15,-1 3 11-15,0-2-23 0,0 0 1 16,0 1-5-16,3-1 5 0,-3 2-5 0,0 0 4 16,0 0-10-16,0 2 1 0,0 1 22 0,-1 4 1 15,-2 7 9-15,3 0-18 0,0-3 5 0,-8 23-2 16,4-12-1-16,4-11-10 0,0 8 12 16,0 1 10-16,0 4-9 0,0-1-9 15,22 20 4-15,-17-23-1 0,5-4 15 0,0-1-3 16,3 0-41-16,3-6-5 0,0-2-28 0,6-4-15 15,-13-3-19-15,4 0-10 0,18-17-16 16,-12 7 1-16,0-5-2 0,-4-2 21 0,3-2-13 16,-4-3 1-16,4 1 26 0,-6-4-5 0,4 4 9 15,-3 0 17-15,0 3 23 0,-6 3 16 16,2 1 9-16,-2 5-12 0,-6 6-10 0,3 0 19 16,-4 3 5-16,0 0-4 0,2 14 15 0,0-8-1 15,1 13-13-15,3 0 10 0,1 3-3 0,6-2 0 16,0 3 12-16,2-5-7 0,3 1 1 15,0 0 0-15,1-4-7 0,2-2 7 0,3 1-1 16,1-4-6-16,5-1-14 0,-1-3-8 16,3-3 19-16,4-3-14 0,-22 0 4 0,10 0 8 15,26-17-7-15,-24 6 6 0,-3-4-11 0,-1-5 12 16,1-5 0-16,-3-5 2 0,-1-2 0 16,-1-8 10-16,-3 2 7 0,-1-7 14 0,-3 0 9 15,-2-3 12-15,-1 1 17 0,-2 3 0 16,-2 3 32-16,-2 2 6 0,-1 4-2 0,-1 20-10 15,0-7-9-15,0-2-2 0,0 2-15 0,0 5-2 16,0 5-16-16,0 5 4 0,-1 4-10 0,1 13 1 16,0 9-13-16,0-4-3 0,0 9 24 15,0 5-4-15,0 5-112 0,0 6-52 0,0 5 13 16,0 0-203-16,0 4-56 0,0-2 34 0,0-2-253 16,0-4 47-16,0-3-25 0,0-1 37 15,0-6 19-15,0-6 34 0,0-6 36 0,0-5 26 16,0-5 66-16,0-9 7 0,-8 8 4 0</inkml:trace>
  <inkml:trace contextRef="#ctx0" brushRef="#br0" timeOffset="41996.86">4903 6500 578 0,'-7'-21'430'0,"-2"1"-60"16,4-1-30-16,0-1-43 0,2 2-14 0,3 2-46 15,0 7-4-15,10-20-39 0,3 14-21 16,4 1-35-16,4-2-54 0,6 1-37 0,9-2-66 16,7 2-54-16,5-1-47 0,1 3 9 15,3-1-232-15,-1-1 28 0,-1 0 24 0,-6-1 21 16,0 0 22-16,-3 1 17 0,-5 0 20 15,-2 0-117-15,-3 0 10 0</inkml:trace>
  <inkml:trace contextRef="#ctx0" brushRef="#br0" timeOffset="42387.88">5550 6178 256 0,'5'-2'567'0,"0"0"-102"0,-1 2-56 0,-1-2-42 0,1 1-56 15,-1 1-21-15,-1 1-38 0,2 3-4 16,-2-1-28-16,4 12-29 0,1 1-16 0,-2 3-4 16,1 3-22-16,0 1-25 0,2 2-54 0,0-2-8 15,0 8-148-15,-3-5-74 0,4-2 15 16,-3 1-330-16,0-4 36 0,-3 0 32 0,0-3 31 15,-3-6 24-15,2-9-20 0,0-1 48 0,-2-2 17 16,0 0-60-16</inkml:trace>
  <inkml:trace contextRef="#ctx0" brushRef="#br0" timeOffset="42511.08">5713 6154 217 0,'-7'-29'545'0,"-1"3"-65"0,2 3-72 15,1 2-68-15,0 4-55 0,0 0-31 16,2 5-140-16,1 5-77 0,2 7-43 0,0 0-51 15,15-6 7-15,4 9-266 0,-6-3 25 0,9 0-110 16,26 10 25-16,-18-3 19 0,0-1 5 16</inkml:trace>
  <inkml:trace contextRef="#ctx0" brushRef="#br0" timeOffset="42979.21">6159 6096 367 0,'0'0'464'0,"1"-4"19"16,-1 2-44-16,-1-1-37 0,1 2-28 0,0-1-21 15,0 0-31-15,0-1-23 0,0 2-31 16,-2-1-24-16,4 0-20 0,-2 0-25 0,0 1-19 16,0 0-16-16,0-1-9 0,0 2-30 15,0-1-5-15,0-1-11 0,0 1-21 0,0 0-3 16,0 1-10-16,0 0-12 0,0 0-5 0,0 0 2 16,0 0-22-16,0 0-1 0,0 2 3 15,0 3-10-15,0 1 2 0,0 0-2 0,1 17 7 16,-1-9-6-16,0 6-5 0,0 3 2 15,0 6-1-15,0 0-13 0,0 0 4 0,0 0 10 16,0 0-8-16,5 26 2 0,-1-38-7 16,1 3 1-16,-1-3 1 0,1-3-12 0,4-7-2 15,0-5-9-15,-9-2-26 0,13 0 3 0,25-12-6 16,-18-2-1-16,3-5 1 0,2-1 3 0,1-1 2 16,0-1 4-16,1 1-1 0,-3-1 8 15,-1 3 23-15,-1 3 13 0,-4 0 17 16,4 3-5-16,-6 2-15 0,1 4-1 0,-17 7 20 15,10 0 9-15,15 14 3 0,-9-2-4 0,-2 2-10 16,3 6 11-16,-5-1-4 0,4 0-9 16,-1 1-12-16,6-1 18 0,-6 0-31 0,4-2-50 15,-4-1-70-15,6-3 12 0,-5-5-219 0,2-6 29 16,7-1-353-16,-16-1 52 0,6 0 52 16,21-20 38-16,-16 6 39 0,-1-1 9 15,3-2 28-15,-3 0 70 0,2-4 23 0,6 1 19 16,-4-4-14-16</inkml:trace>
  <inkml:trace contextRef="#ctx0" brushRef="#br0" timeOffset="45614.75">17233 6090 374 0,'0'-11'277'0,"0"11"-55"0,0 0-8 16,4-36-14-16,-13 29-19 0,2 2-12 0,-3 3-5 16,1 2 6-16,0 0-7 0,-7 0-8 0,-18 12 17 15,11-3-12-15,3 6 6 0,-3-1-18 16,4 3 10-16,-2 0-19 0,-1-2 9 0,2 6 4 15,-1-1-21-15,2-1-23 0,3 5-4 0,3-4-13 16,4 4 16-16,5 5-26 0,4-3 14 16,0-13-10-16,18 25-11 0,0-16-13 0,2-2 6 15,6-3-10-15,1-1-17 0,2-4 3 16,2-2-11-16,0-5 9 0,1 0 4 0,0-5-10 16,-13 0-11-16,25-15 11 0,-19 6-16 15,-2-3-9-15,-4-2-2 0,-5-5 5 0,0-2-1 16,-5-2-15-16,-1-3 9 0,-6 0 0 0,-1 0 14 15,-1 11-7-15,0-2-14 0,-12-26 19 16,1 19 0-16,0-1 3 0,1 2 7 0,-6 3 1 16,5 3-11-16,-3-1 13 0,1 5 5 0,4-2-3 15,-2 3 3-15,4 0 6 0,2 3-4 16,4 1-10-16,-3 1 2 0,4 7 1 0,0-8-21 16,20-13-4-16,0 11 4 0,-2 3-8 15,5-1 3-15,1 3-12 0,1 3 3 0,-13 2 1 16,10 0-5-16,26 15 6 0,-25-3 9 0,-1 2-15 15,0 5 6-15,-2 3-6 0,3 3 7 16,-6 4 4-16,7 0-10 0,-6 0 3 0,0 0 0 16,2 0 7-16,-4-3-13 0,-1-3 9 0,-1-4 4 15,-2 3 5-15,0-3 4 0,-3-1-4 16,-2-8 18-16,1 3 8 0,0-9-3 0,0 0-6 16,-2-4-2-16,-6 0 2 0,13 0-5 15,18-19 0-15,-16 7-3 0,5-7-4 0,0 1-1 16,0 3 5-16,-1-2-3 0,-2 3 14 0,-1 0 21 15,-1 3 1-15,-1 3 13 0,-3 0-11 16,-2 2-11-16,-4 1-10 0,0 2-5 0,-1 3 1 16,-4 0 8-16,0 0-8 0,0 0-6 0,8 15-6 15,-7 6-11-15,2 0-41 0,-3-9-74 16,0 8 11-16,0 3-211 0,0 3 28 0,-12 23-341 16,12-23 43-16,0-16 49 0,10 15 45 0,1-11 35 15,0-4 17-15,2-8 29 0,5 5 43 16,2-4 24-16,-7-3 15 0,9 0 10 0</inkml:trace>
  <inkml:trace contextRef="#ctx0" brushRef="#br0" timeOffset="45739.08">18317 6379 337 0,'21'-17'462'16,"-3"-4"65"-16,-2 1-19 0,-1-1-15 0,-2-1-25 15,-1 2-37-15,-2 1-42 0,-2 1-45 0,-5 3-56 16,1 0-35-16,-4 4-78 0,0 11-100 0,0-8-7 16,-15-2-272-16,8 10 18 0,-2 0-360 15,1 0 52-15,2 0 36 0,0 3 34 0,6-3 29 16,0 0 27-16,-11 9 15 0,13-5 23 15,5 9 14-15,15 3 23 0</inkml:trace>
  <inkml:trace contextRef="#ctx0" brushRef="#br0" timeOffset="47231.4">298 7442 264 0,'0'0'321'0,"0"0"-67"16,0 0-29-16,0 0-42 0,0 0-22 0,0 0-16 16,0-14-10-16,-16 1-25 0,21 9-5 0,11-1-21 15,4-1 2-15,4 1-18 0,6-4-5 16,-2 6 5-16,4-2-6 0,3 4-15 15,3-2-8-15,5-1 0 0,6 1-6 0,6-2 0 16,4 3 3-16,5 0-19 0,6 1 7 0,4-2 5 16,4 2-10-16,6 0-9 0,-38 1 8 0,23 0-4 15,18 0 2-15,9 0 0 0,6 0-5 16,117 10 3-16,-100-5-9 0,5-1 14 0,8-1-10 16,-1 2 0-16,6 1-1 0,0 0-2 0,5-4-1 15,11 3 2-15,3 0-4 0,4-4 10 16,0 3-16-16,103 1 0 0,-156-5 8 15,36 0-16-15,7 0 9 0,6 0-7 0,55 0 11 16,1 0 4-16,-15 0-6 0,162 12-10 0,-90-10-1 16,-56-1 3-16,-30 0-7 0,82 3-6 0,-47 0 11 15,-33 0 2-15,85 1-10 0,-54-2-6 16,50 1 13-16,-50 0-1 0,-29 0 14 0,77 1-17 16,1 0 5-16,-47-1 1 0,-31 0-8 0,91 2 8 15,-58-4 7-15,45 4-3 0,-4 1 4 16,-45 0 2-16,40 2-4 0,-44-1-10 0,50-1 5 15,-50-2-13-15,47 4 18 0,-52-1-14 16,54-1 0-16,-46-2 13 0,46 6-4 0,-4-2-2 16,-46 1 11-16,49 3-10 0,9 3 10 15,-7-4 5-15,-7 3-24 0,-47-5 18 0,54 6-16 0,-5-3-2 16,-47-3 13-16,54 8 17 0,-8-4-11 16,5-1 9-16,-53-1-4 0,-33-2 14 15,89 6-11-15,-61-2-8 0,-24-4 11 0,-27-1 12 16,113 15-11-16,-62-11 19 0,-39-1 7 15,-21-2-6-15,-4 0 4 0,-4 0 10 0,0 1 3 16,-6-1 7-16,-4-1-12 0,-13 1 12 0,-6-2-3 16,-9-1-17-16,-11-3 12 0,-8 2-6 15,-10 0 0-15,-8-2 6 0,-7-2-24 0,-9 0-3 16,-4 1-21-16,-6-3-37 0,-4 0-50 0,-15 0-35 16,-6 3 10-16,-9-3-197 0,-2-6 24 15,-14 4 23-15,-9-4 19 0,-5 2-144 0,-9-1 27 16,-7 2 38-16,-10-4 23 0</inkml:trace>
  <inkml:trace contextRef="#ctx0" brushRef="#br0" timeOffset="48229.25">1228 7940 494 0,'0'0'406'0,"0"-15"-73"0,24-11-61 16,-27 21-3-16,-2 1-51 0,-6-4-35 15,-2 0-19-15,-2 2-19 0,2 3-17 0,5 3-16 16,-5 0-17-16,-23 14-5 0,19-3-13 0,1 2 9 16,0 3-25-16,5 1-8 0,0 4 3 0,5 1-1 15,4 2-10-15,2-12-12 0,0 5-2 16,17 27 2-16,-4-23-16 0,0 4 4 0,2-3 1 16,5-1 3-16,1 1-2 0,-1-2-7 15,2 1-3-15,0-3 14 0,-3-2-4 0,1 2-18 16,-5-4 19-16,0-2 23 0,-4-1 2 0,-1 0 14 15,-7-4 1-15,-3-7-6 0,0 0-6 16,-29 14-6-16,0-9 4 0,-7-1 0 0,-7-1-12 16,-4 1-1-16,-4 0 8 0,-4 0-10 0,2-1-12 15,1-1-1-15,1 3-1 0,4-5-64 16,1 2-19-16,10 1-43 0,0-3-24 0,1 0-55 16,22 0 17-16,0 0-286 0,-9-12 36 0,24 4-43 15,8-3 47-15,9-3-4 0,5 0 32 0,3 0 36 16,9 0 5-16</inkml:trace>
  <inkml:trace contextRef="#ctx0" brushRef="#br0" timeOffset="48529.06">1457 8165 539 0,'29'-1'371'0,"-16"1"-54"16,3 0-36-16,-1 0-24 0,-4 0-21 0,-2 0-20 16,4 7-31-16,-12-3-4 0,1 3-15 15,-2-2-37-15,2 2 6 0,3 12-8 0,-2-1-25 16,8 1 0-16,-2 0-21 0,4-2 2 0,2-2-25 15,3 1-6-15,2-1 12 0,3-4 11 16,-1-3-12-16,0 2-22 0,1-7-11 0,-1-2 9 16,-13-1-5-16,4 0-3 0,0 0 63 0,15-18-10 15,-18 8 4-15,-1-3 5 0,-5-3-12 0,-2-2-10 16,-2 9 4-16,-12-20-7 0,4 8-22 16,-4 5 4-16,-4-5 1 0,-2 5-20 15,-3-2-5-15,1 3 5 0,-6 3-46 0,6 3 1 16,-7 3-112-16,2-1-40 0,1 3-57 0,5 4-43 15,5 0 23-15,10 0-258 0,2-3 38 16,2 3-10-16,0 0 34 0,20-6 59 0,-2-2 31 16,5-4 19-16,3 2-16 0</inkml:trace>
  <inkml:trace contextRef="#ctx0" brushRef="#br0" timeOffset="48862.55">2153 7795 727 0,'15'-10'438'0,"-1"0"-67"0,-4 6-46 15,-4 0-42-15,0 3-30 0,-6 1-30 0,0 0-24 16,5 12-20-16,-5-5-20 0,0 12-14 16,0-9-5-16,0 3-21 0,0 8-8 0,0-4-14 15,0 3-14-15,0 0 7 0,12 15-12 0,-9-15-6 16,1-8-11-16,-3-2 3 0,4-3-14 16,-1-2 3-16,3-1-7 0,0-4-13 0,2 0 2 15,5 0 4-15,24-15 1 0,-12 9-3 16,-4-6-17-16,2 0 31 0,-2-1 10 0,1 4 11 15,-5-3 23-15,-3 3 11 0,-2 4-12 0,-4-1-11 16,1 1-6-16,-5 2-17 0,0 2-8 0,-1 1-5 16,-4 0-5-16,0 0-1 0,8 13-7 15,-2 3-33-15,-6 8-42 0,3 3 6 16,-2 5-137-16,1-2-43 0,-1 4-74 0,-1-15 27 16,0 12-281-16,0 4 20 0,0 6 41 0,-14 35 34 15,8-38 29-15,-1-4 69 0,-1-3 23 0,0-3 24 16,3 3 14-16,-1-5 10 0</inkml:trace>
  <inkml:trace contextRef="#ctx0" brushRef="#br0" timeOffset="49219.34">671 8998 789 0,'-48'8'259'15,"11"-1"-49"-15,8 1-9 0,7-1-26 0,15-2 2 16,13-2-11-16,17 0-26 0,10-3-2 0,-7 0-19 16,17 0-1-16,20 0-17 0,85-12-22 0,-52 7 2 15,10 0-17-15,6 0-7 0,6-1 11 16,3 1-15-16,2 2-7 0,-3-1 4 0,1 2-23 15,-6 2 1-15,-5-2-7 0,-9 2 8 0,-8 0 1 16,-53 0-5-16,19 0-20 0,1 0 12 16,-4 0 7-16,-5 0-22 0,-7 0 4 0,-10 0 9 15,-8 0-2-15,-11 0-26 0,-6 0 6 16,0 11-21-16,-14-9-23 0,-2 1-43 0,1-2-42 16,1-1 12-16,-4 3-139 0,2-3 22 0,1-3 18 15,6 3-167-15,0 0 24 0,0 0 25 0,-14-12 17 16,19 7 5-16</inkml:trace>
  <inkml:trace contextRef="#ctx0" brushRef="#br0" timeOffset="49434.78">3133 8407 348 0,'0'-19'495'0,"0"0"-78"0,0 8-62 16,0 0-26-16,0-4-32 0,0 0-36 16,-11-8-147-16,9 15-116 0,2 2 0 0,-2 0-277 15,-1 4 20-15,2 2 24 0,2 2-123 16,-1 3 25-16,5 10 17 0,-1 6 10 0</inkml:trace>
  <inkml:trace contextRef="#ctx0" brushRef="#br0" timeOffset="49583.31">3193 8690 377 0,'0'20'528'0,"0"-2"-66"0,0-18-45 16,0 11-18-16,0-2-38 0,0-1-36 16,0-1-52-16,0-7-26 0,0 7-49 0,0-7-80 15,0 5-13-15,0-5-180 0,0 7-108 0,0-7 15 16,0 7-308-16,-4 3 34 0,2-10 30 16,2 0 16-16,5-2 26 0,-4-3 21 0,16-9 12 15,4 1 0-15</inkml:trace>
  <inkml:trace contextRef="#ctx0" brushRef="#br0" timeOffset="50617.18">5187 8336 474 0,'-14'0'397'15,"14"-12"-32"-15,0 12-45 0,0 0-34 0,0 0-15 16,-14 0-32-16,14 0 11 0,0-14-36 16,-18 2-6-16,15 9-24 0,3 2-25 0,-1 0-19 15,2-1-23-15,1 1-9 0,2 1 1 0,2-2-20 16,13 0 0-16,2-1-22 0,6 1-3 16,1 1 0-16,4 0-1 0,0-2-27 0,2 1-13 15,-1 0-2-15,-1-1-4 0,-1 1-29 0,1-1-6 16,-5-1-28-16,-4-2 14 0,0-1-6 15,-2 5-15-15,-2-5-4 0,-2 2 1 0,-4-4 13 16,0 1 5-16,-3-2-13 0,-3-2 13 0,-1 3-10 16,-3-1 5-16,1-8 6 0,-2 9 6 15,-2 2 2-15,0-5 3 0,0-3 3 0,0-2 15 16,0 1 12-16,-13-18-7 0,13 20 13 0,-5 1 0 16,0-1 22-16,0-1 10 0,2 6-9 15,2 1-4-15,-4 3 4 0,5 1 0 0,0 4 4 16,0 0-15-16,0 0 10 0,0 0-24 0,-4-11 12 15,-2 14-14-15,3 0 16 0,-7 14-23 0,-1 5 10 16,0 0 25-16,1 6-10 0,1 1-2 16,1 4-7-16,2 5 9 0,-1 2-2 0,5 2-1 15,-2 1-3-15,4 3 14 0,0-24-1 16,0 12 11-16,10 47-5 0,-5-36-4 0,1 3-14 16,0 1-3-16,0 2-75 0,-3 1-45 0,-2-1-43 15,-1-26-63-15,0 12 21 0,-10 52-296 0,-3-41 26 16,0-5 34-16,1-6 9 0,-1-4 24 15,4-8 50-15,-4-1 13 0,5-7 46 0</inkml:trace>
  <inkml:trace contextRef="#ctx0" brushRef="#br0" timeOffset="50813.39">5274 8814 856 0,'-15'-15'447'0,"-3"-4"-56"16,5-1-47-16,0 1-27 0,6 2-29 0,7-1-40 15,0 9-25-15,12-17-23 0,6 7-35 16,5 3-40-16,9 2-13 0,9 2-113 0,6 0-51 16,3 3-46-16,1-1-39 0,8 3 13 15,-1-5-146-15,2 4-175 0,0-1 33 0,-1 0-2 16,-4-3 27-16,1-2 68 0,-2 5 16 0,-1-8 7 16</inkml:trace>
  <inkml:trace contextRef="#ctx0" brushRef="#br0" timeOffset="51344.77">6405 8296 403 0,'-15'-5'361'0,"-1"2"-51"0,-4 1-11 0,1 2-18 15,9 0-42-15,-7 0-7 0,-21 17 7 0,17-5-18 16,1 3-26-16,-1 2 9 0,5-1-34 16,2 3 2-16,1 1-4 0,2 2-37 0,3 0 12 15,4 6-19-15,4-1-9 0,0-13-26 0,9 27-6 16,4-21 2-16,1 3-11 0,6-2-18 15,2-2-32-15,5-2-2 0,-2 0-68 0,4-2-34 16,-1-4-16-16,0-3-23 0,0-1-39 16,3-6-10-16,-6-1-23 0,-12 0 19 0,24-10-62 15,-17-3 12-15,1-3 19 0,-7-1 14 0,4-2 25 16,-4-1 54-16,0-3 10 0,-3 0 91 16,1 2 66-16,-3-4 32 0,0 4 33 0,-4 3 45 15,3 3-12-15,1 1 17 0,-4 5-33 0,-4 2-25 16,2 2-3-16,-3 4-6 0,0 1-2 0,-4 0-26 15,1 2-6-15,1 3 14 0,-1 1-8 16,-1 11-9-16,2 2 7 0,2-7-11 16,0 2-11-16,14 20 7 0,-8-17-21 0,-1-2 4 15,4 0-5-15,0-3-1 0,0 2 0 0,-1-4 11 16,3-8 9-16,1 1 1 0,-2-2 0 16,-2-1-2-16,4 0-11 0,22-16 11 0,-14 7 4 15,0-1-2-15,-1-1 5 0,-4 2 17 0,-1 2 8 16,1-2 11-16,-6 5-4 0,0 0-23 15,-4 1-4-15,2-1-15 0,-5 3-1 0,-2 1-10 16,0 0 0-16,0 0 2 0,13 14-10 0,-10-8-4 16,-1 16-25-16,-2 2-37 0,0-1-29 0,0 3-34 15,0 2 9-15,0-13-107 0,0 10-60 16,0 1-39-16,-9 27 26 0,3-27-275 0,2-7 41 16,-2-4-14-16,2-8 34 0,4-3 31 15,0-4 26-15,6-1 82 0,-2-5 9 0,6-7-3 16</inkml:trace>
  <inkml:trace contextRef="#ctx0" brushRef="#br0" timeOffset="51526.28">7277 8514 684 0,'17'-14'462'0,"-2"6"-75"0,-2 3-73 0,-3 3-41 16,-10 2-33-16,20 14-25 0,-7-5-33 0,-5 9-13 16,2 1-20-16,-4 3-3 0,1 1-14 15,-4 7-14-15,-1-3-13 0,-2 4-11 0,0-17-9 16,0 8-9-16,-17 31-61 0,6-21-45 15,-3-2-38-15,-4 1-47 0,0-2-61 0,-2-5 16 16,-1-2-314-16,3-3 54 0,2-4 7 0,-4-3 24 16,9-6 12-16,11-6 19 0,0 0 48 15</inkml:trace>
  <inkml:trace contextRef="#ctx0" brushRef="#br0" timeOffset="51675.89">7809 8540 891 0,'27'-9'369'0,"2"-2"-61"0,3 4-54 16,5 1-73-16,-1-1-86 0,5 7-76 15,-18 0-2-15,8 0-400 0,36 15 25 0,-35-4-14 16,-11 3 13-16,-6 3-2 0</inkml:trace>
  <inkml:trace contextRef="#ctx0" brushRef="#br0" timeOffset="51840.45">7897 8826 348 0,'-19'8'468'16,"2"-2"-40"-16,5 2-65 0,4-4 16 0,4-1-48 16,5-2-47-16,7 0-31 0,14 2-28 0,7-1-52 15,8-1-18-15,-1-1-100 0,5 1-53 0,5-1-47 16,-1 1-55-16,-1-1 10 0,4 0-219 16,-25 0-134-16,11 0 24 0,7 0 34 15,42-9 22-15,-41 6 50 0,-6-2 12 0,3 4 5 16</inkml:trace>
  <inkml:trace contextRef="#ctx0" brushRef="#br0" timeOffset="52829.8">9856 8090 256 0,'6'-14'494'0,"-3"7"-106"0,1 2-69 15,-2 2-33-15,0 3-31 0,0 3-26 0,-4 3-10 16,-3 13-24-16,-4 3 12 0,2 5-31 16,-4 0-10-16,-2 5-17 0,0-1-19 0,-5 5-11 15,0-2-19-15,1 0-3 0,-1-3-5 0,2-1-6 16,-2-1-23-16,0-3 17 0,0-3-21 16,4-1-5-16,0-2 14 0,0-5 12 0,2 4 11 15,3-6 27-15,2-1 8 0,1-5-9 16,4-4-23-16,2-1 1 0,0-2-14 0,0 0-10 15,17 0-11-15,7-2-12 0,-13 2 5 16,35-8-6-16,-15 1-14 0,4 3-10 0,2 1 6 16,5 0-3-16,-2-4-1 0,3 5-25 0,3-1 1 15,-2-2-1-15,-1 3 4 0,0-3-19 16,-4 3 17-16,-4-3-11 0,0 2-14 0,-3-1 16 16,2 0-13-16,-6 0 15 0,-3 0 1 15,-6 1-9-15,-1 0 2 0,-3 1 9 0,-2-2 5 16,-6-1-9-16,-1 4-6 0,-1-3-4 15,-5 0 14-15,3-3-5 0,-3 1 0 0,0-1-5 16,0-1 11-16,0-5 15 0,0-1 10 0,0-1-3 16,-12-12 19-16,10 17 5 0,-1 1 2 0,3 2 12 15,-1 1-12-15,-2 3-6 0,3-2-8 16,0 3-6-16,-3-1-4 0,2 1-11 0,0 2 8 16,0 2-14-16,-4 2 7 0,2 0 7 15,-3 14-3-15,-2 0 6 0,3 2 0 0,0 2-4 16,-2 4 11-16,5 4 1 0,-2-3-1 0,4-9-7 15,0 5 0-15,0 4-6 0,13 29 1 0,-6-24 2 16,2-1-12-16,-2 3-40 0,-1 0-27 0,3 2-50 16,-5 1 8-16,1 1-133 0,-5-6-44 15,0-15-55-15,0 9 30 0,0 4 30 0,0-2-291 16,0-4 26-16,0-6 49 0,0-4 35 16,0-5 53-16,0-9 43 0,3 5-4 0,8-14 39 15,-2-6-8-15</inkml:trace>
  <inkml:trace contextRef="#ctx0" brushRef="#br0" timeOffset="53246.39">10772 8560 1324 0,'8'-10'438'16,"-2"0"-61"-16,-1 4-57 0,-1 3-48 0,-3 3-20 16,2 5-24-16,-2 1-15 0,1 1-18 0,1 12-22 15,1 2-24-15,0-1-25 0,1 3-8 0,0-1-2 16,-1 2-8-16,1-2-26 0,-1 2-4 15,2-5 2-15,1 1-11 0,-3-1 5 0,-2-2-15 16,1-5-9-16,-2-2 3 0,0-5-7 0,1 0-10 16,-2-2 6-16,2 0-1 0,-2-2-2 15,0-1-6-15,0 0 4 0,17-19-7 0,-4 6-14 16,2-5 7-16,-1 0 2 0,5 1-4 16,-1 0-2-16,0 2 1 0,1 0 8 0,-3-1 13 15,5 0-6-15,-2 1 12 0,-1 3-1 16,-3 1 5-16,1 0-9 0,-1 4 2 0,-1-1-12 15,-5 4 3-15,3 4-1 0,-3 0-4 0,-9 0 10 16,12 0-4-16,9 16 5 0,-6-6-6 16,-1 4-8-16,-2 1-2 0,-3 5-1 0,0-2 5 15,0 4-10-15,-2 0 7 0,-2 2-20 0,-1-1-29 16,0 3-46-16,-4 1-55 0,1 4 14 16,-1-19-161-16,0 8-57 0,0-1 31 0,-14 25-295 15,12-25 51-15,-5-4 39 0,1-6 35 16,6-4 33-16,0-3 30 0,0-2 67 0,5-4-16 15,1-1 40-15,5-11 8 0</inkml:trace>
  <inkml:trace contextRef="#ctx0" brushRef="#br0" timeOffset="53880.78">11312 8254 310 0,'-12'-9'377'0,"1"-1"-58"0,4 6-13 0,2-4-28 15,1 1-4-15,-1 4-20 0,2-3-17 16,0 4-38-16,0-2 1 0,1 2-22 16,-1-3 8-16,3 1-15 0,0 0-6 0,-1 0-3 15,1 0-22-15,0 1 1 0,0-1-24 0,0-2-5 16,0 5-5-16,0 1-8 0,0 0-15 15,0-8 6-15,0 8-2 0,0-7-9 0,0 7 0 16,0-8-5-16,0 0 4 0,12-3-3 16,-9 7-6-16,-2-2 2 0,2 1-3 0,-1 1-6 15,0-1 3-15,0 2-10 0,1-2-5 0,-2 0-5 16,1 1-7-16,1 1-2 0,1-1-2 16,0-4-4-16,4-1-1 0,-1 1-5 0,2 3-1 15,1-4 0-15,2-1-7 0,2 0-7 0,-1 3 5 16,2-1-11-16,2 2 5 0,0-2-6 15,3 3 1-15,0 2 5 0,-1-1 4 0,2 4-7 16,-2 0-3-16,-13 0-19 0,7 0-10 0,15 8-20 16,-15 0-14-16,-1 1-8 0,-6-1 11 15,-1 8-2-15,-4-4-7 0,-1-3 20 0,0 4-14 16,-17 16 6-16,9-11 9 0,-2-4-7 0,2 0 6 16,0 2 5-16,-1-1 4 0,4-1-14 15,-1-1 5-15,2-3 4 0,4 3-6 0,0-13 2 16,0 13 14-16,14 15-3 0,-8-13 3 0,6 2 3 15,-4-2-6-15,3-1 4 0,2 3 6 16,-2-2 12-16,0-1-11 0,-1 3 2 0,0-2 9 16,-5-1 1-16,3 3 2 0,-6-8-4 15,-2-9 14-15,0 10-1 0,-18 12 0 0,-1-13-3 16,-5-1 5-16,-3 0-7 0,-6-1 0 0,1-3 2 16,-4 1-9-16,3-3-9 0,-2-2-40 0,18 0-58 15,-9 0-49-15,-30-9 18 0,31 0 14 16,4 0-390-16,8-5 38 0,5-4 33 15,3 2 29-15,5 8 63 0,17-17 23 0,-2 10 17 16,7 0 4-16</inkml:trace>
  <inkml:trace contextRef="#ctx0" brushRef="#br0" timeOffset="54263.33">12032 8668 262 0,'0'4'607'0,"0"-3"-104"0,0 2-63 16,0-3-42-16,2 0-45 0,1 0-25 0,0-2-30 15,2 1-39-15,14-7-35 0,7 0-20 0,-1 1-13 16,7-1-34-16,8 2-13 0,5 0-18 16,7-1-10-16,5 1-41 0,0 4-72 0,4-2 0 15,-1 2-108-15,1-1-73 0,-4 3-58 0,-29 0 21 16,12 0-307-16,6 0 38 0,-1 0 34 15,-3 0 27-15,-3 0 8 0,-5 0 26 0,-2 0 20 16,-7 0 8-16,-7 0 51 0</inkml:trace>
  <inkml:trace contextRef="#ctx0" brushRef="#br0" timeOffset="54516">12658 8457 363 0,'-18'-16'503'0,"-3"1"-101"0,4 3 3 0,2 3-35 15,4 0-37-15,-2 1-32 0,4 3-39 16,3 0-23-16,2 1-36 0,0 1-17 0,0 2-29 16,4 1-7-16,0 0-32 0,0 0 3 0,-2 13-10 15,4 4-17-15,-2-7-6 0,0 9 7 0,12 29-15 16,-7-18-2-16,-1-1-14 0,1 2-3 16,0 1-13-16,1 4-10 0,1 1-4 0,-1 1-39 15,-3 1 2-15,2 4-111 0,1-4-42 16,2 2-34-16,-6-2-48 0,5-3 21 0,-5-4-282 15,1-1 17-15,2-2 36 0,0-5 43 16,-1-7 28-16,0-8 25 0,1-2 13 0,-1-6 2 16,-4-1 29-16</inkml:trace>
  <inkml:trace contextRef="#ctx0" brushRef="#br0" timeOffset="54882.25">13092 8419 551 0,'17'-24'427'16,"2"5"-58"-16,0 1-54 0,0 0-27 15,0 7-19-15,1 2-40 0,-3 6-24 0,-7 3-25 16,2 0-19-16,16 23-19 0,-18-6-6 0,-4 4-14 16,-6 5 1-16,0-13-13 0,0 8-11 15,-18 26-29-15,4-18-8 0,-2-3 6 0,-2-1 4 16,1 0-19-16,1-2 0 0,0-4 1 0,0-1-16 15,0 3 11-15,2-4-24 0,3-5 11 16,1 1-14-16,3-2 14 0,0-3 26 0,5-4 20 16,-2 3-7-16,1-3 6 0,3-4-11 15,0 0-1-15,14 4-12 0,7-1-8 0,2-3 1 16,6 2-23-16,-14-2 8 0,8 0-6 0,7 0-16 16,2 0-23-16,2 0 1 0,1 0-107 15,1 0-44-15,-2 0-46 0,1 0-65 0,29-10 26 16,-30 7-281-16,-5-1 62 0,-4-3 32 0,0-1 33 15,-3-1 11-15,-2 0 27 0,0-4 22 16,-1 1 16-16,-4-4-11 0</inkml:trace>
  <inkml:trace contextRef="#ctx0" brushRef="#br0" timeOffset="55232.28">13785 8515 568 0,'-1'-2'435'0,"-2"0"-75"15,2 2-22-15,0-3-42 0,-2 6-33 16,1-1-31-16,0 0-2 0,1 5-29 0,-4 5-9 15,2 2-35-15,3 3-25 0,0-8 1 16,0 6-5-16,0 0-11 0,0 3-7 0,11 14-25 16,-6-21-6-16,-4-2-4 0,3 0-20 0,-3-2 6 15,0-2-7-15,1-1-1 0,0 0-5 16,1-2-22-16,-2-2 19 0,5-2-17 0,8-3 7 16,3-3-10-16,0-3 3 0,-1-2 2 0,2 4 1 15,-1 1 14-15,-1-3 25 0,-1 0 19 16,-4 4 16-16,-2 0-2 0,-1 0-15 15,-2 5-6-15,-1-1-12 0,-1 1-2 0,-2 1-14 16,-2 1-8-16,0 0-2 0,0 0 0 0,13 13-7 16,-4 0-3-16,-4 7-1 0,2-3-10 0,-3 1-23 15,2 1-29-15,-1 4-55 0,4-3 7 16,0 4-145-16,0-1-57 0,4 0 23 0,-4-3-311 16,-2-2 51-16,2-3 39 0,-1 0 34 15,0-4 27-15,2-2 49 0,1-2 4 0,0-2 28 16,6-3 21-16,-4-2 13 0,-5 0-2 15</inkml:trace>
  <inkml:trace contextRef="#ctx0" brushRef="#br0" timeOffset="55613.99">14748 8632 584 0,'-8'3'443'0,"0"-3"-75"0,3 0 44 15,-1 0-16-15,3 0-21 0,-1 0-16 16,2 0-39-16,2-3-41 0,1 3-29 0,6-2-31 16,14-4-21-16,6 4-31 0,6-2-7 0,4 1-43 15,7 3-43-15,1-4-62 0,6 4 0 16,-23 0-120-16,13 0-82 0,7 0-50 0,7 0 22 16,-1 0 19-16,-2 0 20 0,1 0-312 0,-7 0 31 15,-2 0 34-15,28-10 27 0,-39 6 25 0,-7-3 24 16,-7 1 35-16,-9 4 5 0</inkml:trace>
  <inkml:trace contextRef="#ctx0" brushRef="#br0" timeOffset="55867.98">15132 8433 554 0,'-21'-9'427'0,"3"0"-74"15,1 1 18-15,4 0-44 0,3 4-24 0,4 1-37 16,-2 0-28-16,5 2-32 0,3 1-38 0,0 0 3 15,0 0-25-15,-5 10-4 0,9 6-18 0,0 2-13 16,4 1-6-16,-2 7-6 0,3 1-8 16,-3 0-6-16,1 2-10 0,-3 0-16 0,1 2-4 15,-4 0-5-15,3 1-1 0,-3 6-18 16,-1-19-30-16,0 11 0 0,0 4-65 0,0 2-65 16,0-1-33-16,0 1-68 0,0-1 23 0,0-3-302 15,0-4 35-15,0-5 46 0,5 13 42 16,7-23 10-16,-2-13 23 0,0 0-18 0,4 0 8 15,25-16 58-15</inkml:trace>
  <inkml:trace contextRef="#ctx0" brushRef="#br0" timeOffset="56580.27">15514 8548 360 0,'-6'-8'343'0,"2"-4"-55"0,1 6-21 0,3-1-14 16,-6 3-26-16,8-1-21 0,-1-1-18 15,-1 6-25-15,0 0 8 0,0-8-32 16,0 1-6-16,14-13-23 0,-5 8 0 0,1 0-17 16,4 3 20-16,-2 1-35 0,6-2 33 15,-2 1-33-15,5 2-9 0,-2-1 21 0,8 0-31 16,1-1-17-16,-2 2 13 0,3 2-11 15,-2 1-7-15,1 2 6 0,-17 2 14 0,8 0-43 16,3 0 18-16,20 18 0 0,-26-7 7 0,-2 4-5 16,-8 4-3-16,-4 2-2 0,-2-11-4 0,-11 23-2 15,-1-9-2-15,-3-4-4 0,-4 3 6 16,0 0-7-16,-1-5-1 0,-2 1 7 0,3-3-2 16,0 1-6-16,2-1-13 0,-1-2 12 15,2-3 0-15,3-2 12 0,4 1-3 0,0 1-2 16,4-5-15-16,3-1-1 0,2-5 24 0,0 0-15 15,23 15-7-15,-6-7 7 0,6-4-14 0,3 1 15 16,-2 1-8-16,4 0 25 0,0 3-9 16,-2-1-3-16,-3 3-2 0,2-1-6 0,-2 3-3 15,-2 1 0-15,-3 1 0 0,-1 4-3 0,-9 3-17 16,-1-3 2-16,-7-8-37 0,-12 24 23 16,-2-16 2-16,-4 1 2 0,-9 0 1 0,-5-2 4 15,-2-1 7-15,-3 0 2 0,1-5-14 0,1-1 13 16,1-2 0-16,2-2 19 0,3 0 3 15,-1-3 12-15,1 0-3 0,4-1 16 0,5 0 2 16,1-2 0-16,4-1 5 0,15 0-15 16,-9 0 16-16,0 0-7 0,2 0 0 0,7 0-8 15,-9 0 16-15,9 0-17 0,0 0 1 0,-7 0 4 16,7 0-16-16,-6-11 19 0,6 10-9 0,0-2-5 16,2 3-4-16,0-4 11 0,0 3 7 15,-2-2-4-15,3 2 3 0,-3-2-2 0,3 1 1 16,-2 1 2-16,-1-1-7 0,2 0-6 0,-1 0-2 15,0 2-8-15,1-1-11 0,-2 1-14 16,0-1-26-16,0 0-30 0,2 1 6 0,-2 0-117 16,-2 0-31-16,2 2-41 0,-2-1-57 15,0 5 31-15,0-3-254 0,2 1 40 0,-1-1 36 16,1 0 24-16,0-1 32 0,0 1 22 0,1-2 25 16,1 3 14-16,0-1-12 0</inkml:trace>
  <inkml:trace contextRef="#ctx0" brushRef="#br0" timeOffset="58414.9">6157 9697 231 0,'16'0'310'16,"-16"0"-55"-16,0-17-16 0,24-2-23 0,-23 14-20 15,3 2-29-15,4-8 2 0,-4 3-17 16,2 0-9-16,-1 1-12 0,-1 2-13 0,1-1-2 16,-2 3-4-16,-1-1 2 0,1-1-2 0,-1 2 9 15,1-1-17-15,-1 1 25 0,1-2-11 16,0 2-27-16,-1 1 4 0,1-1-16 0,-1-1-17 15,1 2 19-15,-3-1-11 0,2 0-5 0,1-1-13 16,-3 2 6-16,2-1-12 0,0 0-4 16,-1 1-6-16,-1-3-1 0,0 2-1 0,3 1-2 15,-2-3 3-15,-1 5-4 0,0-5-18 16,0 1-5-16,1 0 14 0,0 0-8 0,-1 1-4 16,2-2-1-16,-2 1-3 0,0-1 2 0,0-1-4 15,0 0 11-15,0 6-6 0,0 0 3 16,0-12-3-16,-16-15 0 0,10 15-4 0,-4 0-1 15,2 0-1-15,-1 3 8 0,-2-2-6 16,-2 5-6-16,4-1 0 0,-5 1 1 0,0 2-6 16,-2 1 0-16,-2 3 8 0,7 0 0 0,-3 0 0 15,-26 15-2-15,20-7-5 0,-3 3-5 16,2 1 3-16,1 1 3 0,1 2-9 0,5-1 9 16,-4 4-4-16,5 0-7 0,4 4 16 15,5 2-1-15,2 2-4 0,2-12 10 0,0 5-11 16,20 32-2-16,-8-21 5 0,3 2-14 0,2 4 35 15,2-2-23-15,1 2 11 0,2-2-19 16,1 2 10-16,2 0-5 0,-3 1 23 0,-1-3-2 16,-2-1 7-16,-1-1-3 0,-4 0-13 0,-3-1-9 15,-3 1 3-15,-4-4 14 0,-4-13-2 0,0 6 15 16,-23 24-10-16,4-22 3 0,-9-3 2 16,-3 1-4-16,-5-4 4 0,-2 0-15 0,-5 0-5 15,-1-1 12-15,-1-3-11 0,0 2-2 0,6-1-2 16,0-3-65-16,7-3-31 0,3 0-37 15,-1 0-40-15,7-3-42 0,3-1 21 0,7-2-222 16,13-2 33-16,0 0-68 0,-10-11 29 0,18-4 66 16,2-1 30-16,10-2 21 0,0-1 13 15,1-4-18-15</inkml:trace>
  <inkml:trace contextRef="#ctx0" brushRef="#br0" timeOffset="58930.5">6698 9485 299 0,'-2'-4'332'0,"0"1"-48"0,1-1-33 0,0 1-25 16,1 1-21-16,-2-1-38 0,2 1-20 16,-1 0-20-16,1 2-16 0,-4 0-2 0,-1 2-2 15,-5 6 3-15,-2 5 8 0,0 1-10 16,2 2 13-16,-2 6-2 0,-2 5 24 0,0-1-17 16,0 6-9-16,1 2-13 0,0 0 41 0,3 0-14 15,0 2-1-15,5-2-25 0,-1-1 4 16,4-1-5-16,2-17-10 0,0 7-13 0,13 30-15 15,-3-25 10-15,4-5-47 0,1 4-4 16,3-6-129-16,-1-1-55 0,5-5-62 0,3-1 20 16,2-4-300-16,-3-4 36 0,2-2 33 0,-15-3 27 15,6 0 13-15,21-20 34 0,-21 9 21 16,5-4 9-16,-7-2-2 0</inkml:trace>
  <inkml:trace contextRef="#ctx0" brushRef="#br0" timeOffset="59281.54">6986 9740 480 0,'-2'-5'371'0,"-1"2"-58"0,-1 2-25 0,3 1-16 16,-3 2-21-16,1 3 1 0,-6 5-38 0,5 4-28 15,-2 1-3-15,5-3-14 0,1 7-30 16,0-9-15-16,0 4-27 0,11 16 5 0,-2-14-9 16,-1-1-3-16,3-3-18 0,-2-1 3 0,0-1-13 15,1-4-6-15,2-2-5 0,-6-4-4 16,-6 0-6-16,14 0-2 0,13-17-5 0,-10 8-2 15,1-6-6-15,-3-4-5 0,2 4 26 16,-3-2-2-16,-1 2 24 0,-4 1 16 0,1 2 19 16,1 3-4-16,-3 1-14 0,-4 1-4 0,0 2-17 15,-2 3-12-15,2 2 9 0,-4 0-9 0,0 0 2 16,3 14 1-16,0 3-11 0,-1 1-5 16,0 5-4-16,1 2 4 0,-1 1-10 0,1 1-7 15,1 2-47-15,-2-3-48 0,1 1 8 0,3 0-111 16,-2 2-27-16,-3-6-49 0,-1 0 25 15,0-16-190-15,0 2 35 0,0 0 30 0,0-9-109 16,0 6 33-16,5-1 23 0,-3-10 26 0,0-1 25 16,6-12 16-16,5-6 9 0</inkml:trace>
  <inkml:trace contextRef="#ctx0" brushRef="#br0" timeOffset="59478.55">7480 9814 670 0,'16'-19'441'0,"2"0"-70"0,-7 4-58 15,2 2-48-15,-4 10-5 0,-1 3-32 16,-8 0 7-16,8 0 12 0,7 21-25 0,-8-1-21 15,3 0-9-15,-3 3-18 0,-2 4-14 0,0-1-24 16,-4 4-18-16,-1 3 1 0,0-17-4 16,0 8-17-16,0 2-22 0,-18 31-6 0,6-29-4 15,-1 3-57-15,-4-4-34 0,-1 0 4 0,-2-1-127 16,-2-3-52-16,4-2 21 0,0-4-286 16,1 0 38-16,1-8-52 0,7-6 17 15,9-3 30-15,0 0 58 0,0-20 24 0,12 1 22 16,1-3 44-16</inkml:trace>
  <inkml:trace contextRef="#ctx0" brushRef="#br0" timeOffset="59616.55">8007 9803 882 0,'23'-17'368'0,"5"3"-21"0,0 0-58 0,8-1-78 15,4 5-67-15,7 5-78 0,0 2-78 16,8 1 4-16,-28 2-399 0,10 0 26 15,50 16 53-15,-46-7 17 0,-10 7 9 0</inkml:trace>
  <inkml:trace contextRef="#ctx0" brushRef="#br0" timeOffset="59789.78">8381 10067 1110 0,'-22'10'367'0,"4"-1"-48"0,4-1-26 0,-2-1-38 15,7-2-24-15,5-1-26 0,4 0-11 0,0-4-19 16,30 7-25-16,1-1-18 0,1-4-90 0,5 0-62 15,6-1-60-15,-21-1-96 0,12 0 15 16,11 0 14-16,50-14 15 0,-47 7-283 0,3-3 16 16,1-2 30-16,-1 0 27 0,-1-3 16 0,5-2 13 15,3-4-66-15</inkml:trace>
  <inkml:trace contextRef="#ctx0" brushRef="#br0" timeOffset="62134.25">10019 9852 219 0,'0'-13'352'0,"0"13"-52"16,0-12 4-16,1-7-43 0,-2 14-3 0,1 0-56 16,0 1-30-16,0-1-27 0,0 5-7 15,1 0-5-15,1 3 24 0,-4 3-27 0,2 2 1 16,3 15 6-16,-3-11-11 0,0 8 3 0,9 29-13 16,-4-20-5-16,0-3-2 0,3 3 11 15,2-3 0-15,-4 0-10 0,3-3-3 0,5-3-10 16,-2 2-8-16,-3-3-13 0,0-2 5 15,0 0-5-15,1-3 1 0,-2-6 0 0,-4 1 27 0,1-2 11 16,0-5-12-16,-1-2 2 0,-4 0-13 16,0 0-9-16,24-12-4 0,-9-2-13 15,-3-2-4-15,1-3-5 0,1-4-16 0,-2-2 3 16,5-2-14-16,0-3 2 0,3 3-1 16,-1-3-2-16,-2 2-10 0,-1 4-1 0,1-1 5 15,-3 6 9-15,0-2-5 0,0 6-1 0,-4 3-2 16,1 0 3-16,-5 2-19 0,-1 2 0 15,2 4 2-15,-4 4 7 0,-3 0-13 0,0 0 10 16,0 0 3-16,21 24-5 0,-15-10 7 0,2 6-8 16,-3 0 10-16,3 3 6 0,-2 2-16 0,2 2 3 15,0-3-1-15,3 2-5 0,-2 3 5 0,1 0-6 16,1 2-15-16,-1 1-33 0,-4-1-51 16,4-4-48-16,0 2 12 0,-2-3-135 15,-3 2-58-15,4-3 27 0,-4-4-288 0,-2-1 32 16,-2-9 60-16,2-3 50 0,-3-4 31 0,4-1 30 15,-4-3 23-15,0 0 25 0,6 0 4 0,13-22 19 16,-8 5 34-16</inkml:trace>
  <inkml:trace contextRef="#ctx0" brushRef="#br0" timeOffset="62779.39">10850 9732 310 0,'-4'-8'310'0,"0"1"-34"0,-2 1-35 16,4 0-18-16,0-2-11 0,-2 5-18 16,3-2-16-16,-5-7 17 0,0 3-34 0,4 1-14 15,1 1 9-15,-1 2-5 0,-1-2-19 0,3 3-6 16,-3-2-11-16,3 4 11 0,-2-3-13 0,2 3 2 15,-2-3 2-15,2 0-2 0,0 1-4 16,-1 0-15-16,1-2 2 0,-1 4 2 0,1-1-15 16,0-2-6-16,0-1 1 0,0 6-2 0,0 0-8 15,0-6-4-15,0 6-5 0,0-8-1 16,0 2-7-16,0 6-12 0,11-15 1 0,-8 10-9 16,6-5 0-16,1 1-4 0,1 0-2 15,3 1-1-15,3 1-1 0,1-1-11 0,1 3-4 16,-1-1 10-16,1 2-3 0,2 2-9 0,-2 2 10 15,-10 0-10-15,2 0-24 0,0 0-1 16,10 12 3-16,-12-4 0 0,-3 1-7 0,-6 2-2 16,0-4-5-16,-15 19-8 0,0-9 8 15,0 0-6-15,-6-1 3 0,2 1-8 0,-1-1 3 16,3 0 3-16,-2 1-16 0,1-8-2 0,5 1-3 16,4 2 3-16,0-1 11 0,7-2-1 15,2 1 4-15,0-10 11 0,11 22-3 0,3-10-7 16,1 2 22-16,2-2-12 0,3 2 10 15,2-1-12-15,-3 1 14 0,3-2-4 0,0 2 28 16,0-3 6-16,-2 3-16 0,4-2 4 0,-7 0-8 16,0-2 14-16,-2-1 0 0,-2-1 1 0,-7-1 1 15,-1-4 7-15,-5 3 0 0,0-6 4 0,0 0 6 16,-24 10-12-16,5-4 4 0,-4-4 2 16,-3 2 4-16,1-1-2 0,-2-1-44 0,0 3-19 15,1-2-49-15,1-2-58 0,-1-1-54 16,6 0 19-16,10 0 16 0,-3 0 15 0,-1 0 13 15,-8-18-359-15,21 8 41 0,2 0 30 16,-1 0 48-16,24-14 27 0,-6 5 20 16,-1 2 20-16,6-5 3 0</inkml:trace>
  <inkml:trace contextRef="#ctx0" brushRef="#br0" timeOffset="97822.35">15619 9460 262 0,'0'0'211'0,"0"0"-52"0,0 0 0 0,-12 0-24 0,12 0-34 16,-23 0 4-16,17 0 1 0,-1 0-15 15,3-2 9-15,-2 1-39 0,0 1-1 0,6 0 11 16,-6 0-2-16,-9-4-9 0,8 3 10 16,1 0 15-16,-1 1-7 0,1-3-26 0,1 3 19 15,0-1-10-15,-2 1 4 0,2 0 2 0,2-2-15 16,-4 2-5-16,2-1-12 0,1 1 1 0,0 0 1 16,4 0-8-16,0 0-4 0,0 0-3 15,0 0 3-15,0 0 6 0,-5 0-10 0,5 0 12 16,-4 4 3-16,7-1 4 0,11 1-9 15,8 1 9-15,2-1-8 0,4 1 13 0,2-2-11 16,2 1-11-16,-1 0-4 0,5 0-5 16,-2-2 3-16,-1 1 1 0,-2 2-7 0,1 0 17 15,-4-4-9-15,-5 2-10 0,-3-3 3 16,-3 3-6-16,-3-3-2 0,-4 0 3 0,-2 0-15 16,-3 1-1-16,-2-1 7 0,-1 1-8 0,-2-1 12 15,0 0-18-15,-13 3 10 0,-7-2-2 16,-6 1 5-16,-1-1-8 0,-9-1 4 0,20 0-3 15,-11 0 16-15,-4 0-3 0,-5 0-1 16,1 0-3-16,-6 0 12 0,0 0 3 0,-41-9 8 16,45 6 10-16,2 3 2 0,16 0 1 15,-6 0-4-15,-2 0-2 0,3 0 7 0,2 0 2 16,3 0 5-16,3 0 4 0,5 0-3 0,3 0-1 16,8 0 8-16,-4-9-21 0,11 7-8 15,14 1-2-15,5-1 11 0,7 2-12 16,4 0-6-16,-5 0 0 0,9 0 17 0,4-3-11 15,1 3-16-15,-3 0 10 0,1-1-42 0,3 1 4 16,-8-1-24-16,-4-1-4 0,-15 2-4 16,5 0-3-16,3 0-16 0,-2 0-22 0,-3 0 7 0,-5 0-32 15,-1 0 0-15,-5 0-2 0,-3 0-8 16,-2 0 11-16,-7 0-203 0,6 4-76 16,-8-1 31-16,-2-3 25 0,-2 0 42 0,3 0 11 15</inkml:trace>
  <inkml:trace contextRef="#ctx0" brushRef="#br0" timeOffset="101981.43">537 11297 687 0,'-15'-13'291'0,"-9"-4"-17"0,15 14-14 0,2-1 0 16,3 1-17-16,-2 1-4 0,4 0-18 0,-2 0-26 15,0-1 6-15,3 2 1 0,-1 0-20 0,2-1-20 16,-4 1-39-16,3 1 10 0,-1 0-12 0,2 0-14 15,3 0-29-15,2 0 13 0,1 0-19 16,2 0 6-16,12 3-25 0,-8-3 2 0,4 0 1 16,4 0-6-16,4 0-7 0,-1 0 4 15,0 0-9-15,-1 0-4 0,-3 0 8 0,3 0-27 16,16-14 9-16,-16 8-23 0,-4 2 6 0,1-1-12 16,-4-2-1-16,0-1 1 0,-2 4-21 15,0-6-8-15,-4 2 10 0,-1-4-5 0,1-5 16 16,-3 1-24-16,-5-1 5 0,1 1 16 0,-2 7-14 15,0-5-3-15,0 2 10 0,0-3 22 16,-13-14-2-16,6 16-12 0,4 4 3 0,1 0-5 16,-2 2 19-16,2 3 8 0,-1 0-4 15,2-1-20-15,-3 2 14 0,4 2 5 0,-2-1-10 16,-1 2-6-16,3 0 4 0,-2 2 9 0,0 1-18 16,0 2 19-16,1 1 7 0,-1 12 2 0,-2 0-3 15,2 1 32-15,0 3-9 0,1 2 7 16,0 3 2-16,1 5 2 0,-3-3 10 0,2 3 0 15,-1 2 0-15,2-16-12 0,0 5 17 16,0 7-7-16,0 2-7 0,0 0-9 0,0 3-1 16,-11 38-4-16,8-36 1 0,1 4-11 0,1-3 12 15,-3-1-19-15,2 3-15 0,-5-2-45 0,4 5 4 16,-3-3-92-16,1 4-54 0,-4-6-64 16,1 4 25-16,-3-6-213 0,-1-4-63 15,-1-5 38-15,3-3 31 0,1-6 44 0,-1-5 26 16,7-7 24-16,-3-5 35 0,6-1 9 15,0 0-70-15</inkml:trace>
  <inkml:trace contextRef="#ctx0" brushRef="#br0" timeOffset="102167.54">472 11739 523 0,'-12'-10'535'0,"0"3"-85"15,2-1-58-15,6-1-47 0,2 1-50 0,2 8-31 16,10-18-36-16,8 6-23 0,1 4-27 15,7-1-19-15,4 3-19 0,1 3-92 0,7 1-69 16,1-4-65-16,5 6-70 0,4-4 15 16,-1-2-282-16,3 1 32 0,-3 0 29 0,3-3-21 15,-1 1 24-15,-1-2 24 0,-2 0 15 0,-1 1-29 16</inkml:trace>
  <inkml:trace contextRef="#ctx0" brushRef="#br0" timeOffset="110472.03">1513 11442 215 0,'0'0'314'15,"0"0"-33"-15,0 0-55 0,0 0-2 0,0-13-36 16,0 13 9-16,0 0-34 0,0 0 0 0,0 0-34 16,26-25 10-16,-25 22-18 0,-1 0-5 15,3 1-13-15,-3-1-22 0,0 0 12 0,2 3-24 16,-1-4 5-16,-1 3-9 0,4-2 0 0,-3 2 2 16,-1 0 11-16,0-3-21 0,3 4 17 15,-3-3-24-15,1 1-9 0,-1 0 9 0,0 0 8 16,0 2 8-16,2-3-19 0,-2 1-20 15,0 0 24-15,0 1 12 0,0-1-36 0,0 1-4 16,0 0 9-16,2-2-12 0,-2 1 3 0,0 0-4 16,0 1 5-16,0-2-12 0,0 3 9 0,0 0-11 15,0 0 20-15,0 0-21 0,0 0 11 16,0 0-15-16,0 0-16 0,0 0 8 0,0-5 6 16,0 5 11-16,0 0-21 0,0 0 17 15,0 0 2-15,0-7-11 0,0 7 14 0,0 0-1 16,0 0-30-16,0 0 13 0,0 0 15 0,0-6-6 15,0 6-4-15,0 0-6 0,0 0 8 16,0 0 0-16,0 0-9 0,0 0-3 0,-9-8-4 16,5 8-3-16,4 0 15 0,-2 1-10 15,1 2 1-15,-3-2-1 0,1 2 1 0,-2 1 29 16,1 1-29-16,0-1 15 0,-3 9 6 0,0 2-27 16,2-6 15-16,-3 8-5 0,1 0-2 15,1-1 9-15,-1 0 0 0,1-1 3 0,2 0-19 16,1-2 3-16,1-4 10 0,0 2 0 0,2-11-6 15,0 5-3-15,0 2 28 0,0-7-21 16,0 8 3-16,0-8 11 0,0 6-1 0,0-6-13 16,0 0 12-16,0 0-11 0,-4 9 11 0,8-9 0 15,8-9-12-15,-4-1-11 0,3 3 30 16,1-2-7-16,6 1-8 0,-4-4-8 16,3 3 7-16,2 1-13 0,2-2 18 0,2 3-10 15,2 3-1-15,2 3 17 0,3-2-13 0,-15 3 0 16,31 12 1-16,-17-7-10 0,-3 6 11 0,1-2 21 15,-1 4 1-15,-3 3-24 0,-1 0 7 16,-1-1-3-16,-2 0-3 0,-2 3 4 0,0-2 3 16,-3-1 4-16,-3-1-7 0,-2-2 10 15,0-2 17-15,-2-3-17 0,-2-2 12 0,-2-1-4 16,0 0 48-16,0 0 13 0,0-4-4 0,-1 3 7 16,-2-3-4-16,0 0 0 0,0 0-22 15,7-11 3-15,2-1-3 0,-2-2-24 0,2 2-6 16,1-1 3-16,0 0 3 0,2 0-3 0,0 0-14 15,1 2 5-15,-1 2 2 0,2-1-6 16,-3 2-1-16,2-2 4 0,-3 6-8 0,2-3-17 16,0 1 1-16,-4 2-26 0,-3-1-16 0,2 4 5 15,-2 0-75-15,-1-2-25 0,-2 1-30 16,0 2-17-16,1 0-9 0,-1 0-42 0,-2 0 21 16,0 0-230-16,0 0-30 0,0 0 44 15,0 0 30-15,0 0 24 0,0 0 46 0,0 0 13 16,0 0 0-16,0 0-16 0</inkml:trace>
  <inkml:trace contextRef="#ctx0" brushRef="#br0" timeOffset="111582.4">2917 11451 360 0,'0'0'362'0,"14"-12"-47"15,-14 12-45-15,0 0-34 0,0 0-37 16,25-22-17-16,-23 21-13 0,-1 1-27 0,2 2-19 16,-1 3-3-16,5 11-4 0,0 3 11 0,-3 3-21 15,1 0-28-15,-1 4 23 0,0-1-25 0,0 1 4 16,-1-1 28-16,4-3-31 0,-4 0-18 16,1-1 28-16,-1-1-14 0,0-4-1 0,2 1-36 15,-4-7 4-15,2 0-6 0,-3-4 4 16,1 1 21-16,-1-3-5 0,0 1 73 0,0-4 6 15,3 2 2-15,-3-3-17 0,0 0-12 16,0 0-3-16,15-22-17 0,-6 3-7 0,2-3-12 16,1-1-1-16,1 0-20 0,2-3 7 0,2 0-19 15,-1 1 10-15,3 1-14 0,-2 1-3 0,1 5-6 16,-3-1 12-16,3 4-14 0,-1 0-4 0,-2 3 4 16,-1 3-8-16,-4 4 3 0,2 0 0 15,-2 4-14-15,-10 1 18 0,14 0-2 0,13 15 6 16,-14-3-8-16,2 2-3 0,-3 2 6 15,-1 5-9-15,2-2 6 0,-3 3-6 0,0 2 2 16,0-2-6-16,1 3 6 0,-5 0-2 16,4 2-37-16,-2 0-18 0,0 0 4 0,-1 0-108 15,-3-1-39-15,1-1-24 0,-3 0-49 0,3-2 26 16,-4-5-267-16,3 0 0 0,1-11 37 16,0 1 36-16,-3-4 29 0,5-2 23 0,1-2-8 15,-2 0 19-15,20-17 59 0</inkml:trace>
  <inkml:trace contextRef="#ctx0" brushRef="#br0" timeOffset="111997.61">3919 11460 871 0,'-1'-12'454'16,"1"3"-22"-16,-3-1-32 0,3 3-53 0,0 1-12 15,0 0-43-15,0 6-30 0,0 0-35 16,0 0-35-16,0-6-15 0,0 6-18 0,0 0-18 15,0 0-17-15,14-8-12 0,-7 10-7 16,8 7-24-16,3 1 3 0,2 2-14 0,2 1 1 16,2 0-13-16,5 0-23 0,0 2-4 0,2 3-17 15,1-1-20-15,7 0-5 0,-1-1 4 16,1 0-16-16,-1-1-10 0,3-2 6 0,-3-1 0 16,-6-1 6-16,0 0 6 0,-3-1-2 0,-4-1 9 15,-1-1 1-15,-3-2-4 0,-3-1-1 16,-4-1 3-16,-1 0 8 0,-4 0-7 0,-4-1 0 15,1 0 1-15,-5 1 8 0,0 0-6 16,-1-1 15-16,0-3 3 0,0 0-9 0,-15 19 23 16,1-8-10-16,-4 2 0 0,-6-1-1 0,3 1 5 15,-3-4-5-15,-3 3-9 0,-1 3 1 0,1-1-14 16,-3 2 28-16,0 0-32 0,5-2-29 0,-2 2 3 16,4 3-90-16,0 0-35 0,3-3-49 15,1 1-17-15,2 1 20 0,6-4-121 0,4-2-168 16,7-3 37-16,0-9 24 0,0 0 17 15,0 8 13-15,16 1 26 0,-7-9 15 0,10 0 54 16</inkml:trace>
  <inkml:trace contextRef="#ctx0" brushRef="#br0" timeOffset="112212.4">4538 11904 517 0,'27'-13'420'0,"-6"3"-31"16,-3 1-55-16,-3 2 29 0,-2 0-33 0,-4 2-43 15,-1 0-45-15,-3 3-14 0,0-1-27 0,-5 3-32 16,0 0-2-16,0 0-27 0,1 12 0 15,-4 5-36-15,-5 0 3 0,3 3-12 0,-1 4-2 16,0-1-22-16,1 2-5 0,0 2-21 0,0 2-27 16,-1 0-2-16,1-3-99 0,-1 2-21 15,-1 0-58-15,-2-1-38 0,2 2 17 0,0-4-133 16,-2 0-156-16,0-3 19 0,1 0 31 0,7-10 27 16,-4-3 26-16,5-3 39 0,0-6 16 15,0 0-33-15</inkml:trace>
  <inkml:trace contextRef="#ctx0" brushRef="#br0" timeOffset="112665.25">5059 11561 529 0,'1'-10'369'0,"1"2"-35"0,-1 0-14 15,0 1-31-15,1 1-37 0,-1 1-16 16,-1 5-28-16,4-11 19 0,-4 6-18 0,0 1-25 16,2-1-20-16,0 3 5 0,-2-2-49 15,0 4 16-15,0 0-22 0,0 0 15 0,0 0-26 16,0-6-3-16,0 6-4 0,0 0-21 0,0-8 6 15,0 8-17-15,0 0-5 0,0 0-8 0,0 0 10 16,0-7-18-16,0 7-2 0,0 0-6 16,0 0-7-16,0 0-4 0,0 0 3 0,0-7-3 15,0 7-8-15,0 0-3 0,0 0 25 16,0 0-7-16,0 0 13 0,0 0-16 0,0 0-3 16,0 0 4-16,0 0-7 0,0-7-3 15,0 7-2-15,0 0 0 0,0 0-12 0,0 0-16 16,0 0 1-16,5-5-119 0,-5 5-40 0,-4 2-38 15,1 1-44-15,1 3 26 0,-3 0-211 16,-3 4 35-16,0 0 31 0,2-1-53 0,3 0 8 16,0-1 33-16,0 0 21 0,3 1 25 15,-1-2 50-15,1 3 13 0</inkml:trace>
  <inkml:trace contextRef="#ctx0" brushRef="#br0" timeOffset="113211.33">4882 12003 670 0,'-5'-2'258'0,"-12"5"-27"0,-4 3-27 0,-2 3-23 16,-5 1-4-16,3 1-24 0,1 2-8 16,-6 0 1-16,0 4-30 0,0-3-1 0,-2 1 8 15,-4 2-14-15,0-3-8 0,4 1 12 0,-5-1 1 16,4-1-12-16,0 0 6 0,1-2-17 16,2 2-1-16,1-5-5 0,2 2-23 0,2-3 14 15,8 0-8-15,3-2 25 0,2 0 3 16,4-5-15-16,8 0-8 0,0 0-18 0,-2-14-6 15,14 6 6-15,6-5-6 0,5 0-25 0,1 0-30 16,5-3 0-16,3 1-3 0,5 1 11 16,-2-1 3-16,-2 1-5 0,2 2 0 0,-4 0-12 15,-2 0 26-15,-4 2-2 0,1 0-2 16,-4 3 39-16,-4-1-7 0,-2-2 6 0,-7 8-24 16,-4 1 21-16,-5 1 4 0,-5 3 23 0,-9 7-6 15,-9-2-9-15,-2 1 13 0,-3 2 8 16,-2-3-14-16,-1 3 6 0,-3-1-9 0,-1 1-5 15,-1 1 0-15,2-2-3 0,3 2-5 0,0 0-12 16,2-2 2-16,5-2-35 0,-2 0-34 16,1-1-39-16,4 1 6 0,3 0-142 0,3-5-15 15,6-2-71-15,9-1 28 0,0-9 24 0,9-1-300 16,3-6 38-16,2-4 35 0,2 0 39 16,2-1 28-16,4-6 62 0,3 3 19 0,2-1-22 15,0-2-5-15</inkml:trace>
  <inkml:trace contextRef="#ctx0" brushRef="#br0" timeOffset="113792.38">4107 11526 621 0,'-22'-8'375'0,"2"2"-37"0,3-2-34 16,-1 1 6-16,0-1-37 0,2 2 23 15,6 3-23-15,1-2-23 0,2 3 0 0,3 0-35 16,2-1-24-16,-2 3-30 0,0 0-8 0,3-3-17 16,-2 3-21-16,1 0-20 0,2 0 12 15,0 0-17-15,1 3-17 0,3-3-5 0,0 5-15 16,17 5 3-16,3-1 7 0,1 0-22 0,2 0 0 15,5 4-7-15,2-1-3 0,6 0-25 16,-2-1-7-16,3-2-14 0,4-1-9 0,-4 1 0 16,-3-1-3-16,2-3-9 0,-7 2-3 15,-1-3 4-15,0 3-15 0,-7-4 16 0,-4 2 4 16,-1-3 8-16,-7 1 13 0,0-1 18 16,-7 1-14-16,2-3 9 0,-3 0-7 0,0 2-2 15,-4 0 8-15,-1 0 1 0,0-2 13 0,-13 13 1 16,-3-1 30-16,-6-1 2 0,-1 3 9 15,1 1 10-15,-10 0-1 0,3 3-10 0,-3 0 7 16,1 2 5-16,-7 2-6 0,3 0-2 0,-1 0-9 16,0 2 0-16,0 0-1 0,3 0-4 15,0-1-1-15,-3 0-7 0,8-1-2 0,0 0 1 16,0-3-7-16,3 2-4 0,2-4-1 0,3-1-7 16,1 0 2-16,-1-1-2 0,4-3-5 15,3-1-27-15,0 0-22 0,0-4-34 0,6-1-41 16,3 0 9-16,-1-5-104 0,5-1-48 0,0-1-45 15,4 1 27-15,-1-3-194 0,9-5-65 16,0-2 40-16,4 0 24 0,-2-3 33 16,3 4 69-16,-1-1 22 0,2-2 19 0,-1 3 0 15,-2 1 16-15</inkml:trace>
  <inkml:trace contextRef="#ctx0" brushRef="#br0" timeOffset="114459.67">4732 11926 537 0,'3'0'308'0,"1"-1"-42"16,-4 1-25-16,0 0-24 0,-2 1-5 0,-3 2 16 15,-12 5-14-15,-4 5-20 0,-5-3-23 0,-2 1 36 16,-4 3-24-16,-1 1 11 0,-2 2-19 16,-2-1-9-16,1-1-1 0,-1 3-12 15,4-2-9-15,0-4-5 0,1 3-15 0,3-1-6 16,2-2-7-16,1-1-11 0,2 0-9 0,2-1-16 15,7-2-7-15,1 0-14 0,1-2 10 0,3-5-9 16,3 3 6-16,3-1-5 0,2-3-3 16,7-5-8-16,10 0-27 0,8-2-41 15,4-3-9-15,4 1 2 0,2-2 3 0,4 4 2 16,-1-3 3-16,-2 3-17 0,-2-3-1 0,-1 3 6 16,-2 0 3-16,-4 2 2 0,-1-2-26 15,-7 3 16-15,-7 1 6 0,1 2 12 0,-8 1 3 16,-3 0 28-16,-3 3-3 0,-1-3 22 0,-3 4-26 15,-6 4-1-15,-5 0 16 0,-1 1-3 16,-1 0 3-16,-1 3-17 0,1-1 15 0,-1-2 6 16,1 0-29-16,2-1 1 0,5 2-77 0,-2-3-67 15,2-1-57-15,8 0-60 0,0-2 24 0,5-1-267 16,0-3 39-16,5-2 33 0,-1 0 35 16,11-4 26-16,1-3 27 0,6-3 28 0,1 0 10 15,3-4 5-15</inkml:trace>
  <inkml:trace contextRef="#ctx0" brushRef="#br0" timeOffset="115820.48">5103 11592 421 0,'0'-6'341'0,"-3"2"-55"0,1-2 5 0,0 2-32 16,2-1 5-16,-2 0-52 0,1 1 10 0,1-1-34 16,0-1-7-16,-3 2-13 0,3 4-15 15,0 0-14-15,0-13-16 0,0 8-14 0,0-2 20 0,0 3-14 16,0 4-3-16,0 0 4 0,0-5-7 15,0 5-10-15,0-8-7 0,0 8 14 0,0-9-15 16,0 9-9-16,0-9-2 0,0 9-12 16,0-7-3-16,0-1-6 0,0 8-8 0,14-13-12 15,-12 8 2-15,11-6 3 0,3 2-13 0,2 1-1 16,0 0-1-16,4-1-7 0,2 5-4 16,2-1 2-16,1 2-4 0,0-4 6 0,-4 6-23 15,0-1 12-15,-11 2 3 0,2 0-15 16,20 10-1-16,-17-2 12 0,-7 1-3 0,0 6-12 15,-8 2 12-15,-2 1 1 0,0-7-2 0,0 3-8 16,-21 24 5-16,9-15 6 0,-6-3 0 0,6-1-9 16,-6 0-7-16,0-2 16 0,3-1-4 15,1-2-2-15,-4 2 11 0,9-7-20 0,-1 1-2 16,2 0 12-16,3-5-5 0,0 2 6 16,3-3-9-16,2-4 1 0,0 0 1 0,0 0 16 15,14 13-21-15,4-4 12 0,0-6-11 0,5 2-2 16,0-2 16-16,3-1-5 0,-2 2 6 0,4 1-10 15,-1 0 5-15,1 2 0 0,-2 0-6 16,-2 3 5-16,-5-2-4 0,-2-1-7 16,1 3-3-16,-9 1-17 0,0 0 23 0,-9 3 6 15,0-14-24-15,-9 27 13 0,-5-11 2 0,-4 1 0 16,-1-1 7-16,-4-1-10 0,-1-2-2 16,-2 3 13-16,0-2 1 0,1-3 12 0,-2 2-3 15,1 1-5-15,2-3-1 0,0-1-4 16,4-1 0-16,4 1 20 0,0-7 10 0,5 2-10 15,1 0 15-15,1-3 4 0,5-1 12 0,0 3-6 16,-2-3 14-16,3 0 11 0,-2 1-3 0,3-1 4 16,0-1 12-16,0 2-7 0,0-2-8 15,1 1-1-15,0 0 8 0,0 1 3 0,1-2-18 16,0 0-9-16,0 0-4 0,0-2-12 16,1 2 15-16,0 0-15 0,2-1 6 0,-2 0-13 15,0 1 11-15,1-2-18 0,0 2 4 0,-1-1 1 16,3-1-9-16,-3 2-2 0,1-1 1 0,0 0-5 15,0 1 11-15,-2 0-1 0,2 0 8 16,1-2-9-16,-3 1-17 0,1 1 8 0,2 0 1 16,-5 1-4-16,4 1-1 0,-2-4 11 15,0 4 3-15,1-4-8 0,-1 1-18 0,0 1 5 16,2 0 6-16,0 0 1 0,-2 0 2 0,0 0 1 16,0 0-2-16,0 0 1 0,1 0 0 15,-2 0-1-15,2 0-1 0,-1-1 0 0,0 1-4 16,0 1 2-16,1-2-2 0,-1 2-5 0,0-2 2 15,2 1 0-15,-2 0 3 0,0 0 4 0,0 0-2 16,0 0-6-16,0-1-2 0,0-1-7 16,0 2 9-16,0 0 20 0,0 0-21 0,0 0 10 15,0 2 1-15,0-2-14 0,0-2-7 0,0 2 21 16,0 2-15-16,0-2 11 0,0 0-11 0,0 0 21 16,0 0-19-16,0 1 6 0,0-1 8 15,0 0-22-15,0 0 6 0,0 0 6 16,0 0-1-16,0-1 19 0,0 1-27 0,0 0 3 15,0 0 4-15,0 1-1 0,0-1 9 0,1 0 6 16,-1 0-21-16,0 0-3 0,0 0 14 0,0 0-11 16,-1 0 15-16,1 0-11 0,0-1 2 15,0 2 12-15,0-2-16 0,0 1 5 0,0 1 0 16,0-2 13-16,0 1-14 0,0 0 6 0,1 0-4 16,-2 1 1-16,2-1-7 0,-1 0 5 15,0 0 10-15,0-1 2 0,0 1 3 0,0 0-13 16,0 0-7-16,0 1 5 0,0-1 13 15,0 0-3-15,0 0-14 0,0 0 2 0,0-1 13 16,0 1-13-16,0 0 7 0,0 0-6 0,0-2 4 16,0 4-10-16,0-2 5 0,0 0 2 0,2 0 6 15,-2 0-4-15,3-2 11 0,-3 2-3 16,0 0-13-16,0 0 6 0,0 0-5 0,0 0 1 16,0 0 2-16,0 0 4 0,0 0 10 0,0 0-11 15,0 0 7-15,0-3-30 0,0 3-13 16,-5 0-25-16,7 0-34 0,-2 0-57 0,3 0 16 15,-3-2-148-15,4 2-97 0,-2-2 34 0,5-1 31 16,-1 1 28-16,7-4 25 0,-2-3-318 16,-2-2 47-16,3-3 40 0,-3 7 62 0,0-1 28 15,3 4-24-15,-4 3 26 0,8-9 82 0,4 2 18 16,2 3-23-16</inkml:trace>
  <inkml:trace contextRef="#ctx0" brushRef="#br0" timeOffset="117444.03">2962 12908 507 0,'0'0'297'0,"0"-15"-1"0,0 15-13 0,-25-24-15 0,24 19-3 15,1 2-12-15,0-1-26 0,0 0-13 16,0 1-50-16,0 0-21 0,-4 3-25 15,4 3 21-15,0 1-6 0,-1 3-16 0,-3 11 12 16,1 3-31-16,1 0-1 0,2 2 10 0,0 1-28 16,0-12 9-16,0 5-18 0,0 5 12 15,14 24-2-15,-3-22-9 0,1-1-2 0,0-5 4 16,4 2-13-16,-3-2-9 0,5-3-16 16,-1-4 10-16,2 0 10 0,0-6-15 0,-1 0-13 15,2-2 8-15,-1-3-7 0,-8 0 4 16,19-13-1-16,-8 4-14 0,-2-4-7 0,0-3 17 15,-1-1-10-15,-4 0-3 0,0-1-13 16,1-3 26-16,-1 2-12 0,-2 3-1 0,-3 0 6 16,-2 6-4-16,3-1 0 0,-8 6 4 0,2-1-15 15,0 1-3-15,-5 3 15 0,0 2-14 16,0 0-7-16,0 0 3 0,5 10 13 0,-5-2-1 16,3 13 1-16,-3-11 7 0,0 8 8 0,0 3-7 15,0 5-10-15,0-1 6 0,0 3-6 16,0-1 8-16,0 2 4 0,0 0-17 0,0 0 5 15,0 2 9-15,0-1-33 0,0 1-22 0,0-2-41 16,0 1 6-16,0-2-54 0,10 30-64 16,-6-31-12-16,-1-5-26 0,2-3 23 0,1-2-123 15,1-3-167-15,-4-6 23 0,2-2 31 0,-1-2 31 16,-4-4 29-16,0 0 23 0,19-13 19 16,-8-1 24-16,0-4 3 0</inkml:trace>
  <inkml:trace contextRef="#ctx0" brushRef="#br0" timeOffset="117880.21">3796 13202 287 0,'13'-20'487'0,"0"2"-28"0,-2 1-63 15,-2 3-56-15,-3 4-36 0,-3 2-49 16,1 5-26-16,-4 3-35 0,0 0-14 16,5 11-12-16,-6-4-24 0,-3 16 4 0,4-12-4 15,0 8-12-15,-6 29-18 0,6-35-4 0,0 9-3 16,0 4-14-16,0 2-13 0,12 27-15 15,-8-29 9-15,0-1-7 0,1-3-16 0,-2-1-10 16,1-1 7-16,-2-1-4 0,3-7-8 16,-5-2 14-16,3-3-11 0,-2-3 27 0,0 1 8 15,1-5-7-15,-1 0-1 0,3-1 3 0,5-10-24 16,1-3 7-16,0-3-7 0,3-5-6 0,0 0-2 16,2-1-9-16,3 1-1 0,-1-1 5 15,2 0-14-15,0 2 3 0,-1 3-1 0,2 1 2 16,-1 0-7-16,-3 1-4 0,3 1 3 15,-5 5-3-15,1 2-12 0,-6 3 11 0,0 3 0 16,-9 2 6-16,9 0 5 0,13 12 4 16,-11 1-1-16,0 3-11 0,-1 1 0 0,0-2 7 15,-1 2-4-15,-1 7-11 0,0-5 10 0,-1 0 0 16,2 1-11-16,-4 2-28 0,0-1-30 16,-1 1-59-16,2 0 12 0,-3 0-127 0,1-3-38 15,-4-4-65-15,1-3 28 0,-1-2 31 0,3-3-282 16,-3-3 41-16,4-1 64 0,-2-2 43 15,-2-1 27-15,18-12 23 0,-4 1 45 0,3-7 15 16,1 0-51-16</inkml:trace>
  <inkml:trace contextRef="#ctx0" brushRef="#br0" timeOffset="118546.59">4772 12908 589 0,'0'-5'296'0,"-3"0"-40"15,3 0-29-15,-4 1-18 0,4-2-14 0,0 2 4 16,0-1-29-16,4 0-8 0,-4 0-3 15,3 0 8-15,-3 5-23 0,0 0 9 0,0-9-9 16,0 2-14-16,6-6-17 0,-3 9-9 0,-3-3 29 16,0 2-2-16,2 0-24 0,-1 0 0 15,2 1-20-15,2-10 0 0,1 5-22 0,-3 2 14 16,3-6-17-16,0 4-2 0,-3 4-1 0,10-4-13 16,-3 1-10-16,2 1 6 0,1 0 3 15,2-1-16-15,2 1-5 0,1 5 1 0,1-3-5 16,-4 3 3-16,6 1-13 0,-6 1-6 15,-15 0-9-15,13 0 21 0,10 17-3 0,-14-10-11 16,0 4-3-16,-4-2 1 0,-4 3 0 16,-1-12 10-16,0 14-9 0,0 1 1 0,-15 18 4 15,6-15 0-15,-4-2-3 0,0-2-8 0,1 1 4 16,-1-4 8-16,4-1-5 0,-1 2-7 16,6-5 22-16,-3 0-20 0,2-2 2 0,1 0 7 15,4-1-26-15,0-4 20 0,0 0 0 16,0 0 7-16,20 17 9 0,-7-12-6 0,8 1-5 15,-1 0-18-15,5 0 8 0,0 2 7 0,1-1-4 16,0 2-10-16,3 0 0 0,-6 1 20 16,-2 0-15-16,1 1-2 0,-4 3-15 0,-3-2 3 15,-2 4 1-15,-4-2 9 0,-8-2 1 16,-1-5 1-16,0 4 7 0,-19 17 12 0,5-16-2 0,-5 1 2 16,-3 1-10-16,2-3 4 0,-5 0-3 15,3-2 10-15,-1-1-6 0,-3 1-7 16,4-4 5-16,2-2 12 0,3 2-2 0,4-5-65 15,13 0-29-15,-10 0-47 0,0 0-43 0,-5-11-37 16,12 9 21-16,-1-3-154 0,-1 1-127 0,3 1 11 16,-2-2 31-16,1 1 17 0,3 0 28 15,-1 0 26-15,2-3 40 0,-1 7-2 0</inkml:trace>
  <inkml:trace contextRef="#ctx0" brushRef="#br0" timeOffset="119214.74">5798 13339 557 0,'-10'-3'318'0,"0"5"-27"16,4-6-23-16,-2 3-8 0,4 1-1 15,-1-1-19-15,1 0 2 0,0 1-44 0,4 0-13 16,0 0-14-16,0 0-21 0,0 0 0 15,-6 0-12-15,-1-2-8 0,9 2 12 0,5 0-25 16,14 2-7-16,-10-2-27 0,10 0-1 16,6 0 2-16,6 0-14 0,4 0-12 0,0 0-5 15,2 0-83-15,44 9-31 0,-43-8-41 0,-1 1-40 16,-1 1-46-16,-2-1 18 0,-3 0-115 0,1-1 26 16,-2 1-219-16,-6-1 34 0,-3-1 28 15,-6 1 25-15,-17-1 56 0,10 0 8 0,-5 0 3 16</inkml:trace>
  <inkml:trace contextRef="#ctx0" brushRef="#br0" timeOffset="119496.92">6073 13162 209 0,'-17'-15'467'15,"4"1"-90"-15,1 2-46 0,3 0-38 0,1 4-31 16,2 4-50-16,1 1-24 0,2 2 0 0,3 1-22 15,0 0 2-15,0 0-5 0,-6 15-16 16,6 4-18-16,0-8-13 0,0 7 27 0,11 28-10 16,-6-18-39-16,-1 0-6 0,4-2 4 0,-3 2-2 15,1-1-3-15,1 1-22 0,-3 1-2 16,2 3-5-16,-2-1-5 0,1-1-98 0,-2 3-15 16,-1-4-47-16,-2 3-52 0,0-17-56 15,0 7 18-15,0 1-208 0,0-3-46 0,0 1 19 16,0-4 28-16,0-3 30 0,0-4 23 15,0-10 25-15,0 0 41 0</inkml:trace>
  <inkml:trace contextRef="#ctx0" brushRef="#br0" timeOffset="119844.96">6355 13156 835 0,'13'-21'407'15,"4"4"-53"-15,0 3-47 0,0 4-37 16,-1 7-35-16,0 1-11 0,-9 2-25 0,17 15-15 16,-12-1-14-16,-1 5-34 0,-5 3 4 0,-1 2-29 15,-5 6 9-15,0-14-29 0,0 6 10 0,-16 24-33 16,6-21-4-16,-2-1 1 0,-1-5-14 16,1 0 2-16,0 1-7 0,-4-2-7 0,8-2-15 15,-1-4 13-15,0-3 4 0,4-4 11 16,1 2 13-16,1-1-7 0,1-2 22 0,1 1-18 15,1-5 13-15,0 0-19 0,0 0 0 0,15 5 7 16,5-3-14-16,2 1 5 0,5-3-19 16,-13 0 1-16,6 0-34 0,7 0-19 15,4 0 3-15,34-11-94 0,-30 8-30 0,-3 0-53 0,-2-1-42 16,0 0 25-16,-6-3-198 0,-2 2-90 16,1-2 35-16,-7 0 34 0,1-2 22 0,2-1 32 15,-3 2 25-15,0-6 21 0,-4-1 10 16,3-2 0-16</inkml:trace>
  <inkml:trace contextRef="#ctx0" brushRef="#br0" timeOffset="120209.59">7010 13241 634 0,'0'-2'427'0,"1"-1"-62"0,2 1-48 0,-3 2-42 16,0 0 18-16,-3 2-9 0,2 1-44 0,0 2-27 16,1 1-4-16,0-2-13 0,0 6-13 15,0-2-16-15,0 8-31 0,0 1-6 0,0 2-17 16,0-2-22-16,0 0 5 0,0-2-17 0,0-1-9 15,14 6 4-15,-13-13-13 0,-1 0-7 16,1-3-2-16,1 0 20 0,-1-3-9 0,-1-1-2 16,5 0-13-16,8-5 2 0,1-6-7 15,1-2-2-15,3-6-19 0,1 3 11 16,-1 0-5-16,4-1-3 0,-2 2-1 0,-2 1-8 16,1-2 2-16,-1 4 4 0,-2 2-8 0,-6 5 7 15,0 2 4-15,-10 3 18 0,5 0 8 16,14 14 8-16,-10 1 7 0,-2 0-4 0,-2 0 3 15,-4 4-17-15,2 0-6 0,-2 6 4 0,-1-1-13 16,3 1 11-16,-3 1-13 0,0-12-31 16,0 5-33-16,0 3-55 0,0 2-33 0,0-1 12 15,0 3-147-15,0-4-81 0,-17 20 29 0,14-27 27 16,-1-2-297-16,3-5 54 0,-1-2 38 16,2-6 34-16,0 0 30 0,10 6 74 0,10-12 24 15,0 1 21-15,3-7-7 0,2 1 1 0</inkml:trace>
  <inkml:trace contextRef="#ctx0" brushRef="#br0" timeOffset="120559.75">7974 13333 383 0,'-4'-1'556'0,"0"0"-73"16,-1-1-42-16,2 2-31 0,1 0-48 15,-3-3-34-15,10 3-42 0,-3-4-38 0,4 3-36 16,13-3-16-16,5 1-16 0,7 1-28 0,2-1-13 15,7 3-17-15,-5 0-42 0,-13 0-57 16,10 0-3-16,5 0-141 0,46 11-71 16,-42-7-63-16,0-2 22 0,-1 1-269 0,-6-3 30 15,3 2 53-15,-6-2 19 0,-19 0 19 0,6 0 29 16,-2 0 28-16,-2 0 20 0,-5 0 35 16</inkml:trace>
  <inkml:trace contextRef="#ctx0" brushRef="#br0" timeOffset="120809.54">8365 13171 743 0,'-14'-12'432'0,"1"0"-11"0,2 2-43 15,1 3-30-15,4 0-32 0,3 2-31 16,-3 1-38-16,2 1-27 0,4 3-29 0,0 0-32 16,0 0-4-16,-5 11-16 0,7 10-5 15,-2-8-8-15,0 7-12 0,14 31-10 16,-9-22-15-16,1 2-8 0,1 0-6 0,-1 2 1 15,3 0-23-15,-4 4-43 0,1-3-20 0,2 2 1 16,-1-1-131-16,-2-1-43 0,2-3-101 16,-6-1 26-16,3-1-271 0,2-4 40 0,1-5 25 15,1-5 32-15,1-4 48 0,1-6 22 16,0-2 26-16,-10-3 47 0,16 0-23 0</inkml:trace>
  <inkml:trace contextRef="#ctx0" brushRef="#br0" timeOffset="121416.53">8750 13135 214 0,'-5'-8'381'0,"0"0"-52"15,-1 1-44-15,4 1-13 0,-1 1-32 0,1 0-1 16,0 1-30-16,1 1-12 0,0 0-13 0,0 1-27 15,-1-1-19-15,2 0-4 0,-5 2-21 16,5-1-5-16,0-1 11 0,-1 2-12 0,-1 0 16 16,2-2-2-16,0-1-4 0,0 1-12 0,0 3-17 15,0 0-12-15,0 0 6 0,0-5-8 16,21-10-13-16,-6 8-5 0,1 0 0 0,4-1-16 16,3 4 3-16,2 2-13 0,-2-1 6 15,6 3-8-15,-15 0-20 0,7 0 5 0,2 0 13 16,28 16-17-16,-33-5 0 0,1 1 1 0,-6 7 2 15,-1 3 2-15,-8 0-10 0,-4-11 0 16,0 7 13-16,-19 24-2 0,4-19-2 0,-6 2-6 16,0-4 2-16,-3 1-7 0,0-2 4 0,4-1-2 15,-2-5 8-15,4 3-20 0,-2-2 16 0,4-1-6 16,0-2-9-16,7-2 2 0,2-3-3 16,5 0 15-16,2-7-9 0,0 0 7 15,27 17 5-15,-2-9-9 0,3-3 1 0,-1 4-4 16,3-6 4-16,2 4-4 0,-2 0 11 0,0 0-20 15,3 1 9-15,-1 2 7 0,-3-3-10 0,-3 2 1 16,2 2-9-16,-5-1-4 0,-4 1 12 16,-2-1 0-16,-8 2 17 0,-7 0-6 0,-2-12-4 15,-10 16-15-15,-7-3 33 0,-5-4-20 16,-5 1 3-16,1-3 1 0,-5 2 2 16,-2-1-9-16,2-1 5 0,1-2 4 0,1 1-15 15,-1 0 10-15,-1-1 2 0,8-2-2 0,3 2-16 16,3-2-1-16,4-2 0 0,4 2-40 0,1-3-23 15,3 2-18-15,-1-2-23 0,2 0-48 0,4 0-76 16,0 0 22-16,0 0-252 0,0 0 37 16,-7 0 31-16,7 0 14 0,-8-9 27 0,7 5-8 15,2 1 25-15,-1 0 9 0,3 0 16 0</inkml:trace>
  <inkml:trace contextRef="#ctx0" brushRef="#br0" timeOffset="122537.36">10772 13290 462 0,'17'0'268'16,"-17"0"-25"-16,0 0-18 0,13 0-26 0,-13-14-9 16,21-3-17-16,-18 16-23 0,-2-1-18 0,2 0-25 15,-5 2-11-15,1 0-2 0,-4 0-19 16,-12 7-7-16,-2 0-13 0,-6 0 6 0,-1 2-3 16,-3 2-14-16,-6 0-9 0,1 3-6 0,-1-2 11 15,0 2 5-15,3-5-5 0,2 2 9 0,3 0-11 16,0-1 6-16,2-2-15 15,3-1-3-15,6 0 14 0,-1 0-7 0,9-2 10 16,-1-4-13-16,4 5 7 0,0-4 43 16,5 4 9-16,0-6-11 0,0 0-7 0,17 23-10 15,-3-12 2-15,2 1-1 0,7 2 5 0,-1 1-16 16,3 1 2-16,5 2-7 0,3 0-6 16,-1-1-3-16,3 3 13 0,0-1-12 15,-3 1-3-15,0-1-22 0,-2 0 0 0,-1 0-13 16,-2 0-25-16,-1-1-19 0,-5 1-15 0,-1-2-25 15,-1-2-38-15,0 2-34 0,-5-1-14 16,1-1 14-16,-2-3-80 0,-6-4-57 0,-1 0-122 16,-3-2 1-16,-1-1 23 0,-2-3 29 0,0-2 51 15,0 0-6-15,0 0 1 0</inkml:trace>
  <inkml:trace contextRef="#ctx0" brushRef="#br0" timeOffset="122891.98">10236 13951 309 0,'-38'2'425'0,"23"-2"-76"0,-8 0-42 16,1 0-49-16,4 0-26 0,-16 9 24 0,31-2-13 16,2-1-21-16,5-2-26 0,11 7 27 15,8 0-22-15,5-1-31 0,4 2 1 0,6 1-26 16,4 1-19-16,2-2-11 0,1 2-7 15,-3 1-12-15,2-1-10 0,-4 0-10 0,-3 1-19 16,-2-1 5-16,-2-3-5 0,-5 0-6 0,-2 1-17 16,1-2-10-16,-4-2 18 0,-7 0-11 15,2-2 0-15,-6-1 5 0,-5-2-9 0,2 0-2 16,-4-2-12-16,1 2 5 0,-5-2-2 0,1 2-21 16,1-3-9-16,-3 1 2 0,0 2-41 15,3-3-43-15,-3 1-40 0,1-1-32 0,-1 0-41 16,0 0 21-16,0 0-145 0,0 0-163 15,7-13 35-15,-3 9 33 0,5-10 28 0,2 0 24 16,0 1 28-16,6-1 14 0,3 0 1 0</inkml:trace>
  <inkml:trace contextRef="#ctx0" brushRef="#br0" timeOffset="124276.4">11590 13114 419 0,'0'-13'419'0,"0"13"-54"0,27-28-20 0,-26 23-20 15,-1 0-66-15,2 1-26 0,-1 3-38 0,-1-2-21 16,0 3-14-16,0 4-18 0,-3 0 13 16,1 1 3-16,0 13 1 0,-4 0-12 0,1 4-15 15,2 0-6-15,2 2-18 0,1 0-14 16,0-12 0-16,0 7-5 0,15 25-3 0,-8-20-4 15,4 1-4-15,1-6-8 0,4 0-9 0,0-5-19 16,3 1 13-16,0-2-5 0,0-5-6 0,4 0-7 16,-1-3 3-16,-4 2-11 0,-6-7 5 15,4 0-16-15,4 0 0 0,18-20 8 0,-19 7-5 16,-3-3-4-16,0-4 11 0,-2-3-11 16,-4-1-15-16,5-1 7 0,-6 2 14 0,0-2-10 15,1-1-8-15,-1 2 4 0,-1 2 18 16,-2 3 4-16,0 4-8 0,-3 4-3 0,1 3-3 15,-3 0-9-15,1 3 3 0,-1 0 5 0,0 2-21 16,-1 3 15-16,0 0-4 0,0 0 7 16,0 11-3-16,0-1 5 0,3 10-9 15,-3 2 11-15,1 3-9 0,1 2 10 0,0 1-5 0,0 2 5 16,2-1-9-16,2 1 2 0,-3 0 2 16,0-1-13-16,1 0-28 0,-2 5-20 15,4-6-35-15,-3 1 8 0,2 1-86 0,-2-3-37 16,0-1-34-16,-1-1-40 0,-1-3 28 0,3-6-94 15,-2-6-92-15,-2-2-48 0,1-6 49 0,0-2 13 16,-1 0 26-16,0 0 24 0,14-20 24 16,-5 2 13-16,1-2 8 0</inkml:trace>
  <inkml:trace contextRef="#ctx0" brushRef="#br0" timeOffset="124678.97">12258 13379 323 0,'13'-24'396'0,"-1"5"0"0,1-3-32 0,-6 5-45 15,2 3 10-15,-3 3-20 0,-3 2-24 0,4 0-35 16,-6 6-42-16,3 1-15 0,-4 2 9 0,0 0-11 15,17 15-18-15,-10-3-20 0,2 7-3 16,0 0-23-16,-1 1-7 0,3 1-14 16,-1 1 0-16,0 5-18 0,1-5-4 0,-2-1-3 15,0 2-15-15,0-4-6 0,0 0-10 0,-3 0-4 16,-2-4 4-16,3-3 0 0,-1 0-9 0,-4-3-4 16,1-4 2-16,2 1-7 0,-2-6-11 15,-3 0 13-15,0 0-5 0,28-15-5 0,-13-2 2 16,2 0-12-16,3-2-5 0,1-3-10 15,3 0 8-15,0-2-2 0,-1 3-5 0,-3-1 5 16,4 2-14-16,-3 1 2 0,-2 6 17 0,1-3 4 16,-4 2-5-16,-2 1-7 0,-4 3-8 15,1 3 1-15,-1 2 15 0,-1 3 6 0,-9 2 5 16,0 0 2-16,20 16 5 0,-13-3 1 16,2 3-6-16,-4 2-1 0,1 3-7 0,-1-2 3 15,3 6 2-15,-3 1-10 0,1-1 6 16,0 4-19-16,-1 0-35 0,-1-2-46 0,1 1 7 15,-2-3-111-15,-1-1-42 0,-2-2-53 16,4-1 27-16,-4-13 22 0,0 3-336 0,0-3 43 16,0-8 22-16,0 0 36 0,2 11 29 15,2-13 29-15,0-4 24 0,12-9 17 0,-1-5 69 16</inkml:trace>
  <inkml:trace contextRef="#ctx0" brushRef="#br0" timeOffset="125331">13171 12784 334 0,'-7'-6'306'0,"2"0"-41"0,1 4-12 0,0-3-41 0,-1 4-13 16,0-1-4-16,5 0-26 0,-3 1-7 15,1 0-18-15,-1-2 10 0,2 3-24 0,0 0-15 16,-1-3 4-16,0 2-3 0,2 0-21 0,0-1-3 16,-2 0 21-16,-1 2-40 0,3-2 23 15,0 2-15-15,-2-3-17 0,1 1 17 0,1 0 9 16,-1 1-14-16,1-4-12 0,0 4-6 0,0 1 1 15,0 0-24-15,0 0-2 0,0 0-4 16,0-7-4-16,0 7-1 0,13-12 13 16,-1 5-8-16,1 0-2 0,1 0-4 0,3 2-8 15,1 0-1-15,1 2-2 0,-1-1 9 16,5 4-17-16,-13 0 13 0,5 0-2 0,4 0-1 16,2 0-2-16,16 19 0 0,-23-8-15 15,-2 1 7-15,-3 4-4 0,-9 4 2 0,0-11 4 16,0 6-12-16,-21 24-4 0,11-19 13 0,-9-1 0 15,0 2-12-15,1-6 4 0,-3 4-2 0,5-5-2 16,-6 1 21-16,8-1-17 0,-2-3 0 16,5-2 1-16,1-3-2 0,5 1 21 0,3-1-30 15,2 0-4-15,0-6 3 0,0 0 10 0,19 21 27 16,-4-9-23-16,4 2-6 0,0-2-1 16,0 3 29-16,4-1-19 0,-3-1 0 0,2 2-3 15,1 0 21-15,-1-1-28 0,-2 0-1 0,-4-1 10 16,-1-2-4-16,-2 0 3 0,-4-1-9 15,-9-2 12-15,0-8-8 0,0 0 5 0,-21 17 9 16,1-11-12-16,-3-1 1 0,-6 0-16 16,-2 0-29-16,-6-4-10 0,5 1-21 0,-3 0-25 15,-2-2-12-15,0 0-30 0,1 3-51 0,1 1 17 16,1-3-96-16,-2 1-144 0,5 0-3 0,4 0 48 16,4 1 6-16,5 0 26 0,9-3 14 0,4 1 3 15</inkml:trace>
  <inkml:trace contextRef="#ctx0" brushRef="#br0" timeOffset="125758.92">13955 13491 356 0,'-2'0'504'16,"-1"0"-100"-16,-2 2 35 0,5-2-31 0,-5 3-35 16,3-6-40-16,1 3-27 0,1-2-36 0,0 2-26 15,4 0-29-15,4-1-33 0,16 0-18 0,-9 1-20 16,11 0-16-16,5 0-29 0,4 0-42 16,6 0-62-16,49 12 2 0,-42-8-129 0,3 1-40 15,-1-2-63-15,-2 3 22 0,-3-2-278 16,-5-1 33-16,-6 0 19 0,-4 2 47 0,-2-2 7 15,-6-3 32-15,-5 2 23 0,-11-2 14 0,0 2 2 16</inkml:trace>
  <inkml:trace contextRef="#ctx0" brushRef="#br0" timeOffset="126012.5">14254 13350 662 0,'-14'-16'440'0,"0"3"-9"0,2 1-47 0,6 3-40 15,1 2-29-15,0 2-29 0,1 1-36 0,0 0-41 16,2 3-24-16,0 1-21 0,2 0-14 0,0 0-29 16,2 12-6-16,-1 6-11 0,-1-9-4 15,13 27-5-15,-4-10-17 0,-4-2 3 0,1 7-21 16,2 1 2-16,1 4-11 0,-3 0-7 16,1 1 10-16,-3 1-43 0,3-4-28 0,1 5 2 15,-3-4-110-15,-5-1-45 0,0-1-45 0,4 3-35 16,-3-7 23-16,0-3-271 0,2-2 28 15,1-5 39-15,-2-7 24 0,3-4 33 0,-1-2 47 16,1-5-14-16,2 2 11 0,-7-3-38 16</inkml:trace>
  <inkml:trace contextRef="#ctx0" brushRef="#br0" timeOffset="126360.55">14796 13359 691 0,'17'-13'398'0,"1"-4"-59"0,0 8-46 0,-2 3-19 16,3 4-50-16,-12 2-20 0,4 0-8 15,15 14-5-15,-12-1-25 0,-4 3-32 0,-5 1-10 16,-1 3-12-16,-4 1-12 0,0-11-1 0,-13 26-11 16,3-16-8-16,-5 4-11 0,-4-5-8 15,2-2 6-15,-2-2-8 0,-2 2-5 16,5-3-6-16,-1-2-8 0,7-2-14 0,-2 0-4 15,2-3-1-15,4-2-2 0,1 0 25 0,2-1 7 16,3-4-7-16,0 0 7 0,14 8-6 16,8-3-5-16,2-1-18 0,4 2 15 0,7-4-7 15,-5 4-4-15,5-6-59 0,1 3 3 16,3 1-69-16,2-3-32 0,-2 1-64 0,-2-1-36 16,0-1 20-16,-19 0 21 0,6 0 17 15,29-8-291-15,-26 4 32 0,-5-2-6 0,-3-1 27 16,1 3 64-16,-4-4 18 0,-2-3 10 15</inkml:trace>
  <inkml:trace contextRef="#ctx0" brushRef="#br0" timeOffset="126727.39">15514 13436 1103 0,'2'-3'416'0,"-2"0"-56"15,0 3-62-15,-2 0-26 0,2 3-7 0,-2-1-32 16,1 1-1-16,1 3-29 0,0 0-12 15,3 11-47-15,-3-9 3 0,0 3-32 0,10 16 6 16,-7-8-29-16,0-5 6 0,0 0-10 0,0-3-17 16,0-3-4-16,-2-2-11 0,1-4 9 15,0 4-3-15,-1-2-3 0,0-4 4 0,2 0-2 16,-1-2-11-16,2-2-4 0,9-7-13 16,6-1 18-16,-1-2-20 0,-2-1 6 0,5-1-10 15,1 3-2-15,-1-1-1 0,-2 3-4 16,-2 2 5-16,-1-3 12 0,-4 7-8 0,-2 0 3 15,-3 1-1-15,-1 1-7 0,-3 3 6 0,-3 0 5 16,0 0-13-16,8 0 6 0,11 15-2 0,-14-5-9 16,2 6 8-16,0 0-2 0,-2 2-2 15,1 4-20-15,-3 0-43 0,3 5-21 0,5-4 7 16,-6 2-126-16,2 1-56 0,-4-4-59 16,5 0 25-16,-3 0-277 0,-5-12 41 0,0 2 7 0,0 2 36 15,0-4 60-15,0 2 16 0,-13 4 25 16,13-13 22-16,0-3 30 0,0 0 38 0</inkml:trace>
  <inkml:trace contextRef="#ctx0" brushRef="#br0" timeOffset="127078.33">16568 13497 376 0,'-4'-1'503'0,"2"1"-94"16,0 0-54-16,5 0-45 0,1-3 1 0,2 1-44 15,21 2-25-15,-12 0-46 0,12 0-11 16,6 0-19-16,6 0-20 0,5 0-17 0,53 12-77 16,-44-7-45-16,1-2-69 0,-1-2-45 0,-1 5-76 15,0-4 16-15,-2 1 14 0,-3-1-312 16,-6-2 32-16,-4 0 46 0,0 0 18 16,-6 1 23-16,-19-1 13 0,2 0-2 0</inkml:trace>
  <inkml:trace contextRef="#ctx0" brushRef="#br0" timeOffset="127331.39">17034 13347 317 0,'-17'-18'457'16,"2"1"-73"-16,0 2-24 0,2-2-46 0,5 5 1 16,-1 1-48-16,2 4-42 0,3 1-19 15,0 4-23-15,4 2-20 0,0 0-16 0,-6 12 0 16,6 6-4-16,0-7-12 0,0 6-12 0,0 5-11 15,18 28-15-15,-12-22-16 0,2 2-3 16,1 4 5-16,0 2-21 0,0 1-16 0,-2-3-17 16,4 1-4-16,-5-1-90 0,-1 1-33 15,3-1-41-15,-6-5-44 0,5 3 19 0,-7-5-188 16,0-2-118-16,0-3 33 0,0-10 15 0,0-12 25 16,0 8 25-16,0-8 22 0,0 0 12 15,9 7-5-15</inkml:trace>
  <inkml:trace contextRef="#ctx0" brushRef="#br0" timeOffset="127725.4">17461 13437 550 0,'12'-12'461'0,"-3"1"-57"0,-3 6-53 0,-1 0-47 16,-2 5-7-16,0 0-6 0,-1 4-21 15,-1 2-24-15,1 1-9 0,-2 1-39 0,1 11-10 16,2 4-16-16,0 2-23 0,5-1-13 0,-3 1-18 15,0-2-12-15,2 2 2 0,-1-2-21 16,-2-5-5-16,6-4 0 0,-7-1-19 0,-1-4-10 16,2-3 23-16,-3-2-2 0,2-4-6 0,-3 0-2 15,14 0-14-15,17-20-2 0,-13 6-7 16,2-8-3-16,5 0-3 0,1-1-7 16,3-2-1-16,1 0-3 0,0 1-2 0,1 1-15 0,-1 3 2 15,-3 5 15-15,-2 1 4 0,-2 2-8 16,0-1-3-16,1 6 9 0,-7 2 17 0,0 5 4 15,-17 0 10-15,28 11 0 0,-15 0-9 16,-3 6 7-16,1-2-19 0,-1 6 7 0,-2-1-18 16,0 8 2-16,-2-1-3 0,-2 7-37 0,0 2-41 15,-4-1-78-15,4 3 14 0,-4 1-182 16,0-21-80-16,0 12 34 0,-16 38-253 0,4-32 53 16,-4-2 40-16,2 2 36 0,-4-2 34 15,-3 0 75-15,3-1-6 0,6 0 24 0,-1 1-39 16,-2-4 8-16</inkml:trace>
  <inkml:trace contextRef="#ctx0" brushRef="#br0" timeOffset="132914.37">10731 14632 265 0,'0'0'401'0,"11"0"-64"16,-11 0-72-16,0-13-13 0,0 13-25 16,0 0-13-16,0 0-1 0,-21 20-19 0,-2-7-36 15,-4 1-14-15,-5 3-16 0,0 0 0 16,-3 0-22-16,0 0 15 0,-3 0 1 0,2 0-20 15,0-2 4-15,3-1-15 0,0 0-8 0,3-3-9 16,7-1 5-16,0 1-9 0,1-3-6 0,4-1-8 16,1 0-8-16,6-2-4 0,4 0-4 15,3-1-4-15,1 1 15 0,3 1 10 0,0-6-7 16,0 11 4-16,22 14 0 0,-3-10 2 16,3 0-2-16,-2 0-16 0,6-2-2 0,3 4-5 15,1 0 4-15,3 2-21 0,0 1 11 16,3-1-8-16,-3 0-45 0,3 4 1 0,0 0-92 15,-4 3-63-15,-2-1-81 0,1-2 25 16,-3 2-277-16,-5-2 38 0,-4 0 9 0,-1-4 10 16,-5 2 28-16,0-5 73 0,-4 0 22 0,-1-1 11 15,-3-8-3-15</inkml:trace>
  <inkml:trace contextRef="#ctx0" brushRef="#br0" timeOffset="133111.41">10330 15434 527 0,'-31'0'566'0,"18"0"-100"16,-5 0-66-16,-2 0-35 0,1 0-56 16,6 0-20-16,1 6-20 0,15-1-20 0,10 3-18 15,11 4-38-15,3-1-20 0,5 3-14 16,8 0-26-16,-3 3-40 0,7 0-56 0,0 3-3 16,-2-3-120-16,-2 4-44 0,-3-1-42 0,-3 1-53 15,0-2 23-15,-5-1-288 0,-1-4 35 0,0-1 33 16,-6-2 32-16,5-2 7 0,1-3 33 15,-4-2 14-15,-1-1 14 0</inkml:trace>
  <inkml:trace contextRef="#ctx0" brushRef="#br0" timeOffset="133729.37">11724 14693 500 0,'0'-4'374'0,"2"1"-55"16,-2 1-53-16,0 2 26 0,0 2-36 0,-2 1 16 15,1 3-13-15,-2 16-15 0,-3-2-6 16,2 4-22-16,3 2-18 0,-3-1-21 0,3 4-15 16,0 0-15-16,1-13-21 0,0 5 3 0,0 2-17 15,0 3-15-15,11 23-1 0,-9-27-14 16,2-2-8-16,-1-2 1 0,-2-6-9 15,1-2-19-15,0-2 7 0,-1-3 11 0,-1 2 7 16,2-5-12-16,2-2-1 0,1 0-4 16,7-9 1-16,2 2-9 0,4-6-6 0,0-8-13 15,-3 4 3-15,2-5-13 0,3 2 7 0,-1-4 1 16,1 5-8-16,1 0 0 0,-5-1-4 0,3 2-4 16,-1 0-2-16,0 1 4 0,-3 2 6 15,-3 2-1-15,-1 2-6 0,0 2 2 0,-5 1 1 16,-1 5-9-16,-3-1 1 0,4 4 8 15,-6 0 2-15,0 0 4 0,0 0 2 0,10 15 0 16,-3 1-3-16,-5 3-12 0,2 1 11 16,0 1-6-16,-2 2-4 0,4 2 9 0,-1 0-8 15,-3 0-28-15,-1 2-36 0,5-1-30 0,-6 3 8 16,1-2-128-16,-1-12-51 0,0 2-49 16,0 2 27-16,0 2-251 0,-10 11 42 0,5-21 37 15,3-4-9-15,-2-3 33 0,4-1 18 0,0-3 12 16,3-1 23-16,0-1 11 0,2-2-5 15</inkml:trace>
  <inkml:trace contextRef="#ctx0" brushRef="#br0" timeOffset="135127.47">11070 14765 401 0,'0'-14'194'0,"0"14"-58"0,0 0 2 15,0 0-25-15,0 0-5 0,0-14-62 0,-10-1 13 16,10 13-4-16,0 0-9 0,0 0-23 0,0-1 8 15,0 2-18-15,0 0 52 0,0-2 2 16,0 3 8-16,0-4 1 0,0 4 15 0,1-2 13 16,-1 2 17-16,-1-1-3 0,1 1-5 0,0-1-10 15,0-1 4-15,0-1-8 0,0 2 11 16,0 1-11-16,0 0 17 0,0 0-18 0,0 0-10 16,0 0-4-16,0-6-2 0,0 6 6 0,0 0-3 15,0-6-17-15,0 6 10 0,0 0-3 16,0 0-14-16,0-7-6 0,0 7 2 0,0 0-7 15,0 0-11-15,0 0 1 0,0-7 4 16,0 7 3-16,0 0-12 0,0 0-4 0,0 0 0 16,0 0-3-16,0 0-3 0,0 0-2 0,0-7 26 15,0 7 4-15,0 0-4 0,0 0-8 0,0 0 20 16,0 0-8-16,0 0-6 0,0 0-17 16,0 0 16-16,0 0-14 0,0 0-14 0,0 0-1 15,-7-11 9-15,7 11-3 0,0 0-12 16,0 0-5-16,0 0 9 0,0 0-3 0,0 0 5 15,0 0-14-15,0 0 13 0,0-3 3 0,0 3-1 16,0 0-19-16,0 0 18 0,0 0-1 0,0 0 6 16,0 0 15-16,0 3-3 0,0-3-7 15,0 0 2-15,0-3-10 0,0 3 7 16,0 0-8-16,0 0 5 0,0 0-2 0,0 0-4 16,0 0-5-16,0 0 7 0,0 0-8 15,0 0-2-15,0 0-7 0,0 3 4 0,0-3 8 16,0 0-13-16,0 2 1 0,0 0-7 0,0 1-1 15,0 1 7-15,0-1 5 0,0 2 15 16,-1 2 9-16,-1 11 3 0,2-7 8 16,-7 21 5-16,1-8-4 0,2-1-3 0,1 4-5 15,-3-1 1-15,3-2 3 0,0-1 2 16,1 1-15-16,-1-2 4 0,3-2 0 0,0-11-3 16,0 6-10-16,0-2 12 0,0 1-1 0,17 15-1 15,-8-19-13-15,2 0 8 0,4-3-6 16,0-2 0-16,4-4 5 0,-1 2-5 0,-1-3 0 15,-7 0-1-15,16-9-6 0,-10-1 7 0,3 0 1 16,-3-2-6-16,0 0-2 0,0-3 6 16,-1 1-10-16,-3 1 1 0,-1 0 6 0,2 0-6 15,-4 5 0-15,0-4-1 0,1 2-3 16,-2-1 6-16,-1 3-6 0,-3 2-1 0,2 2 8 0,-3-1 3 16,-2 1-10-16,2 2 7 0,-2-1-1 15,2 1-7-15,-2 0 6 0,0 1-9 16,-1 0 3-16,2 0-6 0,-2 1 4 0,-2 3 25 15,2 1 5-15,-2 1 11 0,-2 10-13 0,-1 2 27 16,-3 4-2-16,1 5-7 0,1 0 11 16,-3 0-16-16,-1-2 4 0,1 2-7 0,2 6 0 0,-1 0 10 15,-3 4-17-15,4 2-8 16,2 0 10-16,-2 4-30 0,1 2-43 0,0-1-41 16,2 1-64-16,3-1 13 0,-1 1-169 0,0-2-74 15,2-23 34-15,0 9 29 0,0 1-290 0,0 0 52 16,0-1 50-16,0-4 35 0,15 12-2 15,2-29 28-15,-3-8 77 0,-3 1 26 0,23-11 17 16,-9-1 9-16</inkml:trace>
  <inkml:trace contextRef="#ctx0" brushRef="#br0" timeOffset="136164.07">12333 14564 710 0,'0'-15'280'16,"0"15"-13"-16,0 0-18 0,0-13-36 0,0 13-10 15,-13-21 11-15,11 17-15 0,2 1-15 0,0-2-26 16,0 2-21-16,0 0-6 0,0 1 6 16,0-3-9-16,0 5-15 0,0 0 13 0,0 0-18 15,0 0-4-15,0-7-16 0,0 7 1 16,0-6 8-16,0 6-12 0,0 0-4 0,0-8-4 16,0 8-12-16,0 0 3 0,0 0 3 0,0-7 1 15,0 7-4-15,0-8-12 0,0 8-2 16,0-6-13-16,0 6 6 0,10-15 2 15,-9 10-13-15,3 2 1 0,7-8-10 0,3 2 2 16,-1 2-5-16,1 0-13 0,5-4 8 0,-1 4 5 16,2 0-11-16,0 5-4 0,-1 0 8 15,-2-1-10-15,-11 3-29 0,4 0 0 0,12 10-7 16,-13-5-13-16,-5 4 14 0,-4 1-3 0,0-1 14 16,0 4-1-16,-20 21 5 0,7-17-1 15,-4 2-32-15,2 1 4 0,-1-1-7 0,2-2 7 16,-2 3 4-16,4-2 1 0,0 0-5 0,5-4 14 15,2 4 6-15,4 0 2 0,1-12-10 16,0 5 16-16,13 14-7 0,-2-10 25 0,3 1 3 16,1 0-18-16,5-2 3 0,0-3-18 0,-2 3 2 15,-4-2 14-15,0-2 24 0,-1-1-26 16,-2-3 4-16,-3 1 5 0,-4-1 3 0,-4-5 1 16,0-1 0-16,0 0 8 0,-17 8 0 0,-3-1-1 15,-6-5-10-15,-3 0 0 0,-6 1 1 16,0 1 1-16,4-2-17 0,0 2-27 0,-1-1-25 15,3 1-30-15,-2-1-30 0,4 2-57 0,4 4 16 16,1-3-104-16,5 2-157 0,2-3 33 16,7 2 29-16,6-2 2 0,2-5 17 0,0 0 31 15,19 17 14-15,1-14 9 0</inkml:trace>
  <inkml:trace contextRef="#ctx0" brushRef="#br0" timeOffset="136376.22">12848 15137 536 0,'5'3'600'0,"0"-3"-68"0,-1 0-78 0,0 1-49 15,0-2-41-15,2-2-46 0,2 0-33 0,1 3-33 16,25-5-30-16,0 2-22 0,-1 3-37 16,4 0-34-16,-17 0-59 0,15 0-57 0,1 0-1 15,47 10-149-15,-36-5-72 0,3-1 20 0,-7 2 18 16,1-2-351-16,-10-1 39 0,1-2 58 0,-3 3 13 15,1-2 28-15,-4 0 24 0,-4-1-14 16,-15-1 7-16</inkml:trace>
  <inkml:trace contextRef="#ctx0" brushRef="#br0" timeOffset="136630.41">13356 14897 669 0,'-16'-13'445'0,"5"4"-75"15,1 1-14-15,2 3-30 0,0 2-57 16,3-1-28-16,-1 3-22 0,6 1-2 0,0 0 2 16,0 0-19-16,-11 23-20 0,9-3-14 15,2 3-19-15,0-10-9 0,0 9-15 0,0 5-6 16,9 31-28-16,-5-27 3 0,0 3-17 0,2-1-52 16,-2 2-29-16,-1 1 0 0,-1 0-117 0,-1 1-48 15,-1-4-45-15,0-18 19 0,0 9 19 16,0 2 15-16,0 3-333 0,0-4 38 0,0-4 32 15,0-6 28-15,4 7 3 0,2-18 26 16,5-4 14-16,6-4-1 0</inkml:trace>
  <inkml:trace contextRef="#ctx0" brushRef="#br0" timeOffset="137230.41">13794 14967 455 0,'-3'-8'297'0,"3"2"-31"15,-2 1-16-15,1 0-26 0,-1 0-19 16,1 0-18-16,2 2-20 0,1-2-16 0,-2 0 2 16,0 5-18-16,0 0 2 0,0-7-17 15,0 7-3-15,9-14-18 0,-8 8-17 0,7-5 2 16,-2 2-6-16,1 2 4 0,1-4-21 15,-1 4 8-15,0 0-3 0,7-2-5 0,1 2-15 16,2-2-16-16,1 1 11 0,4 2-12 0,0-1 4 16,1 4 1-16,1-1-2 0,-5 2 12 15,4 2-15-15,-1 0-17 0,-13 0 1 0,4 0 7 16,16 17 15-16,-18-5-13 0,-3 2-19 16,-4 0-6-16,-4-4 12 0,0 5 4 0,-22 21-6 15,7-17 25-15,-3-1-28 0,-1-2 8 0,-6 3-4 16,3-1-7-16,-4-3 1 0,3 5 4 0,2-7 13 15,1-1-33-15,2 0 14 0,3-3 18 0,3-1-32 16,4-1 14-16,4-2 14 0,2 0-11 16,2-5 19-16,16 12-10 0,-2-4-6 0,7-2-6 15,1 2 16-15,3-1 15 0,1 2-24 16,0-1-10-16,2 0-6 0,1 1 30 16,-2-1-18-16,0 1 1 0,-1 0-9 0,-3-1 30 15,-3 4-6-15,0-4-6 0,-5-1-1 0,-8-1 35 16,2 0 12-16,-8 1 15 0,-1-7 12 15,0 0-3-15,-20 16 2 0,2-11-11 0,-6-4-6 16,-6 4-12-16,-2-2 1 0,0 2 2 0,15-5-8 16,-9 0-5-16,-7 0-14 0,0 0-4 15,-3 0-20-15,0 0-19 0,2 0-28 0,3 0-12 16,2 0 6-16,4 0-96 0,6 0-38 0,2 0-60 16,5 0 25-16,-4-2-269 0,14-1 37 0,2 0-37 15,3-3 36-15,1 2 2 0,8-6 28 16,7-2 25-16,-2-2 15 0,6 1 2 0</inkml:trace>
  <inkml:trace contextRef="#ctx0" brushRef="#br0" timeOffset="137675.01">14405 14886 317 0,'6'-4'425'15,"-2"1"-79"-15,0 1-36 0,1 2 30 16,-2 2-44-16,1 1 7 0,-2 1-20 0,8 6-30 0,2 2-16 16,-6 3-24-16,3-1-21 0,-1 2-24 15,5 2-10-15,-4-3-17 0,-2 4-22 0,2-1-13 16,0 1-5-16,0-4-18 0,-6-1-2 0,4-2-13 16,-4-4 2-16,1-2-9 0,-2-3 6 15,-2 3 0-15,2-3 6 0,-1-3 12 0,0 2-23 16,-1-2-4-16,0 0 1 0,19-13-4 15,-1-1-13-15,1-1-5 0,2 0-13 0,1 1 8 16,2-4-5-16,1 5 2 0,2 0-8 16,-1-1 1-16,-2 3-8 0,-1 1 2 0,0 2-3 15,-2 0-7-15,-2 3-5 0,-8-1 8 16,2 6 13-16,-4 0 10 0,-9 0 1 0,6 0 5 16,12 14-1-16,-10-3-2 0,-2 6 2 0,-1-2 2 15,-1 3-17-15,-3 3 1 0,1 0-4 16,-2 4-10-16,0-11-52 0,0 4-65 0,0 6 8 15,-10 25-224-15,1-23 28 0,2 0 27 16,0 0 24-16,0 0-299 0,0-3 29 0,-2-1 42 16,2 0 34-16,5-2 29 0,-2-1 28 0,1-1 23 15,3-11 72-15,0 2-15 0,0 0 1 16</inkml:trace>
  <inkml:trace contextRef="#ctx0" brushRef="#br0" timeOffset="139646.41">701 16154 442 0,'0'0'262'16,"-14"0"-15"-16,14 0-7 0,-24-26-17 0,22 23 1 15,-1 1-25-15,-2-1-10 0,2 1-13 16,1 0-4-16,0-1-18 0,-1 3-39 0,1-1 0 15,0 0-20-15,-1-1-6 0,1 0-9 0,-1 1-10 16,2 1-20-16,1-1 13 0,-1 0-14 16,-1 1 9-16,4 0-4 0,0 0-27 0,1 0 7 15,3-2 1-15,-1 4-8 0,0-2 7 0,17 0 8 16,-12 0-31-16,9 0 12 0,1 0 1 16,2 0-22-16,27-13 17 0,-23 6-35 15,2 3-13-15,-4 0 1 0,0-2-1 0,-2 1-12 16,0 1 4-16,-3-4-5 0,-5 0 5 15,3 0-4-15,-1-4 12 0,-1 3-3 0,-6 1 5 16,-2-5 2-16,2-3-6 0,-2 3 16 0,-5 2-7 16,-2 11 1-16,0-11 7 0,0-4-2 0,0-1 10 15,-15-17-4-15,11 18 1 0,-4 0 5 16,2-2 11-16,-2 4-11 0,0 1 15 0,1 3-6 16,2 1-2-16,0 4 5 0,1-1 8 15,0 1-16-15,0 2 11 0,-1 2-7 0,5 0-12 16,0 0 17-16,-8 0 1 0,-8 14-8 0,6-2 18 15,-2 2-4-15,5 3 7 0,-1 2 17 16,3 6 14-16,3-3-9 0,-2 4 19 0,2 1 7 16,0 2-12-16,2-15 28 0,0 11-24 15,0 1 13-15,0 4-12 0,13 33-22 0,-10-29 8 16,1 1-6-16,2 2-5 0,-2 2-5 0,-2 1-8 16,2 3 9-16,2-2 1 0,-6 1-3 15,1 2-26-15,0-1-29 0,-1-21-33 0,0 10-31 16,0 6-43-16,-17 42-28 0,7-39-49 15,1 0 18-15,-4-7-123 0,-3-1 25 0,-1-7 24 16,-1-7-157-16,-1-2 26 0,0-8 25 0,1-4 23 16,12-5 7-16,-15-10-46 0</inkml:trace>
  <inkml:trace contextRef="#ctx0" brushRef="#br0" timeOffset="139840.41">700 16491 320 0,'3'-19'501'0,"3"1"-116"0,1 2-19 15,3-2-63-15,3 3-39 0,-2-3 13 16,7 6-42-16,1-4-18 0,3 3-36 0,2-1-26 16,2 5-21-16,-1-2-15 0,7 3-75 15,-1-1-41-15,2 0-32 0,-1 1-47 0,1 1-36 16,3 2-46-16,1 2 14 0,0-4-214 16,2 5-52-16,-4-4 26 0,4 1-20 0,-6-1 16 15,0 2 16-15,-2-1-4 0</inkml:trace>
  <inkml:trace contextRef="#ctx0" brushRef="#br0" timeOffset="140532.34">1777 16113 264 0,'0'-2'181'0,"0"-2"-41"16,-2 1 11-16,1 1-18 0,0-1-21 16,1 1 16-16,0-1-15 0,-2 1-23 0,1 0-8 15,0-1-6-15,0 1 7 0,-2 1-35 0,2-1 17 16,-2-1-12-16,1 0 10 0,0 2-23 0,1-1 17 15,-1-1-14-15,0 1 4 0,0 0-12 16,2 0-12-16,-3 1 6 0,1-1 2 16,0-1-24-16,0 1 29 0,-2 0-25 0,3 1 15 15,-2-3-4-15,-3 3-2 0,5-1-4 16,-1 1 12-16,0 0-17 0,-1 0-8 0,1-1 2 16,0 2 4-16,0 0-14 0,-2-3 4 0,1 3-7 15,3 0 14-15,0 0-3 0,0 0-12 0,-9 0 8 16,3 0 6-16,-10 18-6 0,4-10-2 15,-4 3 3-15,2-2 12 0,5 4 12 0,-3-1-8 16,-4 3 17-16,0-1-9 0,2 0 16 16,-1-1 2-16,3 1 7 0,0-2 4 0,5-1-6 15,-7-2 9-15,7 0-8 0,1-4 7 0,3-1-2 16,-3 0 22-16,5-1-13 0,1-3-3 16,3-1-21-16,5 1 5 0,10-3 7 0,-5 3-13 15,30-9 11-15,-9 6-26 0,-3 1-1 16,8 0-5-16,0 0 21 0,-18 2-9 0,8 0-7 15,10 0-8-15,37 15 0 0,-40-8 5 0,4 0-6 16,-8 4-13-16,0-1-7 0,-6 2 13 16,-6 0-12-16,0 3 11 0,-3-3-6 0,-6-3-9 15,-6-1 20-15,-3-2 1 0,-1 0-8 16,-1-4 11-16,0-2 20 0,0 0 8 0,-4 2 15 16,3-5-30-16,-2 2 2 0,1-2 13 15,0-1-19-15,1-1 2 0,0 2 7 0,1-3-5 16,1 0-38-16,6-7-6 0,-1 0-31 0,7 3-26 15,-1-1-34-15,2 2-48 0,2 0 14 0,0 0-287 16,2 2 30-16,-1 0 29 0,4 0-2 16,1 0 23-16,0 0-7 0,6 1 11 15,3 2-9-15</inkml:trace>
  <inkml:trace contextRef="#ctx0" brushRef="#br0" timeOffset="140998.69">3111 15945 232 0,'-5'-5'373'16,"1"-1"-85"-16,3 1-38 0,-2 3-36 0,1 4 1 15,1-1 14-15,-2 2-16 0,3 4 2 0,-1-2-23 16,1 16-24-16,0-9-9 0,0 5-25 15,0 4-19-15,0 4 1 0,0-1 9 0,0 1-6 16,0-2-22-16,0 0-15 0,0-2-4 16,11 17-1-16,-10-20-20 0,-1-6 3 0,0-4-10 15,2-1-15-15,-2 0 17 0,0-2-6 16,0-3 44-16,0-2-14 0,1 0 1 0,2-4-15 16,0 2 0-16,7-10-22 0,1-4 9 0,4-4-19 15,2 1 5-15,-3 0-16 0,5 2-14 16,3-3 10-16,-3 6 3 0,4-6-9 0,1 5-3 15,-2 2-1-15,1 0 12 0,4 1-7 16,-4 3 5-16,0 2 4 0,-1 1-4 0,-2 5 1 16,-11 1 15-16,6 0-9 0,17 12 0 0,-20-4 1 15,3 3 6-15,-1 4-1 0,-5-1-2 16,0 2-9-16,0 4 10 0,-1 0-14 0,-2 4-4 16,-2 0-40-16,1-1 5 0,-1 0-107 15,-3 0-36-15,-1-1-53 0,0 3 22 0,0-16-182 16,0 4 32-16,-11 15-166 0,6-17 34 0,5-2 33 15,-3-4 26-15,1-3 84 0,-1-2 3 16,3-2 9-16</inkml:trace>
  <inkml:trace contextRef="#ctx0" brushRef="#br0" timeOffset="141527.94">3731 15791 600 0,'-4'-8'312'16,"2"0"-25"-16,0-1-33 0,1 4-15 0,0-3-20 0,0 1-6 15,1 2-33-15,0 5-23 0,0-7-9 16,0-6-11-16,0 1-1 0,0-2-3 0,14-10-21 15,-8 15 3-15,2-3-3 0,3-1-16 16,-1 1-11-16,1 2-8 0,3-1-8 0,1 2-8 16,1-1-5-16,1 2 29 0,1 0-22 15,-1 2-6-15,-1 2-13 0,-4 3-18 0,1-2 4 16,-13 3-11-16,7 0-2 0,-7 0-10 16,13 14-10-16,-14-8-2 0,-7 13-17 0,-3 2-6 15,-6-3-4-15,1-1-8 0,1 3-7 0,0 0-2 16,2 2-15-16,4 0 12 0,1-2-6 15,6 1 4-15,2-12-12 0,12 20 20 0,-2-6-4 16,6-8 9-16,0 3-14 0,3-1 5 0,4 0 13 16,-1 0 2-16,-1 0-2 0,5-2 6 0,1 1 26 15,-2-1 22-15,-3-3 3 0,1 1-6 16,-1-2 6-16,-5 0 10 0,-2-3 10 0,-8-1-1 16,-4-3-7-16,-3-4 11 0,-15 15-2 15,-4-9-4-15,-6 2-4 0,-5-2 5 0,0 0-10 16,-4 1-27-16,-2 0-34 0,-1 0-24 0,-3 1-43 15,2 2-42-15,2-1 13 0,4-2-263 16,5 1 29-16,-3-2-79 0,7 0 35 0,6-4 44 16,17-2 17-16,-9 0 12 0,9 0-18 0</inkml:trace>
  <inkml:trace contextRef="#ctx0" brushRef="#br0" timeOffset="142010.97">4520 15858 620 0,'-3'-5'403'0,"2"3"-56"16,-2 1-53-16,3-1-46 0,0 1 0 16,0 1-41-16,4 1-12 0,0 1-13 0,2-1-15 15,12 7-32-15,3 8 8 0,0-5-36 0,4 3-13 16,3 1 1-16,0 2 7 0,5 0-36 16,-1 0-1-16,3 0-5 0,-2 3-9 0,-1-3-35 15,-1 0-18-15,-3-3 17 0,-2 1-15 16,-1-3-2-16,-2 0 6 0,-4 0-14 0,-4-2 0 15,2-3 13-15,-8-1 13 0,-5-2-24 0,2-2 11 16,-6 3-11-16,0-5 22 0,0 0 19 0,0 0-15 16,-23 16 4-16,4-9-17 0,-3 1 10 15,-2 4 13-15,2-2 12 0,-6 1-26 0,-1 3 17 16,-2-1-15-16,-1 1 4 0,1 1-11 0,1 2 1 16,0-1-3-16,1 2 2 0,3 1-12 15,2 0-28-15,0 0-33 0,3 0-32 0,1-1-51 16,4 0-48-16,1-1 18 0,3 1 16 15,5-2-351-15,3-4 35 0,4-12 93 0,0 6 24 16,13 4-13-16,2-5-5 0,-1-4 41 16</inkml:trace>
  <inkml:trace contextRef="#ctx0" brushRef="#br0" timeOffset="142258.94">5197 16244 222 0,'22'-12'554'0,"-3"0"-121"15,-2 0-68-15,-7 7-20 0,0-2-55 16,-4 5-29-16,0-1-28 0,-6 3-31 0,0 0-20 16,4 12-6-16,-4-4-24 0,-4 9-4 15,4-8-6-15,-10 25-14 0,-1-8-23 0,6 1-11 16,-1 0 1-16,-4 1-9 0,3-1-18 0,0-2-14 16,-1 2-38-16,-2-1-1 0,3 1-87 15,0-2-42-15,-3-3-40 0,0 3-46 0,4 0 19 16,-3-7-187-16,3 1 30 0,3-6-146 0,3-6 54 15,0-7 4-15,0 0 27 0,9 2 90 16,-2-4 10-16</inkml:trace>
  <inkml:trace contextRef="#ctx0" brushRef="#br0" timeOffset="143011.21">5721 15925 730 0,'-1'-5'287'0,"0"0"-18"0,0 1-12 0,-1 1-47 0,2-1-12 15,-1 0-2-15,-1 0-37 0,2 2-8 16,0-1-6-16,-1 0-33 0,1 0 13 0,0-1-1 15,-2 2-7-15,2 0-33 0,0 2 3 0,0 0-6 16,0 0 10-16,0 0-7 0,0 0-10 16,0-7-14-16,0 7 22 0,0-5-22 0,0 5-2 15,0-7 6-15,0 7-8 0,0-8 15 16,0 8-12-16,0 0-2 0,0-6-14 0,0 6 13 16,0 0-14-16,0-8 15 0,0 8-23 0,0 0-11 15,0 0 7-15,0-5 5 0,0 5-1 16,0 0-10-16,0-8-4 0,0 8-1 0,9 0 2 15,-9-7-5-15,0 7 0 0,0 0-4 0,11-14-2 16,-11 12 2-16,2 0 3 0,-2 1 10 0,2-2-14 16,0 0 19-16,3 2-10 0,-4-2-8 15,3 3-3-15,1-3 0 0,-1 2-2 0,1 0-3 16,5-1-6-16,-10 2 15 0,12 0-3 16,4 0-20-16,19 11 8 0,-15-4-8 0,-3-3 15 15,-4 6-12-15,2 1-15 0,-4-1 2 0,-2 2 3 16,-1 1 0-16,-8-2-15 0,0-5 3 0,0 2 14 15,0 5 1-15,-17 16-8 0,4-17 2 16,0 3 7-16,2-4-4 0,-3-3 2 16,3 2 9-16,-3-2-6 0,4-4-6 0,8-2 6 15,-4 3 1-15,2-4 0 0,0 2-9 0,0 0 0 16,3-2 4-16,0 1 0 0,-2 0 2 0,3-2 9 16,0 0 7-16,0 0 1 0,17 20 0 15,-7-11 0-15,3 3-16 0,2-2 13 0,0-1-1 16,0 2-2-16,1 0-11 0,1 0 23 0,-1 2-10 15,0-2-3-15,-2 1 0 0,-1 1 2 16,-2-2 8-16,-3 3-5 0,-3-5-3 0,-3-1-1 16,-2-1 2-16,0-7 11 0,0 8-6 0,-24 13 3 15,11-13 0-15,-8 1 3 0,1-2-2 0,-5 0 1 16,-1 1-2-16,1-2-1 0,1-2 0 16,-1 1-43-16,3-2-6 0,1-1-31 0,2 2-11 15,4-4-23-15,7 0-14 0,-1 0-28 16,9 0-45-16,0 0 16 0,-9 0-159 0,0-11 29 15,9 6-146-15,2-3 13 0,5-8 55 0,2-2 22 16,3-4 13-16,2 2 52 0</inkml:trace>
  <inkml:trace contextRef="#ctx0" brushRef="#br0" timeOffset="143855.41">6390 15836 259 0,'3'-3'257'0,"-2"1"-29"0,0 0 0 16,3-2-18-16,-4 3-28 0,0 0 10 0,3-2-20 16,-2 2-14-16,-1-2-12 0,0 3 4 15,1-3-13-15,0 2 1 0,3-1-2 0,-4 0-18 16,1 2-11-16,-1-2 6 0,2 1-27 0,-2 0 31 16,1-1-34-16,-1 2 7 0,0 0-12 0,0-3-2 15,1 3-5-15,-1-1-13 0,2 0 1 16,-2-1-3-16,1 2-15 0,-1-1 8 0,0 1-3 15,0-2 2-15,0 1-8 0,0 1 6 16,0 0-3-16,0 0-5 0,1 0-3 0,-1 0-4 16,-1 0 20-16,2 0 4 0,-2 0 0 15,1-1-2-15,0 1-2 0,1 0-12 0,-1 0 13 16,1 0-6-16,-1 0-13 0,0 0-2 0,2-3-5 16,-4 3 0-16,2 0-3 0,0 0 1 15,0 0 0-15,0 0-13 0,0 0-9 0,0 0 7 16,0 0 3-16,0 0-5 0,0 0 0 0,-1 0 2 15,1-3-8-15,1 3 17 0,-1 0-9 0,0 0 0 16,0 3-8-16,0-6 16 0,0 6-5 16,0-3-4-16,0 0 4 0,0 0-4 0,0 0 10 15,0 0-9-15,0 0 3 0,-1 0 5 16,1 0-1-16,0 0-11 0,0 0 3 0,0 0-6 16,-1-3-1-16,1 3 5 0,0 0-3 0,0 0-4 15,0 0 8-15,0 0 4 0,0 0-10 16,0 0-4-16,0 0 17 0,1 0-4 0,-1 0 0 15,0 0 0-15,1 0 0 0,-3 0 6 16,2 0 0-16,2 0 1 0,-2 0 6 0,0 0-1 16,0 0-4-16,0 0-3 0,0 0 7 0,-1 0-10 15,1 0-6-15,1 0 9 0,-1 0 2 16,0 3-13-16,0-3 6 0,0 0-5 0,0 0-7 16,0 0 9-16,0 0-1 0,0 0-6 15,0 0 1-15,0 0 4 0,0 0-13 0,0 0 7 16,0 0 0-16,0 0 8 0,2 0-1 0,-2 0-3 15,0 0 6-15,-2-3-15 0,2 3 13 16,2 0-11-16,-4 0 2 0,2 0 1 0,0 0 8 16,-1 0-3-16,1 0-7 0,0 0 7 0,0 0-17 15,1 0 11-15,-1 0-42 0,0 0 3 16,0 0-65-16,0 3-17 0,-1 0-43 0,0-2-55 16,0 3-59-16,-2 0 26 0,3-1 22 15,-1 0-292-15,-2 2 40 0,3-3 35 0,0 2 36 16,0-2 10-16,0 0 25 0,4 1 47 15,0-1 6-15</inkml:trace>
  <inkml:trace contextRef="#ctx0" brushRef="#br0" timeOffset="146127.41">6303 15918 386 0,'0'0'283'0,"0"0"-24"0,0 0-28 0,0-15-25 15,0 15-9-15,-19-22-18 0,19 20-13 0,-1-2-2 16,1 2-27-16,0-2 8 0,0 1-18 16,0-1-3-16,0 1-6 0,0 2 1 15,-2-2 6-15,2 3-28 0,0 0-19 0,0 0 9 16,0 0-11-16,0 0 6 0,0 0-38 16,0 0 14-16,0 0-31 0,0 0 30 0,0 0-6 15,3-7-21-15,-3 10-7 0,5 1-4 0,-4 0 31 16,2 3-22-16,1 8-9 0,0-2-2 15,-2 4 9-15,2-5 26 0,-3-1-13 0,2-3-7 16,-2 2-3-16,0-3-5 0,3 2 17 0,-4-4-20 16,1-2-3-16,1 2-1 0,-1 0 13 15,-1-2-2-15,0 1 23 0,2-2 16 0,-2 3 4 16,0-4-7-16,2 1 15 0,-2 0 0 0,0 0 1 16,0 1-4-16,0-3-5 0,0 0-9 15,0 0 0-15,0 0-4 0,0 0-13 0,2 7-3 16,-2-9 3-16,2-1-12 0,-2 3-3 15,0-4 8-15,0 1-18 0,-2-1 5 0,2 0-6 16,-2-2 1-16,2 3 2 0,0-2-9 0,0 0 7 16,0-2-8-16,0 7 0 0,0-5-6 15,0-2-8-15,0 0 10 0,0 0-7 0,0 2 3 16,0-2 7-16,0 7-2 0,0-8-1 0,0-1-10 16,0 9-4-16,0-8 3 0,0 8-6 15,0-7 3-15,0 7 6 0,5-7-8 16,-5 9-8-16,0 3 2 0,0 2 10 0,1 14 2 15,-1-10 2-15,0 5 0 0,0 6-9 0,7 27 3 16,-6-23 9-16,6 0 8 0,-1-1 0 16,0-1 2-16,3-4 10 0,-1 1-7 0,2-2-6 15,-1-3 7-15,-1-2-3 0,0-3-2 16,1-3 4-16,-3-5 1 0,4-2 4 0,-10-1-10 16,15 0 3-16,16-9-7 0,-12-1 8 0,1-4-4 15,1 0-6-15,0-5-3 0,1-1 12 16,5-4-5-16,-2 4-4 0,5-1-1 0,-3-1-1 15,1 2 0-15,-5 3-7 0,-1 1 8 0,2 2-5 16,-3 6-2-16,-3-2-2 0,-2 6-1 16,-9 4-3-16,3 0 7 0,0 0-1 0,12 21-3 15,-13-9 14-15,-3 0-1 0,0 5-5 0,2 0-5 16,-4 4-3-16,-3 0 8 0,3 3-40 16,4-1-52-16,-2 0 8 0,4 3-150 0,1-2-87 15,-2 3 26-15,3-5 30 0,2-5-294 16,2 1 19-16,-2-5 36 0,5-3 35 15,3-5 28-15,5 0 27 0,5-4 37 0,3-1 12 16,-21 0 57-16</inkml:trace>
  <inkml:trace contextRef="#ctx0" brushRef="#br0" timeOffset="153961.5">3116 17333 259 0,'0'-14'312'16,"-10"-8"-39"-16,10 13-32 0,4-6-10 0,-4 15-12 15,0-12-7-15,0 2-22 0,0 1-32 0,0 3 6 16,0 6-2-16,0-9-15 0,0 9-7 15,0-7-20-15,0 7-12 0,0 0-18 16,10-8-20-16,-10 11 15 0,0 2-3 0,0 14-11 16,0 3 19-16,1 4-5 0,-1-14-13 15,0 8 8-15,0 6-3 0,0 1-8 0,0 0-10 16,0 0-4-16,0 1-6 0,0-2 3 0,0-3 21 16,10 27-30-16,-6-30 15 0,3-1-15 0,-2-4 0 15,4-1-8-15,1-2 10 0,3-5-7 16,0-4-14-16,6-2 3 0,-9-1 2 0,5 0 2 15,22-13-15-15,-13 3-3 0,-3-2-1 16,-3-5-2-16,-1 3 0 0,-1-3-1 0,1-3-2 16,-5 0-23-16,3-3-8 0,-6 3 9 15,2 1 0-15,-2 1 31 0,0 5-2 0,-5 1 4 16,1 4 2-16,-1 0-13 0,0 2-4 16,-2 3 1-16,1 2 11 0,-3 1-11 0,0 0-3 15,0 0 6-15,1 13-4 0,-1-5 3 16,-1 11-8-16,1-9 10 0,0 4 3 0,0 4 1 15,0 1-10-15,0 3 14 0,-9 27-4 0,8-24 8 16,1 4-9-16,-3 0-5 0,-1 0-4 0,3-2-15 16,1-13 0-16,0 13-49 0,0 6-27 15,0 1-38-15,0-2-39 0,0 0-37 0,0-3 20 16,0-2-120-16,0-6-151 0,0-6 34 16,0-3-47-16,0-3 57 0,13-5 26 0,-9-12 26 15,3-1 14-15,4-7-9 0</inkml:trace>
  <inkml:trace contextRef="#ctx0" brushRef="#br0" timeOffset="154399.1">3849 17459 282 0,'9'-12'522'0,"-2"5"-102"0,-2 1-64 16,-1 5-34-16,0 1-41 0,-3 2-33 0,-2 1-23 15,0 5-13-15,1 0-15 0,-2 14-13 0,2-11-38 16,0 10 0-16,-7 26-21 0,4-16-7 15,3 0-6-15,0-15-22 0,0 6-10 0,0 4-2 16,0 8-6-16,13 32-8 0,-8-35 4 0,-3-8-34 16,1-2 2-16,-1-4 11 0,0-3-9 15,1-3 13-15,-2-5-22 0,-1-1 13 0,3-5-7 16,-2-7-4-16,-1 2 2 0,1-7-3 16,8-3-11-16,1-7-1 0,-4-2-18 0,2 1 16 15,1 0-7-15,3 0-8 0,1 0 23 16,2-1-12-16,-2 2-2 0,-2 1 6 0,3 1 1 0,1 3-15 15,2-1 17-15,-4 2 7 0,1 4-10 16,-1 0 7-16,1 3 4 0,-3 3 3 16,2 4 3-16,-5 2 10 0,-8 0 14 0,7 0-12 15,0 0-1-15,15 20 12 0,-9-6-8 0,-1 1-3 16,0-1-3-16,-2 6-10 0,0 3 0 16,-1-1-1-16,-1 0-2 0,-1 0-10 0,1 2-20 15,-1 8-37-15,-4 2-40 0,0-5 7 0,3 0-114 16,-6-17-60-16,0 5-50 0,0 1 28 15,0-2 28-15,-11 13-304 0,8-28 38 0,1-1 25 16,2-4 27-16,2-6 14 0,-2-3 25 0,5 0 67 16,3-6 51-16,1-1-17 0</inkml:trace>
  <inkml:trace contextRef="#ctx0" brushRef="#br0" timeOffset="154962.37">4540 17149 306 0,'-4'-2'397'0,"3"-1"-52"16,0-1-46-16,-2 1-7 0,2 1-38 0,-1-1-22 15,1 1-15-15,0-1-15 0,0 0-24 0,-1 2-18 16,2-2-1-16,-2 3-20 0,2-1-7 0,-1-1-15 15,-2-2-7-15,3 3 14 0,-1 0-25 16,1-2 7-16,0 3-13 0,0-3-4 16,-1 1-21-16,1 2 10 0,0 0-11 0,0 0-2 15,0-7-18-15,0 7 7 0,0-7-5 0,15-12-2 16,-10 11-4-16,5-2-18 0,6 2 5 16,-1-2-6-16,4 5 5 0,4-2-13 0,-3 1 3 15,1 4-13-15,-1-1 10 0,-10 3-3 0,6 0-48 16,20 12-1-16,-18-1-13 0,-5 0-1 15,3 6 9-15,-8 2-10 0,-3 3 0 0,-4 1 6 16,-1-12 4-16,0 8 18 0,0 1-14 0,-14 24-8 16,13-23 17-16,-3-1-8 0,3 0 7 15,1-2-11-15,0-10 24 0,0 4 0 0,0 2 1 16,16 16 6-16,-10-14 5 0,3-1-17 0,1-1 12 16,3-3-1-16,-2 1 5 0,2-3 0 15,1 0-6-15,-2 1 4 0,0-2 21 0,-4 0-8 16,0-2 3-16,-4-1 6 0,-2 0-2 0,0-1 63 15,-2-4-31-15,0 0 19 0,-23 17-18 16,1-12 12-16,-4 2-28 0,-3-2 8 0,-1 2 8 16,-3-2-24-16,4-2 23 0,0 3-5 0,-1-1-88 15,0-2-29-15,2 1-35 0,2-2-67 16,6-1 16-16,1 0-194 0,7 1 29 0,12-2-167 16,0 0 39-16,-5 0 16 0,1-10 23 15,8 8 26-15,13-3 13 0,3 2-9 0</inkml:trace>
  <inkml:trace contextRef="#ctx0" brushRef="#br0" timeOffset="155195.1">5257 17698 544 0,'2'1'572'0,"0"0"-86"0,2-2-58 15,0 1-42-15,-2-1-49 0,4-1-30 0,-2 0-31 16,15-1-25-16,0-2-30 0,3-1-34 0,10-1-5 15,-2 1-30-15,7 4-14 0,0-3-19 16,4 3-20-16,1-1-68 0,0 0-42 0,2 2-1 16,1-2-101-16,-8 3-65 0,5 0-46 0,-25 0 21 15,11 0-219-15,2 0 33 0,2 0-96 16,-1 0 38-16,20 9 18 0,-33-8 40 16,-3 0 30-16,-6 0 11 0,-2 0 3 0</inkml:trace>
  <inkml:trace contextRef="#ctx0" brushRef="#br0" timeOffset="155445.26">5677 17437 568 0,'-13'-14'477'0,"1"3"-86"0,0 2-15 16,4 3-39-16,3 1-53 0,0 2-36 15,1-1-17-15,0 4-22 0,4 0-8 0,0 0-26 16,-8 20-15-16,7-6-7 0,-2 4-31 0,2 6-16 15,0 2 12-15,1-11-17 0,0 10-18 16,0 2 10-16,12 33-36 0,-6-26-41 0,3 24-2 16,0-4-120-16,-3 1-48 0,8-6-75 0,-5-7 21 15,-2 2-288-15,-2-6 21 0,-2-6 34 16,-1-8-18-16,-2-7 36 0,4-5 62 0,1-7 16 16,-1-5 46-16</inkml:trace>
  <inkml:trace contextRef="#ctx0" brushRef="#br0" timeOffset="157793.24">6499 17392 541 0,'0'0'248'0,"0"0"-20"16,0 0-28-16,0 0-14 0,0 0-5 16,0 0-15-16,0 0-14 0,-14 0 4 0,14 0-1 15,0 0-24-15,0 0-5 0,0 0-7 0,0 0 15 16,0 0-18-16,0 0-6 0,0 0 14 0,0 0-23 16,0 0-1-16,0 0-24 0,0 0 22 15,0 0-25-15,0 0-6 0,0 0-11 0,0 0 5 16,16-23-22-16,1 17-3 0,1 5-14 15,1-2 8-15,0 3-6 0,-11 0 5 0,6 0-8 16,18 11 5-16,-18-4-7 0,1 1-1 16,-6 1-7-16,1 3-4 0,-2 1 3 0,-7 1-16 15,-1-14 15-15,0 14 7 0,-12 17 12 0,0-14-15 16,-3 1-6-16,1 1-6 0,-3-7 21 0,2 6-19 16,-1-4-4-16,2 0 17 0,0-2-10 15,4 2-26-15,0-4 22 0,5-3-15 0,-1 4 16 16,3-4-7-16,3-7-9 0,0 11 3 15,11 16 20-15,-1-12-2 0,1-1-3 0,3 1-5 16,0 1-1-16,0-1 9 0,3-1-13 0,-1 1 5 16,10 7 0-16,-1-2-9 0,-3-2 8 0,-2-1 8 15,-1-2-8-15,-3-1-3 0,-4 0 6 16,-4-3 5-16,-4-2 10 0,-4 3-1 0,0-12 24 16,-24 17 2-16,6-9 7 0,-6-1-6 0,-2 3-3 15,-6-3-5-15,-2-1-11 0,-2 0 1 16,3-2-3-16,-5 0-2 0,5-3-2 0,3 2-63 15,4-1-8-15,4-2-23 0,16 0-41 0,-8 0-34 16,-9-17-57-16,19 5 19 0,3-5-202 16,1 10 30-16,10-15-127 0,1 10 60 15,1-4 27-15,1 1 25 0,6 0 19 0,0 1 8 16</inkml:trace>
  <inkml:trace contextRef="#ctx0" brushRef="#br0" timeOffset="158280.47">6950 17467 537 0,'6'-5'348'0,"-2"2"-53"16,-1 0-34-16,1 1-5 0,-2 2-5 0,2 3-9 15,0 1-11-15,3 9-27 0,0 4 15 16,-1 2-14-16,-1 6-20 0,0-4-15 0,-2 7-29 15,2 0 8-15,-2 1-23 0,0 2-10 0,0-3-20 16,1-2 6-16,1 11-17 0,-1-5-3 16,-3-8-15-16,0-3 4 0,2-3-10 15,-3 2-4-15,0-8-11 0,1-3 8 0,2-3 29 16,-2 1 20-16,-1-7 7 0,1-1-14 16,-1-5-10-16,0-1-12 0,2-1 0 0,0-4-15 0,4-5-3 15,4-4-6-15,2 3-4 0,1-4-5 16,4 3-6-16,1 1-5 0,2-3-4 15,6 2 2-15,-2 2-9 0,2 0-10 0,-2 1 1 16,4 2-1-16,-3 2 7 0,1 1-3 0,-4 1-2 16,3 1-5-16,0 3 0 0,-1 1-4 0,-5 4 0 15,-9 1-4-15,2 0 2 0,15 19 8 0,-15-7-1 16,-3-3-4-16,-2 6-4 0,-2 2 10 16,-4-3-9-16,-1-6 5 0,0 6-4 0,-10 22-9 15,0-4-26-15,-2-1-48 0,1-3-20 16,3 2 10-16,4-6-100 0,-7-1-47 0,-1-2-44 15,2-2 24-15,1-9-160 0,0 2 34 0,4-2-139 16,1-8 34-16,4-2 33 0,0-5 28 16,0-7 27-16,9 3 23 0,-1-6-3 0,5 1 36 15</inkml:trace>
  <inkml:trace contextRef="#ctx0" brushRef="#br0" timeOffset="160199.41">9494 17389 357 0,'0'0'260'0,"0"0"-22"0,0-15-16 16,0 15-31-16,0 0-27 0,14 0-9 16,-14 0-12-16,0 0-5 0,0-12-13 0,19-2-3 15,-19 11-8-15,3 2-9 0,-2 0 0 0,0-1-13 16,-1 1-7-16,3-1 4 0,-2 1-23 16,-1 1-13-16,0-1-1 0,0 1-13 0,0 1-4 15,-4 0-1-15,2 2 2 0,-9 4-11 16,0 4 6-16,-4-1-8 0,-2 2 7 0,0 1-2 15,-3 1-10-15,-3-2 3 0,2 5-10 16,-2-2 8-16,0-1 1 0,1 0-13 0,0 1 2 0,0-1-7 16,-5-2-1-16,4-1-1 0,-1 1 21 15,1-1-23-15,3-2 10 0,8-3-2 16,0 0 1-16,-2 0 9 0,5-2-10 0,4-3 3 16,1 2 14-16,1-1-21 0,3-2 3 15,0 0 18-15,0 0-16 0,19 17 5 0,-2-7 3 16,-1 2 22-16,7 2-16 0,-2 1-3 0,-1-1 10 15,3 3-17-15,-2 3 18 0,5-2 0 16,-3 2-15-16,18 14 1 0,-7-2 11 0,-2-2-4 16,0 1-19-16,2-1-39 0,-5-3-21 15,0 0-41-15,-4-1-19 0,-1-4-45 0,-2 3 14 16,-4-6-215-16,-2-1 29 0,-2-2-98 16,-5 0 8-16,4-6 27 0,-12-2 77 0,2 1-13 15</inkml:trace>
  <inkml:trace contextRef="#ctx0" brushRef="#br0" timeOffset="160443.06">8940 18137 486 0,'-30'-1'366'0,"18"1"-68"0,-3 0-35 15,-19 0 177-15,14 13-272 16,16-6-6-16,6 1-21 0,13 3-26 0,12 4-14 15,5-3 7-15,9 5-27 0,10-3 0 16,5 2 7-16,-9 2-20 0,0-5-37 0,0 4-21 16,-3 2-18-16,0-6-38 0,-3-2-32 15,6 1-54-15,3 2 11 0,-2-4-90 0,0 0-154 16,-4-1 27-16,0-5-74 0,-6 5 39 0,-1-9 27 16,-20 0-7-16</inkml:trace>
  <inkml:trace contextRef="#ctx0" brushRef="#br0" timeOffset="161024.23">10317 17478 480 0,'0'-9'363'0,"-2"2"-24"0,0 2-21 16,1 0-23-16,-1 0-46 0,2 2-6 0,-2 0-39 15,2 0-3-15,0 2-49 0,-1-2-12 16,-3 3-9-16,2 1-4 0,0 1-12 0,2 3 20 16,-4 9-24-16,-1 4 13 0,3 2-14 0,0 1-8 15,-1 3-4-15,0 1-9 0,3 1-2 16,0-14-18-16,0 9-18 0,0 1 10 15,15 24 0-15,-11-22-9 0,2-4 5 0,1-1-15 16,-2-3 1-16,3-3-5 0,-2-2-1 16,0-1 5-16,0-7-13 0,0-1-11 0,2 1-4 15,-8-3 16-15,6 0-1 0,6 0-6 0,13-18-3 16,-8 7-17-16,-3-2 12 0,4-5-2 16,-4 1 4-16,1 0 4 0,-2-3-1 0,1-1-13 15,2 2 5-15,0 0-15 0,-3 1 15 16,-2 3 7-16,0 1-4 0,-1 4 9 0,-4 3-3 15,-1 0-12-15,0 1 1 0,-1 5-9 0,-1-2-4 16,-3 3 3-16,0 0 10 0,0 0 0 16,7 17 15-16,-3 0 0 0,0 3-1 0,-1 1-2 15,1 3 0-15,-2-2 1 0,-1 0-1 0,1 3-5 16,1 10-5-16,-1 1-1 0,-2-6 3 16,1-1 4-16,-1-13-34 0,0 6-18 0,0 3 3 15,0 1-107-15,0-1-43 0,-12 25-30 0,1-33-52 16,6 2-14-16,2-10 25 0,1-1 22 15,-1-6-320-15,3-6 43 0,3-4 34 0,-1-6 29 16,2-5 57-16,5-3 35 0,1-2 13 0,-1 2 6 16</inkml:trace>
  <inkml:trace contextRef="#ctx0" brushRef="#br0" timeOffset="161426.79">10913 17644 331 0,'6'-7'457'16,"1"3"-88"-16,-1 2-37 0,-2 2-38 0,-2 2-60 15,1 1-24-15,-2 2 7 0,7 11-27 16,-2 1-6-16,-1 1-21 0,2 1-13 0,-5 2-17 16,3-1-15-16,2 11-19 0,-1-4 1 0,0 0-15 15,-2-3-7-15,-1-3 1 0,-2-4-9 0,0-2-13 16,-1-4-7-16,3 0-4 0,-3-4-5 16,0-7-4-16,-5 5 31 0,6-6 3 0,-1-5-24 15,3-2 0-15,-1 0 2 0,2-4-2 0,3-6-9 16,4-4-19-16,-1 2 11 0,4-3-1 15,-1 0 2-15,4-1-14 0,-1 2 7 0,1 2-8 16,0 2 8-16,-1 1-2 0,2 2 1 16,-1 1 5-16,-1 3 2 0,0 2-14 0,-2-1 17 15,-3 10 6-15,1-2 26 0,-12 2-2 0,7 0-3 16,15 14 2-16,-9-6 7 0,-3 4-11 16,-1 3-2-16,-2 2 4 0,0 1-5 0,0 1-9 15,2 9-1-15,0 0-7 0,-5 0-3 16,2 1-4-16,-1 0-21 0,-5-17-35 0,0 10-46 15,0 2 8-15,-15 23-131 0,4-27-43 16,1-2-55-16,0-4 25 0,1-5-209 0,0-3 39 16,2-5-75-16,7-1 13 0,0-8 52 0,3-2 45 15,3-6 26-15,5-7 22 0,4-1 12 0,0 1 7 16</inkml:trace>
  <inkml:trace contextRef="#ctx0" brushRef="#br0" timeOffset="161932.54">11522 17266 254 0,'-5'-8'287'0,"0"3"-35"0,-2-1-2 15,5 3-10-15,-1-1-13 0,1 1-30 16,1 1 1-16,-2-1-20 0,3 0-2 0,-2 3-16 15,2-2-6-15,-3-1-16 0,4 0-8 0,1 1-13 16,-2 2-5-16,0 0-9 0,16-17-2 16,-8 10-11-16,1-7-18 0,4 5 32 0,0 1-24 15,1-2-13-15,2 5-12 0,-2 0-5 16,3 1 15-16,2 2-28 0,-4 2-3 0,-15 0 20 16,27 11-31-16,-8 1-6 0,-8 1-1 15,2 4-23-15,-5 2-8 0,-8 2-21 0,0-10-6 16,0 8 2-16,-19 22-11 0,10-20 4 0,-5 1 0 15,4 2 13-15,-3-3-1 0,0 1-11 16,3-1 11-16,5 0 3 0,2-1 13 0,-3 0-11 16,6-12 12-16,0 6-5 0,0 4 8 0,18 17 8 15,-5-17-4-15,-2-3-2 0,1 2 0 16,2 1 10-16,0 0 8 0,2-3 6 0,0-3 2 16,0 0 1-16,-7-3 23 0,0 2-19 0,-5-5-3 15,4 0 29-15,-7 0 1 0,-1-6-10 16,0 0 17-16,-22 10-18 0,3-5 11 0,-3 0-16 15,-6-1 9-15,-5-1-14 0,-1-1-2 16,-1 3-32-16,-1-2-22 0,-2-2-30 0,2 2-28 16,-2-1-40-16,5 2-51 0,-1-2 17 0,5 0-279 15,16-2 31-15,-3 0-13 0,-1 0 28 16,4 0 25-16,6 0 20 0,1-9-8 0</inkml:trace>
  <inkml:trace contextRef="#ctx0" brushRef="#br0" timeOffset="162175.87">11998 17841 550 0,'4'-2'701'0,"1"0"-137"0,1-3-78 16,16 0-73-16,-3-6-43 0,0 5-47 0,10-2-41 15,-1 3-33-15,-2-3-28 0,6 2-22 16,-2 4-27-16,6-3-47 0,1 3-49 0,4-1-71 15,5 2-1-15,-25 1-95 0,13 0-57 0,4 0-27 16,5 0-60-16,43 13 22 0,-44-8-92 16,-4 1-122-16,1 0-39 0,-1 2 34 0,-8-1 2 15,2-6 19-15,-2 5 26 0,-4-4 12 16,-6-2-15-16</inkml:trace>
  <inkml:trace contextRef="#ctx0" brushRef="#br0" timeOffset="162424.13">12534 17619 580 0,'-28'-17'537'0,"6"5"-79"16,-1-2-73-16,5 3-59 0,1 1-45 0,2 1-23 15,3 4-35-15,2 1-29 0,10 4-11 16,0 0-21-16,-7 11-23 0,7-4-9 0,7 11-23 16,-2 7-3-16,0 3-9 0,0-2-23 15,3 2 9-15,-1 21-11 0,1-3-19 0,-2 1 10 16,-3-5-9-16,0 0-56 0,0 2 1 0,1-5-60 15,-1 1-57-15,-3-22-36 0,0 8-63 16,0 4 21-16,0-3-182 0,-13 22 30 0,13-31 29 16,0-13-115-16,0 4 29 0,0-4-1 0,16 3 33 15,-6-9 13-15,8-3 34 0</inkml:trace>
  <inkml:trace contextRef="#ctx0" brushRef="#br0" timeOffset="162877.29">13180 17611 593 0,'4'-13'516'15,"1"5"-92"-15,-2 0-76 0,-3 1-33 0,4 2-58 16,-4 4-14-16,0 1 2 0,0 1-6 16,-1 4-7-16,-2 2-18 0,0 10-28 0,-2 3-20 15,1 4-13-15,2 0-19 0,-2 3-4 0,3-2-18 16,1 13-12-16,-2-2 3 0,2-21-23 15,0 8-6-15,11 28-10 0,-5-29-6 0,-5-1 1 16,-1-5-5-16,0 0-13 0,2-6 0 16,-1-3 1-16,-1-1 3 0,0 1-1 0,4-6 8 15,0-2-7-15,6-6-13 0,2-7 6 0,4 2-8 16,-2-3-1-16,6-3-3 0,-2 1-1 0,3-3-2 16,1 1-2-16,2-1 0 0,1-1-12 15,1 5 6-15,-3-1-5 0,-1 1-1 0,-3 2 2 16,1 5-4-16,-2-3-2 0,-2 5 2 0,-6 0 2 15,0 4-1-15,-4 2 10 0,-6 1 10 16,0 0 1-16,9 0 8 0,4 11-11 0,0 0 3 16,-7 6 0-16,2 0 3 0,0 9 0 0,-2 0-1 15,-3 0-14-15,-1 1 9 0,1-4-8 16,-3 4-6-16,4-1 1 0,-3 2-16 0,-1-15-20 16,0 5-58-16,0 1-47 0,0 1 11 15,0 1-166-15,-10 17-73 0,1-25 31 0,7-2-261 16,2-11 49-16,0 0 21 0,9 7 13 0,3-14 56 15,2-2 29-15,10-10 44 0,2-3 52 0,8-4 13 16,2-1 9-16</inkml:trace>
  <inkml:trace contextRef="#ctx0" brushRef="#br0" timeOffset="163530.31">13942 17392 222 0,'-5'-3'322'0,"1"-1"-49"0,2 0-18 0,1 0-30 16,-2 1-14-16,2-1-18 0,-2 0 2 15,3 1-23-15,-2 0-16 0,0-1-17 0,1 0 10 16,1 0-17-16,-1 1-12 0,1 1-2 0,0-3 8 15,-2 3-19-15,2-1-11 0,0 0-3 16,0-1 0-16,0 0-5 0,0 1 9 0,0 3-18 16,0 0-8-16,0 0 7 0,0-9-10 15,0 3-12-15,0 6-7 0,16-20 5 0,-10 9 2 16,2 0-6-16,-3 3-21 0,0 2-5 16,-1-1 19-16,7 0-10 0,-3 0-2 0,-4 0-3 15,2 2 8-15,0 2-5 0,0-2 5 16,-1 3-8-16,9-5-2 0,0 2-2 0,0-1-13 15,1 2 11-15,2 0-5 0,-3 4 10 0,-5 0-11 16,4 0-28-16,2 0 33 0,18 14-22 16,-16-9 0-16,-3 6 12 0,-3 1 1 0,0 3-17 0,-1 0 17 15,-3 0-5-15,-5 6-5 0,-2-14-10 16,0 6 12-16,-13 17 4 0,3-14-5 0,-3 0 3 16,3 0-6-16,-4-4 8 0,1 2-16 15,4-2-3-15,-2 0 15 0,3-3-9 0,2 1 4 16,0 2-9-16,5-2 17 0,1 0-12 0,0-2-1 15,0 5 16-15,16 16-7 0,-8-9 4 16,3 1-21-16,2 1 15 0,-1-2-9 0,-1 2 17 16,1 2-5-16,0-5-4 0,-2 1 0 15,-1 1-10-15,2-2 1 0,-8-2 0 0,1-4 5 16,-3-1 5-16,-1-12 2 0,-11 21-16 16,-2-11 22-16,-12 7 0 0,5-10-16 0,-3 0 3 15,-6-5-2-15,-2 2 4 0,0-2-1 0,-1-2-1 16,2 0-46-16,12 0-48 0,-4 0-49 15,-2 0-74-15,2 0 20 0,4 0-293 0,3 0 36 16,-3-15-28-16,13 9 58 0,8 1 35 16,0-1 25-16,9-6 22 0,2 1 7 0,4 0 10 15</inkml:trace>
  <inkml:trace contextRef="#ctx0" brushRef="#br0" timeOffset="164433.19">15690 17420 242 0,'0'0'375'16,"-7"18"-80"-16,-13-4-41 0,-5 3-25 0,-4 1-24 15,-5 3-14-15,-7-2-26 0,0 2-24 16,2 0-15-16,1 0-9 0,2-2 7 0,4-2-14 16,0 0-21-16,4-2 6 0,4-1-15 15,-1-2 1-15,5-2 2 0,2-1-31 0,4-4 2 16,3 7 12-16,3 1 23 0,4-6-8 0,4 1-6 16,0-8-10-16,0 11 32 0,16 16-12 0,2-5 6 15,4 0-4-15,3 1-16 0,-1 3 3 16,8 0-10-16,0 5-9 0,3-2-4 0,-2 1 3 15,8 2-16-15,0-2 0 0,-4 3-2 16,-2-4-91-16,1 4-40 0,-9-3-59 0,-1-1-44 16,0 0 17-16,-7-4-254 0,-7 5 32 15,-3-7 32-15,-2-1-43 0,-5-4 41 0,-2-10 23 16,0 4-2-16,-19 15 11 0,10-12-52 16</inkml:trace>
  <inkml:trace contextRef="#ctx0" brushRef="#br0" timeOffset="164628.56">15195 18378 459 0,'-23'-6'552'0,"8"0"-93"0,3 3-69 0,2 2-53 15,10 1-34-15,-3 4-38 0,12 3-7 0,10 1-22 16,7 1-39-16,8 5-17 0,10 4-17 0,7 0-28 16,3 0-50-16,5-2-9 0,-1 7-102 15,0-4-59-15,-6-2-56 0,-6 5-78 0,-3-7 21 16,-4 6 16-16,-4-2-302 0,-11-1 45 15,-3-2 30-15,-8-1 45 0,-1-5 11 0,-6 2 13 16,1-2 5-16</inkml:trace>
  <inkml:trace contextRef="#ctx0" brushRef="#br0" timeOffset="165775.57">16843 17587 374 0,'0'-12'342'0,"0"12"-42"0,0 0-53 15,0 0-28-15,0 0-12 0,0-14-30 0,-14 19-16 16,0-1 0-16,-2 3-14 0,0 3-22 16,4 2-21-16,2 3 2 0,0-1-19 0,2 2 9 15,5 1-25-15,2-1 22 0,1-7-11 16,14 20-15-16,-4-8-8 0,17 10-11 0,4-1 15 16,0 0-23-16,-2 4 2 0,9-5-2 0,1 5-13 15,4-1 9-15,-3-4-8 0,1-2 7 0,0-3 6 16,-2 1-19-16,-5-2-7 0,-4-1 12 15,-2-2 12-15,-4-3 10 0,-5-2-14 0,-4-5 13 16,-5-1-6-16,-2-2 37 0,-3 1 21 16,-5-8 20-16,0 6-1 0,-23 8 3 0,-1-11 0 15,-3 1-12-15,-8-1-7 0,-3-2-12 0,-8-1-9 16,-9 2-6-16,27-2-5 0,-18 0-6 16,-12 0-11-16,-8 0-34 0,-6 0-41 0,5 0-41 15,-61 13 6-15,70-8-88 0,6 1-19 0,8-2-34 16,8-4-30-16,11 0-29 0,10 1 24 0,15-1-238 15,-13-10 35-15,22-4-21 0,5-1-2 16,12-6 28-16,1-4 91 0,5-5-3 0,5 0 28 16,7-3 0-16</inkml:trace>
  <inkml:trace contextRef="#ctx0" brushRef="#br0" timeOffset="165939.5">16921 17774 462 0,'14'-22'472'0,"5"4"-87"15,-7-1 51-15,1 2-40 0,-2 1-47 16,0 3-35-16,3 1-50 0,-1 0-23 0,4 4-30 15,2 0-7-15,3 2-33 0,3 0-28 0,3 5-36 16,3 1-55-16,-13 0-5 0,6 0-113 16,4 0-58-16,40 9-57 0,-30 2 17 0,1-4-187 15,5 0 27-15,-5 0-154 0,-2-2 27 0,-1 0 28 16,-3 1 73-16,4-2 23 0,-5 0-46 0,-1 0 5 16</inkml:trace>
  <inkml:trace contextRef="#ctx0" brushRef="#br0" timeOffset="166411.56">17869 17680 540 0,'4'-6'384'0,"6"-3"-48"16,-3 1 3-16,-1-1-23 0,-2 1-42 0,-1 1 39 16,0 0-22-16,-1 4-28 0,-1-1-7 0,3 1-30 15,-2-1-24-15,-1 2-33 0,2-1-20 16,-2 1-5-16,1 1-24 0,-2 1-22 0,0 0 4 16,5 10-10-16,-3 9-4 0,1 5 0 0,-2 3-15 15,1 15 2-15,-1 3-13 0,-1-1-4 16,0-20-1-16,0 10-2 0,0 7-13 0,0 2 5 15,0-2-16-15,0-2 4 0,0-5 1 16,0-1-11-16,0-3-10 0,0-6 10 0,0-7 2 16,0 0-18-16,0-4 15 0,0-2-9 0,0-3 6 15,0-8 19-15,0 7 0 0,-4-7 1 0,7-7-7 16,-1-4-4-16,1-3-5 0,2-5-4 16,4-2-3-16,0-4 2 0,3-5-3 0,1-1-1 15,6-2-3-15,-3 4-6 0,0 7 4 0,-4 2 3 16,4 1-11-16,0 2 11 0,0-2-9 15,1 3 12-15,0 1-4 0,-2 0-9 0,4 1 5 16,-3 4 0-16,-1 1-8 0,-2 3 6 16,3 0-7-16,1 2 6 0,-3 4 0 0,-14 0-6 15,13 0 5-15,15 16-5 0,-9-1 7 0,-5 0-3 16,1 7 0-16,-4 2 1 0,-4 1 3 0,6 1 4 16,-7 6-6-16,2-6-6 0,0 2 5 15,-3-3-4-15,-1 5 4 0,-3-6-13 0,-1-12-27 16,0 5-52-16,0 2 7 0,-12 22-146 15,5-26-47-15,-7-2-83 0,-1 1 33 0,5-7-250 16,0-3 41-16,10-4 39 0,0 0 28 0,-7 0 36 16,0-15 16-16,10 3 25 0,13-1 49 15,-1-3 13-15,9-4 6 0</inkml:trace>
  <inkml:trace contextRef="#ctx0" brushRef="#br0" timeOffset="167263.34">18535 17404 232 0,'-2'-1'297'15,"-2"-1"-33"-15,1 1-36 0,0 0-8 0,0-1-28 16,-1 1-9-16,3-1 6 0,-2 2-7 16,1 0-28-16,-1-2 26 0,3 1-6 0,-2 0-31 15,0-2-18-15,2 2-9 0,-1 0-11 0,0-2-10 16,1 0-3-16,-2 1 26 0,2-1-34 0,-1 0-16 15,0 1 18-15,1-1-4 0,-1 0-19 16,2 0-4-16,-1 1-3 0,0 2-5 16,0 0 9-16,0 0-16 0,0-7-9 0,0 7 2 15,0-6-6-15,0 6 9 0,0-8-16 16,10 0 3-16,-5 4 0 0,-3 0-14 0,0 2 3 16,4-2 10-16,-3 0-25 0,2 0 13 0,5-4-8 15,3 3 2-15,1-1 15 0,5 0-20 16,-3 2-13-16,3 2 8 0,-2-1 1 0,2 0 1 15,-13 3 3-15,9 0-3 0,0 0 5 0,2 0-3 16,11 14 1-16,-15-8 2 0,-4 3 2 16,1 2 9-16,-10 0-18 0,0-11 3 0,0 15-3 15,-15 12-3-15,2-11-1 0,-3-3-6 0,0 0 24 16,-3-2-18-16,0-1 5 0,2 1 6 16,2-3-9-16,5-4 4 0,1 1 1 0,1 1-8 15,3-2 16-15,0-2-8 0,4 1-9 16,1 2 1-16,0-5 10 0,15 14-10 0,-1-1-12 15,1-1 21-15,2 4-8 0,1-3 2 0,2 6-2 16,1-5 12-16,-2 5-6 0,-1-3 2 0,2 5 11 16,-2-4-13-16,-1 0 0 0,1 2-10 15,-3 1 1-15,-1-5 3 0,-7 2 12 0,-4-4 0 16,-3-6 8-16,-21 11-15 0,1-4-10 0,-6-4 15 16,-4-1-1-16,-2-1 1 0,-6-1-3 15,-4-2 1-15,-2 0-27 0,2 1-50 16,-28 6-26-16,5-1-89 0,12-4 16 0,10 3 16 15,6-3 15-15,11-1-330 0,10 1 33 16,5-6-9-16,7 5 57 0,4-6 15 0,15 7 29 16,6-3-21-16</inkml:trace>
  <inkml:trace contextRef="#ctx0" brushRef="#br0" timeOffset="169408.46">16906 17674 290 0,'0'0'301'0,"0"-13"-40"16,-12 13-23-16,12 0-25 0,0 0 2 15,0 0-30-15,0 0-2 0,0 0-12 0,-24-25-22 16,22 25-7-16,2-3-18 0,0 3 18 16,0-2-27-16,0 2-19 0,3-3-2 0,-2 0-19 15,2 1-12-15,2-2-5 0,0 2-12 0,8-1 20 16,3 0-23-16,5 1-4 0,2-5-4 0,0 3 12 15,5 0-10-15,0 0-13 0,4 0 3 16,-4 2-16-16,5 0 16 0,2 0-12 16,-3 0 10-16,-3 1-6 0,-1 1-13 0,0-1 11 15,-16 1-9-15,5 0-3 0,-3 0 3 16,-1 0 8-16,-1 0-3 0,-1 0-2 0,-4 0-24 16,-7 0 6-16,9 1 2 0,-13-1 0 0,-12 7-12 15,-5-4 3-15,-7 2 7 0,-3-2 0 0,2 4 10 16,-9-4-3-16,2 4-1 0,-4 0 15 0,3-2-1 15,-1-1 9-15,3-1 28 0,6 2 0 16,-4-2-17-16,7 2 19 0,6-4-1 16,4 1-10-16,5-1-4 0,2-1 11 0,9 0-2 15,0 0-3-15,1-5-4 0,14-1-9 0,3 2-4 16,4-1 0-16,5-2-5 0,5 3 8 0,-3-1-3 16,6 3-25-16,3-1 0 0,-1 1 15 0,3 1-6 15,-21 1-8-15,6 0 8 0,7 0-54 16,0 0-9-16,-3 0-17 0,-4 0-21 0,-3 0-18 15,-3 0-13-15,8 12-34 0,-23-9-43 16,-2 3 19-16,-4 0-242 0,2 0 34 0,-2 0-42 16,2-6 19-16,-15 23 10 0,9-12 32 0,-1 3 6 15</inkml:trace>
  <inkml:trace contextRef="#ctx0" brushRef="#br0" timeOffset="170441.5">16588 18581 428 0,'-19'-13'315'0,"-15"-3"-28"0,21 15-39 0,2-2-26 0,0 0-4 16,5 6-11-16,1-3-3 0,5 0-26 15,-4-3-20-15,4 2 0 0,-3 2-27 0,6-4-10 16,-3 5-12-16,13-2-3 0,6-4-4 0,8-2-28 16,2 3-1-16,13 1 0 0,4 1-16 15,5 1 14-15,-25 0-27 0,12 0 13 0,7 0-16 16,2 0-10-16,2 0-16 0,-2 0-2 15,43 10 12-15,-47-8 11 0,-6 0-12 0,-6 0 1 16,-8 2-9-16,-4-1-3 0,-1-1-6 16,-8 3 5-16,-1-3-14 0,-6-2 13 0,-10 3 13 15,-5-1-23-15,-9 2 6 0,-2 3-9 0,-8-3-9 16,-3 2 22-16,-6-1-6 0,-7-2-9 16,-11 4 22-16,-6-2-11 0,-8 4 12 0,0-5-17 15,7 1-6-15,2 2 16 0,6-3 1 16,9-2 9-16,9 1-2 0,12-1-12 0,15-2 13 15,-4 0-2-15,2 0-2 0,2 0-6 0,12 0 19 16,1 5-11-16,20-8 2 0,9 2-2 16,10 1-5-16,9-1 2 0,2 1-5 0,-18 0-9 15,14 0 19-15,7 0-3 0,2 0-1 16,2 0-10-16,1 0 5 0,55 9-8 16,-61-9 1-16,-4 1 5 0,-3 3-6 0,-9-2-2 15,-6-1 10-15,-6-1-16 0,-10 5 6 0,-9-5-12 16,8 0 14-16,-4 0-8 0,-1 0 2 15,-9 0 3-15,0 0-13 0,-1 0-14 0,-12 0-18 16,0 0-5-16,-3-5 1 0,4 5-25 16,0-1-39-16,2 2-23 0,1 2-44 0,8 4 15 15,-3-7-64-15,2-3-94 0,8 3-118 0,-3 3 30 16,8-6-12-16,-1-2 38 0,3-1 20 16,4-2 12-16,-3 1 51 0</inkml:trace>
  <inkml:trace contextRef="#ctx0" brushRef="#br0" timeOffset="171489.2">19527 10960 418 0,'8'41'243'0,"-12"-15"-6"0,4-14-38 16,-9 29-28-16,2-13-1 0,-4 3-2 15,3-2-17-15,-4 5-7 0,2 4-16 0,-3 3-4 16,-3 3-19-16,5 2 1 0,-1 1-8 0,2 3 14 16,1 2-6-16,-2 3-23 0,5 0 4 0,1 8-10 15,0 3 2-15,1 5 17 0,3 2-19 16,-1 4-14-16,-2 1 15 0,0 5-2 0,-1 2 14 16,0 4-25-16,-4 5-15 0,-3 5 13 15,5 3-16-15,-6 5-7 0,-1 4-2 0,0 0 14 16,0 5-15-16,1 5 14 0,-1 0 1 15,1 4-6-15,3 4-4 0,1 4 27 0,-1 4-15 16,-1 4 13-16,1 5-30 0,0 96-5 0,1-54 15 16,2-25-6-16,-1-19-13 0,-4 95 6 0,-2 2 6 15,4-47-2-15,3-27-12 0,0-20 10 16,-5 110 7-16,7-6-19 0,1 3 3 0,4-150 13 16,0 69-6-16,21 243-8 0,-7-181-3 15,0-9-12-15,6-2 21 0,1-4-24 0,-6-3 23 16,-2 0-5-16,-7-13 14 0,-2 7-19 0</inkml:trace>
  <inkml:trace contextRef="#ctx0" brushRef="#br0" timeOffset="172711.73">20691 11100 392 0,'-49'-24'320'0,"35"24"-41"0,-14 0-18 0,1 0-15 16,-38 9 6-16,24-1-25 0,-4 6-6 16,2 1 14-16,-2 5-20 0,3-1-25 0,0 2 13 15,6 3-6-15,1-1-18 0,5 3-8 16,4 0-9-16,5 1-13 0,4 2-11 0,5 1-6 16,3-3-6-16,7 6-19 0,2-17-12 0,14 27 1 15,1-17-2-15,5-3-13 0,7 0-3 0,3-1-6 16,5-2-20-16,1-2 3 0,1-3-6 15,0 0-16-15,2-1-6 0,-7-4-15 0,1-1-26 16,-2-2 4-16,-1-2-13 0,-3 0-22 0,-1-3 4 16,-17-2-75-16,6 0-42 0,-2 0-55 15,10-18-36-15,-14 8 23 0,-3-3-238 0,-3 1-30 16,-3 0 43-16,6-5 32 0,-1-1 36 16,3 0 22-16,1-2 26 0,2-2 20 0,2 5 40 15</inkml:trace>
  <inkml:trace contextRef="#ctx0" brushRef="#br0" timeOffset="172957.62">21066 11277 774 0,'-5'-8'413'0,"-1"3"39"0,3 1-28 0,1-1-54 16,-1 0-14-16,1-1-44 0,-1 2-33 15,3 3-26-15,3-3-29 0,7-5-28 16,10 4-20-16,7-2-27 0,4 3-51 0,7 3-56 16,-18 1-3-16,15 0-138 0,52 9-68 0,-33-2-73 15,-1-3 20-15,1 3-289 0,-3 0 66 0,-9 0 33 16,1 0 31-16,-11 2-38 0,-6 1 25 16,-3 0 21-16,-5 5 8 0,-9-2 78 0</inkml:trace>
  <inkml:trace contextRef="#ctx0" brushRef="#br0" timeOffset="173125.04">21419 11521 430 0,'-22'5'487'0,"7"-1"-92"0,1-2 29 0,14-2-9 15,-9 0-43-15,0 0-30 0,9 0-26 0,-14-10-47 16,15 6-27-16,2 3-26 0,19-9-29 16,6 4-28-16,2 2-61 0,8-1-84 0,4 2-2 15,1-1-157-15,3-1-89 0,4 1 20 0,1 0-252 16,-1 0-10-16,-7 0 65 0,2-3 5 0,1 1 29 15,-6-2 28-15,2 1 22 0,-2 0 12 16,-3-4 25-16</inkml:trace>
  <inkml:trace contextRef="#ctx0" brushRef="#br0" timeOffset="173429.11">22242 11255 577 0,'-6'-5'379'0,"1"-1"-79"0,1 5-45 16,1-2-18-16,-2 3-28 0,3 3-25 15,2-3-2-15,0 5-3 0,0 2-18 0,10 10 15 16,0 0-42-16,3 2 10 0,4-1-19 16,0 3-8-16,3 3-9 0,1 1-11 0,2 4 4 15,-1 1-5-15,4 0 15 0,-1 2 12 0,1-2-14 16,-3 0 10-16,-1-1-4 0,-1 0 1 0,-3-2-4 16,-4 0 6-16,0-4-7 0,-3 0-12 0,-4 1 10 15,0-3-6-15,-7-11 7 0,-11 14-6 16,-4-12-10-16,-9 0-12 0,-4-7-6 15,-4-1-14-15,-4-3-29 0,16-1-47 0,-10 0-65 16,-6 0 7-16,-47-10-189 0,37-2 23 0,-4 2-338 16,1-6 52-16,8-1 42 0,5-7 12 0,9-3 50 15,9 0 30-15,8-8 28 0,6 2 7 16,4 18 36-16,0-9 16 0,18-28-43 0</inkml:trace>
  <inkml:trace contextRef="#ctx0" brushRef="#br0" timeOffset="173573.08">22295 11277 446 0,'25'-17'480'0,"3"-3"-91"0,4 3-54 0,0 0-16 16,7 3-35-16,4 2-25 0,4 0-33 16,6 5-23-16,2 0-21 0,5 3-93 0,0 1-68 15,-2-1-54-15,0 3-74 0,-27 1 12 0,12 0-294 16,7 0 29-16,3 0-50 0,-2 0 21 16,-2 0 26-16,40 11 73 0,-50-3-18 0</inkml:trace>
  <inkml:trace contextRef="#ctx0" brushRef="#br0" timeOffset="174143.11">20241 12224 412 0,'-36'0'287'0,"-17"0"-24"0,-65 14-16 15,54-9-8-15,4-1-12 0,-3-1-32 0,7-1-9 16,2 3 1-16,4-2-10 0,6 1-23 15,8-2-14-15,1 1-8 0,4-2 7 0,5 2-18 16,13-3 13-16,8 0-11 0,5 0-13 0,26 7 19 16,8-4-16-16,10-1-17 0,22 1-2 15,17 0 15-15,11 2-19 0,17-2-16 0,16 3-5 16,6 2 1-16,11 1-16 0,5-1-16 0,111 10-3 16,-57-4 1-16,-39-2-4 0,-23-1 13 15,-3 0-22-15,3-2-15 0,-3 0 11 0,-3 1-2 16,-7-3-16-16,-1 0 15 0,-7-2-4 15,-9 1-7-15,-8-2 11 0,-8-2 17 0,-9 0 2 16,-9-2 14-16,-9 1 6 0,-6-1 19 16,-10 2 14-16,-3-2 10 0,-30 0-6 0,9 0-5 15,3 0-1-15,-1 0-10 0,-4 0-5 0,23-12-19 16,-35 10 3-16,-6-1-15 0,-1 1-5 0,-1 2 2 16,0-2-26-16,-6 2-26 0,5 0-32 0,-5 0-35 15,0 0 7-15,1 2-104 0,-2 1-35 16,1-1-76-16,-5-2 26 0,2 2-278 0,-2-2 40 15,-2 0 22-15,2-2 34 0,-11-1-7 16,9 3 28-16,-16-10 102 0,8 6 21 0,-2-1 18 16,2 0 9-16</inkml:trace>
  <inkml:trace contextRef="#ctx0" brushRef="#br0" timeOffset="179709.66">19874 12721 628 0,'-16'0'195'0,"16"-14"-20"0,0 14-9 16,-24-25-21-16,23 23-6 0,-4-4 0 15,5 3-2-15,-3 0-12 0,2-1 8 0,-3 1-17 16,1-2 4-16,2 3 4 0,-1-3-2 0,0 3-12 16,0-2-16-16,2 0 4 0,-3 2 4 15,1-2 26-15,0 3-28 0,0-2 4 0,2 1-21 16,-3 0-2-16,1-1-6 0,2 3-2 0,-2-2-4 16,0 0 4-16,2-1-3 0,-1 2-19 0,1 0-5 15,-2 0-3-15,0 1-23 0,2 0 7 16,0 0-3-16,0 10-2 0,-1-2-3 15,-1 16-1-15,1 2-3 0,0 1 55 0,1-3-7 16,0 4 4-16,0-15-1 0,0 12-1 0,0-1-5 16,0 2 7-16,9 30-13 0,-6-31-7 15,1-2 1-15,-1-5 3 0,1 1-10 0,-1-3-4 16,-1-3-17-16,-1-5 9 0,2-1 18 16,-3-1 24-16,0-1 14 0,1-1 14 0,-1-3 5 15,1 1-1-15,0-4-17 0,2 0-6 0,1-3-8 16,3-10-5-16,-1-2-7 0,0-4-12 15,3 1-9-15,1-6 6 0,2 0-17 0,2 1 3 16,1-2-1-16,2 1-3 0,-1 1-3 16,1 1-6-16,0 5 6 0,-2-3-7 0,-2 4 9 15,3 3-12-15,-4 2 7 0,-4 0-7 0,2 2-10 16,-5 4 6-16,1 2-12 0,-1 2 5 16,2 1 1-16,-7 2 4 0,7 0-10 0,13 19 7 15,-10-6 1-15,-3-1-4 0,1 6 11 16,5 3 5-16,-4-1-8 0,-1 5-3 0,3 0 1 0,-3 0 5 15,1 0-11-15,0-1 12 0,-2 1-8 16,-1 1 3-16,2 0-4 0,-1 2-30 16,-2 3-27-16,0-2-45 0,-5-15-52 0,0 6 14 0,0 2-142 15,-15 25-45-15,8-27 28 0,-1 0-280 16,1-4 43-16,2-6 58 0,0-5 35 0,3-5-10 16,2 0 31-16,2-2 49 0,3-3 29 15,7-7 20-15,3-8-28 0,1 3-6 0</inkml:trace>
  <inkml:trace contextRef="#ctx0" brushRef="#br0" timeOffset="180026.25">20501 12976 565 0,'4'-3'433'0,"-1"1"-74"0,-3 2 36 16,-2 6-24-16,1 0-28 0,-7 8-12 0,-2 6-42 16,-1 0-27-16,2 2-16 0,-1 3-27 0,3 2-23 15,3 0-27-15,2 2-9 0,2-15-18 16,0 7-10-16,13 28-23 0,-3-28-8 0,3 0-2 15,2-2-11-15,4-2-11 0,3-3-7 0,1-3-6 16,2-3-6-16,0 0-3 0,7-3-15 16,-4-3 9-16,-16-2-1 0,27-10-7 15,-19-2-16-15,-4-5 7 0,-5-4 0 0,-4-4-11 16,-6-3 3-16,-1 14-4 0,-18-28-8 0,4 15 5 16,-9-2-13-16,-3 5-9 0,-4 2-23 15,-4 3-44-15,1 4 8 0,-1 2-94 0,-2 6-44 16,3 1-49-16,-2 3-40 0,1 3 27 15,21 0-270-15,-6 0 26 0,5 0 33 0,-8 15 31 0,18-8 51 16,11-2 54-16,10 3 23 0,4 1 22 16,7-2-7-16,1 0 6 0</inkml:trace>
  <inkml:trace contextRef="#ctx0" brushRef="#br0" timeOffset="187957.87">21185 12868 403 0,'0'0'327'0,"0"0"-15"0,0 0-42 16,0 0 13-16,-13-13-41 0,13 13-13 16,0 0-26-16,0 0-8 0,0 0-16 0,0 0-5 15,0 0-29-15,-23-22-21 0,23 22-12 16,3 0-10-16,1-3-9 0,5 3-3 0,9 0-24 15,6-2 28-15,2 1-13 0,-11 1-46 16,10 0-1-16,5 0 0 0,3 0-31 0,42 12-67 16,-32-6-51-16,5-1-63 0,-3 2 16 0,0 0-302 15,-2-4 55-15,-1 1 10 0,-4-1 25 0,-3 2-5 16,-5-2 21-16,0 2 10 0,-4 4 2 16</inkml:trace>
  <inkml:trace contextRef="#ctx0" brushRef="#br0" timeOffset="188121.57">21565 13084 720 0,'-36'3'439'0,"18"-3"28"16,-9 0-10-16,2 0-45 0,-1 0-49 0,3 0-36 15,7 0-38-15,8 0-36 0,4 2-21 0,16 0-43 16,20 0-23-16,-15-2-49 0,14 0-63 16,52 11-5-16,-30-4-137 0,2 0-85 0,-2 1-77 15,2 1 23-15,-4 1-273 0,1-5 60 0,0 2 11 16,-5 0 30-16,2-2 26 0,-4 2 37 15,-1-2 17-15,-1 2-5 0,-3-5 33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6T05:51:08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22361 12969 567 0,'-19'-13'324'0,"-7"-18"-24"0,11 16-7 0,7-2 3 16,1-4-3-16,1-1-38 0,0 0-29 0,1-1-12 15,1 2 20-15,4-1-20 0,0 12-11 0,12-19-26 16,1 13-11-16,2 1-22 0,5 3-20 15,5 3-14-15,3 6-10 0,0-1-12 16,-14 4-20-16,24 18 11 0,-15-3-14 0,-2 9-13 16,-6 1 6-16,-3 8-6 0,0 2-2 15,-8 4-12-15,-4-18 0 0,0 10-10 0,-18 44 12 16,4-33-9-16,1-2-17 0,-6-5 4 0,3-2 11 16,-1-1-9-16,4-5-5 0,-1-4 6 15,4-1-7-15,0-2 5 0,2-3-13 0,3-1 19 16,5-16-7-16,0 6 6 0,32 3-10 15,-4-7 9-15,7-2-4 0,-18 0 3 16,10 0-4-16,41-16-11 0,-22 8-4 0,4 1 6 16,1 0 10-16,-1-1 1 0,2 1-8 0,-2-2 5 15,-1 1 1-15,-4 1-5 0,-4 2 9 16,-6-2 12-16,-4 1 15 0,1 2 8 0,-5 0 1 16,-4 0-13-16,-4 1 11 0,-2-1-14 0,-3 3-16 15,-5-2-32-15,-4 0-41 0,0 2-53 16,-5 1 10-16,0 0-139 0,2 2-53 15,-3 2 24-15,-3-3-280 0,-1 0 2 0,0 2 66 0,-1-2 37 16,-11 6 11-16,2 1 28 0,-2 1 26 16,-5 0 24-16,7 3 20 0,-5 3 47 0,-3-1-27 15</inkml:trace>
  <inkml:trace contextRef="#ctx0" brushRef="#br0" timeOffset="553.69">18860 14270 267 0,'-23'2'303'16,"6"-2"-50"-16,10-2-36 0,4 0-33 0,6-1 11 15,14-4-22-15,9 0-9 0,7 1-15 16,20-1-31-16,17-1-12 0,12-1-10 0,20-3-6 16,12 3-10-16,12-4-3 0,9 4 2 15,9-1-10-15,9 2 3 0,5 0 0 0,100-3-13 16,-57 4 18-16,-31 2-20 0,-18 1-12 16,6 4-9-16,-3-3 4 0,-78 3 14 0,34 0-25 15,18 0 8-15,3 0-8 0,-2 0-9 16,-7 0 10-16,-11 0 6 0,-12 0 7 0,-9 0 41 15,-13 0-9-15,-9 0-7 0,-10 0 13 16,40-7-9-16,-62 2 23 0,-7 0-20 0,-3-1-8 16,-6 3-20-16,-4-2-3 0,-8 3-5 15,-3-2-17-15,1 2-46 0,-4-1-15 0,-3 2-48 16,0 1-38-16,0 0-42 0,-4 0 16 0,1 0-202 16,0 0-111-16,-1 1 33 0,-1-1 19 0,-1 1 26 15,1-1 25-15,0 0 16 0,-2 0 5 16</inkml:trace>
  <inkml:trace contextRef="#ctx0" brushRef="#br0" timeOffset="3967.3">19404 14826 455 0,'0'0'247'16,"0"-11"-15"-16,0 11-34 0,0 0-17 0,0 0-5 15,0-15-11-15,9 1-9 0,-7 11-18 16,-2-2-6-16,-2 3-3 0,5-3-3 0,-3 2 7 16,0 1-26-16,0-1 10 0,3 1-11 0,-6-1-6 15,3 3-35-15,0 0 13 0,0 0-27 0,0 0-3 16,0 0 1-16,3-7 2 0,-6 14-19 16,2-2 8-16,-4 15 4 0,-2-1-1 15,-2 5 23-15,4 2-24 0,-3-3 31 0,-1 2 1 16,2 0-19-16,1-3-11 0,-1-1 12 15,1 1 0-15,3-3-8 0,-3-1-4 0,3-3 19 16,2 0-15-16,1-6-1 0,0 0 13 0,0-9 6 16,0 5-15-16,0 2-4 0,13 3 2 15,2-5-1-15,0-2-5 0,2-1-13 0,-7-2 12 16,3 0-10-16,23-12 5 0,-12 1-6 16,-4 0-2-16,-1-3-4 0,1 1-8 0,-2-2-3 15,-4 0-6-15,4 0 2 0,-6 1 2 16,-2 3 1-16,0 2-5 0,-1 3-1 0,-5 0 1 0,1 1-3 15,-1 2 0-15,-4 1-14 0,0 2 10 16,0 0-7-16,0 0-1 0,3 10 6 16,-3-4-2-16,-3 12-2 0,3-9 6 0,0 6-3 15,0 2 7-15,-9 25 1 0,5-20-7 16,1 5 9-16,0 0-2 0,0 1-1 0,3 2-28 16,-3 0 2-16,-1 1-68 0,-1-3-31 0,3 4-39 15,-2 0-39-15,2-1-36 0,0 1 21 0,-4-4-234 16,-1-3 32-16,1-6-60 0,1-1 48 15,3-7 35-15,0-3 27 0,1-4-15 0,1-1 6 16</inkml:trace>
  <inkml:trace contextRef="#ctx0" brushRef="#br0" timeOffset="4530.56">20072 14848 212 0,'-4'-4'301'0,"-1"3"-47"15,0 1-21-15,0 0-17 0,-11 9 0 0,-3 0-9 16,3 5-7-16,-2 4-11 0,0 1-15 16,1 2-5-16,-1 2-2 0,3 3-3 0,0 0-10 15,0-1-9-15,3 1 3 0,3 3-15 16,0-2-5-16,4-1 8 0,2 6-27 0,3-17-7 15,0 8-23-15,0 2 5 0,17 25-11 0,-4-28-15 16,-1-1-8-16,5-1-64 0,2-3-50 16,3-3-39-16,-2-1-29 0,3-8-54 0,4 3 16 15,-4-7-124-15,-13-1-130 0,6 0-3 0,16-12 29 16,-14 3 24-16,-1-5 25 0,-2-4 19 16,0-2 7-16</inkml:trace>
  <inkml:trace contextRef="#ctx0" brushRef="#br0" timeOffset="4904.88">20253 15126 232 0,'7'-20'366'15,"-2"2"-45"-15,-1 1 5 0,-2 4-48 0,5 5-18 16,-5 1-49-16,-2 2-26 0,0 4 14 16,-2 2-3-16,-1 3-15 0,1 1-31 0,-6 11 8 15,-1 1-14-15,0 3-17 0,1 0-14 0,3 1-17 16,-1 4-6-16,3-3-9 0,2 2-8 16,-3-6-4-16,4 2-7 0,-1 2-17 0,1-12-7 15,0-1-3-15,0 4-5 0,0-4 4 16,0 1-3-16,0-3-3 0,0-7 0 0,11 11-6 15,-8-11 0-15,1-1 15 0,0-2-4 0,12-8-17 16,-4-3-2-16,-1-2-2 0,6-1-1 16,-1 0 6-16,0 3 11 0,-2-1 30 0,-3 1 2 15,0 2 9-15,1 2-3 0,-7 3-3 16,-1 0 1-16,0 4-5 0,1-2-15 0,-2 3-2 16,2-1-13-16,-4 3 18 0,-1 0 0 0,0 0 1 15,0 0 3-15,13 12-8 0,-5 3-1 0,-2 3-10 16,-2-3-7-16,-2 3 4 0,5 1-8 0,-2 1 3 15,-4 1 3-15,4-2-39 0,-1 4-40 16,1-2 7-16,-4 2-87 0,1-2-49 0,-2-10-42 16,0 3-47-16,0 1 29 0,-17 17-266 15,11-20 37-15,1-4-25 0,-3-5 32 16,2-2 47-16,3-1 26 0,-2-3 39 0,2-3 31 16,1 0 5-16</inkml:trace>
  <inkml:trace contextRef="#ctx0" brushRef="#br0" timeOffset="5348.87">20545 14838 368 0,'-5'-9'404'0,"3"1"-61"0,1-1-45 15,1 3-41-15,1 0-12 0,1-1-31 16,-2 0-24-16,15-14-16 0,-7 7-6 16,6 2-24-16,0 3-6 0,0-1-26 0,5 1-12 15,-2 1-16-15,2 1-5 0,-1 5-8 0,-2-1-27 16,-9 3-27-16,2 0-6 0,-2 0 5 0,5 13-24 16,-10-4 10-16,-2 0 2 0,0-1-12 15,-11 23-7-15,2-13-9 0,-1 3 17 0,2-4-1 16,3 2-10-16,0-3 1 0,1 2 5 15,1 2-5-15,3-11 0 0,0 4 20 16,0 2-4-16,15 19-4 0,-5-16 25 0,1 0-7 16,-2-6 18-16,5 4 1 0,-1 0-9 0,0-3 8 15,0-1 3-15,-3 2-25 0,-1-3 8 16,-3-2-3-16,-3-2 7 0,-3-7-7 0,0 6 14 16,-18 13-1-16,2-13-34 0,-7 2-16 0,2-3-25 15,-2-2-55-15,1 1-78 0,12-4 18 16,-6 0 14-16,0 0 15 0,-1 0 10 0,-12-11-342 15,24 5 31-15,2 2 24 0,0-1 25 16,6 2 65-16,1 0 9 0</inkml:trace>
  <inkml:trace contextRef="#ctx0" brushRef="#br0" timeOffset="7617.3">19755 15349 277 0,'-62'11'344'0,"-55"8"-51"0,64-12-30 0,6-3 10 0,7 1-21 16,7-2-39-16,2-3-9 0,24 0-41 15,7 0-13-15,5-12-23 0,19 4-16 16,15-5-52-16,11-2-30 0,10-1-11 0,11-2-12 16,11-2 2-16,8 0-7 0,2-1 0 0,2 4 9 15,-3 0-31-15,-5 0-1 0,-5 4-8 16,-12 3 12-16,-10-1-6 0,-7 3-16 0,-13 4 9 16,-8 1 4-16,-21 3 20 0,-10 0 12 0,-3 3 1 15,-20 6 12-15,-8-1 13 0,-12 0 11 16,-7 0 14-16,-10 2 11 0,-5-2 20 15,-1 3-5-15,-5-5 1 0,2 2-12 0,2 0 18 16,13 0-9-16,0-2 19 0,9 0-14 0,8-6-7 16,7 0-9-16,30 0 4 0,0 0-24 15,-2-8-18-15,28-2-47 0,7-1-3 0,12 3-20 16,6-4 2-16,12 1 1 0,-3 0-10 0,6 2-11 16,-4 0-15-16,-6 3-14 0,-3 0-8 0,-10 0 18 15,-5 1-14-15,-6 1 21 0,-20 4 9 16,-13 1 6-16,-23 2 10 0,6-3 3 0,-15 0 24 15,-65 8 10-15,21-7 25 0,-9 1 17 16,-11-1 13-16,-5-1 10 0,46 0 25 0,-25 0 26 16,-12 0 9-16,-5 0-13 0,-83-11 31 0,107 7 12 15,11-2 2-15,20-3-20 0,18-1-20 16,25-3-40-16,20-1-12 0,21-1-11 16,19 0-16-16,18 1-7 0,15 1 5 15,14 0-12-15,14 6-3 0,3 1-43 0,0 3 7 0,4 3-30 16,-67 0-16-16,21 0-27 0,102 14 7 15,-103-6 0-15,-15 2 7 0,-19 3 8 0,-19-2 15 16,-15 4-6-16,-27-2 17 0,-13 0 18 16,-18-1 18-16,-14-1 27 0,-12 0 17 0,-8 0 11 15,-8-3 30-15,2-1 1 0,2-5-7 16,9 2 47-16,10-1 12 0,36-3-2 0,-7 0-31 16,2 0-19-16,-10-16-27 0,47 8-18 0,19-3-21 15,16-3-6-15,16 3 1 0,11 3-30 16,6-4-34-16,6 5-42 0,3 3-47 0,-3 3-48 15,-37 1 20-15,19 0-230 0,5 0 33 16,63 12-105-16,-75-5 40 0,-12 3 28 0,-10 0 68 16,-8 2 22-16,-14 6 13 0,-9-8 5 0</inkml:trace>
  <inkml:trace contextRef="#ctx0" brushRef="#br0" timeOffset="8198.94">19329 16186 565 0,'3'-5'410'0,"0"3"-54"16,-1 0-71-16,-2 0-29 0,-2 6 3 0,1-2-30 15,-7 12 4-15,-2 2-15 0,-1 6-9 0,1 0-18 16,-1 1 2-16,0-1-15 0,-1 4-20 15,5-1-16-15,1 1-21 0,-1 2 14 0,4 0-24 16,0-1-14-16,3-15-5 0,0 4 2 16,13 20-11-16,-5-20 2 0,9-2-14 0,-1-3-5 15,5-6-10-15,-1-1-6 0,6-2-1 0,-12-2-23 16,7 0-6-16,27-18-20 0,-23 9 4 16,2-3-12-16,-7-1-6 0,3-2 4 0,-2 0-4 15,-4 0 6-15,0 1 2 0,-2 3-5 0,-2 0 11 16,-3 4-2-16,-2 0 7 0,-4 4-3 15,0 0-8-15,-4 3-1 0,0 0-9 0,0 0 25 16,8 13-11-16,-8-4-7 0,0-2 7 16,-1 11 7-16,1-8-3 0,0 5 1 0,-11 25-14 15,8-21 19-15,2 4-2 0,-1 2-2 16,1 0-7-16,-1 1-27 0,2 4 2 0,0 1-93 16,0-4-50-16,-4 0-46 0,4-13 21 0,0 3-182 15,0 2 31-15,0 0-172 0,0-2 36 16,0-5 32-16,0-6 22 0,-6 2 24 0,9-14 78 15,1 1 6-15</inkml:trace>
  <inkml:trace contextRef="#ctx0" brushRef="#br0" timeOffset="8582.19">19906 16419 489 0,'10'-17'528'0,"-1"2"-89"0,0 6-70 0,-5 4-54 15,0 5-14-15,-6 2-20 0,0 3-38 16,-5 8-23-16,1 2-40 0,1 3-1 0,1 1-26 15,-4 1-7-15,6 1-12 0,-3 2-16 0,5-12-10 16,0 4-24-16,0 1-3 0,0-1-6 16,0-3-2-16,0 0-20 0,0-5 4 0,15 6-21 15,-9-12-4-15,0-4 9 0,14-7-12 16,-5-2-5-16,3-5-9 0,-3 0 9 0,3-5-2 16,0 3-8-16,4-3 1 0,-2 1 14 15,0 1 12-15,-1 1 10 0,0 2 17 0,-4 0 10 16,2 2-1-16,-6 3-8 0,0 2-10 0,-5 4-14 15,0 0-1-15,-2 6 4 0,-4 0 11 0,0 0 0 16,10 12-12-16,-8-6-5 0,4 12 2 16,-2 1-12-16,2 0 1 0,-2 4-2 0,1-1-11 15,-1 0-11-15,3 0-28 0,0 1-50 16,-2-1-44-16,2 0 10 0,-5-3-155 0,0-6-67 16,-2-1 27-16,0-1 28 0,0 2-295 0,-15 2 42 15,13-13 46-15,-1-2 45 0,0-3 22 0,3-3 25 16,0-1 11-16,7-9 20 0,-3-6 9 15</inkml:trace>
  <inkml:trace contextRef="#ctx0" brushRef="#br0" timeOffset="9005.7">20405 15950 246 0,'-4'-6'343'16,"1"-1"-52"-16,2-1-34 0,-2 2-11 0,2 1-5 16,1 1-34-16,1 1-4 0,2-4-21 15,-3 7-4-15,11-16-4 0,-6 5 10 0,2-1-3 16,4-1-21-16,-2 2 9 0,0 1-27 0,0 0-14 16,5 1-10-16,-6 3-9 0,-3 2-19 15,5 0-1-15,-1 3 3 0,-9 1-34 0,5 0-7 16,17 11-31-16,-11 0-45 0,-3 3-14 15,1 0-10-15,-4 1-16 0,-1 3 5 0,0 3-3 16,-2 0 8-16,1-1-16 0,-2 1 1 16,0-1 15-16,4 1 2 0,-2-1 11 0,-1 0-6 15,2-1 16-15,0-2 1 0,-1 2 15 16,6-2 6-16,-3 0 10 0,0-2 7 0,2-1 19 16,-1-1-1-16,-2 0 17 0,-4-3 21 15,-1-2-15-15,0-8 21 0,-11 21-11 0,-1-11-2 16,-6 0-10-16,0 0-14 0,-1 2 13 0,-3-4-19 15,0 1-67-15,-4 0-45 0,-4-2-54 16,5 2 10-16,-2-5-195 0,1-1 25 0,6-2-166 16,20-1 43-16,-12 0 30 0,2 0 24 0,-5-11 20 15,11 6 23-15,5-1-3 0</inkml:trace>
  <inkml:trace contextRef="#ctx0" brushRef="#br0" timeOffset="9582.12">20784 16467 475 0,'-3'2'430'0,"2"1"18"0,-2 1-43 15,2-3-12-15,0 1-50 0,0 1-24 0,3-3-35 16,3 1-41-16,3-2-16 0,18-1-30 0,-10 2-17 16,7 0-33-16,31-8-6 0,-21 4-32 15,0 1-20-15,3 0-52 0,-4 2-6 0,5-2-84 16,-5 2-40-16,0 1-59 0,1-2-44 16,-14 2 19-16,5 0-232 0,5 0-70 0,-1 0 33 15,-1 0 18-15,-4 0 12 0,-5 0 47 0,-3 0 0 16,-6 0 8-16,0 0 65 0</inkml:trace>
  <inkml:trace contextRef="#ctx0" brushRef="#br0" timeOffset="9806.07">21131 16311 507 0,'-7'-6'466'0,"0"1"-85"0,2 3-51 0,3-1-24 16,-2-1-62-16,3 4-21 0,-2 4-25 0,3-2-1 15,-5 3-10-15,3 10-17 0,-1 2-7 0,2 3-37 16,1-10-4-16,0 6-10 0,0 6-19 16,0 2 7-16,0 0-22 0,0 3-7 0,12 29-68 15,-4-31-50-15,-6 3-58 0,1-4-40 16,1-1-68-16,-3-4 18 0,1 2 19 0,-1-2-325 16,-1-7 31-16,0-1 60 0,3-7 26 0,-3-4 37 15,0 0 43-15,4 4 10 0</inkml:trace>
  <inkml:trace contextRef="#ctx0" brushRef="#br0" timeOffset="10105.98">21465 16270 486 0,'21'-14'491'0,"2"1"-90"0,-2 5-49 0,1 2-26 15,-1 2-60-15,-15 4-1 0,7 0-48 0,10 16-17 16,-16-3-27-16,-2 2 2 0,-5 2-42 15,0-5-10-15,0 5-12 0,-17 21-17 0,8-16 0 16,-3-2-10-16,-3 1-3 0,2-1-13 0,-4 1-2 16,5-5 10-16,0-1 4 0,1-2 0 15,5-5 16-15,1 0-1 0,1-3 11 0,0 0-1 16,1-2-16-16,3-3-13 0,0 0 2 16,0 0-19-16,19 5-18 0,4-7-19 0,-11 2-45 15,9 0 1-15,27-10-124 0,-21 3-46 16,-2-1-98-16,3-1 29 0,-1-1-225 0,-3 0 40 15,-2-1-64-15,0 0 34 0,1-4 30 0,-3 1 31 16,-2-1 24-16,2 0 16 0,-1-1 22 16</inkml:trace>
  <inkml:trace contextRef="#ctx0" brushRef="#br0" timeOffset="10421.83">21989 16281 331 0,'4'-4'470'0,"1"0"-73"0,-2 1-35 0,-2-1-46 16,-1 4 6-16,0 3-22 0,-1-1-20 15,-2 1-23-15,1 2-22 0,-5 7-21 0,1 5-18 16,-3 1-26-16,1 0-20 0,2-1-7 0,1 1-17 15,2 1-12-15,0-1-9 0,0 0 0 16,-1-3-11-16,3-2-8 0,-1-2-10 0,2-4-18 16,0 0-5-16,0-7 4 0,0 0-6 0,0 0-9 15,0 0-13-15,16 9-3 0,-1-14-14 16,1-2-8-16,1 0 14 0,1-5-12 0,1 1 8 16,2 0-6-16,-1-1-7 0,1 0 31 15,-3 2 8-15,-2 1 22 0,-2-1 17 0,2 5-9 16,-6-2 4-16,-4 4-10 0,-2-2-13 15,-4 5-11-15,0 0 6 0,0 0-1 0,0 0-4 16,13 16-6-16,-15 2-7 0,2-8-58 0,0 7-72 16,-13 25 10-16,6-17-189 0,-1 2-73 15,1-1 31-15,-2-1 28 0,1-1 31 16,-3 5 24-16,-1-4-298 0,-1-2 31 0,3-5 44 16,3 2 14-16,3-4 47 0,4-6 24 0,0-10 53 15,0 7 14-15</inkml:trace>
  <inkml:trace contextRef="#ctx0" brushRef="#br0" timeOffset="10655.43">22545 16494 784 0,'-5'-7'534'0,"1"-1"-44"15,0 3-48-15,1 3-51 0,3-2-43 16,3 1-40-16,13 0-42 0,4 1-26 0,8 2-33 15,-11 0-25-15,10 0-14 0,6 0-44 16,46 10-75-16,-31-3-4 0,-2-2-170 0,3 0-90 16,-4-1 20-16,3-1 17 0,-7 1-348 15,-6-3 38-15,4-1 34 0,-7 0 30 0,-21 0 63 16,3 0 1-16,-1 0 41 0,5-10 11 16,-14 7 3-16</inkml:trace>
  <inkml:trace contextRef="#ctx0" brushRef="#br0" timeOffset="10860.68">22965 16295 524 0,'-12'-9'555'0,"1"0"-101"16,4 1-27-16,1 3-45 0,1 0-33 15,0 2-42-15,2 2-25 0,1 1-19 0,0 4-9 16,2-4-28-16,-2 11-26 0,2 8-16 16,0-8-16-16,0 8-19 0,16 29-14 0,-12-22-38 15,6 2-54-15,-1 0-53 0,2 3 1 0,1 0-154 16,-3-2-64-16,0 1 22 0,-2-2-317 0,-4 1 39 15,0-8 36-15,-2-1 1 0,-1-11 52 16,0 1 29-16,0-2 24 0,0-8 25 0,0 7 13 16,0-7-37-16</inkml:trace>
  <inkml:trace contextRef="#ctx0" brushRef="#br0" timeOffset="11318.83">23306 16312 442 0,'-1'-5'449'0,"1"1"-72"0,1-1-53 0,-1 0 20 15,0 0-22-15,1 0-37 0,1 1-15 0,-2-1-28 16,0 0-40-16,1 2-11 0,-1 3-19 16,0 0-17-16,0 0-9 0,9-16-15 0,-6 14-21 15,3-2 8-15,7-3-19 0,2-1-14 0,5 1 4 16,1 3-11-16,2 1-9 0,1 3-6 15,-14 0-35-15,8 0-48 0,0 0 1 0,22 14-98 16,-22-6-25-16,-3 5-10 0,-7 1-2 16,-3 1-9-16,-5-5-24 0,0 5 18 0,-18 22 6 15,5-15 33-15,3 1 20 0,-3-1 11 16,7 1 42-16,2 0 37 0,4-10 41 0,0 6 36 16,23 22 22-16,-8-21 1 0,3-2 22 0,4 0-11 15,-2-1 40-15,6 1 9 0,-1 0 10 16,-3-2-5-16,5-2 3 0,-8-1 8 0,1 0-9 15,-3-1-1-15,-2-4 9 0,-8-4 3 0,-6 2-9 16,-1-6-5-16,0 0-19 0,-26 14-20 16,6-10 6-16,0-1-48 0,-7-1-27 0,-1 1-54 15,-4-1-67-15,0 5 9 0,0-1-130 16,4 0-52-16,-2 1-65 0,1-1 28 0,5 3-260 16,-3 1 41-16,5 2 27 0,-1 0 26 0,-1 0 41 15,2 2 26-15,1-1-2 0,2-4 22 0,1 4 64 16,-1-1-7-16</inkml:trace>
  <inkml:trace contextRef="#ctx0" brushRef="#br0" timeOffset="12425.87">21079 17452 403 0,'0'0'449'0,"-15"0"-51"0,15 0-44 15,0 0-45-15,-22-5 22 0,19 3-42 16,6-1-38-16,0 1-36 0,12-1-10 16,4-3-27-16,4 3-30 0,5 0-35 0,8 1-13 15,-4-1-111-15,0 3-71 0,5 0-88 0,-1 0 16 16,-18 0 15-16,8 0-343 0,5 0 32 16,-5 0 30-16,31 14 25 0,-31-11 27 0,-2 7-2 15,-5 2-1-15</inkml:trace>
  <inkml:trace contextRef="#ctx0" brushRef="#br0" timeOffset="12618.47">21190 17752 796 0,'-38'11'577'0,"7"-3"-48"15,2 0-13-15,-1-1-47 0,7 0-46 16,2-2-47-16,3 1-30 0,10-3-58 0,8-3-28 16,8 0-28-16,11-2-30 0,8 2-34 0,-11 0-52 15,10 0-80-15,6 0-75 0,5 0 3 16,45-11-194-16,-35 7-90 0,0-3 30 0,4 5 30 15,-1-6-292-15,-1 1 52 0,2 1 31 16,-7-5 1-16,0 2 26 0,-1-6 59 0,1 1 23 16,-8-3-5-16,-1 4 20 0</inkml:trace>
  <inkml:trace contextRef="#ctx0" brushRef="#br0" timeOffset="12870.16">21952 17575 209 0,'-1'-2'494'0,"-4"2"-49"15,-2 2-73-15,-9 1 29 0,-2 4-41 0,-2 2-36 16,3 3-20-16,0 3-35 0,2 1-35 15,2 4-14-15,4 2-27 0,1-1-15 0,7 2-27 16,1-12-11-16,14 31-14 0,3-14-6 0,0-3-15 16,4-4-8-16,1-1-7 0,3-7-7 15,-3-5-29-15,0-2-12 0,-2-5-11 16,-12-1 1-16,4 0-8 0,16-13-11 0,-16 6-1 16,-5-3-10-16,-3 3 11 0,-4-5-9 0,0 3-10 15,0-7-9-15,-13-18-29 0,3 10 7 16,-2 0-62-16,2 4-37 0,-5 1-36 0,-1-3-49 15,1 2 22-15,-4 0-195 0,11 2 31 16,0 1-126-16,3 1 6 0,5 4 28 0,0 12 23 16,0-10 24-16,16-12 20 0,-4 13 52 15</inkml:trace>
  <inkml:trace contextRef="#ctx0" brushRef="#br0" timeOffset="13216.47">22738 17325 242 0,'1'-4'428'15,"2"2"-93"-15,-2-2-38 0,-1 3-35 0,0-1 6 16,-2 4-18-16,-4 0 1 0,-7 10-32 0,-5-2 12 15,-1 4 6-15,0 1-6 0,-2 3 7 16,2 2-14-16,-2 1-5 0,-1 5-29 0,2 0-8 16,0 3-19-16,4-2-11 0,4 3-9 0,1 4-12 15,5-1-12-15,6 22-13 0,0-28-16 16,24 49-7-16,1-34-36 0,3-3-39 0,1-5-74 16,7-2 7-16,-7-6-118 0,3-11-64 15,0-1-62-15,-1-9 30 0,1-3 25 0,-17-2-284 16,31-11 39-16,-18-6 43 0,1 2 31 0,-9-1-16 15,-5 0 25-15,2-3 89 0,1-2 11 16,0-1-1-16</inkml:trace>
  <inkml:trace contextRef="#ctx0" brushRef="#br0" timeOffset="13898.38">23186 17415 290 0,'0'-12'422'0,"1"1"-86"0,-1 1-37 16,0 2-9-16,0 3-35 0,0 5-18 15,0 0-4-15,0-7-59 0,0 7-3 0,0-9-7 16,0 9-24-16,0-5-28 0,0 5-21 16,0-8 18-16,0 8-31 0,0 0-1 0,0 0-22 15,0-7-6-15,0 7 7 0,0 0-9 0,0 0 4 16,0 0 2-16,0 0 3 0,0 0-23 0,0 0-2 16,0 0-4-16,0 0-2 0,0 0 51 15,0 0-2-15,0 0 16 0,0 0-22 16,0 0 15-16,0 0 0 0,0 0-21 0,0 0 4 15,0 0 3-15,0 0-6 0,0-5-10 0,0 5-19 16,-6-7 0-16,6 7 1 0,0 0 4 16,0 0-11-16,0 1 7 0,0 2-10 0,0-2-4 15,0 1-2-15,0 0 3 0,0 1-10 16,0 0-6-16,-2-2 7 0,2 2-3 0,-1 1 9 16,1-3-4-16,0-1-15 0,0 3 16 0,0-1-11 15,0-1 19-15,0 3 15 0,0-3-10 0,0-1 7 16,0 2 3-16,0-1-9 0,0 0 4 15,0-1-2-15,0 2-3 0,-1-2-5 0,1 4-7 16,-1 0 18-16,1-4-2 0,0 0 1 16,0 16 9-16,-6 21 5 0,2-16-2 0,0 1 4 15,-2-1-4-15,5 4-2 0,-1-3 6 0,-2 2-12 16,4-12-8-16,0 4 8 0,0 3 4 0,11 17 5 16,-5-18-8-16,-3-4-8 0,4-2-7 15,2-1-2-15,3-1 7 0,-2-8-1 0,11-2-10 16,-13 0 1-16,4 0-7 0,27-14-1 15,-17 5 17-15,0-3-14 0,-2-3-9 0,-1-2 10 16,3-1 2-16,-2 0-15 0,1-3 1 0,-2 3 6 16,1 2-2-16,-1 1-4 0,-2 0 6 0,-3 4 2 15,0 0-19-15,-2 3 9 0,-6 4-2 16,1-2-1-16,-1 5 4 0,-2-2 3 0,-3 3 29 16,-1 0 4-16,0 0-1 0,0 0-11 0,9 15-9 15,-8-8 7-15,2-2-7 0,2 15 5 16,-5 1-4-16,2 0-8 0,2 4-17 0,1-1-41 15,-1-2-59-15,0 1-57 0,6 0 16 16,-10-13-174-16,0 4-70 0,0 2 35 0,0-3 32 16,0-3-277-16,-11 5 34 0,7-12 42 0,0-5 37 15,3 1 43-15,3-3 30 0,-2 0 55 0,0-1 18 16,1-2 45-16,5-14 9 0</inkml:trace>
  <inkml:trace contextRef="#ctx0" brushRef="#br0" timeOffset="14353.76">23732 17227 337 0,'-3'-5'365'0,"-1"-8"-41"15,0 2-34-15,2 4-17 0,0 2 7 0,1-2-19 16,-2 1-31-16,3 2 30 0,0 0-27 0,0-1-16 15,0 5-29-15,0 0-4 0,15-20-36 16,-5 11-4-16,3 1-13 0,5 4-16 0,0 1-11 16,1 2-9-16,1 1-31 0,-10 0-6 0,6 0-61 15,15 17-44-15,-16-3-8 0,-2-3-26 16,-6 5 4-16,1-1 0 0,-7 0-3 0,-1-6-1 16,0 6 19-16,-14 16-11 0,10-14 17 15,-1-1 1-15,1 0 8 0,2-4 10 0,2 0-5 16,0-12 24-16,0 12 3 0,15 14 13 0,-8-13 2 15,7-1 12-15,1 0 3 0,3 1 13 0,-2-2 25 16,0 4 1-16,-2-6 27 0,-1 1 2 16,-2-2-8-16,-1-2 42 0,-3-1 22 0,-2-1 3 15,-5-3-9-15,0-1-8 0,0 0-9 0,-28 5-19 16,6-4 5-16,-6-1-24 0,14 0-6 16,-14 0 4-16,-2 0-41 0,-3 0-45 0,-2 0 1 15,0 0-133-15,-3 0-74 0,2 0 21 0,2 0-266 16,-1 0 36-16,5 0-85 0,6 0 18 0,-11-18 32 15,32 11 29-15,9 4 36 0,7-9 13 16,7-1 10-16</inkml:trace>
  <inkml:trace contextRef="#ctx0" brushRef="#br0" timeOffset="14553.75">24516 17341 634 0,'32'9'548'0,"-2"3"-45"16,-3 3-30-16,-7-2-42 0,-4 5-37 0,-5 4-13 15,-7 2-38-15,-4-11-34 0,0 7-31 16,-17 28-15-16,0-21-35 0,-4 7-24 0,-9 3-20 16,-25 24-31-16,-6-1-65 0,-4-4-72 15,-14 0-82-15,-1-2 6 0,-9-4-202 0,-6-5 24 16,-4 3-349-16,-9-8 49 0,-9-7 19 0,-2-11 41 16,-1-7 33-16,-1-9 29 0,3-3 2 15,61-3 60-15,-104-23-20 0,63 9 32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7T04:52:35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15416 9391 360 0,'0'0'226'0,"-15"0"-23"0,15 0-33 0,-12 0-3 0,-6 23-41 16,15-26 19-16,-5 3-19 0,4-1-13 16,-2 0-16-16,2-1-9 0,4 2-14 0,0 0 5 15,-9 0-11-15,1 0-8 0,1 0-9 16,7 0 2-16,-9 0-8 0,1 0 5 0,0 0-17 15,8 0-2-15,-7 0-6 0,7 0 9 16,-15 7 3-16,9-4 6 0,4-1-3 0,-1 2-2 0,2-1 14 16,1 0-22-16,1 0 6 0,2 2 3 15,-1-2-10-15,11 10-9 0,0-6 3 0,2 2 5 16,4-4 3-16,4 1 3 0,5-5-16 16,1 0 5-16,2 1-10 0,-15-2 9 0,8 0-8 15,4 0 1-15,34-15 14 0,-32 12-9 16,1 1-7-16,-2-4 6 0,2 3-8 0,-1-4-10 15,-2 3 5-15,-5 0-6 0,-3 1 17 0,-3 1-7 16,2-1-10-16,-9 2 6 0,-2-1-16 0,-2 2 6 16,-3 0 2-16,-3 0-4 0,-7 0 7 15,1 2-20-15,-11-1 11 0,-4 3-6 0,-9-1 6 16,-3 2 0-16,1-2 1 0,-5 2-8 0,1 0 14 16,-6 0 7-16,2-1-11 0,-7 2 7 15,1 0-2-15,-3 1 6 0,7-1 1 0,1-1 8 16,4 0-4-16,7-3 10 0,-2 1-11 15,5 1-5-15,1-2 4 0,9 1 2 0,4-3-6 16,13 0-6-16,0 0 12 0,-11-3-5 0,14 1 4 16,11-5 1-16,6-2 7 0,6 4-4 15,2-3-7-15,5 1 14 0,4-1-4 0,3-1-18 16,3-1-2-16,3 2 11 0,3-2-7 0,0 0 13 16,-5 1-20-16,2-2 23 0,-3 6-14 15,-1-4-8-15,-7 4-1 0,0-2 10 0,-4 3-9 16,-1 3 4-16,-3-4-5 0,-4 2 20 0,-2-1-21 15,-7 1-21-15,-5 3-9 0,-2-3-19 16,-1 2-6-16,-3 1-41 0,-3 0 8 0,1-2-125 16,-1 2-158-16,-1 0-9 0,-5-1 50 15,1-2-16-15,-9-1 29 0,-5-4 24 0</inkml:trace>
  <inkml:trace contextRef="#ctx0" brushRef="#br0" timeOffset="984.55">13593 9196 556 0,'-5'-3'127'0,"-1"2"29"0,2-2-17 0,-1 3-11 15,0-3-2-15,0 3 2 0,1-2-38 0,0 0 8 16,1 1-6-16,1-2-6 0,0 3-10 16,0-1 12-16,4 0-1 0,0-1-11 0,3 0 0 15,7-4-16-15,7 3 5 0,2-3-4 16,4 4-16-16,3-5 11 0,1 4-11 0,3 1-8 16,0-3-12-16,3 4 1 0,-19 1 15 0,12 0-14 15,4 0-13-15,0 0 8 0,2 0 1 16,-1 0 1-16,1 0-17 0,-1 0 11 15,-1 0-4-15,3 0 0 0,-2 0-21 0,-3 0 8 0,-2 0-17 16,-3 0-4-16,-3 0-24 0,-3 0 9 16,-6 0 14-16,1 0 3 0,-5 0 11 0,1 0-12 15,-10 0 5-15,0 0-10 0,0 0 8 0,9-4-8 16,-13 4 6-16,-3 0-28 0,-11 0 8 16,-4 2 31-16,9-2-5 0,-10 0-7 15,-5 0-2-15,-4 0 8 0,-2 0 6 0,-4 0 0 16,-42 13 5-16,34-5-14 0,3-2 20 0,-3 1-3 15,2 0 4-15,-2-1 21 0,0 3-22 0,6-3 10 16,4 0-3-16,6-2 17 0,-2 1-3 16,8-2-9-16,2 1 4 0,3 0-3 0,6-2-16 15,9-1 6-15,4-1 11 0,0-1 2 16,8-1-8-16,11-3 6 0,3-2-9 0,6-1 9 16,1-1-6-16,8-1 10 0,3-3 6 0,2-1 5 15,4 2-18-15,-2-2 11 0,-1-2-12 0,-2 7 8 16,-1-1-7-16,-1-1-15 0,-6 3 22 15,-2 1-21-15,-3 2 7 0,-3-4 12 0,-1 6-13 16,-2-3 1-16,-3 1 1 0,-4 2-1 16,-5 0 3-16,-1-1 8 0,-1 3 7 0,-3-2 2 15,-1 2 0-15,0 1-5 0,-3-1 6 0,3 1-8 16,-3-2 4-16,-1 2-17 0,1 0 11 16,1-2-1-16,-2 2 10 0,1 0-17 0,0-1-1 15,-1 1-1-15,0 0-9 0,1 0-4 16,-1-2-10-16,2 2-22 0,-2 0-19 0,-2 2-26 15,2-1-22-15,0 1-27 0,2 2 14 0,-5-1-156 16,3-1-109-16,0 4 13 0,0-5 51 16,-2 3-15-16,0-1 25 0,2-2 6 0</inkml:trace>
  <inkml:trace contextRef="#ctx0" brushRef="#br0" timeOffset="35300.08">22755 11901 416 0,'0'0'224'0,"14"-14"-17"0,-14 14-22 15,19-32-20-15,-15 23 14 0,-3-2-22 0,2 2-13 16,1 3-10-16,-2 0 6 0,-1-1-7 0,1 4-27 16,-1-1 5-16,0 1 2 0,-1-1-29 0,3 2 7 15,-3 0 1-15,2-1-34 0,0 2 13 16,-1-1-23-16,0-1-4 0,1 2 19 0,-1 0-22 15,3 1 9-15,-2 1-4 0,5 0 27 16,-7-1-14-16,0 0-17 0,23 13 2 0,-8-1-6 16,0-3 1-16,-1 7 10 0,1-5-1 0,0-1-7 15,0 2-6-15,0-2 31 0,4 0-35 16,-2-4 11-16,1 0-5 0,1-4-8 0,9-2 23 16,-14 0-18-16,10 0 12 0,33-17-26 15,-22 6 24-15,3 0-21 0,0-4 23 0,1-2-5 16,3-3-25-16,-1-1 3 0,-2 1 1 0,-1 0 4 15,1 0-20-15,-1 0-10 0,-3 1 21 0,0 0-15 16,-2 2 24-16,-4 0-18 0,1-1-13 16,-2 6 21-16,-4-2 9 0,0 0-4 0,2 3 14 15,-7 0-4-15,1 1 13 0,-3 0-6 16,-2 3-2-16,-2-1 2 0,-3 4-19 0,-2-1 4 16,-2 2 26-16,-2-1-8 0,1 3 12 0,-1-2-13 15,-1 3-5-15,-1-1 3 0,0 1-16 16,0-4 6-16,1 4 13 0,-3-1-11 0,4 1 0 15,-3-2 0-15,0 2-20 0,2-1 22 16,-3 1 1-16,0 0-18 0,1 0 10 0,-1-2-19 16,0 2-34-16,0 0 2 0,0 0-39 15,-1 2-29-15,1-1-34 0,-2 1-51 0,1 3-37 16,0-1-17-16,-2 2 19 0,-4 5-241 0,0 3-10 16,2-3 25-16,-4 0 57 0,0 1 16 0,3-5 26 15,-4 5 22-15,2-5 48 0,0 5-24 16</inkml:trace>
  <inkml:trace contextRef="#ctx0" brushRef="#br0" timeOffset="38204.46">22355 14081 471 0,'-22'0'257'0,"-19"24"-34"0,33-24-16 0,-4 0-40 0,0 0-26 16,1 0 7-16,3 0-4 0,0 0-16 16,2 0 3-16,6 0-17 0,-10 0 5 0,10 0-32 15,-8 0-3-15,8 0-10 0,0 0 9 0,-8 0-28 16,8 0 21-16,0 0-19 0,-7-12 9 15,9 10 7-15,5-3-28 0,9 0-8 0,5-6 11 16,4 0-16-16,1-1 6 0,1-2 4 0,5-1-4 16,1 1 4-16,4-3-27 0,1 0 27 15,-2 1-27-15,2 0-1 0,3-2 2 16,-3-1-1-16,2 4-4 0,-3 0 10 0,2 2-8 16,-1-5 0-16,0 4-17 0,-6 0 3 0,0 3 19 15,-2-1-20-15,-5-1 3 0,0 3 6 0,-2-1-9 16,-4 3 10-16,-2 3-5 0,-3 0-7 15,-2 1 15-15,-5 1-21 0,-1 2-3 16,-3-3 18-16,-3 4-16 0,-3 1-8 0,-3 1 5 16,-8 3-2-16,-7-1 14 0,-1 3-1 0,-4 1-12 15,-3-1 17-15,1 3-9 0,3-3-11 16,-3 3 9-16,-3 0-2 0,-2-1 10 0,0 1-5 16,-3-3 2-16,-1 4 4 0,1-2 7 15,1 0 8-15,3-1 20 0,0 1 0 0,4-2-15 16,2 1 1-16,-1-4-6 0,2 3 0 15,4-1 4-15,3-4-16 0,2 3 19 0,3-3-21 16,2 1 10-16,3-3-3 0,2 0 2 0,4 3 5 16,2-3-4-16,0 0 6 0,4-3 9 15,13 0-18-15,2-5-13 0,3 0 32 0,3-2-13 16,1 2 0-16,-1-1-10 0,3-3 7 0,2 3-16 16,0-2 7-16,0 2 27 0,1-1-12 0,0-1-9 15,-1 3-6-15,0-2-3 0,-5 3-4 16,5-1 11-16,0-1-22 0,-1 1 31 0,-6-1 3 15,1 0-10-15,2 6 11 0,-7-4-18 16,-3 2 3-16,-3 2-9 0,-4 0 24 16,-1 1-13-16,-2 2 15 0,0-3 20 0,0 2 8 15,-4 0 0-15,-2-3-11 0,4 4-3 0,-4-2-3 16,3 1-4-16,-3 1 19 0,0-2 7 0,1 0-10 16,-1 1-14-16,2 0 16 0,-2 1-7 15,0-1-7-15,0-1-15 0,0 1 23 0,0 1-10 16,0 0-25-16,0-2 5 0,2 2 1 15,-2 0 14-15,0 0-14 0,0 0 7 0,0-2 0 16,0 2-13-16,-2 0 1 0,2 0-2 0,0 0-5 16,0 0 2-16,0-3-6 0,0 3 8 0,2 0 3 15,-4 0 0-15,2 0 21 0,0 0-34 16,0 0-5-16,-2 0 17 0,2 0 8 0,0 0-20 16,0 0 13-16,0 0-10 0,-1 0 1 15,1 0 27-15,0 0-15 0,0 0 9 0,0 0-1 16,0 0-2-16,0 3-13 0,0-6 2 0,0 3-21 15,0 3 5-15,0-3 16 0,1-3 1 16,-1 6-5-16,0-3-13 0,0 0 20 0,0 0-4 16,0 0-1-16,0 0 13 0,0 0-9 15,0 0-2-15,0-3-16 0,0 3 12 0,0 0 0 16,1 0 0-16,-1 0-2 0,0 0 15 0,0 0-5 16,0 0-16-16,0 0-5 0,0-1 1 15,1 1 1-15,-2 0 9 0,1 0 23 0,1 0-3 16,-1 0-1-16,0 0-27 0,0 0 8 15,0 0-16-15,0 0 21 0,0 0-10 0,-1 0-4 16,1 1 10-16,0-1-13 0,-1 0-2 0,0 0 12 16,1 3 0-16,-3-3 0 0,-1 2 4 15,4 0 3-15,-1-1 6 0,0 1-4 0,-1-2-8 16,0 2 17-16,0-2 0 0,-1 3-2 16,0-3-17-16,1 2-4 0,0-2-6 0,-2 3 24 15,2-3-5-15,1 0 3 0,-2 0 4 0,0 0-2 16,3 4-14-16,-2-4-5 0,1 1 4 0,-2-1 11 15,-1 1-11-15,4-1 1 0,0 0 1 16,0 0 1-16,0 0 0 0,-7 4 1 16,5-3 0-16,2-1-13 0,-1 1 11 0,1-1 2 15,0 0-24-15,0 0 2 0,0 0 3 0,0 0 2 16,0 0 36-16,0 0-1 0,0 0-33 16,0 0 1-16,0 0 2 0,0 0-6 0,0 0 1 15,0 0 3-15,-9-2-2 0,9 1-15 0,0 2 19 16,0-2-18-16,0 1 6 0,0 2-8 15,0-2 12-15,0 0-9 0,0 1 12 0,3 1-4 16,-2-2 9-16,-2 0-10 0,4 0 35 0,-3 0-33 16,0 3-6-16,-1-3 45 0,1 0-34 15,0 0 0-15,0 0-13 0,0 0-5 0,1 0 13 16,-1 0 2-16,0 3 17 0,0-3-5 16,0 0-14-16,0 0 29 0,0 0-17 15,0 0-12-15,0 0 31 0,2 1-11 0,-2-1-31 16,1 0 4-16,-1 1-4 0,0-1 18 0,0 0-4 15,0 0 6-15,1 0-9 0,-2-1-7 16,2 1-8-16,-1 0 5 0,3 0-3 0,-3 0-7 16,0 0 0-16,0 1-2 0,0-1-2 0,3 2 1 15,-2-2-6-15,1-3 2 0,-2 2-21 16,5-2-1-16,-3 3 4 0,1-3-29 0,3-2 7 16,-3 2-9-16,8-6-27 0,-1-3 12 0,1 6-56 15,-3-2-19-15,4-5-64 0,-6 6 19 16,0-1 18-16,0 4-144 0,-4 2 32 0,-2 0 4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27T04:56:12.9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19506 10824 351 0,'-13'-14'169'0,"-4"-11"10"15,15 9 1-15,2 1-31 0,-2 5 10 0,2 10-14 16,0-9-7-16,0 1-11 0,0 0 4 16,0 2-7-16,0 6-4 0,0-9-14 0,0 9-7 15,0-6-23-15,0 6-2 0,0 0-7 16,-2-9 7-16,2 13 13 0,-3 14 5 0,3-4-16 16,-6 32-2-16,1-10 4 0,0 8-20 15,-2 7 12-15,2 5 0 0,-4 4-18 0,1 4 8 16,2 5-29-16,3 6 2 0,0 0-3 15,-4 7-31-15,-2-1 2 0,6 1-29 0,-5 2-22 16,1 2-54-16,-3-1-1 0,3 5 9 0,-8-5-168 16,1 2-134-16,0-7 29 0,-1-5 19 0,6-5 38 15,0-7 24-15,-1-6-9 0</inkml:trace>
  <inkml:trace contextRef="#ctx0" brushRef="#br0" timeOffset="53324.43">16887 8724 215 0,'0'0'174'0,"-15"-17"-9"0,-2-3-27 15,15 12 10-15,2 2-59 0,-3-2 30 0,-1 4-10 16,3-1-10-16,0-2-16 0,0 2 10 16,0 0-29-16,-2 1 32 0,2 1-42 0,-1-2 18 15,0 1-34-15,2 1 11 0,0 0-19 0,0 1 16 16,-1-2-11-16,1 2 9 0,-2 4-11 16,0 0-7-16,-1 0 0 0,2 5 5 0,-8 10 8 15,1 3-15-15,2 9 6 0,-2 4-3 0,1 4 4 16,0 9 12-16,-2 7-9 0,-1 5-10 15,-5 8 14-15,2-1 6 0,-1 4-16 0,1 5-9 16,-2 1 17-16,2 0 2 0,-2-3-7 0,2 3-10 16,-2-5 5-16,2-2 16 0,2-5-1 15,0-2-9-15,2-3-5 0,2-5-12 0,0-5 10 16,1-2 9-16,4-5-20 0,0-7 8 16,-2-2-10-16,1-3 20 0,1-1 11 0,-1-8-9 15,3-20 19-15,0 10-20 0,9-3-1 16,-4-11 12-16,4-9-9 0,3-7-4 0,-3-4-30 15,2-5 8-15,1-9-26 0,-3-7 4 16,5-5-3-16,-7-3 8 0,5-4-1 0,-1-4-15 16,2-5-3-16,0-1 7 0,-2-3-3 15,1-1-8-15,2-1 1 0,-2-3 6 0,1 3 9 16,-2 5 6-16,5 0-16 0,-5 6 7 0,-2 1-9 16,1 1 22-16,-4 4-1 0,2 4 1 15,-2 3-8-15,-1 11 18 0,3 0 8 0,-6 7 4 16,2 0-2-16,-1 8-10 0,-2 11-4 0,-1 11-5 15,-4 4 9-15,-3 17-5 0,-2 6 1 16,-3 14 16-16,-2 11 1 0,0 9-8 0,-6 7 5 16,3 5-5-16,-3 2 9 0,-1 4 7 0,2 3-12 15,0 6-2-15,2-3 11 0,-3 3-7 0,3-4-6 16,2-1 12-16,0 2-12 0,2-3-24 16,0-2-18-16,1 0-18 0,2-3-48 0,5 5 10 15,-4-1-195-15,3-5 24 0,1-1 20 16,-2-6-97-16,6-7-28 0,0-11 47 0,1-32 47 15,0 4 8-15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31T04:27:10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1546 1569 314 0,'0'-14'260'0,"0"14"-45"15,-8-32-13-15,4 22-19 0,0 2-10 16,3 1-14-16,-1 1 6 0,0 3-16 0,2 3-5 16,0 0-8-16,0 0 3 0,0-9-26 0,0 9 3 15,0-5-16-15,0 5 14 0,0 0-34 16,0 0-9-16,-12-15-6 0,8 18 8 0,1 1 1 15,-10 9 38-15,-1 4 8 0,-2 3-6 16,-1 1-11-16,2 5 60 0,-4 5-25 0,1 0 5 16,4 2-8-16,-3 1-2 0,4 2-19 0,-2-2 14 15,7 1-17-15,1 2 1 0,2-5-9 0,2 2-9 16,3-21-3-16,0 12-7 0,15 27-12 16,-8-29-18-16,5 0-3 0,3 0 9 0,4-6-10 15,3-2-16-15,-3-3 11 0,6-3-9 16,1-2-5-16,1-4-6 0,0-3-8 0,-13 0 16 15,7 0-8-15,24-18 5 0,-20 5-13 0,-3-1-9 16,0-5 13-16,0-3-6 0,0-5-9 0,0 0 4 16,-6-6-8-16,2-4 8 0,-6 1-2 15,1-2-4-15,-4 0 10 0,-1 0-8 0,-4 4-1 16,-1-2-4-16,-3 20-2 0,0-6-1 16,0-6 4-16,0 3 6 0,-17-19-9 0,11 25-3 15,1 4 5-15,-7 4-3 0,5 4-3 16,1 3 2-16,0 3 1 0,6 1-2 0,-11 0 10 15,-9 22 6-15,10-10 1 0,-1 10 7 0,5 5 18 16,-1-1-7-16,4 6-6 0,3 3 13 16,0 0-4-16,0-16-1 0,0 10-9 0,16 38 8 15,-6-27-2-15,3-2-6 0,1-4 1 0,4 0-15 16,-2 3 4-16,2-4 0 0,-3-2 11 0,3-3-10 16,-3 3-9-16,-2-2-10 0,-2-2-20 15,-8 1-53-15,0 6-60 0,-3-19 14 0,-11 28-141 16,-8-11-61-16,-7 2 28 0,-7-2-293 15,-1-1 52-15,-1 1 18 0,-2-6 36 0,1-2 35 16,-1 0 28-16,0-3 43 0,1-2 23 16,-1-1 21-16,0 2 2 0</inkml:trace>
  <inkml:trace contextRef="#ctx0" brushRef="#br0" timeOffset="169.47">1100 2798 849 0,'-16'6'422'15,"4"-2"-62"-15,5-3 6 0,6-2-16 0,2-2-6 16,4-1-27-16,9-1-20 0,9-6-33 15,0 3-27-15,7-5-25 0,5 1-23 0,5-2-16 16,7 1-28-16,2-2-40 0,2 0-58 0,3 0-59 16,3 1 1-16,-4-1-179 0,3 0 21 0,-4-1-274 15,0 1 34-15,-1-2-84 0,1 5 35 16,-1 0 32-16,5-2 25 0,-7 3 26 0,-4 3-3 16,-2 1 3-16</inkml:trace>
  <inkml:trace contextRef="#ctx0" brushRef="#br0" timeOffset="361.66">2362 2526 862 0,'20'1'610'15,"-4"2"-40"-15,-2-2-30 0,-14-1-73 0,8 0 37 16,-3 0-11-16,-5 0-25 0,9 0-27 16,-9 0-33-16,6 0-41 0,-6 0-38 0,10-12-30 15,-8 12-33-15,-1-4-23 0,-1 2-42 16,2-1-42-16,0-2-53 0,-4 1-65 0,2 1-4 16,0 1-173-16,0-4-74 0,0 0 21 0,0 6-205 15,0-10 34-15,0-2-320 0,15-19 51 16,-5 13 8-16,2-6 61 0,1 2 42 0,5-1 67 15,-1-4 26-15,7-5 47 0,-1-1 22 16,13-2 56-16,4-3-20 0,5 0 11 0</inkml:trace>
  <inkml:trace contextRef="#ctx0" brushRef="#br0" timeOffset="1222.7">3469 1538 771 0,'-5'0'355'0,"-1"0"-43"16,2 0-11-16,1 0-29 0,-2 0-10 15,3-3-31-15,0 3-9 0,1-2-17 0,2 2-5 16,1-1 0-16,5 1-20 0,-3-1-14 0,5 0-29 16,10 2-3-16,-8-1-15 0,5 0-2 15,6 0-28-15,26-8 9 0,-21 2-9 0,0 2-17 16,1 0 1-16,0-1-9 0,0-1 2 0,-2 2-11 16,-2 2-5-16,-1-1-14 0,-1-6-8 15,0 4 9-15,-2-2-14 0,-3 2 0 0,-6-5-9 16,2 3 12-16,-4-4-6 0,0 0-20 15,0 1-2-15,-7-2-15 0,2 0 2 0,-4 3-19 16,0-1 9-16,0-5-13 0,0-2 17 16,-14-19-11-16,8 21 3 0,-2 0 4 0,2-3 2 15,-6 7 0-15,3 2 2 0,4 2-12 0,-3 0 4 16,0 3 2-16,0 1 4 0,5-1 9 0,-4 4 1 16,7 0 2-16,-7 0 0 0,-3 0 9 15,-3 13-3-15,4-1 17 0,2 0 3 0,-1 0-2 16,2 3 25-16,2 3 17 0,0 4 17 0,-1 3 8 15,2 2-11-15,-2 5 10 0,1-3 11 16,4 7 17-16,-2-1-13 0,2-15-12 0,0 12-2 16,0 7-12-16,0 4 11 0,0 1-11 15,0 1-12-15,0-2 5 0,0 2-23 0,0-1 5 16,0-1-21-16,0-2-34 0,0-1-56 0,-3 42-43 16,-1-44 10-16,-3 0-137 0,-4 2-94 15,1 1 29-15,0-3-198 0,-4-4-27 0,0-3 38 16,1-4 36-16,0-7 25 0,-2-1 28 0,1-7 26 15,0-2 24-15,4-8 17 0,10-2 10 0</inkml:trace>
  <inkml:trace contextRef="#ctx0" brushRef="#br0" timeOffset="1422.4">3525 2010 246 0,'0'-19'537'16,"0"1"-62"-16,0 9-70 0,0-4-66 0,18-17-36 15,-4 14-50-15,2 0-17 0,3-1-24 16,0 5-29-16,4-1-19 0,3 1-40 0,2 3-16 16,2 1-13-16,4-1-129 0,-1-1-63 0,5 2-45 15,2 1 14-15,-3-4-238 0,0 3 29 0,1 0 27 16,-1-1 23-16,-1-1-104 0,-1-2 12 16,-2 0 18-16,0 0 7 0</inkml:trace>
  <inkml:trace contextRef="#ctx0" brushRef="#br0" timeOffset="2125.85">4577 1465 371 0,'0'0'304'0,"0"0"-25"0,-32-14-6 15,15 23-3-15,-1 3 8 0,-3 0 13 0,2 5-36 16,0-1 40-16,-2 5-20 0,3-1-7 0,-1 3-27 16,1 3-8-16,0 0-10 0,4 4-26 0,0 0-6 15,3 0-15-15,3 0-21 0,2 1-6 16,1-3-14-16,3 6-16 0,2-18-7 0,0 8-14 16,16 27-10-16,-5-29-18 0,1 3-5 0,4-7-6 15,-1-1-42-15,7-2-34 0,-1-4-41 16,1-1 5-16,6-2-119 0,-5-8-39 0,-9 0-51 15,2 0-16-15,26-20 29 0,-20 7-77 16,-1-3-37-16,-2-5-34 0,-4 1 30 0,4-6-76 16,-2-4 21-16,1-1 6 0,-1 4 51 0,-1-6 13 15,-2 4 380-15,0 2 40 0,-2 1-7 16,-2 1 102-16,2 2 33 0,-4 3 11 0,-1 0 11 16,3 6 1-16,-7 2 0 0,1 5 0 0,-1 1-3 15,-3 2-24-15,0 4 46 0,-3 0-7 16,3 1 6-16,-4 5-10 0,0 6-16 0,0 5 5 15,-2 4-10-15,3 1-28 0,2 0-4 0,1 3-16 16,-3-1-7-16,3-10-29 0,0 3-9 0,14 24-10 16,-11-17-9-16,5-2-6 0,-2-2-3 0,0 0-13 15,3-6-1-15,-2-2-24 0,0 0 6 16,-1-2-32-16,0-3-22 0,0-6-30 0,1-1-12 16,-7 0-4-16,0 0-21 0,23-18-1 15,-12 3 8-15,2-7-28 0,-3 1 17 0,2-4-13 16,3-3 12-16,-1-1 9 0,1 2 7 0,-2-1 4 15,1 3 3-15,-2 2 36 0,1-1 13 0,-5 5 14 16,1 1 0-16,-1 4-13 0,0 3 3 16,-8 4 8-16,6 4 0 0,-3 0 25 0,-3 3 18 15,0 0 7-15,7 10-1 0,-1 5-10 0,-3 2 11 16,1 1-9-16,2 3 7 0,0 4-4 16,-1 3-7-16,1-2-9 0,-1 2-4 0,0-2 3 15,3-2-42-15,-3 2-49 0,-1 1 4 0,0-5-167 16,-4-10-45-16,0 7 24 0,0 0-250 15,-16 18 46-15,8-24-95 0,3 1 40 16,-2-10 40-16,3-1 28 0,2-6 73 0,-5-1 24 16,6-3-54-16,1-1 7 0</inkml:trace>
  <inkml:trace contextRef="#ctx0" brushRef="#br0" timeOffset="2348.81">5472 1598 468 0,'21'-10'469'0,"-2"6"-87"0,-6 4 36 15,-13 0-20-15,24 12-15 0,-11 2-40 0,-4 2-26 16,0 5-26-16,1 5-21 0,-4-2-28 0,-1 3-22 16,0 5-29-16,-3-1-20 0,-2-13-13 15,0 3-15-15,-17 30-19 0,3-22-5 0,-1 2-15 16,-5-4-26-16,-2 1-20 0,-5-3-60 0,0-2-25 16,-5 0 3-16,4-1-130 0,-5-1-50 0,6-4-63 15,0-5 26-15,4-1-319 0,-2-1 43 16,11-9 1-16,14-1 36 0,-10 0 72 0,1-15 28 15,14-1 22-15,8-6 23 0,4-4 10 16</inkml:trace>
  <inkml:trace contextRef="#ctx0" brushRef="#br0" timeOffset="2818.25">6265 1610 896 0,'-4'3'392'0,"0"-1"-7"0,0 0-14 0,0 1-33 15,2-2-17-15,-1 1-30 0,1 2-36 0,0-4-23 16,1 3-22-16,2-6-33 0,1 2-16 16,4 1-21-16,13-1-1 0,7-2-25 0,3-2-19 15,2 1-20-15,5-3-54 0,5 3-2 0,2-3-175 16,2 0-78-16,2-1 22 0,-2 0-275 0,2 2 37 16,-5 1-35-16,-2-1 38 0,-3 3 16 15,-8 2 33-15,-18 1 23 0,17 13 9 0,-18-3-11 16</inkml:trace>
  <inkml:trace contextRef="#ctx0" brushRef="#br0" timeOffset="3048.38">6531 1847 296 0,'-26'12'412'15,"3"0"-25"-15,3-2-57 0,3 0 0 0,7-5-43 16,0 0 20-16,-1 2-27 0,6-2-15 0,1-5-53 16,4 0-14-16,0 0-21 0,17 3-11 15,6-3-26-15,-11 0-11 0,10 0-30 0,5 0-40 16,3 0-7-16,3 0-52 0,1 0-32 15,1 0-34-15,0 0-10 0,-3 0-8 0,-3 0-15 16,-2 0-7-16,-3 0-20 0,-2 0-10 0,-6 0 9 16,-2 0-15-16,-4 0-1 0,-3 0-2 15,-7 0 13-15,8 0-75 0,-8 0 5 0,5-6-61 16,-5 5-60-16,-3 1 21 0,3-1-78 0,-5-1 32 16,3-1 0-16</inkml:trace>
  <inkml:trace contextRef="#ctx0" brushRef="#br0" timeOffset="6519.84">7271 1269 436 0,'0'0'324'0,"0"-17"-33"0,25-3-16 0,-22 12-31 15,-3 3-10-15,0 3-17 0,0-2-16 0,0 1-41 16,2 2-1-16,1-4-10 0,-4 7-42 15,1 1-12-15,-4 5-7 0,10 4-1 0,-12 2 3 16,6-6 15-16,-8 18-7 0,4-5 13 0,-3-1-11 16,-2 3 28-16,0 3-20 0,-3-1-20 0,1-1-2 15,3-1-14-15,-2 1 4 0,2 2-9 0,-1-3-3 16,-1 3-7-16,1-2 0 0,2 1-17 16,0-2 0-16,-2 1 16 0,3-3-24 15,2-5 4-15,0 1-7 0,0-8-10 0,3 1 14 16,0 0-6-16,-1-3-4 0,2-1 6 0,0-6-7 15,0 0 8-15,0 6-22 0,0-6 11 0,26 15 7 16,-9-13-14-16,4 0 14 0,-13-2-8 0,7 0-4 16,5 0-12-16,25-14-1 0,-19 7 11 15,-3 0-2-15,3-1 0 0,-1-1 3 0,-2-3-5 16,-1 2 5-16,2-1-9 0,-3-3-13 16,0 2 17-16,-5-2-6 0,0 0 13 0,-3 1-6 15,-5 1-2-15,1-5-6 0,0 5-4 0,-4-4 18 16,1 2-3-16,-2 5 3 0,-4 2-1 15,4-2-11-15,-3 4 9 0,-1 1-6 0,0-2 8 16,0 1-1-16,0 2-11 0,0 3 1 0,0 0 6 16,0 0-1-16,-9 0-12 0,7 3 14 0,-6 9-3 15,-2 5 14-15,-2-1 11 0,3 9-7 16,3-1 5-16,-2 1 2 0,1 1-8 16,0-1 6-16,3 8-3 0,2-4-5 0,-2 1 6 15,-2 1-1-15,4 3-18 0,2-17 11 0,0 9-8 16,0 3-38-16,0 1-20 0,0 3-44 15,0-1 7-15,0 1-119 0,0-1-55 0,0 1-37 16,0-3 32-16,0-1-232 0,-2 22 39 0,-5-27-23 16,4-10 8-16,-1-9 30 0,2 0 26 15,1-5 25-15,4-2 59 0,-2-4 5 0</inkml:trace>
  <inkml:trace contextRef="#ctx0" brushRef="#br0" timeOffset="7023">7946 1659 532 0,'10'-20'553'0,"-4"6"-65"0,1-1-36 0,-3 10-60 15,-3-2-34-15,1-3-36 0,2 6-41 0,-4 1-31 16,3 2-34-16,0 2-9 0,-1 2-19 0,-1 1 1 16,0 3-17-16,1 12-14 0,0 6-8 15,2-1-20-15,-3 2-13 0,3 4-18 0,-1-3 7 16,-1 4-22-16,1-2-8 0,2 3-7 0,0-3-5 15,-2-5-16-15,1 1 14 0,-2 1-23 0,2-6 1 16,0-1 1-16,1-3-3 0,-4-3-8 16,2-4 7-16,-2 1-5 0,1-5 0 15,-2-1 1-15,2 1-8 0,0-4 7 0,-2-1-7 16,0 0-2-16,0 0-10 0,16-23 4 0,-6 7-7 16,1-5-7-16,2-1 3 0,0-1 6 0,2 2-11 15,-1 1 1-15,-1-1 8 0,4 4-12 16,-2-4 2-16,-1 3 3 0,0 1-3 15,3 2 5-15,-3-1 8 0,-1 3-14 0,0 1-4 16,-4 2 12-16,-1 3-9 0,-4 0 6 0,1 4-12 16,1 1 1-16,-4 2 3 0,-2 0 7 15,0 0-3-15,18 15 11 0,-9-1 3 0,-5 1 0 16,0 2-6-16,4 5 0 0,-2 2 5 16,-4 0 8-16,2-1-18 0,1 2 14 0,-2 2-10 0,-1-2 4 15,4 1-13-15,-4-2-27 0,-2 0-30 16,0-12-35-16,0 5-59 0,0 4 14 0,0-1-119 15,0-2-52-15,-18 19-28 0,12-24 28 16,0-3 29-16,-1-3-292 0,4-5 31 0,-1-2 40 16,2-5 34-16,3 0 63 0,-1-2 52 15,4-16 29-15,-4 10 2 0,13-28 7 0,-6 13-4 16</inkml:trace>
  <inkml:trace contextRef="#ctx0" brushRef="#br0" timeOffset="7730.2">8556 1317 431 0,'-4'-10'336'0,"-1"4"-31"0,-1-2-37 0,1 0-13 16,-1 4-43-16,3 1-15 0,2 1-3 15,1-1-13-15,-3-1-34 0,3 2-8 0,0 1 10 16,-3-2-11-16,1 3-17 0,2 0-24 16,0 0-3-16,0 0 11 0,0 0-18 0,0 0-9 15,0 0-7-15,0 0-8 0,0 0-7 16,-4-6-5-16,4 1 26 0,3 4 6 0,-3-2 3 16,0 3-12-16,0 2 1 0,1-2-4 0,2-3-11 15,-6 0-1-15,1 2-3 0,4 0 2 16,1-1-4-16,-1-1-24 0,-2 1 16 0,0 0-5 15,0 4-2-15,2-2-5 0,-1-2-11 0,-1 0 15 16,0-1-4-16,1 1 5 0,6-1-1 0,-7 1-10 16,2 0 0-16,-1-1-2 0,3 1-13 0,-1 2 1 15,-3-4-2-15,6 3 7 0,1-2-2 16,2-1-7-16,-1 1 1 0,3 0 1 0,-2 1 0 16,7 0-18-16,1 2 19 0,-2-3-13 15,-7 3 0-15,6 0 1 0,14 12 5 0,-12-4-21 16,-4 1 12-16,-1 2-8 0,-2 0 4 0,-4 1 16 15,0-1-9-15,-4-1 1 0,-1 1-1 16,0-11 9-16,0 10-12 0,-15 18 10 0,6-15-8 16,-3 1-6-16,1-3 9 0,-3 2 2 0,2-3 12 15,5-1-18-15,0-3 9 0,3-2-4 16,-1 2-12-16,0-2-1 0,3 0 13 0,-2-1 3 16,2 1-5-16,2-1-1 0,0 1 2 0,0-4 1 15,0 0-12-15,0 5 13 0,0-5-3 16,21 25 7-16,-12-12-3 0,6-1-7 0,-3 5 6 15,1-5-9-15,2 0-9 0,-5-3 2 16,3 1 8-16,-3 0-7 0,2-1 11 0,-11 0-10 16,1-2 19-16,2-1 0 0,-4-6 0 0,0 6-8 15,-16 9 8-15,0-7 3 0,-6 2-4 16,1-3 9-16,-2 0-12 0,0-2-10 0,-2-1-11 16,0 0-38-16,1 0 5 0,2-1-66 15,1-3-41-15,10 0-30 0,-5 0-54 0,5 0 24 16,-2 0-200-16,-5-13-84 0,15 6 34 0,5 0 15 15,6-3 41-15,6-2 28 0,2 0 25 0,5-2 15 16,2 4 7-16</inkml:trace>
  <inkml:trace contextRef="#ctx0" brushRef="#br0" timeOffset="8299.84">9169 1881 314 0,'-6'0'344'0,"-2"0"-36"0,2 3-35 16,2-3-35-16,-1 0-3 0,-2 0 12 0,3 2-34 16,1-1-30-16,0-2-5 0,2 2-13 0,-5-1-16 15,6 0-4-15,0 0-32 0,-1 2 22 16,2 0-17-16,5-2-16 0,0 0-17 0,20 0-10 15,-14 0-7-15,13 0-7 0,3 0 20 0,5 0-10 16,1 0-26-16,46-11-24 0,-34 7-22 16,-5-1-44-16,1 1-22 0,3-1-45 0,-7 2-38 15,1-1-30-15,1 1 14 0,-5-4-153 16,-5 1 26-16,0 1-150 0,-5-3 26 0,-5 3 61 16,0-2 23-16,-6 2 18 0,-6 0-19 0</inkml:trace>
  <inkml:trace contextRef="#ctx0" brushRef="#br0" timeOffset="8600.98">9535 1651 605 0,'-9'-2'377'16,"2"0"-73"-16,3 3-20 0,2-2-49 0,-3-2-20 15,3 3-23-15,0 0-34 0,2 0-13 0,-4 0 25 16,3 4-30-16,-1 2 11 0,2-1-3 16,0 3-17-16,3 10 6 0,-3-6-15 0,0 5-16 15,0 5 0-15,0 2-13 0,0 3-10 0,0 2-15 16,0 2-1-16,0 1-19 0,0-1-4 16,0 1-62-16,0-1-30 0,0-2-26 0,0-2-50 15,0-3-42-15,13 23 15 0,-11-31-188 16,2 2 28-16,0-7-144 0,0-7 14 15,4-3 20-15,-3-1 51 0,2-2 21 0,10-6 28 16</inkml:trace>
  <inkml:trace contextRef="#ctx0" brushRef="#br0" timeOffset="9672.99">10184 1620 650 0,'0'0'195'16,"-4"-3"-13"-16,4 3-9 0,-1 0-14 0,1-2-12 16,-3 1-5-16,2 0 1 0,1 1-23 15,0 0-3-15,0 0-5 0,-3 0-6 0,3-3-4 16,-1 3-6-16,-1 0 6 0,2 0-7 16,0 0-18-16,0 0 2 0,0 0-6 0,0 0 4 0,0 0 6 15,0 0-11-15,0 0 0 0,0 0-14 16,0 0-1-16,0 0 15 0,0 0-21 15,0 0-4-15,0 0 4 0,0 0-3 0,0 0-16 16,0 0 12-16,0 0-6 0,0 0-11 0,0 0 10 16,0 0-14-16,0 0 9 0,0 0-30 15,0 0 27-15,0 0 9 0,0 0-26 0,0 0 3 16,0 0-3-16,0 0 3 0,0 0 15 0,0 0-13 16,0 0-1-16,0 0-2 0,0 0-5 0,0 0 12 15,0 0-10-15,0 0 0 0,0 0-9 16,0 0 21-16,0-14-2 0,0 14-17 0,0 0 16 15,0 0-30-15,0 0 13 0,0-22 30 16,3 20-23-16,0-1 12 0,1 0-27 0,0 1 14 16,1-1-11-16,10-3 3 0,-5-1 11 0,2 2 5 15,3-3-23-15,-3 6 1 0,2 0 15 0,-4 2-5 16,-2 0-4-16,-8 0-15 0,11 0 6 16,12 14 18-16,-11-4-16 0,-3-1-6 0,-4 7 4 15,0 0-2-15,-4 2 27 0,-1-6-26 16,0 6 14-16,-19 23-5 0,6-18 5 0,0 5-8 15,-4-1-6-15,-1-1 2 0,-2-2 2 0,0 1 25 16,2-1-22-16,0-5-4 0,-1 2 16 0,4-1 2 16,-2-3-16-16,1-4 11 0,9-1 17 15,-3 0-12-15,1-4-2 0,5-4 32 0,0 1-4 16,3-2 5-16,-2 0-4 0,3-2-12 0,0-1 7 16,0 0-12-16,0 0-1 0,13 2 12 15,-5-2-4-15,11-5-14 0,-9 5 12 16,20-7-6-16,-6 2-10 0,-1-2 21 0,0 5-12 15,2-3-11-15,-3 0 0 0,2 0 3 0,0 0-22 16,-3 4 3-16,1-3-39 0,0 2-47 0,-2-3-38 16,-3 3-23-16,2-1-30 0,3 0-33 15,-4 2 21-15,-1-7-145 0,0 6-138 0,0-1 33 16,-6-1 25-16,-1 0 26 0,-2 0 26 0,8-3 19 16,-5 0 25-16,3-2-6 0</inkml:trace>
  <inkml:trace contextRef="#ctx0" brushRef="#br0" timeOffset="10254.73">10823 1557 524 0,'0'-2'331'0,"0"-2"-38"0,0 1-33 0,0 2-14 16,0-1-37-16,1-1-28 0,1 1-24 15,-2 1-18-15,1 0-9 0,0 2 12 0,3-1-11 16,-2 4 10-16,1 1-12 0,1 0-15 0,0 11 11 16,4 3-6-16,-5-1-14 0,3 6-10 15,-1-2-10-15,0 2 25 0,-4 2-12 0,4-6-14 16,-4 4-6-16,2-5 0 0,-2 5-6 15,-1-16-4-15,0 6-11 0,0 1-6 16,0-3-1-16,0-2-5 0,0 1-4 0,0-3-5 16,0-3 12-16,0-5 9 0,0 7 5 0,0-7-4 15,0 0-7-15,7 8-9 0,-5-11-8 0,1-1 4 16,3-9-8-16,1-4-5 0,3-3 3 16,0-4-5-16,3 4-3 0,-3-6-11 0,0 4 17 15,2 1-9-15,-2 1-6 0,5 0-2 0,-2-1-11 16,0 4 6-16,-4-2 6 0,1 4-2 0,0-1-1 15,-2 4-11-15,0 4 17 0,-4 3-13 16,2-2 7-16,-1 2-9 0,-5 0-6 0,6 3-3 16,-4 0 13-16,0 1 6 0,-2 1 3 0,0 0 14 15,0 0 3-15,11 10 3 0,-3 2-10 0,-1 3 10 16,-1-1-5-16,-1 3 5 0,-1 3 3 16,1 1-1-16,-1 1-10 0,1 0 6 0,-4 0-13 15,3 0 10-15,1-1-28 0,-1 1-31 0,0 0-41 16,5 0 7-16,-7-5-126 0,2 2-44 15,-2-1-71-15,0-10 33 0,1 5-270 0,-2-5 42 16,0-3 22-16,1-1 9 0,-1-1 56 0,3-3 26 16,-4 0 25-16,0 0-11 0,26-11 20 15</inkml:trace>
  <inkml:trace contextRef="#ctx0" brushRef="#br0" timeOffset="10497.34">11558 1743 323 0,'0'-4'550'16,"3"1"-81"-16,-1 1-35 0,-2-1-59 0,5-1-31 15,3-4-29-15,1 3-34 0,5-4-41 0,3 2-17 16,3-1-31-16,6 1-25 0,2 5-18 16,5-2-11-16,0 0-19 0,3 0-30 15,1-2-28-15,-1 4-5 0,4 0-119 0,-3-2-33 16,0 0-31-16,-3 1-48 0,0 1-48 0,-1 0 20 15,-2 2-183-15,-3-3 31 0,-9-2-128 0,-1 1 60 16,-9 2 13-16,-3 2 20 0,-3-4 34 16,-3 4 21-16</inkml:trace>
  <inkml:trace contextRef="#ctx0" brushRef="#br0" timeOffset="10761.99">11838 1509 612 0,'-7'-4'388'16,"4"0"-76"-16,-1 1-12 0,2 2-25 16,-4-2-31-16,2 3-47 0,2 0-12 0,-2 0-21 15,3 3 6-15,-2-1-18 0,3 4 35 0,0-1-18 16,0 16-13-16,-3 3-16 0,3-12 1 16,0 9-25-16,0 1-8 0,13 32-6 0,-9-25-19 15,2 1-3-15,-3-1-10 0,1 1-5 16,-1-1-29-16,-1-1-5 0,2 2-86 0,2 2-39 15,-6-20-39-15,0 9-66 0,0 2 20 16,0 0-175-16,-12 19-113 0,12-28 34 0,0-14-1 16,0 7 31-16,0-7 23 0,0 0 44 0,9 9 32 15,-3-10 8-15</inkml:trace>
  <inkml:trace contextRef="#ctx0" brushRef="#br0" timeOffset="11459.76">12352 1535 554 0,'-2'-9'315'15,"0"1"-42"-15,0 2-25 0,0 0-24 0,1 1-18 16,-1-2-12-16,0 4 3 0,2-3-37 0,-1 3-2 15,0-1-19-15,1 1-3 0,-2 0-7 16,1-2-15-16,0 1 0 0,1 1-15 0,0 0 19 16,-1-1-7-16,1 2-17 0,0 2-5 15,0 0-11-15,0 0 8 0,0-7-17 0,0 7 4 16,0-7-10-16,0 7 7 0,0 0-3 16,0-6 4-16,0 6-11 0,0 0 5 0,0-8-6 15,0 8 2-15,0 0 2 0,0-6-15 0,0 6-2 16,0-7-6-16,0 7-16 0,0-5 10 15,11-4-2-15,-8 5-5 0,1 4-7 0,1-4-6 16,9-3 16-16,-1 2-15 0,6 0 6 0,-1 0-3 16,2 0-7-16,3 3-16 0,-1 2 10 15,-2 0-6-15,-8 0 3 0,3 0-3 0,5 0 7 16,20 14 3-16,-21-7-5 0,-1 0-3 0,-2 3 2 16,-5 1-4-16,0 4 7 0,-5-4 0 15,-1 6-8-15,-5-1 8 0,0-8 0 0,0 2-4 16,-21 19 1-16,10-13-12 0,-4-1 4 15,2-1-3-15,-4 0 17 0,-1-3-4 0,2 0-11 16,-1 0 23-16,7-2-10 0,-3 3-2 0,3 0-1 16,3-7-10-16,2 2-5 0,3-2 19 15,2 2-6-15,0-1-4 0,0-6 14 0,0 7-2 16,20 14-10-16,-3-8 5 0,1-4-5 0,2 3-14 16,3 1 13-16,-2-1 2 0,2 0 3 0,1 0-6 15,-3 2-5-15,3 1 20 0,-3-3-14 16,-4-3-2-16,0 0 0 0,-6-2 10 0,-3 2-4 15,-3-2-3-15,-3-2 3 0,-2-5-7 0,0 0 18 16,-17 20-12-16,0-13 17 0,-5-3-7 0,-7 3-9 16,-2-2 14-16,2-1-10 0,-3 2 1 15,-3-3-12-15,-1 1-29 0,0-3-8 0,0 1 4 16,1 2-112-16,18-4-50 0,-7 0-59 0,-5 0 24 16,-29-12 24-16,33 4-320 0,7 0 35 15,1-4 27-15,11-1 32 0,0-1 57 0,-1-1 23 16,3 5 22-16,4 3 12 0,0 7-4 15</inkml:trace>
  <inkml:trace contextRef="#ctx0" brushRef="#br0" timeOffset="17453.91">2122 3297 380 0,'0'0'339'15,"-13"0"-67"-15,13 0-10 0,0 0-16 16,0 0-37-16,0 0 23 0,0 0-37 0,-15 0-5 16,15 0-17-16,0 0-26 0,-16-8 2 0,16 8-16 15,-1 0-14-15,1-1-22 0,3 1-6 16,-1 0 13-16,1 0-28 0,2 1-2 0,4 1-19 15,7 1-19-15,-7-3 9 0,21 4 5 0,-7-1-4 16,4 0-13-16,-17-3 17 0,10 0-16 16,4 0-24-16,2 0 11 0,0 0 4 0,3 0-8 15,-2 0 8-15,0 0-22 0,0 0-7 16,21-10 18-16,-27 3-20 0,-2 2 25 0,1 0-28 0,-3 0 1 16,-4 1 5-16,-1-4 3 0,-2 1 9 15,3 0-11-15,-6-1-5 0,-2-2-14 0,-1 3 32 16,-3 0-14-16,5-9-5 0,-6 2 5 0,0 5-1 15,0-4-6-15,0-4-11 0,0 2 11 16,-12-19 4-16,7 16 8 0,-1 3-8 0,3 2 22 16,-1 1-3-16,-2 3 12 0,3 1 7 0,3 3 15 15,-3-1-12-15,1 2-14 0,0 1 15 16,2-1-18-16,-2 1-12 0,1 1 2 16,-2 0 7-16,3 2-10 0,0 0-1 0,0 0-13 15,0 0 30-15,-19 21-17 0,12-5-2 0,-1 5 1 16,5 1-1-16,-4 4 33 0,3 1 18 15,1 4 6-15,-2-3-1 0,4 2-1 0,-1 2 1 16,0 2-11-16,-2-1-6 0,0 0 11 16,3 1-6-16,-4 0-7 0,2 0 0 0,2 1 0 15,-4 0-6-15,3 2-50 0,-1 0-5 0,-4-1 3 16,5 2-131-16,-5-1-52 0,1-1-45 16,-1 0 23-16,-3-1 19 0,-1-2-309 0,-1-2 38 15,2-5 33-15,0-5 12 0,-1-4 48 16,4-10 25-16,2-2 16 0,1-2-19 0</inkml:trace>
  <inkml:trace contextRef="#ctx0" brushRef="#br0" timeOffset="17825.25">2343 3624 360 0,'0'-15'507'15,"0"4"-90"-15,0 0-60 0,2 2-26 0,-2 9-42 16,0-7-55-16,11-12-26 0,3 5-25 0,0 3-19 15,4 0-12-15,1 0-17 0,6 2-33 16,2 1-29-16,-1 0-16 0,4 1-31 0,-1 1-5 16,0-2-11-16,2 3-36 0,1-2-3 15,-3-1-12-15,0 1 2 0,-1 0-2 0,1-1 11 16,-6 0 9-16,0-2-2 0,2 0 0 16,-2-2 34-16,-6 2 16 0,1-2 16 15,-4 0-15-15,-1 2 21 0,-3-2 16 0,-2 4 12 16,-1 4-7-16,-3-1-8 0,0 2 3 0,0-1-6 15,-2 3-7-15,0-1-15 0,0 2-22 0,-2 0 2 16,0 0 8-16,0 0 17 0,10 20-23 16,-6-6-9-16,-4 5 14 0,3 1-11 0,-2 5-10 15,3-3-35-15,-3 3-40 0,-1 2-44 0,3-1-32 16,-2-1-65-16,-1-11 19 0,0 4 16 0,0 4 18 16,0-1 14-16,-13 22-326 0,7-28 35 15,6-2 29-15,-4-4 74 0,3-1 9 0,1-4 19 16,0-4 12-16</inkml:trace>
  <inkml:trace contextRef="#ctx0" brushRef="#br0" timeOffset="17995.25">3077 3257 509 0,'-4'-27'482'0,"4"14"-73"0,0-4-56 0,-13-21-47 15,9 18-37-15,2 5-32 0,-1 2-99 16,3 5-61-16,-3-2-60 0,2 5-67 0,1 5-48 15,0 0 9-15,0 0-57 0,11-4-116 0,-9 4 21 16,6 2-158-16,6 5 37 0,-1 0 18 0,-1-1 27 16</inkml:trace>
  <inkml:trace contextRef="#ctx0" brushRef="#br0" timeOffset="18337.03">3259 3243 539 0,'3'8'313'0,"-3"10"-4"0,0 0-52 0,0-8-13 16,0 5-1-16,0 3-22 0,-12 19 6 15,9-13-45-15,-1-5-18 0,4-8-10 0,0 5 1 16,0 3-35-16,0 0 4 0,0-1-10 0,14 15-5 16,-6-20-17-16,-6 0-5 0,2-5-5 15,0-1-8-15,-2-3 23 0,2 0 3 0,1-4 14 16,2-3-30-16,-1 3-11 0,14-17-19 0,-4 1 11 16,0-3-6-16,-1-1-7 0,0 1-8 15,-1-3 4-15,1 5-1 0,1-4 9 0,-1 3 31 16,-2 2 5-16,-3 2 4 0,0 3-18 0,-3 4-5 15,-1-1-10-15,0 3-1 0,-3 1-13 16,1 1-9-16,-2 2 1 0,-2 1-4 16,0 0-1-16,0 0-2 0,17 21-1 0,-10-9-38 15,1 5-31-15,1-2-33 0,-1 3 9 0,7 1-82 16,-2 1-43-16,4-3-30 0,2 2-15 0,0-6-34 16,5 2 25-16,3-4-94 0,-3-4-115 15,1-2 34-15,0-2 32 0,-11-3-15 0,6 0 25 16,27-12 23-16,-23 4 25 0,0-5 14 15,-3 0 8-15</inkml:trace>
  <inkml:trace contextRef="#ctx0" brushRef="#br0" timeOffset="18832.24">4044 3347 470 0,'14'-21'317'0,"0"1"-2"0,-2 2-20 0,-6 1-38 15,-2 4-36-15,-2 5-9 0,-2 8-24 0,0 0 7 16,-15-7-14-16,-4 10-13 0,-3 6-16 16,-2 4 4-16,1-1-19 0,0 6 1 0,1 2 0 15,-1 0-15-15,3 4-16 0,3 2 5 16,3 2-21-16,1-1-8 0,6 1-21 0,3 1 11 15,4-13-5-15,0 5-17 0,15 22-4 0,-5-19 4 16,3-7-17-16,3-3 17 0,-1-3-6 0,3-4-22 16,-5-1 13-16,-2-6 4 0,-3 0-9 15,15-12-8-15,-9-1-4 0,-4-7 3 16,3-3-9-16,-3-2 12 0,-3-4-2 0,3-8-13 16,0-4 9-16,3-5-16 0,-4-3 11 0,1-6-7 15,1 1-2-15,-2-1 23 0,-1 6 29 16,1 1 37-16,-3 7 10 0,-4 3 18 0,1 6 4 15,0 0-9-15,4 6-27 0,-4 5-1 0,1 5-24 16,-4 16 15-16,-11 0-7 0,-1 13 6 16,-2 6 22-16,-1 6-18 0,-3 6-3 0,4 5-9 15,-3 5 37-15,6 6 1 0,-1 0-2 0,3 2-2 16,3 1 13-16,2 1-4 0,3-2-10 0,1-24-9 16,0 8-7-16,0 8-7 0,0-2-6 15,14 43 0-15,-4-45-14 0,-5-6 0 0,0 1 2 16,3-5-16-16,2-4 3 0,-4-1 3 0,7-3-4 15,5-5-18-15,4-6-4 0,2-4-16 16,-11-4-21-16,11 0-27 0,31-12-26 0,-19 6 6 16,1-2-61-16,1-2-29 0,-2-1-18 15,-2 0-11-15,1-2-28 0,0-1 19 0,-5 0-96 16,-2 1-39-16,-6-1-47 0,5 0 33 0,-8-3-226 16,-1 0-38-16,0 0 53 0,-5-1 6 0,1-2 60 15,-2-1 32-15,1 0 30 0,0 0 24 16,6 1 84-16,0-4-12 0,2 1 11 15</inkml:trace>
  <inkml:trace contextRef="#ctx0" brushRef="#br0" timeOffset="20032.86">5325 3342 981 0,'3'-3'321'0,"-2"2"-26"0,1 1-38 0,-2 0-31 16,0 0 17-16,0 1-20 0,-2 2-27 16,1 1 1-16,-3 0-5 0,-3 8-31 0,1-2-2 15,1 5-19-15,0 3-16 0,4-1 5 0,1-9-47 16,0 5 16-16,10 17-10 0,1-14-16 15,3 0 14-15,2-7-28 0,2 4-2 0,0-3-2 16,1-2 3-16,-5-2-16 0,2-2 4 0,0-3 0 16,-16-1-9-16,9 0-2 0,-2 0 0 15,10-22-8-15,-9 10-10 0,-2-7-7 0,-3 1-4 16,-3-4 12-16,0 11-5 0,0-7-10 0,0 1 14 16,-16-20-1-16,10 18 2 0,-2-1-7 15,3 5-16-15,-1 1 24 0,-1 0-14 0,3 4 7 16,1 2-20-16,1 5 1 0,2 3-72 15,0 0-8-15,0-8 1 0,25-6-4 0,-7 5 0 16,6 1-12-16,3 1 7 0,1 2 21 16,1 1-8-16,2 1 13 0,-5 1 1 0,3-1 8 15,-2 1 7-15,-6-1 10 0,-9 3 13 0,5 0 29 16,0 0 17-16,-1 0 34 0,-5 0-15 16,-1 0-2-16,-2 0 61 0,-1 0 9 0,-7 0 0 15,17-7 2-15,-15 5 1 0,0 2 21 16,2-2-3-16,-4 2-1 0,4-1-13 0,0 1-4 15,-4-1 3-15,2-1-11 0,0 2-8 0,-2 0-7 16,0 0-12-16,0 0-1 0,0 0-4 0,0 0-7 16,0 0-9-16,0 0-8 0,0 0-9 15,6 0 3-15,-6 0-8 0,0 0-3 16,0 0-9-16,9-2 3 0,-8 1-5 0,-1 2-4 16,2 0 7-16,-2-1-1 0,0 1-7 0,0 2-4 15,0 2 5-15,3-2 0 0,-1 2 2 0,1 15 1 16,0 0-6-16,-3 1-4 0,4 0 0 15,-3 0 3-15,0 1-2 0,2-2-2 0,0 2 2 16,2-3-2-16,-3 2 3 0,1-5 4 16,2-1-12-16,-2-4 12 0,3 3 0 0,-1-4-11 15,1-5-12-15,11 0-35 0,1-3-25 0,-7-2-22 16,5 0-4-16,27-20 10 0,-16 12-33 16,-7-5 4-16,1-7 14 0,3 6 15 0,-3-1 15 15,-2-2 3-15,2 3 7 0,-6 1 6 16,2 0 6-16,-6 4 5 0,0-2 29 0,-3 8 2 15,-4 1-12-15,-4 2 7 0,0 0-1 0,7 10-7 16,-4-5 3-16,-3 2 30 0,5 10-10 16,-1 2 7-16,5-1-2 0,1 0 16 0,4-1-2 15,-1 0 2-15,1-1 2 0,3 0 2 16,-3-4 1-16,2 3-4 0,2-8-4 0,-2 2-8 16,4-5 6-16,-2-3 5 0,2-1-6 0,-11 0-8 15,4 0-6-15,18-15 17 0,-17 4 0 16,1 1 13-16,-2-7-9 0,1-5-11 0,-5 0 22 15,3-3-9-15,-2-4 12 0,-3-3-10 0,1-2 17 16,0-2-2-16,3 1 26 0,-11 0 3 0,4 0 9 16,-3 1 5-16,2 4 12 0,-2-2 7 0,-1 15 6 15,0-3-3-15,0-2 3 0,0 2-7 16,0 2-8-16,0 5-8 0,0 0-22 0,0 5 0 16,0 1 5-16,0 7-14 0,-10-8 2 15,9 12-14-15,-2 2-11 0,2 11 4 0,-4 7 2 16,5 6-11-16,0-16 5 0,0 12-6 0,11 35-15 15,-4-21-35-15,2 0-61 0,1 2-74 0,-3 3 14 16,1-4-152-16,-4 2-67 0,-3-2 34 0,-1-23-266 16,0 10 63-16,-16 26 33 0,3-29 47 15,5-3 33-15,-1-3 5 0,-4-7 27 0,5-3 25 16,2-5 23-16,0-3 10 0</inkml:trace>
  <inkml:trace contextRef="#ctx0" brushRef="#br0" timeOffset="20214.82">6665 3332 581 0,'6'-16'348'0,"6"1"-72"0,3-2-32 16,7 4-37-16,1 1-21 0,0 1-19 0,8 0-11 15,4 1-42-15,0 0-6 0,2 3-31 16,0 2-9-16,-1-3-29 0,1 4-21 0,-3-2-20 16,-2 2-30-16,-2-1-18 0,-6-2-28 15,-1 5 8-15,-14 2-60 0,-1 0-28 0,-2 0-100 16,-6 0 19-16,8 0-124 0,-8 0 19 15,0 0 6-15</inkml:trace>
  <inkml:trace contextRef="#ctx0" brushRef="#br0" timeOffset="20725.5">8048 2912 262 0,'2'-10'392'0,"4"-4"-51"0,-3 5-5 0,0 1-47 16,-3 3-25-16,4-1-28 0,-1 2-19 0,-3 2-29 15,0 1-25-15,1 0-26 0,-1 3 7 16,1 3 10-16,-1 2-18 0,0 14 22 0,0 2-8 16,0 4-20-16,0 3-11 0,0 1 6 0,0 2-14 15,0-2-11-15,3 3-7 0,0 0-9 0,0 2-6 16,-1 0-9-16,0 3-40 0,0-3-3 16,3 0-97-16,-5 1-35 0,1-3-49 15,2-1-34-15,1-1 16 0,-4-17-229 0,0 6-82 16,-10 23 34-16,2-27 5 0,1-3 27 0,3-7 67 15,-4-6 20-15,4-1 14 0,-2-4 35 0</inkml:trace>
  <inkml:trace contextRef="#ctx0" brushRef="#br0" timeOffset="21715.15">7773 3217 543 0,'-13'-12'454'0,"2"3"-79"16,-2 0 18-16,3 2-29 0,3 2-47 0,4-1-41 15,0 0-29-15,-1 2-20 0,4 4-39 16,0 0-14-16,21-17-18 0,0 10-33 0,6-1-21 16,3 1-30-16,3 4-6 0,9-4-85 0,1 3-24 15,7-2-24-15,-4-1-33 0,2 1-20 16,0 0 7-16,2-3-20 0,-3 3 5 16,-1-2 11-16,-1-2-1 0,-1 1 12 0,-9 1 9 15,-1-2 24-15,-4-1 12 0,-2 3 28 0,-3-3 32 16,-4 0 11-16,0-1 16 0,-2-3 29 0,-4 5-6 15,-4-2 19-15,1 1 11 0,-6 3 2 16,0 1 20-16,-3-1-5 0,-1 1-10 0,1 2 43 16,0 0 15-16,-3 1-19 0,2 1-1 15,-1-1 6-15,-1 1-6 0,1-1-7 0,1 1-11 16,-2-1-2-16,1 2 0 0,0 0-10 0,-1 2-5 16,0 0-8-16,0 0-14 0,0 0-1 15,0 0 3-15,0-7-10 0,0 7-9 0,0 0 7 16,0 0-6-16,0 0-7 0,0 0-13 15,0-7-1-15,0 7 2 0,0 0-13 0,0 0 1 16,0 0 4-16,0 0-2 0,0 0-6 0,0 0-4 16,9-10-4-16,-9 10 0 0,1 0 1 15,-1 0 0-15,0 0 2 0,0 3-14 0,0-2 14 16,2 2-4-16,-2 0 3 0,2-1-13 0,0 3 2 16,-2-3 6-16,0 4-1 0,2-3-4 15,-1 2 8-15,-1 1-4 0,3-1-4 0,-2-2 3 16,-1 1-6-16,1 0 0 0,1-1 8 15,-2 0-2-15,0 2 1 0,1-3 1 0,0 1-8 16,-1-3 10-16,0 0-7 0,0 0 8 0,0 0-13 16,0 0 8-16,0 7 4 0,0-7-4 0,0 0-1 15,0 5-3-15,0-5 3 0,0 9-9 16,0-1 18-16,0 4 5 0,0 6 4 0,0 2 10 16,-9 29 0-16,6-20-5 0,-3 3-8 15,3-2 3-15,0 1 5 0,-1 3-4 0,0-3 2 16,3 2 1-16,0 1-8 0,1-18 0 15,0 9 6-15,0 1-2 0,0 3 0 0,11 22-6 16,-6-30-6-16,4-2 0 0,2-5-25 0,-2-3 0 16,5-5-21-16,0-4-20 0,-5-2-21 0,20-11-14 15,-9 3 2-15,5-3 4 0,-7-3 3 16,3-3 7-16,0 1-4 0,1-5 15 0,1 3 20 16,-5-2 9-16,2 4 4 0,2 2 28 15,-8 4-4-15,-1 2-3 0,-2 1-9 0,0 4 16 16,-3-1-4-16,-1 4-1 0,-7 0 1 0,10 0-2 15,14 19 6-15,-7-9-9 0,2 2 4 16,-1 2 20-16,5 0-3 0,0-1-7 16,2-2-6-16,-2-1 8 0,2-1-6 0,0-2 7 15,1-3 4-15,-2-4-1 0,-11 0-11 0,5 0-4 16,24-9-7-16,-22-1 1 0,1-1-20 0,1-5 19 16,-5-2-12-16,-1-5 4 0,0-1-15 0,0 2 29 15,-2-2-7-15,-3 2 30 0,-3 3 8 16,1-1-6-16,-3 6 10 0,-3 3 1 0,-3 11-7 15,0 0 11-15,-14-13-8 0,6 15 21 16,-7 3-3-16,1 4-8 0,0 4 2 0,4 3 1 16,-1 1-7-16,5 5-7 0,6 2 5 0,0-10 6 15,13 21-3-15,4-11-21 0,8 0-16 0,7 0-29 16,2-2 2-16,5-3-130 0,0-3-64 16,3-1-78-16,1-5 31 0,1-2 26 0,-3-7-297 15,6-1 48-15,-23 0 36 0,46-11 48 16,-27 0 35-16,5-4 51 0,-2-1 5 0,1-6 14 15,-1-4 1-15</inkml:trace>
  <inkml:trace contextRef="#ctx0" brushRef="#br0" timeOffset="24496.41">10936 2804 605 0,'0'0'343'0,"0"0"-51"0,0-14-51 0,0 14-32 0,0 0 4 15,0 0-19-15,0 0-19 0,0 0 11 16,-21 20-38-16,21-10-12 0,0 7-11 0,7 26-5 16,-1-16-27-16,-1-3 14 0,0 5-25 15,0-2-9-15,2 5 0 0,-4 1-35 0,4 0-26 16,-5 0-45-16,2 1-43 0,-1-3-55 0,-1 3 12 15,0-3-139-15,-2-15-175 0,0 9 29 0,0 2 27 16,-13 19 24-16,9-27 17 0,4-8 14 0,-1-5-3 16</inkml:trace>
  <inkml:trace contextRef="#ctx0" brushRef="#br0" timeOffset="24948.51">11071 3193 696 0,'2'-8'380'0,"9"-2"-76"0,-1-1-34 16,6 3-17-16,0 3-48 0,2 1-20 0,1 1-21 15,2 3-30-15,-11 0 4 0,8 0-19 16,20 16-18-16,-14-3-12 0,-6-2 2 0,2 5-26 16,-3 1-3-16,-4 1 5 0,0 2-20 15,-3-3-5-15,-5 2 13 0,-2-4-15 0,-3-4 12 16,0 2 10-16,-22 16-1 0,9-15-11 0,-7-3-14 15,-3 1 4-15,-3 0 1 0,1-3-15 16,2-3 3-16,1-1 5 0,3-1-5 0,12-4 19 16,-7 0-41-16,4 0 1 0,-13-22 17 0,19 14-40 15,2-1-2-15,2 3 8 0,0-7 5 16,18-16-15-16,-3 10 3 0,2 2 1 0,3 0-7 16,-2 0 9-16,6 5-11 0,-2-2 11 15,11 2 3-15,-6 2 2 0,1-1 1 0,0 3 9 16,0 0-6-16,2 1 27 0,-5 3-11 15,0 3 12-15,-15 1 0 0,5 0 16 0,21 10-6 16,-21 0-4-16,-1-1 26 0,1 2-7 0,-4 7-20 16,-1 2-4-16,-5-2 7 0,0 3 6 0,-3-1-16 15,-2-7-1-15,0 4-70 0,0 4-51 16,0-1-61-16,-14 26-53 0,7-26 18 0,4-1 19 16,-4-4-310-16,-2 1 35 0,4-8 41 0,-1-4 28 15,6-2 24-15,0 1-13 0,0-6 27 16,3-1-7-16</inkml:trace>
  <inkml:trace contextRef="#ctx0" brushRef="#br0" timeOffset="25112.73">11681 3081 391 0,'1'-26'480'0,"2"6"-95"0,-3 10-31 0,0-2-73 16,0 1-46-16,0 1-8 0,0 1-42 0,0 3-74 15,0 6-40-15,0 0-36 0,0 0-33 0,-7-12-48 16,4 16-48-16,1 2 9 0,4 1-105 15,1 10-168-15,-3-10 24 0,9 16 23 0,2-7-16 16,-4-1 14-16,4 1 3 0</inkml:trace>
  <inkml:trace contextRef="#ctx0" brushRef="#br0" timeOffset="25641.96">11960 3305 348 0,'3'-4'332'0,"0"0"-53"0,-2-1-33 0,-1 2-16 0,4-2-22 16,-1 1-12-16,0-1-31 0,0 2-22 0,1-1-23 15,-1-1-9-15,5-7-11 0,-1 2-16 16,0 0 18-16,-3 2-6 0,4-3-13 0,1-1 0 15,-2-1 17-15,0-1-1 0,0 1-24 0,-3-2 26 16,2 2-33-16,-3 0-4 0,-3 2 5 16,0 1-2-16,0 10-1 0,0-10-4 0,0 3 2 15,0-1-15-15,0 1 11 0,0 1-15 0,0 6-10 16,-10-17-4-16,5 13 2 0,0 3 1 16,0 0-19-16,-2 1-1 0,-8 5 0 0,1 3-8 15,-2 1 10-15,4 5-7 0,0 2 9 0,5 5-5 16,0 3-12-16,4 4 11 0,-1-2-18 0,4 3 12 15,0-12 4-15,0 5-6 0,15 35 0 16,-5-22-13-16,0 1 11 0,0 1 5 0,1 1 4 16,0-2-3-16,3 0-6 0,-1 0-2 15,-2-2 5-15,3-4 16 0,-8 1-2 0,0-2 9 16,0 3 28-16,-6-1-2 0,0-18 10 0,-15 25-8 16,2-13 17-16,-2-5-14 0,-8-2-8 0,-3 0-2 15,-4-3-7-15,-1-3 5 0,-3 1-8 16,-3-4-21-16,-2-3-25 0,4-1 2 15,-5-1-114-15,0-1-52 0,3-3-50 0,21 0 22 16,-32-12-337-16,23 4 36 0,8-10 37 0,7-5 32 16,9-6 27-16,1 16 26 0,18-32 34 15,2 15 25-15,11-6 19 0</inkml:trace>
  <inkml:trace contextRef="#ctx0" brushRef="#br0" timeOffset="25839.49">12288 3323 1235 0,'9'-9'474'0,"-5"4"-62"16,1 2-41-16,-3-4-40 0,2 2-33 15,2 2-37-15,8-4-33 0,5-2-24 0,5 1-49 16,5 4-51-16,3-2-53 0,6 5-5 16,-6 0-156-16,6-1-58 0,-4 0 16 0,3 0-263 15,1 1 33-15,1-1 30 0,-2-3 27 0,-1 1-96 16,-1-2 31-16,2 1 9 0,-1-4 15 15,-2 1-2-15</inkml:trace>
  <inkml:trace contextRef="#ctx0" brushRef="#br0" timeOffset="26188.23">13168 3029 382 0,'-8'-5'389'0,"-1"4"-46"0,-1-1-49 16,1 2-1-16,-3 0-38 0,-4 0-31 0,-23 16-26 15,15-5 57-15,2 4-24 0,4-1-32 16,-2 2 7-16,3 1-21 0,-1 3-15 0,2 5-14 0,3-2-29 16,4 4-10-16,0-1-2 0,5 6-4 15,3-3-19-15,1-15-2 0,13 27-8 16,-4-17-10-16,2-4 5 0,3-2-17 0,6-2-2 16,3-2-10-16,2-5 5 0,1-2-14 15,-1-3 7-15,-14-4-14 0,9 0-9 0,21-14 19 16,-22 2-12-16,-2-4-1 0,-1-5-11 0,-4 4-12 15,-4-9 2-15,-2-3-2 0,-6 1-1 16,0 12-23-16,-12-23 8 0,2 15-9 0,-5 4-29 16,-3 1 5-16,-4 1-40 0,-2 0-41 0,-4 3-25 15,3 5-27-15,0-1-15 0,2 1-32 16,-4 2 20-16,4 4-88 0,6-3-88 0,6 3-86 16,7 0 32-16,3 1 18 0,1 3 24 15,0 0 40-15,14-9 44 0,-2 2-11 0</inkml:trace>
  <inkml:trace contextRef="#ctx0" brushRef="#br0" timeOffset="26751.79">13359 2985 817 0,'8'-2'352'0,"1"1"-13"16,-3-1-34-16,2 2-25 0,-5 0-33 0,2 0-29 16,-1-3-21-16,-3 3-22 0,4 0-7 0,-4 3-8 15,-1-3-2-15,8 8-2 0,3 8-4 16,-6 1-1-16,10 2-25 0,-7 1 0 0,3 4-12 15,-5-2-12-15,3 2-18 0,0 2-5 16,-1 0-5-16,-1 0-5 0,1-3 4 0,-4-3-8 16,1 4-12-16,0-3-3 0,-1-1-2 0,-3-2-11 15,1-5-13-15,-1-3 4 0,0-1 3 0,-1-3-6 16,1-1 15-16,-1-1-21 0,3 2 12 0,-3-4-6 16,0 1-6-16,0-3-1 0,0 0 4 15,0 0-5-15,11-20-2 0,-4 5-9 0,-1-4 2 16,7-3-8-16,-1-2-3 0,1 0 13 15,0 4-6-15,3-1-13 0,-4 2 13 0,0 3-9 16,-2 0-9-16,-2 3 13 0,0 5 2 0,-3 1-11 16,1 6-5-16,-5-1 15 0,4 2-3 15,-5 0-5-15,0 0 9 0,0 0 2 0,21 21-5 16,-8-12-1-16,-3 4-7 0,5-4 15 16,1 3 3-16,1 0-13 0,-2-2 16 0,1 0 0 15,1-1-3-15,2-3-8 0,-4-2 12 16,3-1-4-16,-4-2-8 0,-5-1-1 0,3 0 6 0,17-16-1 15,-14 7 5-15,2-3-2 0,-2-5 1 16,2 5-6-16,-3-2 9 0,0-1 13 0,-1 5 3 16,-4-1 11-16,-3 4 4 0,1 0-11 15,-1 3-15-15,-4 1 1 0,1-1 6 0,-3 4-6 16,0 0 4-16,0 0-13 0,3 11 5 0,-5-4-1 16,2 0 8-16,-1 16-10 0,1-12-11 15,0 7-32-15,0 1-49 0,0 5 7 0,-10 25-138 16,7-25-68-16,3-12 26 0,0 6-208 0,0-1 42 15,0 1-118-15,0-3 38 0,0-4 60 16,0-4 64-16,9 4-7 0,-8-9 38 0,2-2 40 16,1-2-12-16,1-1 12 0</inkml:trace>
  <inkml:trace contextRef="#ctx0" brushRef="#br0" timeOffset="27051.24">14252 3273 613 0,'4'-9'404'0,"3"1"-48"16,-3 2-41-16,1-2-24 0,3-3-36 0,1-3 5 15,2-1-7-15,-1 2-35 0,5-1-37 0,1 1 5 16,-1-2-36-16,2 1-8 0,3 0-12 16,-3 1-25-16,-2 0-18 0,0 1 10 0,-4 1-4 15,-3 5-2-15,-2 1-19 0,-4 1-7 16,-2 1-7-16,0 3 0 0,-8 0-10 0,2 3-12 16,-11 4-3-16,-4 3-7 0,1 2 22 15,-1 2-3-15,3 2-10 0,1 0 2 0,0 5-17 16,4-1 15-16,-1 1-4 0,3 1-3 0,2 3 7 15,5-1-2-15,4-12-17 0,0 5 7 16,22 22 2-16,-6-22-13 0,1-1-18 0,11 0-25 16,4-1 1-16,5-3-118 0,4-2-42 0,4-4-61 15,6-1 26-15,1-3-298 0,-26-2 27 16,14 0 41-16,55-12 25 0,-40 2 59 0,5-5 30 16,-6-2 1-16,0-7 16 0,-1-5-11 0</inkml:trace>
  <inkml:trace contextRef="#ctx0" brushRef="#br0" timeOffset="28268.65">15044 3191 325 0,'11'-3'201'16,"-3"2"-21"-16,0-2 5 0,-2 0-25 0,1 2-7 16,-1-1-6-16,-1-1 7 0,9-4-18 0,-4 2-11 15,3-2-5-15,-4 2 0 0,-2-4-14 16,2 0-9-16,-2-2 0 0,1 2-3 0,-5 0-15 16,-1 1 0-16,3 0-6 0,-4-1-1 0,1 2-8 15,0-10 10-15,0 0-2 0,-2 3-9 16,0 14-16-16,0-10 1 0,0 0-10 15,0 1 8-15,-14-11-13 0,3 9 5 0,0 2 4 16,-3 3-18-16,-2 1 20 0,2 3-12 16,-5 1-17-16,10 1 16 0,-5 0-23 0,-2 0 3 15,-18 12 4-15,20-5-5 0,0 1-9 0,8-1 5 16,1 1 4-16,3-2-2 0,2 1 7 16,0-7-11-16,13 18 17 0,-1-7-19 0,1 1 12 15,4-2-4-15,0 0-8 0,1 0 11 16,-1 4-5-16,4-2-16 0,-3 3 5 0,-1-3 1 15,-1 7 8-15,0 4-1 0,0 3-7 0,-2 3 22 16,0 5-14-16,-2 4 17 0,0 6 13 0,-4 4 1 16,1 1 17-16,-6 4-11 0,2-2-1 15,0 3 6-15,1 0-5 0,-2 0 12 16,0 0-30-16,0-4 1 0,-3 2 15 0,-1-26-3 16,0 8 21-16,0 7 2 0,-19 43 4 0,10-45-5 15,-4-2 26-15,2-7-4 0,-6-2 21 0,-1-3-15 16,-1-5 8-16,-3-5-11 0,-2-5-6 15,0-1 0-15,-3-4 7 0,17-5-12 0,-26-14-12 16,13 0 1-16,6 1-11 0,0-6-3 0,4-6-11 16,1-8-5-16,6-4-18 0,3-1-14 15,3 15-19-15,0-11-24 0,21-50-6 0,-7 33-10 16,5 1-6-16,0 1-2 0,4 1 13 0,2 2-7 16,4 4 6-16,0 0 5 0,3 4 5 15,-1 0-45-15,2 4 5 0,2 2 15 0,-1-1-7 16,1 4-4-16,3 3 5 0,0 1 11 15,2 1-3-15,3 2 9 0,-2 2 18 0,-1-2-8 16,1 2 10-16,-1-1 3 0,-3 3 10 16,1-2-1-16,0 1-19 0,-5-1 27 0,2 2-16 15,-8 0-3-15,0 3 11 0,-4 1 9 0,-3 2 8 16,1-3 13-16,-7 4 2 0,1 3-10 16,-9-1-2-16,0 3-4 0,-6 6 4 0,0 0-3 15,-11-3 42-15,4 4-10 0,-15 5 3 0,-1 1 1 16,0-1 9-16,-1 3-8 0,-2 2-4 15,2-2 0-15,5 5-4 0,2-6-2 0,3-1-2 16,2 3-1-16,1-3 15 0,5-2-3 0,2-1 1 16,4-4-1-16,0 0-4 0,0 0 12 15,14 11-4-15,1-6-21 0,-1-3-1 0,2 0-1 16,2 4-12-16,2-1 8 0,-2 2 0 0,0 1-3 16,0 2 2-16,-3 2-2 0,2 1 0 15,-4 1 0-15,2 5 12 0,-1-2-3 0,-2 4 0 16,3 0 0-16,-3 1-2 0,-1 0-1 15,1 1-66-15,1-3-18 0,0 2-30 0,0 2-32 16,-2-4-45-16,3 1 18 0,-2-4-252 0,-4-3-53 16,0-3 35-16,-4-4-1 0,0-3 28 15,-1-3 25-15,0-1 17 0,-3 0 88 0</inkml:trace>
  <inkml:trace contextRef="#ctx0" brushRef="#br0" timeOffset="29251.14">16808 2948 928 0,'-2'-2'278'0,"2"2"-29"0,0 0-10 15,0 3-5-15,0 2 5 0,6 10-8 0,-5 7-26 16,-1-11 4-16,0 5-1 0,0 5-19 16,0 4-25-16,0 2-1 0,0 1-9 0,0 2-18 15,16 28-13-15,-11-31-16 0,4 2-3 16,-2-5-10-16,-1 3-23 0,4-3 14 0,-4-3-18 15,2-1-2-15,-1-3-3 0,1-6-2 0,-5-1 5 16,2-4 7-16,-2-2 5 0,3-4-7 0,-6 0-15 16,0 0-6-16,20-18-1 0,-5 1-3 15,-2-5-1-15,1-5-3 0,1 2-7 0,0-1-9 16,2 1-4-16,-1 1-6 0,2 0 3 16,0 3 15-16,-5-1 2 0,3 5-2 0,-2 0 9 15,0 2-10-15,-3 4 1 0,-5-1-7 16,3 6 3-16,-4 2-14 0,-1 3 12 0,0 1 7 15,-4 0 1-15,0 0-3 0,11 11 1 0,-3 7 2 16,0-5-7-16,-2 7-3 0,-1-4 2 0,5 7-1 16,-2 4-5-16,2-4-10 0,3 1-41 15,-4-1-31-15,3-4-35 0,4 3 8 0,0-2-91 16,0-2-21-16,4-4-33 0,4 0-32 16,0-3 2-16,1-4-4 0,1-5 26 0,-12-2-34 15,5 0 14-15,26-18 34 0,-23 6 19 0,-2-5 56 16,3-4 31-16,-5-1 32 0,4 0 49 0,-7 3 63 15,2 0 39-15,2 1 42 0,-8-1 49 16,1 5-1-16,-2-1-16 0,-1 9 0 0,-4-1-27 16,-4 3-11-16,-1 4-14 0,-2 0-10 15,-2 3 29-15,-2 0 16 0,-8 8-3 0,2-1-5 16,2 6-11-16,-2 0-4 0,5 3-14 0,3-2 1 16,4 5-14-16,0-11-2 0,10 22-2 15,0-12-3-15,4-1-9 0,2 0-5 0,2-2-13 16,2-5 8-16,1 1-14 0,0-4-4 15,2-4 5-15,-1-3 7 0,-4 0-10 0,-2-3-8 16,-8 0 15-16,15-15-7 0,-10 3-9 0,0-5 11 16,-4-4 2-16,-6 0-12 0,0 0-9 0,-3-1 11 15,0 10 7-15,-10-22-17 0,-3 13-4 16,0 3 2-16,1 1-1 0,-9 2 5 0,-2 3 1 16,0 1-7-16,-2 0-41 0,3 5-25 15,3 3 7-15,2 0-121 0,4 2-35 0,5 0-21 16,3 1-15-16,5 0-18 0,4 2 23 15,1-1-115-15,3-1-87 0,14 1 33 0,-12-1 30 16,9 0-32-16,25-13 30 0,-18 6 32 0,-3-5 9 16,4 2 18-16,-3-2 19 0</inkml:trace>
  <inkml:trace contextRef="#ctx0" brushRef="#br0" timeOffset="29453.86">17992 3081 351 0,'24'-21'304'0,"-1"0"7"16,-3 0 18-16,0 1-11 0,-4-1-40 0,0 2 54 16,-1-2 12-16,-2 0 0 0,-3 3-25 15,-1 2-2-15,0 3-40 0,-2 4-25 0,-4 3-24 16,1-1-26-16,0 4-27 0,-3 3-12 15,-1 0-24-15,0 5-15 0,-1-1-2 0,-4 14-4 16,-1 1-20-16,2 7-16 0,-1 2-3 0,2 3-8 16,2 0 3-16,-1 6-10 0,2-17-22 15,0 13-36-15,0 9-50 0,17 48-64 0,-10-38 11 16,-1-2-192-16,0 1 26 0,0-2-249 0,-1-6 47 16,-5-2-77-16,0-9 40 0,1 0 77 15,0-9 16-15,2-6 10 0,4-8 47 0,1-2 28 16,1-6 18-16,-9-1 10 0</inkml:trace>
  <inkml:trace contextRef="#ctx0" brushRef="#br0" timeOffset="29617.85">18292 3253 620 0,'6'-12'317'15,"5"-1"-62"-15,6 2-26 0,6 3-41 0,2 1-30 16,3 1-39-16,3 2-41 0,2 1-43 15,3 3-37-15,-21 0 0 0,12 0-134 0,3 0-143 0,-1 0 21 16,1 0 21-16,-1 0-94 0,23 11 10 16</inkml:trace>
  <inkml:trace contextRef="#ctx0" brushRef="#br0" timeOffset="30149.18">18799 3221 237 0,'-6'0'316'0,"-1"-2"-33"0,-11 2-42 0,-4-2-25 0,12 2-17 15,-3 0-16-15,-2 0-21 0,-3 0-26 16,-13 13-18-16,18-9 2 0,-3 1-22 0,3 5-20 16,4-3 4-16,0-3-16 0,0 5-8 15,5-1-2-15,1-2-2 0,3-6-24 0,0 0-4 16,0 0-4-16,12 14-6 0,-8-12-7 0,-1 0 3 16,3 1 1-16,-1-2-7 0,3 0-4 15,-2-1 6-15,-1 3-2 0,-1-3-3 0,3 3 7 16,-2-1 4-16,6 5-5 0,-2-2 4 15,-4 1 0-15,0 0 16 0,2 6-7 0,-1-3 10 16,1 5-5-16,1 0-17 0,3-3 9 16,0 1 9-16,3 1-17 0,4-2 7 0,3 0-6 15,2-4 2-15,1 0-2 0,1-4 5 0,-4-2 1 16,6-1-10-16,-16 0 19 0,25-11-18 16,-14 2-4-16,-2-4 13 0,1 0-2 15,-5-4 4-15,1 1-16 0,-3-4 1 0,1-2 20 16,0-6-6-16,-2-1 21 0,0 0 17 0,-4-1-12 15,1-2 13-15,-3 4 34 0,-2-4-19 0,2 2-10 16,-3 2 61-16,-4-4 17 0,3 6 5 0,-2 0-5 16,-1 17-1-16,0-4-3 0,0 0-5 15,0-2-22-15,0 1-12 0,-12-4-21 0,8 15-4 16,-1 1-7-16,-2 2-10 0,1 2 4 16,-6 8 0-16,1 3-16 0,1 8 3 0,2 5-13 15,3-1 7-15,4 7-2 0,1 3 1 16,0-16-21-16,0 12-28 0,15 44-53 0,-4-26-39 15,1-3 10-15,1 0-163 0,-3-1-64 0,-1-4 29 16,-2-3 30-16,-1-9 24 0,-4 0-278 0,-2-19 32 16,0 2 42-16,0 0 32 0,-15 0-7 15,11-12 26-15,-1-3 71 0,0 1 15 0,0-10 6 16</inkml:trace>
  <inkml:trace contextRef="#ctx0" brushRef="#br0" timeOffset="30414.62">19101 3246 533 0,'-3'-12'445'15,"-1"0"-76"-15,1-3 22 0,2 6-63 16,0 2-26-16,1 7-22 0,0-7-63 0,25-6-2 16,1 10-31-16,5-1-9 0,3 3-33 0,-14 1-24 15,9 0-7-15,3 0-18 0,3 0-1 16,40 12-28-16,-38-7-3 0,-6-1 2 0,-1 1 1 16,1-2-19-16,-5 3-10 0,-5-2-10 0,1 6 10 15,-7 1-15-15,0 1 0 0,-6 4 23 16,-3-1 2-16,-2 1-8 0,-2 3 2 0,-2 3 10 15,0-11-8-15,0 8 5 0,-14 26-25 16,9-18-2-16,-1 4-2 0,3 1-155 0,-4-6-78 16,6-1 22-16,0 2-322 0,-6-5 38 0,3-5 37 15,2-2 14-15,1-7 30 0,-1-1 42 0,2-7-8 16,0 0 48-16,0 0 16 0,15 0-15 16</inkml:trace>
  <inkml:trace contextRef="#ctx0" brushRef="#br0" timeOffset="30563.85">19700 3164 530 0,'-5'-37'457'16,"5"22"-68"-16,-8-31-83 0,2 17-16 0,4 4-51 15,1 4-59-15,0 3-44 0,-1 5-84 16,2 13-43-16,0-6-57 0,12-2-43 0,7 10 8 16,2 3-230-16,2 1-67 0,2 3 12 0,-2 0 22 15,3 3 11-15,-2-2-4 0</inkml:trace>
  <inkml:trace contextRef="#ctx0" brushRef="#br0" timeOffset="31221.83">20139 3191 334 0,'0'-2'342'0,"2"2"-30"0,-4 0-50 16,2-1-16-16,0 0-13 0,-1 1-40 0,1 0-12 15,-1 0-33-15,-2 1 1 0,-2 2-23 0,-9 2 23 16,-2 1-19-16,-4 5-3 0,-4-1 19 16,1 4-17-16,0 0-11 0,-1 2-10 0,0 1 6 15,-1 1-17-15,5 0 10 0,-2 0-17 0,3 1-18 16,2 0-2-16,3-2-2 0,0 3-4 16,4-3 5-16,4-1-12 0,6-3-5 0,0-13-7 15,0 8-12-15,12 5 4 0,2-8 6 0,-2-2-7 16,3-2-5-16,-6-1-18 0,8 0 4 15,18-14-1-15,-11 3-12 0,-3-1-14 0,2-4 8 16,2-2 0-16,-2-1-32 0,1 1 22 16,-2-4-19-16,-1 2-2 0,0 2 4 0,-4 3 14 15,2-2 17-15,-5 3-2 0,0 2-1 0,-3 0 0 16,-2 4 1-16,3-1 16 0,-7 2 4 0,0 2-3 16,-2 0-2-16,2 1-7 0,-4 1 18 0,2 2-4 15,-3 0-2-15,3-2-18 0,0 3-4 16,-1-3 13-16,4 3-4 0,-3 0-1 15,-3 0-10-15,0 0 9 0,7 0-10 0,-7 0-1 16,23 15-9-16,-15-1 6 0,0 1 2 0,-5 5 5 16,-3-11 23-16,0 8-8 0,0 0-5 15,0 5 15-15,-14 23-1 0,9-25-6 0,2 5-14 16,-1-4 25-16,2-1-18 0,-1-4 12 16,1-1-9-16,2-8 15 0,0 1-5 0,0-2 10 15,23 7 12-15,-9-9-10 0,6-1 2 16,-8-3-1-16,5 0-9 0,30-14 12 0,-23 5-13 0,3-4 4 15,1-3 1-15,2 1-14 0,0-1 16 16,-1 2 6-16,-4 2 15 0,0 1 7 0,1-1 4 16,-6 2-5-16,-3 2-1 0,-1 0-14 0,-5 3-10 15,-2 1-5-15,-3 4 5 0,-6 0-17 16,0 0 10-16,6 10-4 0,-4-3-11 0,0 9-45 16,0 6-66-16,3 1 9 0,0 2-188 15,5-2 26-15,-2 1-349 0,3-4 52 0,1-6 42 16,2-2 36-16,5-7 7 0,-13-5 28 0,6 0 95 15,19-17 13-15,-11 4 51 0,2 1 11 0</inkml:trace>
  <inkml:trace contextRef="#ctx0" brushRef="#br0" timeOffset="33876.71">1433 4450 606 0,'0'-14'278'0,"-32"-8"-27"0,13 15-26 16,0 3-5-16,-3 0-26 0,-1 0-23 0,-2 4-13 16,2 0-10-16,13 0-15 0,-6 0-17 15,-18 11-27-15,16-3-11 0,3 0-3 0,2 2-7 16,1 1-3-16,3 4-14 0,3-3-7 16,3 5-5-16,1 0 1 0,2-6-4 0,0 3 8 15,20 22-4-15,-8-15 3 0,1-1-24 0,4-1 0 16,2 1-8-16,3 2 9 0,-2-1-3 0,7 3-5 15,0-4 5-15,-3-1-6 0,-2 1 17 16,-1 1-10-16,1-4 4 0,-5-1 12 0,1 3 16 16,-5-4 19-16,-2 1-7 0,-7-4 78 0,-4 0 8 15,0-8-20-15,-28 16-6 0,0-13-1 16,-6 3-27-16,-3-3 0 0,-4-1-14 16,-2 0 0-16,-3-5-15 0,1 3-8 0,0-4-7 15,4 0 5-15,22 0-31 0,-7 0-47 0,-31-10 4 16,32 3-150-16,2-7-64 0,11-1 24 0,7-4-214 15,5 11-72-15,23-23 24 0,-3 14 35 16,9-2 37-16,5-2 45 0,2 0 9 0,5 0 20 16,5-1 12-16,-1 0 2 0</inkml:trace>
  <inkml:trace contextRef="#ctx0" brushRef="#br0" timeOffset="34178.78">1764 4616 502 0,'20'3'374'0,"-6"5"-28"0,-7 0-24 16,-3 2-42-16,-6-2 31 0,2-1-3 0,-11 19-28 15,1-9-21-15,3 2-20 0,-4 0-27 16,2-1-29-16,4 5-26 0,1-2 0 0,4 1-17 16,0-11-19-16,0 5-11 0,21 21-9 15,-6-18-3-15,4-2-8 0,2-4-17 0,0-3 4 16,6-2-7-16,2-4-17 0,-1 0-11 0,-2-4-2 16,-13 0-11-16,24-14-5 0,-18 5 0 0,-1-4 4 15,-4-1 0-15,-3-4 9 0,-4 0-7 16,-7 7-22-16,0-4 6 0,0-3 11 0,-23-18-8 15,7 16-2-15,-3 5-12 0,-5 1 5 0,-2 1-4 16,-3 2 1-16,-3 3-41 0,-1 1 3 16,1 2-105-16,6-2-60 0,1 0-50 0,0 2-39 15,14 0 28-15,6 2-250 0,5 3 44 16,0 0 35-16,20-19-9 0,-3 5 28 16,7 0 49-16,0-1 52 0,3-5-8 0,1-4 39 15</inkml:trace>
  <inkml:trace contextRef="#ctx0" brushRef="#br0" timeOffset="34384">2340 4306 827 0,'19'-7'382'0,"-3"0"-72"16,-5 8-38-16,-8 5 98 0,0 3-12 15,0 13-16-15,-3-13-42 0,0 11-32 0,-16 26-27 16,7-19-20-16,4 4-22 0,-1-2-17 16,1 4-25-16,1-1-6 0,1 3-24 0,0 0-12 15,-1-3-9-15,-1 2-59 0,3-3-38 0,-2 2-38 16,4 0 3-16,-1 1-140 0,-3-5-55 15,2-3-43-15,0-4 24 0,-3-1-271 0,0-3 40 16,1-9 33-16,0-2 31 0,-1-4 28 0,1-3 23 16,4 0 26-16,0 0-8 0,-6-26 11 15</inkml:trace>
  <inkml:trace contextRef="#ctx0" brushRef="#br0" timeOffset="34714.58">2660 4333 581 0,'15'-14'488'0,"-1"4"-76"0,-6 4-58 16,0 3-44-16,-3 6-22 0,-4 2-15 0,3 0-13 16,-4 5-32-16,4 9-26 0,0 5-23 15,-3 1-8-15,5-2-33 0,0-2-1 0,1 2-22 16,1-4-7-16,2-4-10 0,0 0-6 16,6-1-10-16,-1-5-12 0,1-3-3 0,4-6 1 15,-11 0-8-15,20-10-2 0,-6-1-17 0,-1-5-3 16,-6-1 6-16,1 3 10 0,1-5 26 0,0 2 12 15,-4 2 9-15,0 3 13 0,-6 2-18 16,-2 3-14-16,3 2-17 0,-4 0-4 0,-3 3 2 16,-2 2-12-16,0 0-9 0,0 0-2 15,12 26 1-15,-8-8-31 0,2 2-37 0,-5 3-45 16,1 3 7-16,4 1-128 0,-3 1-39 0,1-1-72 16,1 0 28-16,0 0-310 0,-1-2 49 15,-3-2 41-15,0-2 44 0,-1-10 34 0,0 1 39 16,-11 17 26-16,7-18 22 0,-3 3 26 0,0-3 12 15,-6 7 38-15</inkml:trace>
  <inkml:trace contextRef="#ctx0" brushRef="#br0" timeOffset="35036.89">815 5591 470 0,'-64'12'373'0,"8"-4"-75"0,9-2-28 0,8-1-31 15,6-3-36-15,20-1-9 0,13-1 17 0,18-10-2 16,14 6-23-16,17-3-3 0,17 2-21 0,12-2-18 16,10 3-24-16,10-3-12 0,9 5-11 0,4-1-25 15,11 3 9-15,-60 0-9 0,30 0-5 16,17 0-13-16,2 0-4 0,0 0-6 0,-3 0-3 15,-3 0-6-15,91 12 12 0,-112-11-19 16,-10 2-1-16,-6 0-3 0,-11-2-112 0,-7-1-76 16,-7 3 15-16,-9-2 15 0,-23-1-384 0,5 0 48 15,-4 0 33-15,-4 0 27 0,5-12 25 16,-7 9 64-16,15-4 12 0,9 3 7 16</inkml:trace>
  <inkml:trace contextRef="#ctx0" brushRef="#br0" timeOffset="35207.93">3270 5715 452 0,'23'2'754'16,"-7"1"-130"-16,-7-3-89 0,-1 0-47 0,-1 0-60 16,1 0-58-16,4-13-58 0,-7 10-28 0,-4-4-33 15,0 2-32-15,1 1-58 0,-1-2-79 16,-1 2-117-16,3 0 2 0,-3 0-260 0,1 0 28 16,-1-1-275-16,0-2 40 0,1 2 38 15,3-12 32-15,2-2 63 0,1 1 7 0,3-6 30 16,9 7 52-16,7-5 13 0,6 3-101 0</inkml:trace>
  <inkml:trace contextRef="#ctx0" brushRef="#br0" timeOffset="35999.58">3773 4649 394 0,'0'-18'534'0,"28"-12"-115"0,-24 19-42 16,-1 3-55-16,-1 1-40 0,1 2-120 15,-2 0-83-15,0 0-94 0,1 2 1 0,-2 2-223 16,1 1-165-16,2 1 23 0,-2 2 28 16,0 1 20-16,9 11 10 0</inkml:trace>
  <inkml:trace contextRef="#ctx0" brushRef="#br0" timeOffset="36164.01">3928 5063 269 0,'-2'20'605'0,"1"-3"-116"0,1-10-57 0,0 0-57 15,0 3-45-15,0-3-39 0,0-2-36 0,0-5-35 16,0 7-49-16,0-7-20 0,0 7-116 16,0-7-93-16,0 0-72 0,0 0 11 0,0 0-330 15,-10 10 13-15,8-11 28 0,3-3 14 0,0 1 24 16,3-3 39-16,10-8 10 0,6 0-3 16</inkml:trace>
  <inkml:trace contextRef="#ctx0" brushRef="#br0" timeOffset="38005.61">4889 5098 415 0,'0'-14'317'0,"4"-9"-44"0,-4 12-18 16,1 3-23-16,1 0 5 0,-2-1-26 15,0-1-22-15,0 0-8 0,0-1-23 0,0 3-22 16,5-7 13-16,-5 8-19 0,0 2-8 0,1-2-13 16,-1 3 0-16,0-2-13 0,0 6-10 0,0 0-2 15,0 0-16-15,0-8 18 0,0 8-21 16,0-6-10-16,0 6 1 0,0 0 7 15,0-6-4-15,0 6-36 0,0 0-3 0,0 0-11 16,-4-8-1-16,3 14 7 0,-6 16-3 16,0 3-1-16,1 2 23 0,-4 7-5 0,-1 1 22 15,0-1-11-15,0 2-5 0,-1-2 16 16,3 3-9-16,0-3-6 0,3-1-7 0,0-1-15 16,2-3 21-16,4 2-11 0,0-19-3 0,0 6 5 15,0 2 6-15,16 17 3 0,-7-21-18 16,5-3 2-16,-2-5 12 0,6-7-2 0,-9-1-6 15,4 0-1-15,23-11-2 0,-14-3 2 0,-3-2-10 16,0 0-17-16,1-2 21 0,-1 2-17 0,-3-3 9 16,4 2 15-16,-3 2 14 0,-4 3-9 15,0 0 9-15,-3 3-12 0,-3 3-4 0,-1 4-4 16,-4 2 3-16,-2 0-3 0,0 0-7 0,0 0 0 16,19 20-10-16,-8-6 17 0,4 3-11 15,0-3 1-15,6 1 16 0,-1-2-22 0,4 1 18 16,1-2-16-16,-2-1 15 0,2 0-7 15,0-3-4-15,-1 1 4 0,0-2 17 0,-2-2 14 16,-7-4 23-16,0-1-1 0,-6 0 5 0,2 0-5 16,16-16 2-16,-15 3 4 0,-1-2-21 0,-5-4 10 15,0-4-11-15,2-4 1 0,-4-2-2 16,-2-2-17-16,-2-3 5 0,2-1-5 0,-2 17-9 16,0-9 11-16,0-2-12 0,-16-31 1 15,13 33-24-15,-3 4-46 0,4 4-63 0,-3 5 12 16,-2 5-143-16,0 8-26 0,7 1-59 0,-16 13 30 15,6 2-258-15,-1 6 45 0,4 0 7 0,0 1 34 16,7-11 49-16,0 5 40 0,14 24 29 16,-2-17 26-16,1-1 41 0,4-3-14 0</inkml:trace>
  <inkml:trace contextRef="#ctx0" brushRef="#br0" timeOffset="38331.61">5752 5438 976 0,'8'0'449'0,"-3"0"-50"0,2-2-63 0,0 0-14 15,7-5-38-15,1-4-29 0,2 2-25 0,1-3-18 16,1-3-28-16,2-1-21 0,-1 1-20 16,3-3-21-16,-2-1-14 0,-1-4-1 0,2 1-12 15,-3 0-9-15,-1 0-5 0,-1-1-14 0,-2 5-12 16,-2-4-7-16,-2 3 3 0,-2 7-10 0,-7 4-9 16,-1 3-7-16,-1 5 0 0,-6 0-12 15,0 5-5-15,-8 5 1 0,-4 2 0 0,-1 7 22 16,2-2 0-16,-1 0 14 0,-2 7 9 15,2-2 6-15,-1 2-6 0,3-1 0 0,2 3-11 16,7-2 9-16,1 5-3 0,4-2-10 0,2-13 0 16,24 19 2-16,-4-13 2 0,4-7-30 15,8 0-29-15,5-2-62 0,6-3 9 16,6-2-115-16,-1-6-70 0,-21 0-55 0,12 0 29 16,49-14-263-16,-35 4 42 0,-4-6 26 0,0-3 60 15,0-4 20-15,1-4 25 0,0-5 52 16,1-6 31-16,3-3 16 0,-2 0-80 0</inkml:trace>
  <inkml:trace contextRef="#ctx0" brushRef="#br0" timeOffset="39191.4">7672 5225 401 0,'13'-16'297'0,"-7"2"-51"0,1-2-15 16,-5-1-23-16,2 0-12 0,-1-2-17 0,-3 5 11 15,0 14-9-15,0-12-25 0,0 2-6 16,0-3-31-16,-12-8-9 0,2 9-2 0,-5 3-29 16,-5 5-4-16,0 4-5 0,6 0 18 0,-7 0-8 15,-30 15 26-15,22-7-1 0,-4 6-11 16,1 1-10-16,1 1 8 0,0 2-10 0,2-1-9 16,5 4-7-16,1-2-6 0,2 0 3 15,5 2-5-15,3 5 4 0,8-4-12 0,5-10-13 0,14 19-4 16,-4-11-3-16,8-4 5 0,6-1-7 15,2-7 13-15,4 0-9 0,-4-2-14 0,8-5 5 16,-18-1-3-16,7 0 0 0,29-13-16 16,-27 4 2-16,-1-4 6 0,0-2-13 15,-4-6-1-15,-4 1 25 0,0-4-16 0,-1 2 15 16,-5 1 23-16,5-1 9 0,-6 4 10 0,3 0 16 16,-5 2 0-16,-2 7-16 0,-3 0 11 15,3 4-18-15,-3-1-3 0,1 0-11 16,-3 3-4-16,0 3-20 0,0 0 14 0,0 1-7 15,-1 2-6-15,-2 1 5 0,-1 10-2 0,-1 1-11 16,1 2 4-16,0 4-28 0,4 1-35 16,0-3-10-16,0-7 5 0,0 5-108 0,16 24-29 15,-11-21-36-15,4-1-33 0,0-1 25 0,-4-4-187 16,-1-1 33-16,-1-6 32 0,0-3 27 0,-3-2 28 16,0-2-70-16,0 0-4 0,3-2 25 0,-2-3 19 15,3-10 21-15,2-1 0 0</inkml:trace>
  <inkml:trace contextRef="#ctx0" brushRef="#br0" timeOffset="39666.21">7905 5196 465 0,'18'-15'331'0,"0"1"-46"0,2 4-20 16,-3 3-19-16,4 2-34 0,-2 3 3 0,-9 2-20 15,2 0 3-15,25 17-50 0,-16-4 6 0,-2 1-28 16,-1 0-3-16,-1 6-2 0,0-4-7 16,-4 1-29-16,4 0-12 0,-4 0 18 0,1-2 0 15,1-2-7-15,-11-2-27 0,2-4-6 0,-1-2-5 16,-1 2-6-16,-3-1 78 0,1-2 4 15,2-2 20-15,-3-2-19 0,-1 0-3 0,0 0-15 16,0 0-16-16,14-20-6 0,-4 4-4 0,0-3-5 16,3-1-16-16,1 4 4 0,-2-2-16 15,0 6-6-15,0 0-20 0,-4 3-2 0,10 6-15 16,-6 3-7-16,2-2-27 0,-6 2-14 0,9 0 3 16,17 11-31-16,-12-3 1 0,1 3-12 0,0-2-8 15,5 0-13-15,-2 2 16 0,3-3 11 16,-1-2 4-16,-3 1 5 0,-1-2 14 15,-1-4 22-15,-13-1-14 0,7 0-4 0,-1 0 31 16,21-15-15-16,-21 7 16 0,0-4 0 0,-3-2 24 16,-1-4-2-16,3 1-3 0,-4-5 14 15,0 1 27-15,-2 1-4 0,0 1 37 16,-3 2 13-16,0 1-2 0,-5 5-10 0,2 3 2 16,-3 8-19-16,0 0 0 0,-13-11-10 0,6 11 6 15,-9 5-6-15,-3 2 10 0,0 3-9 16,3 0-8-16,1 7-4 0,3 0-11 0,-1 4 14 0,8 1-4 15,3 1-10-15,2-10 5 0,16 21-28 16,-2-17-43-16,10 3 6 0,4-1-109 0,4-5-42 16,5 3-57-16,5-7 23 0,1-2-305 15,-2-3 38-15,3-4 35 0,-22-1 30 0,10 0 29 16,43-12-11-16,-31-2 26 0,-5-2 59 0,5-3 26 16</inkml:trace>
  <inkml:trace contextRef="#ctx0" brushRef="#br0" timeOffset="40383.81">9931 5196 593 0,'0'4'286'0,"0"0"-51"0,1-2-11 0,0 0-14 16,-1 3 2-16,2-4-24 0,-1 1 15 0,-1 3-23 15,0-4-9-15,0 2 9 0,0-3-8 16,3 3-18-16,-3-2 32 0,0 0-19 0,0 1 17 16,3-1-3-16,0-1-15 0,1 1-5 0,6-2-10 15,8-3-26-15,5 0-14 0,5-5-7 16,-6-3-8-16,1 1-14 0,0-1-15 0,-1-2 2 15,-3-3-5-15,3-2-12 0,-1-6-12 0,-1 1-3 16,0-1 7-16,-1-3-12 0,-8-1-11 16,3 3 12-16,-2 0-5 0,-3 3-10 0,0-3 9 15,-4 5-1-15,-1 2-13 0,-4 6-18 0,0 13-2 16,0-8 2-16,0 8-7 0,-14-14-5 16,10 15-5-16,-2 2-18 0,-6 10 0 0,-3 4 27 15,2 4-14-15,3 6 11 0,1-3-5 16,-1 5 11-16,6 3-3 0,-4 6-3 0,7-1-6 15,-3 3 21-15,4 2-6 0,0-20 4 0,11 42-4 16,-5-21-18-16,3-2 23 0,-2-1-3 0,2-5 7 16,-5 3 3-16,2-3 17 0,-4-2 1 15,-2-18 20-15,0 9 4 0,-13 27-12 0,1-23 4 16,0-5-8-16,-5-2-4 0,-5-1-1 16,-6-4 4-16,0-1-5 0,-4-6 0 0,-1-2-17 15,-8-1-20-15,1 1-34 0,1-5 5 0,17-2-82 16,-7 0-52-16,-2 0-37 0,-31-14-57 15,37 6 27-15,2-6-290 0,11-1 60 0,11-3 37 16,1 7-21-16,13-18 31 0,3 10 87 0,4-1 3 16,4-1 4-16,4 1 62 0,3-5 0 15</inkml:trace>
  <inkml:trace contextRef="#ctx0" brushRef="#br0" timeOffset="40591.25">10491 5150 589 0,'27'-11'451'0,"-6"1"-81"15,-4 2-47-15,-3 1-49 0,-1 3-32 0,-13 4 60 16,0 0-10-16,8 0-7 0,6 14-24 0,-9 3-29 16,-3 1-18-16,3 7-9 0,1-1-27 15,0 5-18-15,0 0-11 0,-1-4-19 0,3 6-22 16,-4-7-68-16,2 8-48 0,1-3 0 0,-2 0-203 16,0-3-74-16,0 0 27 0,-5 3-260 15,0-17 38-15,0 4 28 0,0-4 29 16,0-2 52-16,0-3 21 0,0-7 11 0,-1 4 67 15,4-8 12-15</inkml:trace>
  <inkml:trace contextRef="#ctx0" brushRef="#br0" timeOffset="40732.37">10824 5075 754 0,'-1'-29'416'0,"1"17"-65"0,0-7-39 0,0 2-86 15,0 1-81-15,0 5-62 0,-10-4-59 16,9 13-54-16,-2 2-18 0,1 5 4 0,4-4-117 15,-1 5-164-15,8 6 23 0,-1-1 22 0,1 2 16 16,1-2 10-16</inkml:trace>
  <inkml:trace contextRef="#ctx0" brushRef="#br0" timeOffset="41588.53">10952 5085 651 0,'1'0'379'0,"-1"-3"-15"0,-1 1-47 0,1 1 2 16,0-3-6-16,-1 4-38 0,3-2-8 0,1 1-33 15,-3 0-3-15,0-2-54 0,0 1-10 16,0 2-32-16,0 5-4 0,0-1-10 0,-3 13-1 16,2 4-25-16,1-10-5 0,0 8-1 15,0 5-3-15,0 1-7 0,0 4-3 0,0-3-13 16,0 2-11-16,9 28-3 0,-4-31 6 0,4-2-15 16,-1-3 10-16,3-2-15 0,1-4-8 0,1 0-8 15,2-4-24-15,4-3-23 0,4-6-14 16,-9-1 5-16,2 0-41 0,27-13-7 0,-18 4-3 15,0-5 12-15,3-4 11 0,-1-1-17 16,2 1 26-16,-3 2 3 0,-3-1 20 0,-4 5 14 16,4-3 2-16,-4 3 28 0,-3 0-17 15,-4 3-1-15,-1 4 3 0,-5 2-10 0,-1 1 6 16,-5 2 15-16,0 0-13 0,8 0 2 0,6 14-1 16,2-4 2-16,-3 1-15 0,8 0 36 15,-3-2-10-15,2 1-16 0,3-2-1 0,-5-1-4 16,2-2-19-16,-2-2 16 0,3-3 10 0,-12 0-28 15,4 0 4-15,3 0 5 0,16-15 9 16,-16 7-15-16,-3-1 11 0,0 0 5 0,-2-2-3 16,1 2 38-16,-4 1 8 0,-2 1-5 0,-3 1-21 15,-2 2 14-15,-1 4 0 0,0 0 33 0,-13-4-1 16,-4 7 10-16,4-2-13 0,-4 6 2 16,3 3-17-16,2 0 20 0,-2 3-10 0,6 1-2 15,0 2-15-15,3 1 3 0,2 3-13 0,3-13 18 16,0 5-10-16,23 15-3 0,-5-13-8 15,-1-4-7-15,2-1-5 0,5-1-1 0,3-1-56 16,-1-6-20-16,-10-1-7 0,6 0 6 0,29-10 13 16,-21 4 4-16,-4-1-5 0,-3-4 19 0,2-1-3 15,-7-2 10-15,6-2-12 0,-5-3 22 16,2-1 3-16,-2-1 6 0,-3-1 31 0,2 0 4 16,-4 0 42-16,2 1-21 0,-4 0 11 15,-1 1-4-15,-2 3 39 0,-3 0-7 0,3 5 2 16,-3-1 23-16,-1 4 0 0,-2 2-17 0,-2 2-10 15,1 0-3-15,-2 2-6 0,2 3-14 16,-2 0-15-16,-2 4 14 0,0 2 9 0,-6 10 1 16,1 0 1-16,2 5-9 0,-7 1 8 0,3 0-9 15,1 2-6-15,4-2 2 0,-2 2 1 0,4-2-15 16,2-3 8-16,0-9-7 0,0 4-1 16,0 1-5-16,18 13 13 0,-8-17-11 0,3-2 2 15,-1-3-1-15,8-3-5 0,-1 0 6 16,-8-3-2-16,5 0 1 0,27-17 1 0,-22 5-5 15,4 0-1-15,-1 2-7 0,1-5 7 16,-3 6 0-16,-3-3 3 0,0 5 4 0,-4-3-8 0,-3 5-4 16,-3 1-17-16,-2 4 3 0,-7 0 0 15,0 0-24-15,23 13-32 0,-16-5-23 16,2 4-40-16,-1 3 11 0,2 0-112 0,-3 1-63 16,4-4 27-16,-1 1-329 0,0-1 52 0,0-3 39 15,-2-2 27-15,-2-2 44 0,0-4 30 16,-1 2 24-16,-1-3 25 0,2 0 21 0,-3 0 26 15,-1 0 5-15</inkml:trace>
  <inkml:trace contextRef="#ctx0" brushRef="#br0" timeOffset="43246.16">3825 6495 649 0,'0'0'379'0,"0"0"-60"16,-13 0-33-16,13 0-33 0,0 0-34 16,0 0-3-16,0 0-37 0,0 0-35 0,-27 15-6 15,27-15-1-15,6 0-36 0,-1-1-7 16,4 0-7-16,11-4 0 0,5 0-12 0,-1 0-11 16,4-2 12-16,-1 2-12 0,0-1-12 0,3-1 1 15,-2-1-29-15,-2 0 14 0,0-2-7 16,-2-1 8-16,-3 3-1 0,-2-4-28 15,-4 1-4-15,2 0 0 0,-3-1-7 0,-4-3 3 16,0 1 1-16,-1 2-3 0,-1-3 3 0,-5 1 8 16,3 2 0-16,-5-1-15 0,0 4 33 0,-1 2-17 15,0-1 7-15,0 3 1 0,0-2 0 16,0 7-14-16,0 0 2 0,0-6 6 16,0 6-12-16,0 0-4 0,0-5 6 0,0 5 12 15,0 0-7-15,-10-7-7 0,9 8 20 16,-3 2-5-16,-2 11-3 0,-1-1 0 0,-3 1-2 15,6 3 53-15,-7 3 0 0,3 0 6 0,-3 5 3 16,4 4 0-16,3-2 9 0,-1 1 4 0,1 3 1 16,-2 2-7-16,2 0 1 0,0 4-1 15,2-1-13-15,-3 1-5 0,5 2 0 0,-5 3 0 16,2-2-15-16,0 1 2 0,-1 0 2 16,2-2-9-16,-2 1-8 0,2-1-29 0,-1 0-36 0,-1 0-27 15,3 0 5-15,-3 0-127 0,4-1-39 16,-6 2-38-16,-2-3 21 0,-1 2-280 0,-5-6 38 15,0-5-22-15,1-8 33 0,-3-1 32 16,4-7 53-16,-2-5 36 0,6-5 21 0,8-2 14 16,-21-12-19-16</inkml:trace>
  <inkml:trace contextRef="#ctx0" brushRef="#br0" timeOffset="43438.84">3790 6974 722 0,'-8'-25'520'0,"-1"-3"-57"0,4 2-39 0,0 2-32 15,5-1-46-15,-1 3-41 0,1 11-34 16,0-5-40-16,13-18-16 0,1 16-27 0,2 1-32 16,2 2-34-16,4 4-43 0,5 1-59 0,1-1-2 15,3 3-84-15,3 0-67 0,2 3-36 0,2 0-70 16,2 3 21-16,-1-6-217 0,6 4-30 16,-4-1 38-16,1-1 29 0,-1 1 24 0,-2-1 40 15,0-3 18-15,3 1 11 0</inkml:trace>
  <inkml:trace contextRef="#ctx0" brushRef="#br0" timeOffset="43733.11">4877 6288 796 0,'-8'-1'354'0,"-1"1"-49"15,-13 1 2-15,-3 7-41 0,-1 0-32 0,-2 3-27 16,1 3 57-16,0 3-24 0,4 2-22 15,-2 5 2-15,0 3-11 0,1-1-8 0,7 2-6 16,0 2-9-16,1-1-16 0,2 3-3 16,5-1-15-16,2 1-12 0,2-3-11 0,5 4-6 15,0-16-12-15,0 5-16 0,12 27-7 0,-2-21-3 16,7-3-17-16,2 0-22 0,3-4-38 16,1-2-58-16,0-2-39 0,7-2 11 0,-5-3-155 15,3-3-36-15,-1-4 23 0,5-3-299 16,-17-2 44-16,26-14 37 0,-14 5 11 0,-5-3 36 15,-2-8 29-15,1-2 23 0,2-1 26 16,-3-6 17-16,0 0 13 0</inkml:trace>
  <inkml:trace contextRef="#ctx0" brushRef="#br0" timeOffset="44114.75">5183 6512 293 0,'2'-9'515'0,"-1"2"-106"0,-1 2-26 0,-3 2-31 0,-1 3-9 15,1 3-20-15,-8 8-24 0,-1-1-16 16,0 5-24-16,-1 2-30 0,4 0-12 0,0 4-20 15,-2 1-21-15,6 0-14 0,4 5-24 16,-2 1-12-16,3-15-7 0,0 6-11 0,0 3-10 16,0 2-3-16,13 21-20 0,-7-24-21 0,1-3-29 15,2-2-12-15,-1-4-5 0,3-3-23 16,-2-4-11-16,3-3-24 0,-12-2-10 0,14 0 7 16,18-15-17-16,-14 1 4 0,-1-1 4 0,-2-3 6 15,5 0 5-15,-4 0 15 0,1-2 6 0,-3 3 5 16,-1-1 53-16,2 3 12 0,-5 2 26 15,0 2-3-15,-3 0 6 0,-1 4-13 0,-1 0 3 16,-1 2-3-16,-1 2-15 0,2 3 5 0,-5 0 6 16,0 0 1-16,0 0 8 0,11 22-8 15,-8-6 4-15,-2 2-7 0,2 4-4 0,-1 2-10 16,0 3 4-16,0 2 0 0,-1 1-11 0,4 0-3 16,-1-3-38-16,-3 6-42 0,0-3 7 15,1 4-158-15,-2-1-49 0,0-18-62 0,0 7 30 16,-11 24-276-16,4-22 42 0,1-7 38 15,1-3 34-15,1-7 51 0,0-7 17 0,3 0 24 16,1-4 24-16,0-3 21 0,2-11 7 0</inkml:trace>
  <inkml:trace contextRef="#ctx0" brushRef="#br0" timeOffset="44335.31">5668 6716 252 0,'18'-20'547'0,"-3"6"-117"15,2 2-77-15,-3 4-46 0,5 5 36 16,-4-1-16-16,-5 4-29 0,6 0-29 0,15 18-15 15,-11-5-14-15,-2 4-28 0,-2 3-24 0,-2 2-16 16,-2 0-20-16,-2 1-12 0,0 4-14 16,-5 0-9-16,-3 7-8 0,-2-20-17 15,-19 33-20-15,2-16-40 0,-6 1-9 0,-3-3-36 16,0-1 0-16,-4-1-109 0,-4-2-50 0,-1 0-53 16,1-3-42-16,-1-7 25 0,6-1-278 0,1-3 39 15,1-6 39-15,10-5 32 0,9 0 32 0,-11-16 29 16,18-1 32-16,1 7 14 0,0-11 11 15</inkml:trace>
  <inkml:trace contextRef="#ctx0" brushRef="#br0" timeOffset="44566.46">6431 6804 940 0,'3'-6'508'0,"-2"-2"-42"0,-2 1-20 15,1 1-22-15,0-2-22 0,1 2-22 16,-1 0-41-16,0 6-53 0,0-9-37 0,22-14-40 16,-3 11-41-16,9 2-59 0,4 2-66 15,8 0-4-15,8 5-182 0,2-2-93 0,1 4 21 16,-1 0-342-16,-28 1 50 0,13 0 46 0,0 0 31 16,35 12 30-16,-42-5 6 0,-6 8 25 15,-8 4 22-15,-8 3 11 0,-4 0-5 0</inkml:trace>
  <inkml:trace contextRef="#ctx0" brushRef="#br0" timeOffset="44724.63">6720 7003 592 0,'-40'12'530'0,"4"2"-60"16,6-5-41-16,2-2-14 0,2 2-43 0,2-4-23 15,3 3-41-15,6-4-31 0,6-1-35 0,9-3-24 16,0 0-37-16,32 1-30 0,-17-1-45 16,16 0-91-16,10 0-2 0,61-9-198 15,-38 2-85-15,2 2 24 0,1-1-271 0,1-4 66 16,5 0 34-16,-6-3 29 0,4-2 24 0,-1 1-13 15,-2 0 54-15,-1 0 9 0,4 1 7 16</inkml:trace>
  <inkml:trace contextRef="#ctx0" brushRef="#br0" timeOffset="45836.71">8282 6418 539 0,'0'-15'361'0,"0"15"-58"0,14 0-46 15,-14-14-31-15,0 14-7 0,0 0-4 0,0 0 27 16,2 7-52-16,-13 10 6 0,-3 5-29 0,1-3-18 16,-3 7 12-16,-3 0-16 0,-1 3-16 15,-3-1-23-15,3 4-5 0,-1-6-15 0,-2 5-6 16,2-2-11-16,1-2-1 0,-1-1 2 0,2-1-14 16,0-2-1-16,0-3-6 0,6-2-7 15,-3-2-3-15,4 0-4 0,1-2 2 16,3-5 6-16,4-2 14 0,1-4-4 0,1-1-6 15,2-2-18-15,4 0 3 0,0-2 14 16,2 1-22-16,12-3-8 0,3 1 13 0,4-2-18 16,2 2 11-16,5 0-2 0,1 0-14 15,-1 1 9-15,4 0-7 0,-1 1-6 0,0 0 16 16,0 0-26-16,0-1 4 0,-1 1 18 16,2 0-20-16,-1-1 5 0,-4 1 4 0,-1-2-8 15,-6 1-12-15,-1 0-2 0,-3-2 20 0,-4 2 1 16,-2 0-3-16,-4-1-11 0,-3-1 3 0,1 0 11 15,-3 1 0-15,-2 0-8 0,0-4 17 16,-1 2-6-16,-1 0 9 0,1-1 1 0,-1 0 6 16,-1-3 4-16,0 0 7 0,0-2 6 0,0 0 13 15,0 0-4-15,0 2 16 0,0 1 5 16,0 1-10-16,0 7 0 0,0-7 2 0,0 7-6 16,-12-14-11-16,12 9-8 0,0 3-5 15,0 1-1-15,-1 1-16 0,-1 1 4 0,0 1 12 16,-3 3-1-16,4-1 11 0,-5 15 7 0,-2 3 4 15,0 1-3-15,-1 3-5 0,4 3 9 0,-2 0-15 16,3 1 0-16,0-1 1 0,1 4 5 16,1 1-15-16,2 0 10 0,0-18-9 0,0 6-10 15,0 6-36-15,0-1-41 0,14 32-57 16,-8-30 12-16,-3-1-185 0,-1 1-47 0,-2-3 29 16,0-15-293-16,0 6 55 0,-9 12 41 15,3-14 47-15,5-7 34 0,1-4 23 0,0-4 23 16,4 0 64-16,-1-1-14 0,1-5 52 15,8-3-18-15</inkml:trace>
  <inkml:trace contextRef="#ctx0" brushRef="#br0" timeOffset="46322.28">9032 6745 645 0,'4'-12'537'0,"-1"3"-83"0,1 3-38 0,-2-1-49 0,2 3-46 15,-4 0-50-15,1 3-15 0,0 1-6 16,1 1-6-16,-2 3-12 0,1 2-26 0,1 15-9 16,1 1-19-16,0 5-16 0,-1 2-20 15,2 1-11-15,0-1-14 0,-1 2-16 0,3-2-1 16,-2 0-6-16,1-1-12 0,1 0-12 0,1 1-4 16,-3-3-7-16,2-4-2 0,-4-2-8 15,-1-4-1-15,2 1-6 0,0-5-8 0,-3-4-3 16,0-1 10-16,0-2-13 0,4 0-1 15,-4-5 1-15,-2 2 10 0,2-5-20 0,2 0 3 16,-2-2-4-16,3-11 8 0,3-1-14 0,4-4 10 16,-1 1-10-16,1 1 3 0,2 0-8 0,0 2-10 15,2-1 4-15,0 2 11 0,2 1-11 0,-2 1-4 16,1 4 10-16,-2-2-5 0,-1 4 1 16,1-1 3-16,-5 2-4 0,0 4-1 0,1-1-8 15,-4 3 1-15,-5 1-4 0,0 0 26 16,8 0-6-16,11 21 8 0,-12-8 10 0,1 3-3 15,0 6-9-15,-5-2 1 0,2-2 11 0,1 5-16 16,-2-1 8-16,1-2 4 0,-1 1-10 16,2 1-30-16,-2-2-41 0,0 0-44 0,-3-3-58 15,1 4 14-15,-2-12-142 0,0 1-82 16,0 0 32-16,-11 7-263 0,6-13 56 0,4-1 42 16,-3-2 9-16,4-2 34 0,-2-2 71 0,5-1 20 15,6-10 33-15,2-6 9 0,5 1 26 16,-2-5 48-16</inkml:trace>
  <inkml:trace contextRef="#ctx0" brushRef="#br0" timeOffset="47015.02">9564 6539 299 0,'-9'-11'377'0,"2"3"-60"16,3 1-27-16,-2 0-25 0,4 4 5 0,-4-2-15 15,3 1-29-15,2 0-18 0,-1 2-6 16,0 0-22-16,1-3 6 0,-1 3-7 0,0-1-27 16,0-2-5-16,1 3-6 0,1-3-18 0,-1 2 8 15,1-1-17-15,0 1-2 0,0 1-9 0,0-4-13 16,0 5-9-16,0-4 5 0,0 5 12 15,0 0-14-15,0 0 10 0,0-5-5 0,0 5-10 16,0 0-6-16,0-7 0 0,0 7-4 0,0-8-11 16,0 8-7-16,0 0-4 0,0-7-6 0,11-3-2 15,-8 7-4-15,0 0 0 0,2 1-17 16,-3 0 1-16,3-2 10 0,7-3-5 0,-1 2-14 16,1-2 4-16,1 0 2 0,-1 4-6 15,4-4 5-15,-2 4-5 0,-3-1 3 0,4 1-15 16,-2 1 13-16,-2-1-15 0,-1 3 3 0,0-2 5 15,-2 2-1-15,-8 0-7 0,7 0 5 0,-7 0 0 16,25 12-1-16,-18-4-5 0,-3 1-5 0,-3-2 11 16,-2 3-8-16,1 1 11 0,-15 16-8 15,5-12 10-15,-4 3-5 0,-3-2-5 0,0 1 7 16,1 0-4-16,-1-6 8 0,2 3-7 16,1-5-4-16,1 4 0 0,3-2 0 0,-4-3-6 15,7-2-3-15,3 1-6 0,2-2-3 0,-1 0 5 16,2-1 4-16,1-4 3 0,0 0 8 15,0 8 0-15,19 9-10 0,-5-4 15 0,0-4-12 16,3 1 4-16,-2 0 2 0,2 0-9 0,-2 1 5 16,1-1 1-16,-2 0-11 0,0 1 15 0,-3-1 1 15,-3-2 1-15,-3-1-3 0,0-2 11 16,-2-1-8-16,-3-4 0 0,0 0 0 16,0 0 3-16,-23 19-9 0,5-13 2 0,-3-3 1 15,-2 2-12-15,-2-3-27 0,1 0-7 0,-3-2-12 16,4 2 5-16,-4-2-78 0,13 0-44 0,-4 0-36 15,-1 0-39-15,0 0 27 0,-17-11-192 16,19 3-85-16,6-4 35 0,5 5 35 0,3-1 29 16,3 8-5-16,0 0 26 0,19-18 69 15,-4 10-1-15,2 0-1 0</inkml:trace>
  <inkml:trace contextRef="#ctx0" brushRef="#br0" timeOffset="47477.75">10120 6959 620 0,'0'3'437'0,"-5"-2"-56"0,2 1-50 16,1 0-5-16,-1-2-21 0,2 3-5 0,0-1-37 16,1-4-26-16,2 4-29 0,3-4-22 15,11-1-34-15,4 3-5 0,-8 0-11 0,35-7-14 16,-12 5-16-16,2 0-17 0,4 0-24 16,7 2-8-16,-2-1-107 0,3 1-57 0,-2 0-42 15,-3 0-47-15,-22 0 18 0,12 0-219 0,2 0-68 16,-2 0 29-16,1 0 18 0,-1 0 26 15,-7 0 26-15,24-12 33 0,-36 10 28 0,-4 1 5 16</inkml:trace>
  <inkml:trace contextRef="#ctx0" brushRef="#br0" timeOffset="47766.95">10533 6768 642 0,'-10'-12'440'0,"2"1"-74"16,2 4 3-16,-2 2-31 0,3 0-31 0,0 0-37 16,4 2-28-16,-2 1-37 0,2 0-34 15,-1 1 4-15,1 2-26 0,1 2-7 0,0 0-1 16,0 3-20-16,0 1-6 0,4 15-2 16,-4-10-11-16,0 7 3 0,6 27-11 0,-3-16-14 15,-3 3-3-15,0 1-12 0,0-18 2 0,0 7-10 16,0 6-53-16,0 1-33 0,0 3 1 15,0 2-72-15,0 0-56 0,0-4-46 0,0 3-44 16,0-3 23-16,0-1-278 0,5 23 37 0,3-36-7 16,-2-3 32-16,3-5 26 0,0-6 28 0,0 0 91 15,-9-3-5-15,15 0 4 0</inkml:trace>
  <inkml:trace contextRef="#ctx0" brushRef="#br0" timeOffset="48251.18">10997 6861 582 0,'-9'-7'386'0,"3"2"-66"16,1-1-7-16,-1-8-24 0,3 5-26 15,0-1-29-15,3 2-29 0,0 8-22 0,0-8-21 16,17-8-21-16,-2 7-8 0,-1 3-17 0,4 3-12 16,1 2-17-16,2 1-17 0,-11 0-7 15,5 0-7-15,22 15 2 0,-16-3 6 0,-6 0-7 16,2 7 3-16,-7 0-8 0,-1 3-7 16,-5 3-3-16,-4 1-18 0,0-14-1 0,-18 27 27 15,7-17-4-15,-3 2-6 0,2-3-7 0,-5 0 28 16,2-2 5-16,-2-2-4 0,2 2-10 15,-2-4 4-15,-1-1 10 0,7-1-6 0,1-4 11 16,2 0 6-16,3-2 4 0,1-3 2 0,0 0-6 16,2-1 0-16,0-2-11 0,2-1-4 15,0 0-7-15,0 0-6 0,12 4-4 0,-3-4-8 16,11 1-6-16,3-1-6 0,0 1-4 0,-10-1-2 16,6 0-9-16,4 0-24 0,2 0-18 15,0 0-38-15,25-10 8 0,-30 5-93 0,-2 2-26 16,1-1-41-16,-7 1-37 0,-1 0 24 0,-2 0-224 15,0 0 38-15,3-2-79 0,-3-2 33 16,-4 1 32-16,1 1 63 0,-2 1 9 0,8-5 23 16,-2-1 15-16,-1 1 1 0</inkml:trace>
  <inkml:trace contextRef="#ctx0" brushRef="#br0" timeOffset="48696.67">11641 6817 360 0,'3'-2'497'0,"-1"0"-104"0,-2 1-54 16,3 2-46-16,-3 1 41 0,0 0-21 0,-1 1 0 16,1 4-26-16,-3 12-30 0,3-11-27 0,-6 22-18 15,3-8-24-15,3 0-12 0,0 2-16 16,0 2-25-16,0-13-7 0,0 3-7 0,0 4-12 16,0-2-5-16,10 23-13 0,-8-24-15 15,0-2-1-15,1-2-19 0,-2-5 5 0,0-1-9 16,-1 0 6-16,2 0-19 0,0-3 6 0,-1-2 3 15,2 0-4-15,0-2-18 0,3-3 7 0,9-4-4 16,1-2-11-16,1-6 4 0,3-2 0 16,-4-1-3-16,2-2-3 0,1 0 0 0,0 3-2 15,0-1-12-15,-3 2 15 0,-2-1-2 16,1 0 5-16,0 5 3 0,-4 0-4 0,-6 3 8 16,2 4-8-16,-4 0 8 0,3 1-7 15,-3 1-3-15,1 3-9 0,0-3 0 0,-4 3 14 0,0 0 5 16,0 0 1-16,6 13 0 0,-6-8 7 15,6 14-6-15,-5 0-16 0,5-1 19 0,-2 1-14 16,6 3 5-16,-1-1-10 0,0 0-11 16,5 1-32-16,-1-2-31 0,0 1-38 0,3-4-43 15,4 0 15-15,-5 1-116 0,2-1-24 0,-3-3-47 16,3-5 27-16,0 0-278 0,-2-4 40 0,-3-2 37 16,-2-3 35-16,-10 0 32 0,17 0 36 15,16-14 26-15,-9 5-1 0,-2 1 19 16,0-8 36-16</inkml:trace>
  <inkml:trace contextRef="#ctx0" brushRef="#br0" timeOffset="49178.24">12587 6919 1020 0,'-2'2'375'0,"-3"-2"-50"0,2 3 3 16,0-2-10-16,1 1-37 0,-1-2-20 15,1 1-20-15,1-1-14 0,-2 3-25 0,-1-2-18 16,4 0-14-16,3-1-28 0,1 1-16 15,0 1-6-15,15-2-8 0,6 3-15 0,5-1-13 16,1 0-42-16,4 1-21 0,6 0-37 0,4 0 2 16,4-2-86-16,0 2-36 0,2-2-33 0,-27-1-42 15,15 0 18-15,3 0-227 0,0 0-48 16,2 0 34-16,35-14 12 0,-48 7 26 0,-2-1 49 16,-5-1 30-16,-6 0 15 0,-5 1 7 15</inkml:trace>
  <inkml:trace contextRef="#ctx0" brushRef="#br0" timeOffset="49455.67">12951 6767 560 0,'-15'-7'397'16,"4"1"-20"-16,2 4-29 0,1-1-46 0,0 1-37 15,5 0-16-15,-1 2-16 0,0-3-31 16,1 3-22-16,3 0-37 0,0 0-4 0,0 0-9 15,-3 11-2-15,3-4-9 0,3 12 6 16,-3-8-16-16,7 24-21 0,-1-10 18 0,2 0-20 16,-1 3-6-16,-1 1-18 0,0-4-13 0,-2 2 8 15,5 2-8-15,-5-2-56 0,1 3 0 16,1-1-75-16,-5 1-29 0,2-1-52 0,0-1-41 16,2-3 19-16,-4-4-265 0,1-5-17 0,0-4 22 15,0-2 31-15,5 2 26 0,-1-7 27 16,4-4 59-16,-1-1 15 0,-9 0 5 0</inkml:trace>
  <inkml:trace contextRef="#ctx0" brushRef="#br0" timeOffset="50188.95">13488 6831 376 0,'-5'-8'366'0,"4"2"-52"0,-3-1-31 16,2 0 4-16,1 1-40 0,-2 2-10 0,3-3 1 15,-3 4-51-15,2-3-1 0,0 3-23 16,1-2-15-16,-2 0-18 0,0 1-13 0,2 1-14 16,-3-1 36-16,3 3-10 0,-1-3-20 15,0 1 14-15,1 0-5 0,0 1-17 0,-2 0-3 16,2-1-3-16,0 2-7 0,0-1-5 15,-1-2 1-15,1 4-18 0,0-3-4 0,0 0 1 16,0 3-13-16,0 0-9 0,0 0 0 0,0 0-6 16,0 0 4-16,0-7-11 0,0 7-8 15,0 0-5-15,12-12 14 0,-12 11-3 0,2-1 5 16,1 1-10-16,-2-3-1 0,2 2-9 0,3 0 1 16,-2-2 1-16,2 3-1 0,8-4-8 0,-1 2 2 15,4 0-1-15,2 1-12 0,0-1 14 16,-10 3-4-16,9 0 7 0,0 0 0 0,20 12-7 15,-19-5 6-15,-2 0-11 0,-2 3-3 16,1-1 2-16,-6 3-2 0,3 1 2 0,-3 1 8 16,-3 1-7-16,-3 2 2 0,-2-4 0 0,-2 0-12 15,0-3 16-15,-14 20-2 0,0-11-3 16,-1-2-3-16,-1 1 6 0,3-3 3 0,-3 0-1 16,1-4-4-16,1 0 4 0,3-2 0 0,2-4-3 15,1 1-9-15,2-2 18 0,2 1-17 16,1-1 8-16,0-2-11 0,1 1-1 0,2 0 15 15,0-3-3-15,0 0-1 0,0 0 6 0,21 19-2 16,-3-9-13-16,2-2 13 0,1 1-11 0,3 3-3 16,1-1 18-16,-3 0-12 0,0 1-2 15,1 0 8-15,-2 0-2 0,0-2-3 16,-4 2-1-16,-4 0 2 0,-3-1 2 0,-1 0-14 16,-7-1 11-16,-2-10 12 0,0 11 0 0,-23 10 2 15,5-13-7-15,-3 6 5 0,-6-6 0 16,0-1-2-16,3 3-7 0,-1-2 0 15,-3 1 8-15,1-1-1 0,2-2-11 0,8-1 18 16,-2 1-5-16,3-4 3 0,4 2-6 0,3-2-13 16,0-1 7-16,3 1-24 0,-1-2-27 0,6 0 5 15,-4 0-128-15,5 0-56 0,0 0 22 16,0 0-332-16,-4-6 24 0,4 1 40 0,0 2 6 16,0-2 34-16,-3-2 70 0,1 3 24 15,6-1-4-15,-3 0 10 0,8-8 48 0</inkml:trace>
  <inkml:trace contextRef="#ctx0" brushRef="#br0" timeOffset="52545.78">8100 7910 371 0,'0'0'305'0,"0"0"-52"0,0 0-39 16,0 0-26-16,0 0-26 0,0 0-21 0,0 0-14 15,16-11-8-15,7 2-4 0,7 2-10 16,1 0 5-16,4 1-16 0,6-1 4 0,6 0-17 15,5 0-11-15,15-1 3 0,5 2 2 16,10 0-12-16,0 1-17 0,8 1 5 0,3 0-3 16,8 4-22-16,3-2 11 0,6-2 3 15,2 2-17-15,-51 2-4 0,31 0 4 0,21 0-11 16,7 0-4-16,8 0 7 0,130 12-5 0,-124-8-3 16,2-1 13-16,-2 3 6 0,4 2 4 15,-5-1-16-15,4-2-6 0,-7 0 6 16,-2 2-3-16,-5 3-1 0,-3-3 13 0,-8-2-16 15,-2 0-5-15,-4 2 4 0,-5-4 16 0,-5 0-4 16,0 0-8-16,-5-1-9 0,-5 1 18 0,-5-1-23 16,-4-1 18-16,-5-1-10 0,-8 1 6 0,-3 1 28 15,-32-2-8-15,11 0 0 0,5 0 6 16,-2 0 6-16,2 0 20 0,-7 0-8 0,-1 0-5 16,-1 0-4-16,-5 0-7 0,-1 0 39 0,23-11 7 15,-33 10 5-15,-6 1-9 0,-14 0 8 16,11 0-22-16,-4 0 2 0,-1 0 9 0,-6 0-12 15,10 0-12-15,-10 0-24 0,7 0-9 16,-7 0-4-16,0 0-77 0,0 0-34 0,9-4-17 16,-10 4-36-16,0-1-40 0,1-2 17 15,0 3-164-15,0-2-138 0,0 2 35 0,2-3 19 16,2-1 61-16,8-4 7 0,6-6 29 0,3-1-7 16,0 3 40-16</inkml:trace>
  <inkml:trace contextRef="#ctx0" brushRef="#br0" timeOffset="54430.34">15506 6791 634 0,'0'-16'187'0,"14"16"-5"0,0-30-8 0,-13 23-25 16,0-3-11-16,-1 5-2 0,0-2-12 0,2 2-16 16,-1-3-22-16,-1 0 6 0,0 2-7 15,1-1-4-15,1-1-9 0,-2-9 0 16,0 4-9-16,2 2-3 0,-2 3-14 0,0 0-2 16,0-2 3-16,-11-8-10 0,4 7 2 0,-2 1-10 15,-1 3-3-15,-2-1-5 0,-5 0 0 0,0 4 3 16,-4 2-4-16,-1 0 6 0,10 2 0 0,-7 0 14 15,-29 16 1-15,22-8 12 16,-1 1-16-16,1 1 3 0,3 2-3 0,-1-1-11 16,3 3 10-16,2-1-18 0,1 1 9 0,4 0-7 15,2-2-6-15,2-1 22 0,6 0-18 16,2-3-4-16,2-8 9 0,0 7-9 0,19 6 1 16,-4-6-1-16,5-6-21 0,3-1 1 15,-12 0-5-15,7 0-1 0,30-14 1 0,-21 4 0 16,-5 0-4-16,1-2 13 0,-2-3-7 0,-1 1 21 15,-1 2-2-15,1-1 31 0,-4 2-6 0,-1-2 6 16,-2 4 6-16,-5 3-20 0,1 2 2 0,-9 4-11 16,0 0 2-16,14 13 19 0,-10 6 25 15,-1 7-21-15,-1 5 25 0,-2-13-8 16,0 9 19-16,0 10-1 0,-12 51 2 0,6-30-14 16,-1 0-9-16,0 6 11 0,1 0-10 0,-2 6-4 15,1-1 6-15,-3-4-5 0,3 1-18 16,-1-4 5-16,-1-3-9 0,-4-2 7 15,0-2 2-15,-2-3 3 0,-1-5-3 0,-4-5 10 16,1-5-2-16,0-4-9 0,-2-3-9 0,3-5 10 16,2-6 13-16,-3-3 4 0,-1-2-1 0,3-6-7 15,-2-7-3-15,12-1-7 0,-16-13 5 16,13-3-8-16,2-5-7 0,4-5-5 0,2-5 2 16,2 13-3-16,0-14-6 0,18-41-8 0,-3 25-3 15,4-2-2-15,7-1-10 0,1 0 4 16,1-1-9-16,6 4-5 0,1 0 5 0,1 5-24 15,2-3 0-15,0 5-18 0,2 2 8 16,3 0-17-16,2 3-10 0,3 0 6 0,-4 3-24 16,4 1 1-16,-5 0-5 0,2 1-9 0,0 4 0 15,-3-2 10-15,1 2-6 0,-2 1-3 16,-1 1 8-16,1 0 9 0,-5 0 17 0,-5 3 0 16,3 1 6-16,-6-2 0 0,-2 4 15 15,0-1-9-15,-3 1 8 0,-5 2 24 0,1 3-7 16,-1-3 1-16,0 5 13 0,-4-5 11 15,-1 5 4-15,-3 0 19 0,-1-3-21 0,-1 6 7 16,1-1 8-16,-5 2 26 0,-3 0 8 0,4 3-29 16,-2 0 22-16,-3 2 9 0,2-1-27 15,-1 0 18-15,2 1-28 0,-3 2 21 0,1-2-19 16,0 1 26-16,1 1-31 0,-4 2 3 16,0 1 15-16,-4 1-3 0,-3 6 40 0,-7 8 2 15,0 0 17-15,0 7 21 0,-5 1-6 0,0 6 9 16,1 0-2-16,1 2-7 0,-2 2-9 0,4 0-8 15,-2-2 2-15,8 3-4 0,1 0 2 16,3-1-7-16,6-3 7 0,0 1-12 0,1-16-4 16,19 26-6-16,-4-17 0 0,7-1-4 15,-2-1-10-15,5-7-4 0,-1-2 3 0,3-3-14 16,1-3-11-16,2-4-5 0,1-1-8 0,-17-4-16 16,29-9-10-16,-14-3-7 0,-1-1-8 15,-3-4-10-15,-1-3-3 0,-3-2 1 0,0-1 5 16,-3 0 8-16,-1-1-1 0,-2 1 4 0,-3-3 8 15,0 3-19-15,-1 0 20 0,-3 0 11 16,0 0-8-16,-1 6 16 0,0 1 0 0,-4 3 19 16,1 4-16-16,3-2 5 0,-3 4-4 0,-4 0 4 15,2 3-4-15,0 1-8 0,-2 3 7 16,0 0-2-16,-3 3 12 0,2 1-2 0,-7 11 13 16,3 2 6-16,-4 0 3 0,3 3 1 0,-1 1 3 15,1 0-7-15,2 1-2 0,1 0-4 16,0 1 2-16,1-4 1 0,0 0-8 0,2-10 8 15,0 4 1-15,12 15-14 0,-4-18 14 16,2 1 0-16,4-2-8 0,3 0-4 0,5-5 12 0,-2-2-11 16,-8-2-3-16,4 0 4 0,24-20-10 15,-16 9 5-15,-4-3-6 0,2-5 3 0,-1 4-3 16,-1-3 3-16,0 1-1 0,0 0-6 0,-5 2 10 16,-2 2-9-16,0 2 0 0,-3 2-9 15,-3 3-1-15,-2 6 3 0,-5 0 1 0,1 8 11 16,-4-1 2-16,-3 10-2 0,0 2-7 15,-2 1 12-15,1 2-4 0,1 2 2 0,-3 1 7 16,4 5-16-16,1-6-13 0,0 2-35 0,3-1-57 16,1-12 10-16,0 6-122 0,0 2-47 0,0 1-50 15,0-2 27-15,0-4-266 0,10 8 30 16,-6-19 41-16,1-3-4 0,2-4 36 0,-2-2 70 16,9-8 47-16,4-4 0 0,-1-7 11 0,3-2-3 15</inkml:trace>
  <inkml:trace contextRef="#ctx0" brushRef="#br0" timeOffset="54614.62">17693 6846 1061 0,'19'13'366'0,"-4"2"-33"15,-2 6-46-15,-4 2 12 0,-5 2-24 0,0 4-30 16,-4-13-18-16,0 7-24 0,0 6-32 16,-17 30-10-16,2-26-19 0,-2 0-64 0,-5 1-8 15,-6-1-97-15,-7-2-43 0,-4 1-52 16,-5-4-55-16,-3 0 17 0,-4-5-216 0,-4-4-50 15,-5-2 31-15,-6-2-25 0,-7-8 42 0,-5-2 24 16,-6-4 13-16,43-1-17 0</inkml:trace>
  <inkml:trace contextRef="#ctx0" brushRef="#br0" timeOffset="55091.42">14635 6064 383 0,'6'-38'305'0,"2"4"-12"0,-4 0-28 15,4 0-32-15,-7-2 7 0,7 5-32 16,-6 2-6-16,3 0-14 0,-1 0 19 0,2 5-55 16,-3 5-11-16,5 1-19 0,-6 4 11 0,-2 6-20 15,3 2-24-15,-2 4-18 0,-2 5-10 16,1 5 15-16,-3 15-12 0,3-7 27 0,-11 50-8 16,2-12 24-16,-1 11-7 0,-4 7-7 0,-2 10 9 15,0 7-11-15,-4 9-14 0,3 9 7 16,-1 3 12-16,0 10 2 0,1 1 14 0,-1 5 9 15,6 2-5-15,1 8-14 0,5-3 4 16,-2-2-11-16,4-3-1 0,1-5-19 0,0-5-7 16,-1-6 1-16,3-9-8 0,-2-7-12 15,1-7-7-15,-2-5-21 0,-2-10-28 0,-1-3-45 16,1-6-29-16,-1-6 6 0,1-8-137 0,-2-7-25 16,1-6-30-16,0-9 23 0,-2-4-208 15,-1-3-66-15,0-8 40 0,3-12 35 0,7-2 37 16,-9-11 33-16,4-11-7 0,3-5 43 15,2-5 14-15,0 11 9 0</inkml:trace>
  <inkml:trace contextRef="#ctx0" brushRef="#br0" timeOffset="55914.12">17929 6794 304 0,'0'0'426'15,"0"0"-98"-15,0 0-32 0,0 0-41 0,0 0-44 16,19-11-27-16,8 2 1 0,-2 3-56 0,14-2 5 16,3 4-61-16,12 0-46 0,-2 0-77 0,4 1-49 15,1 3 8-15,-1-3 9 0,-1 1-336 16,-4-3 24-16,-6 4 64 0,-2 1 6 0,-26 0 8 16</inkml:trace>
  <inkml:trace contextRef="#ctx0" brushRef="#br0" timeOffset="56106.45">18355 7074 589 0,'-23'12'446'0,"2"-5"-78"0,2 3 11 0,5-4-16 15,4 0-24-15,4-3-28 0,3-1-59 16,8 0-20-16,2-2-34 0,18-2-18 16,-9 2-14-16,12 0-38 0,2 0-57 0,5 0-7 15,2 0-118-15,5 0-58 0,5 0-64 0,49-12 17 16,-45 10-291-16,-1-1 34 0,-2-4-36 0,-4 0 29 15,0 2 26-15,-5-2 28 0,-1 0 13 16,-4-1 1-16</inkml:trace>
  <inkml:trace contextRef="#ctx0" brushRef="#br0" timeOffset="60240.62">19652 6639 299 0,'0'0'362'0,"-13"0"-47"0,13-13-23 15,0 13-11-15,-20-24-20 0,18 18-19 16,-1 0 18-16,2 1-45 0,-2 2-24 15,1-1 10-15,1 1-30 0,1-1-20 0,0 2-6 16,-3-2-12-16,2 2-33 0,1 2-11 0,0 0-1 16,-2 0 2-16,1 5-7 0,1 1 10 0,-4 15 18 15,-3 3 3-15,3 5 1 0,-3-2-15 16,4 1 18-16,-1 3 1 0,2 1-19 0,2 2-8 16,0-19 0-16,0 8 5 0,0 5-15 0,11 30 1 15,-5-33 2-15,2 1-13 0,-5-2 5 16,7-3 1-16,-3-4-8 0,1-1 18 0,-3-1-13 15,1-5 14-15,0-4-4 0,1-1-5 0,-2-4 6 16,1-1-7-16,-6 0-7 0,14 0-8 16,15-20-5-16,-12 4-8 0,1-1 18 0,1-2-8 15,1-4-25-15,4-5-10 0,-2 2 2 16,1 2 6-16,-3-1-6 0,0 5-11 0,-5 2 5 16,5 0-6-16,-4 2-12 0,-2 4-12 0,-1 1 10 15,-4 0-10-15,-2 3-4 0,1 5 9 16,-4 2 0-16,0-2 5 0,-4 3-5 15,0 0-2-15,0 0 10 0,20 23 5 0,-12-7-1 16,-3 1-3-16,-1 2 11 0,0 1-17 0,1 4 29 16,0-1-13-16,-2 2-4 0,-1 0-7 15,5 0-4-15,-5 0 7 0,2 2-9 0,-2 1 22 16,3-7-6-16,-2-1-23 0,-1 0-35 16,0 1-36-16,-1-1-57 0,0-3-51 0,0 0 18 15,-1-10-169-15,0 2 32 0,0-2-278 0,0 1-23 16,0-8 51-16,-11 14 57 0,11-16 31 15,0 0 34-15,0-4 31 0,5-9 36 0,5-2 22 16,3-3 40-16,4-2-13 0,2-2 28 16</inkml:trace>
  <inkml:trace contextRef="#ctx0" brushRef="#br0" timeOffset="60964.81">20379 6411 212 0,'-11'-12'370'0,"3"8"-51"0,4-4-19 16,-2 5-45-16,4-2-6 0,-3 1-14 15,2 1-3-15,1 1-6 0,1 2-46 0,-3-5 15 16,4 4-35-16,-2 0-11 0,1 0-18 0,0-2 5 15,-2 0 0-15,2 2 20 0,1 1-9 0,-1-2-1 16,-1 2-10-16,0-1-13 0,2-1 0 16,0 2-7-16,0-2-4 0,0 0 6 15,0 0-4-15,0 1-13 0,0-1-2 0,0 2-13 16,0 0-3-16,0 0-5 0,0 0-8 0,0 0 1 16,0 0-11-16,0-7 2 0,0 7-8 15,0 0-7-15,0 0 8 0,0 0-5 0,0 0-12 16,0-8 5-16,0 8 1 0,2-5-6 15,0 3-6-15,-1 1 13 0,-1-2-11 0,0 2 6 16,1 1-18-16,-1-2 2 0,3 1-1 0,-3 1-7 16,1-1 12-16,0-2-18 0,1 3 5 15,0-3-6-15,1 2 13 0,2 0-19 0,0-2 4 16,-1 1-2-16,1 0 6 0,11-2 4 0,0 0-7 16,0-1 1-16,2 1 1 0,-1 4-17 15,-8 0 10-15,5 0 0 0,-1 0-14 0,16 10 11 16,-16-3-17-16,0 1 4 0,-4 0-5 0,0 3-16 15,-3 1 10-15,-6-2-2 0,0-1-5 0,0 2-10 16,-15 20-3-16,4-15 11 0,-1 1 4 16,-1 0-1-16,-1-3 4 0,2-3 6 0,2 5-4 15,-1-8-6-15,3 1-6 0,-1 0-11 16,8-1 16-16,-3-3-2 0,4 4-1 0,0 0 3 16,0-9 17-16,0 12-3 0,14 20-5 0,-6-16-5 15,2-1 10-15,-1 1 10 0,4 0 6 16,-2-1-6-16,-1-2 5 0,0 1-8 0,-1-2 17 15,-2-5-2-15,-3 0 6 0,1-3 1 0,-3-1-2 16,0 0 3-16,-2-3 3 0,0 0 9 16,0 0-4-16,-24 7-7 0,3-5-1 0,7-2 0 15,-8 0-2-15,-6 0-32 0,0 0-43 16,-4 0 5-16,1 0-170 0,-1 0-71 16,-1 0 28-16,-1 0 25 0,-23 8 25 0,46-8-293 0,-2 0 39 15,5 0 36-15,-2-12 12 0,15 7 30 16,16 0 24-16,7-4 44 0,4 1 21 0,9 1 51 15,3-5 8-15</inkml:trace>
  <inkml:trace contextRef="#ctx0" brushRef="#br0" timeOffset="62618.64">16372 7749 477 0,'-30'-2'307'16,"16"2"-75"-16,-3 0-19 0,-24-8-22 0,27 6-24 15,1 0-8-15,3 0-3 0,1 1-14 0,3-2-11 16,0 2 12-16,2 0-20 0,-1 1-6 0,5 0-3 15,-1 1-5-15,4 3-32 0,19 0 10 16,7 2-16-16,8 1-16 0,12-1-18 16,20 0 24-16,9 1-13 0,10 3-27 0,13-2-13 15,13 1 1-15,19 3 0 0,5-2 2 16,6 4-1-16,108 12-6 0,-54-8 3 0,-38-2-1 16,-12-2 2-16,2 0 10 0,95 10-20 15,-56-6 12-15,-39-1 14 0,-25-4-24 0,0 2 20 16,-3 0-7-16,-8-1 21 0,-3-2 13 0,-4-1 19 15,-7 1-32-15,-8-1 39 0,-6-2-7 0,-8-1 8 16,-9 1-7-16,-7-2 56 0,-10-6 2 0,-5 3 5 16,-9-1 11-16,-3 1-2 0,-3 0-7 15,-4-2 3-15,-5-1-10 0,0 2-11 0,-2-3-22 16,-4 4 1-16,-4-4-6 0,-13 0-5 16,7 0-18-16,-7 0-17 0,7 0-23 0,-7 0-25 15,6-4-56-15,-8 4 5 0,2-3-125 16,-5 2-50-16,1 1 21 0,-1 1-319 0,-4-2-11 15,4 0 38-15,-1-2 8 0,1-1 33 0,-6-4 30 16,11-4 23-16,2-2 28 0,-2 9 14 16,17-19-2-16</inkml:trace>
  <inkml:trace contextRef="#ctx0" brushRef="#br0" timeOffset="68596.73">1828 8724 379 0,'0'0'279'0,"14"-17"-52"0,7-11-10 15,-18 15-17-15,0 4-16 0,-2-8-17 0,0 5-6 16,0 1-17-16,-1 11-20 0,0-11-13 16,0-2-15-16,-12-6-1 0,2 6-22 0,-1 2 4 15,0 3-14-15,-7 1-7 0,-1 3-1 16,-1 1 2-16,8 3-15 0,-6 0 20 0,-6 0-3 16,-27 19-5-16,27-9 18 0,-1 1-3 0,0 3 20 15,-1 1-24-15,3-1 9 0,0 2-17 0,-1-1-17 16,4-1 7-16,3 2 18 0,1 2-30 15,6-1 27-15,0 5-22 0,10-15 1 0,0 8-27 16,13 19 11-16,2-16-2 0,5-6-2 0,2 2 11 16,0-3-9-16,3-3-5 0,5 0 5 15,2-7-2-15,-1-1 11 0,-17 0-32 0,7 0 18 16,28-9-11-16,-21 1 22 0,-2-1-23 16,-4-4 9-16,1-1 1 0,0 0 0 0,-2-2-23 15,-1 0 10-15,-2 1-3 0,0 0 1 0,-3 1 49 16,-1 5-7-16,-2-3 7 0,-4 6 4 15,-3 0-3-15,0-1-17 0,0 5-5 0,-1-2-4 16,-3 2-1-16,1 1-2 0,-1 1-10 0,-1 0 0 16,0 0-3-16,0 0 2 0,5 14 1 15,-1 5 1-15,-3-3-6 0,3 3 0 0,1 1-2 16,-4 5 8-16,3-4-2 0,1 4-63 16,-1 0-39-16,1 0-29 0,-1 0-27 0,2 0-34 15,-3 0-40-15,2-3 19 0,-1-1-195 16,-4-3-62-16,3-7 31 0,-3-1 32 0,2-2 25 15,-2-5 25-15,2 1 24 0,0-3 40 0</inkml:trace>
  <inkml:trace contextRef="#ctx0" brushRef="#br0" timeOffset="68986.39">2504 8724 742 0,'4'-10'389'0,"1"1"-39"0,-5 1-17 0,4 1-51 15,-4 0-35-15,0 2-29 0,0 0-24 16,0 5-23-16,0 0-18 0,0 0-9 16,-10-8-14-16,3 9-14 0,2 4-3 0,-10 5-11 15,7 1-35-15,-7 3-9 0,6 1 5 0,1 0-24 16,-2 2-3-16,7 2 16 0,3 1-6 15,-1 2-4-15,1-12-18 0,0 8-3 16,13 24-1-16,-6-18 3 0,1-1-5 0,2-5 9 16,-1 2-2-16,-2 1-13 0,2-10-3 0,-3 3 7 15,-1-2-11-15,-1-3 3 0,-4-3-6 0,0 0 0 16,-10 2 1-16,-4-3-14 0,-3-1 3 16,-6-4-4-16,8 0-19 0,-3 0-16 0,-7 0-23 15,-26-17-19-15,23 9-27 0,4 0-40 16,1-2-29-16,3-5 15 0,-2 1-287 0,4-1 10 15,4-2 30-15,5 0 28 0,5 0 24 0,4 8 21 16,0-3 37-16,17-15-17 0</inkml:trace>
  <inkml:trace contextRef="#ctx0" brushRef="#br0" timeOffset="69415.07">3256 8465 743 0,'-4'-12'431'0,"0"5"-43"0,-1 1-47 0,4 4-49 16,-2-3-35-16,-1 5-31 0,4 0-26 15,-2 5-22-15,-5 8 6 0,2 4 4 0,-4 4 13 16,0 4-20-16,3 1-12 0,-2-1-10 16,-1 1-3-16,4 3-14 0,0 1-9 0,1 3-9 15,3 1-7-15,-2 5-12 0,1-1-11 0,-1 1-11 16,2 2-8-16,-3 0 1 0,4-2-13 0,-1 2-22 15,-3-3-33-15,3-1-35 0,-2 0-34 16,-2 3 5-16,2-5-133 0,-2 1-40 0,0-5-46 16,0 1 29-16,-3-3-269 0,2-3 35 15,0-4 18-15,-2-7 34 0,2-3 32 0,2-7 23 16,1-4 41-16,3-1 19 0,0 0 15 0,1-26 3 16</inkml:trace>
  <inkml:trace contextRef="#ctx0" brushRef="#br0" timeOffset="69702.82">3258 8773 688 0,'7'-32'523'0,"-1"4"-76"0,-1-1-69 0,5 4-43 0,-1 4-48 15,2-2-36-15,1 1-33 0,2 5-20 16,5 5-38-16,2 4-15 0,0 0-29 0,0 8 9 16,-9 0-7-16,28 12-30 0,-13-3-5 0,-2 4 5 15,0 0-16-15,-2 3-2 0,0 1-20 16,-3 1 12-16,-3 0-20 0,-4 3-12 0,-5 1 19 15,-3 0-17-15,-5-12 1 0,0 7-1 16,-18 17 3-16,3-16-13 0,-6 0 6 0,-3-1-15 16,-3 0 24-16,-2-3-14 0,-2 1 1 0,0-3-19 15,1 2-1-15,-1-4-88 0,3 0-55 16,-3-3-38-16,3-3-59 0,4-4 22 0,13 0 19 16,-14-15-323-16,19 3 17 0,3-1 56 0,3 1 16 15,19-18 28-15,0 13 76 0,2 1 21 16,3 1 12-16,2 5 4 0</inkml:trace>
  <inkml:trace contextRef="#ctx0" brushRef="#br0" timeOffset="70274.59">3835 8782 643 0,'5'0'395'0,"-3"-1"-35"15,0-2-57-15,-1 0-27 0,4 1-40 16,-1-1-9-16,1-2-48 0,6-4-4 0,2-1-28 15,3-3-43-15,0 1-14 0,5-2-1 0,-1 0-29 16,3 0-32-16,-4 0-13 0,3-2 19 16,-2-1-17-16,-2 2-15 0,1-1 7 0,-2-1 12 15,1 5 6-15,-6 0 14 0,0 0-10 0,-4 4 0 16,-4-1-18-16,-4 4 10 0,0 5-11 16,0 0 25-16,-13-3 6 0,-6 8-2 0,3 2 12 15,-4 3 19-15,-4 2-7 0,2 3 9 16,2-1-1-16,-2 1 6 0,0 2-5 0,3 1-5 15,0 2 4-15,2 2-8 0,2-1-9 0,5 4-13 16,3 4 12-16,6-2-6 0,1-15 1 16,11 27-7-16,-2-15-13 0,4-5 2 0,4-2-22 15,2-2-25-15,5-2 1 0,3-4-57 0,1-6-27 16,-12-3-2-16,27-11 3 0,-16-1 5 16,6 0 25-16,0-10 7 0,8 3 10 0,-1-5 1 15,2 4 16-15,1-2 44 0,2 1 21 0,-1 1-3 16,-3 0 55-16,-2 2 2 0,1 3-10 15,-3 1-6-15,-3 5 7 0,-2 1-8 0,-1 2-6 16,1 4-17-16,-3 2 10 0,-16 0-2 0,9 0-7 16,20 15-3-16,-20-8 7 0,-4 3-18 0,-1-1 0 15,-2 1 1-15,-2-3-10 0,-7 1 6 16,2-2-8-16,-3-1 3 0,-1 1-9 16,-2-4 10-16,2 1-10 0,-4 1 2 0,3-3 3 15,-1 1 6-15,0-2-5 0,-2 0-9 0,0 0-14 16,0 0-9-16,8 0-17 0,10-15-24 0,-6 7 6 15,4-1-82-15,0 2-8 0,2-3-38 0,2-2-39 16,2 3-26-16,6 0 22 0,-1-2-244 16,-5 0-28-16,-1 0 35 0,2-4 31 0,0 2 35 15,-4-1 19-15,-1-2 42 0,2 2 17 16,-3 1 8-16</inkml:trace>
  <inkml:trace contextRef="#ctx0" brushRef="#br0" timeOffset="70746.81">6031 8399 876 0,'-4'-7'377'0,"1"-1"-32"0,1 5-44 15,-1-2 40-15,2-1-27 0,-3 2-20 0,4 3-36 16,-1 0-23-16,-2-2-34 0,3 3-38 0,-2 2-15 16,2 0 6-16,0 6 1 0,-4 11-8 15,1 3-4-15,1 3-21 0,-1 3-5 0,-1 4-17 16,2 0-3-16,-4-3-4 0,5 2-6 0,0 3-15 16,1-1-3-16,0-13-11 0,0 9-63 15,0 7-42-15,12 44 4 0,-7-39-132 0,-1 1-43 16,-2-1-43-16,1-2 27 0,-3-1-275 15,0-23 39-15,0 9 34 0,0 2 34 0,-12 25 28 16,7-34 5-16,3-5 28 0,-3-7 21 0,4-5 16 16,-2 0 7-16</inkml:trace>
  <inkml:trace contextRef="#ctx0" brushRef="#br0" timeOffset="71850.08">5803 8823 585 0,'-16'-15'460'0,"-1"1"-79"15,2 1 20-15,3-1-40 0,3 3-34 16,4-4-35-16,3 6-38 0,2 9-31 0,0-10-13 16,23-13-30-16,-1 14-22 0,3 0-22 0,9 1-48 15,3 0-29-15,3 1-5 0,5 1-70 0,1 0-49 16,2-2-25-16,2 2-18 0,-3-2-21 0,1 2-24 16,-5-2-12-16,-3-1-6 0,2-1 2 15,-6 2 15-15,1 0 4 0,-6-3 14 16,1-1 12-16,-6 0 11 0,-3 0 12 0,-2-2 8 15,2 1 88-15,-4 2 7 0,-6 0 26 0,-4 2 28 16,5-3 24-16,-5 5 15 0,4-3 4 16,-7 5 9-16,-2-1 14 0,1 0 0 0,-1 4 25 15,-4-3-10-15,1 2-13 0,0-1 33 0,1 1-4 16,-2 0-13-16,5-1-3 0,-4 3-3 16,2-2-20-16,-3 0 0 0,2 2 7 15,-2-1-4-15,1 0-8 0,1 2-10 0,-1-3-2 16,-1 1-15-16,3 0-4 0,-3-1-11 0,1 3-1 15,-1 0-9-15,0 0-7 0,0 0 0 0,0 0-9 16,0 0-8-16,0 0-6 0,0 0 2 16,0 0-3-16,0 0-2 0,0 0-7 0,0 0 2 15,0 0 2-15,0 0-13 0,0 0 3 0,0 0 3 16,0 0-5-16,0 0 2 0,0 0-10 0,0 0-1 16,0 0 7-16,0 0 3 0,6-10-7 15,-6 10-6-15,-1 2 4 0,1 1-2 0,0-2 0 16,0 1 7-16,0 3-4 0,0-3 8 0,0 3-5 15,0-1-5-15,0 2 3 0,0 0-12 0,0 2 8 16,0 5 2-16,0 3 10 0,0 6-8 16,-10 22 1-16,7-20 5 0,-2 2-2 15,-3 3 3-15,2 0-5 0,0-2 3 0,-2 2 2 16,2-2 4-16,1 0-12 0,-2 4 4 0,-3-5 1 16,6 6-2-16,-2-6 2 0,-2-4 0 0,2-1 0 15,-1-3 5-15,2-2-4 0,1-5-9 0,2-7 13 16,-1 4 6-16,2-1-11 0,0-5 6 15,1-2-9-15,1-5 7 0,-1 0-11 0,2 1-8 16,1-1 4-16,7-10 2 0,-2-4 1 16,1-2-9-16,-2 2 14 0,0 0-7 0,3 0 2 15,-1 0 1-15,-1 5 2 0,-3-1-4 16,0-1 8-16,0 5 5 0,1 0-3 0,-4 1 8 16,3 2 2-16,-4 1 4 0,-1 5 4 0,4-4 4 15,-3 2-9-15,-1 2-5 0,1-1 1 0,1 3-12 16,-1-3-2-16,-1 1 2 0,0 2 1 0,0 0-11 15,-1 7-3-15,-2-2 8 0,1 10 6 16,-7 5-1-16,6-4-1 0,-2 9-1 0,0-1 2 16,2 1-7-16,2 1 3 0,1-12 9 15,0 3-4-15,0 3-1 0,12 23-1 0,-7-24 4 16,9-6-4-16,-1 1 7 0,6-5-4 16,1-5-12-16,3-4-8 0,-9 0-20 0,3 0-9 15,26-22 6-15,-19 8 0 0,6-2 1 16,-3 2 11-16,0-2-3 0,0 1-6 0,-2 1 5 15,-3 5 4-15,-2-3 7 0,-1 6 0 16,-3-1-5-16,-4 0-1 0,1 5 10 0,0 0 1 16,-13 2 3-16,13 0-4 0,6 0-2 15,21 19 9-15,-16-9 5 0,0-1-13 0,1 2 8 16,0-2 3-16,0-3-1 0,1 0-7 0,-4-6 2 16,0 3 2-16,-3-1 4 0,-8-2-12 0,2 0-8 15,17-14 3-15,-18 5-2 0,1 1 16 16,-6 0-7-16,-2 1 13 0,0-2-12 0,-3 6 4 15,0-3-1-15,0 2-5 0,-2 1 1 0,0 3 1 16,0 0-10-16,-9-1 1 0,5 2 2 16,2 2 14-16,-7 8 1 0,0 3-1 0,8 5 9 15,1 0-3-15,0-9-1 0,16 23 5 0,2-10-16 16,5 1-45-16,7 0-9 0,4 1 8 16,7-2-128-16,1-3-47 0,4-2-56 0,-2-4 28 15,7-3 23-15,-4-3 20 0,6-4-269 0,-28-4 37 16,10 0 33-16,53-17 27 0,-37 1 25 15,1-2 27-15,-2-5-3 0,5-2 16 0,-1 1 38 16</inkml:trace>
  <inkml:trace contextRef="#ctx0" brushRef="#br0" timeOffset="73528.95">8879 8443 357 0,'0'-14'407'0,"26"-8"-56"0,-23 14-63 0,-1 4-26 16,0-2-36-16,1 2-22 0,-3 2-33 0,2 2-20 16,0 1-14-16,-2 5 9 0,1 0 14 0,0 15-22 15,-1 5-5-15,0-11-18 0,0 8 7 16,0 3-23-16,0 3-6 0,0 4-7 0,0-1-13 15,0-1-3-15,0 5-3 0,0 2-24 16,0-1-64-16,0 2-47 0,0 1-51 0,8 41-55 16,-6-45 16-16,-2-17-292 0,0 6 25 0,0 4 15 15,0-2 33-15,0-5 27 0,-12 13 8 16,12-35 64-16,0 0-10 0</inkml:trace>
  <inkml:trace contextRef="#ctx0" brushRef="#br0" timeOffset="73940.61">9034 8842 649 0,'10'-11'344'0,"6"6"-43"0,5 1-57 0,-1 0-26 0,5 4-24 16,-10 0-25-16,5 0-5 0,33 13-19 16,-28-4-31-16,3 3 4 0,-1 0-31 0,-5 3-4 15,1 2 8-15,-5-1-14 0,-1 4-21 16,-6 0 21-16,-6 1-22 0,-5-11-16 0,0 4 23 15,-18 17-19-15,3-15-1 0,-2-4 9 0,-1 0-5 16,-3-3 6-16,-2-4 7 0,0-2 1 16,3-3-18-16,10 0 4 0,-1 0 8 0,-19-20 1 15,22 8-6-15,6-5-38 0,2 5-18 16,10-20 6-16,1 13-9 0,8-1-19 0,-1-1-7 16,0 2 9-16,7 4 13 0,1-1-8 0,2 3 9 15,-1 1 9-15,1 4-7 0,0 2-10 0,4 1 1 16,-3 3-1-16,-13 2 4 0,3 0 25 15,5 0 13-15,25 14 20 0,-26-4 4 0,-5 4 23 16,1 2-15-16,-2 5 5 0,-4-1-11 16,-4 2-3-16,0 6 6 0,-6-3-6 0,-2 4-5 15,-1-15-61-15,0 7-46 0,-15 24-51 0,5-20-59 16,-3-3 15-16,-1-2-215 0,-4 1 29 0,0-5 29 16,0-3-87-16,8-3 31 0,3-5 23 15,5-3 27-15,2-2 14 0,0-3 20 0</inkml:trace>
  <inkml:trace contextRef="#ctx0" brushRef="#br0" timeOffset="74061.45">9839 8678 403 0,'-5'-5'158'0,"-1"5"-23"0,5 0-119 0,-2 1-79 15,-3 1-241-15</inkml:trace>
  <inkml:trace contextRef="#ctx0" brushRef="#br0" timeOffset="74524.97">10009 8944 403 0,'-1'-4'351'0,"-1"1"-42"0,1-2-48 0,2 0-29 16,1 0-14-16,-1-2-13 0,4-7-15 0,1-1-13 16,2 0-14-16,-2-1-9 0,-2-1-8 15,4 2 8-15,0-1-17 0,-2-2 14 0,-2 2-7 16,-2 2-13-16,0 3-21 0,-2 11 9 0,0-9-6 16,0 2-6-16,0-1-31 0,-11-3-4 15,8 5-11-15,-1 5-6 0,-1-2-10 0,-1 3-5 16,1 2-9-16,-7 5-6 0,-2 5 7 0,2 3-24 15,-1 4 26-15,7 5-5 0,0 8-27 16,3-4 22-16,0 7-3 0,3-16-11 0,0 8 0 16,12 43 9-16,-7-30-15 0,6 0 8 0,1 1-5 15,3-2 10-15,-1-6-9 0,2 1 5 16,-2-5-2-16,0 0 13 0,-5-4 6 16,-1 1 1-16,-7-2 4 0,-1-14-10 0,-14 21 18 15,-8-15-8-15,1-5-4 0,-5-3-8 0,-5 2-4 16,-2-9 0-16,-2 4-6 0,-1-3 1 0,16-2-17 15,-7 0 1-15,-6 0-115 0,-30-8-52 0,33-3-75 16,3 1 24-16,6-5-316 0,5-3 33 16,7-5 66-16,9-3 37 0,0 14 28 0,19-27 24 15,1 11-1-15,6 1 54 0,5 1-14 16,2 1 4-16</inkml:trace>
  <inkml:trace contextRef="#ctx0" brushRef="#br0" timeOffset="74698.64">10300 8949 241 0,'17'-11'680'16,"-4"5"-125"-16,-4-1-83 0,-3 5-47 0,2-2-57 16,-2 2-46-16,1 0-48 0,-2 0-33 0,15 0-44 15,1 2-59-15,-9 0-61 0,10 0-8 0,29 11-142 16,-17-8-53-16,-4 3-55 0,5-2 17 16,-2 0-267-16,-16-4-18 0,8 0 47 0,6 0 27 15,39-14 23-15,-33 9 40 0,-4 0-6 16,2-6 5-16</inkml:trace>
  <inkml:trace contextRef="#ctx0" brushRef="#br0" timeOffset="75436.39">11067 8818 880 0,'-2'-4'337'0,"-3"1"-38"0,-2 1 17 15,-12 0-41-15,7 2 20 0,-5 0-12 0,-28 14-3 16,18-6-24-16,0 1-16 0,2 1-22 0,-1 2-30 16,7 3-18-16,1 0-8 0,4 6-11 15,4 0-24-15,2 8-4 0,7 0-12 0,1-14-12 16,15 26-13-16,3-15-1 0,-1-1-7 0,3-1-12 15,1-5-10-15,3 1-11 0,-5-2-1 16,7-7-11-16,-3 1 3 0,-3-6-17 0,2-1 7 16,-13-5-11-16,4 0-7 0,13-16 2 15,-17-1 6-15,-3-4-13 0,1-4 16 0,-7-2-4 16,0 10-10-16,0-4-5 0,0-4 10 0,-15-28-7 16,10 27 5-16,-2-1-4 0,-4 5-7 15,2-3 9-15,0 4 4 0,1 1-8 0,1 4-4 16,1-1 14-16,1 7-2 0,1 0-11 0,3 3-7 15,1 7-27-15,0-7-3 0,18-10-24 16,-1 10-7-16,1 0 7 0,2 2-9 0,2-2 27 16,-3 4 5-16,3-1 3 0,-2 0-23 15,-2 0 24-15,-1 4 1 0,-7 0 4 0,4 0-3 16,-14 0 7-16,9 0 0 0,1 0-3 16,17 12 21-16,-16-5 8 0,-2 6-5 0,-2 4 25 15,-6 2-10-15,0 3 0 0,3 4 22 0,0-1-4 16,0 4-9-16,-2 0 12 0,1 2-4 15,1-4-2-15,1 2-2 0,-4-3-1 0,3-6-17 16,1 4 15-16,-1-7-4 0,0 0-2 16,-2-3 5-16,1-6-7 0,-2-1 8 0,4-3-10 15,-2-1 4-15,2-3-17 0,-5 0-1 0,11 0-8 16,15-19-24-16,-8 3 0 0,0 0-17 0,0-3 19 16,5 0 4-16,-3-2 4 0,-3 5-6 15,2-2 12-15,-2 2 28 0,-1 4 12 16,-3-2-3-16,-2 6-10 0,-4 1-14 0,-2 4 21 15,-5 3-2-15,0 0 1 0,0 0-16 0,14 12 15 16,-7 4 5-16,4 5 6 0,4-1-1 16,-1-2-1-16,3-2-7 0,0 3-12 0,3-2 4 15,0-3 6-15,0-2 3 0,1-2-9 0,-1-3 0 16,-2-4 6-16,2-1-4 0,-14-2-3 16,7 0-6-16,20-14 12 0,-17 4 2 0,3-3-7 15,-2-3-8-15,-1 4-1 0,-2 2 15 16,-1 3 12-16,-7 2-14 0,1-1 10 0,-1 2-3 15,-2 4-9-15,1-3-8 0,-5 3 17 0,0 0-21 16,5 15 20-16,-4 2-11 0,1 5 2 0,-2-12-24 16,0 8-33-16,0 5 6 0,-13 25-143 15,8-22-59-15,0-1 23 0,0-5-218 16,3-1 36-16,2-13-104 0,0 5 37 0,0-2 61 16,0-3 47-16,0 1 5 0,15 2 25 0,-13-9-13 15,6 0 12-15,-5 0 27 0</inkml:trace>
  <inkml:trace contextRef="#ctx0" brushRef="#br0" timeOffset="75734.62">12104 9251 291 0,'10'-13'526'0,"-3"5"-111"0,-1-4 44 0,1 0-41 16,0 3-49-16,2-2-37 0,-1-1-38 15,5 1-43-15,4 1-25 0,6 2-20 16,2-2-22-16,0 1-28 0,2 0-13 0,0 3-17 16,1-2-12-16,0 2-12 0,2-2-2 0,-5 0-11 15,3-1-11-15,-6-1-20 0,0-4-17 0,-3-1-5 16,-4 6-18-16,-1-5-2 0,-5 2-7 15,-5 4 12-15,-4 8-17 0,0 0 0 0,-13-9 2 16,-8 9 6-16,-5 0-9 0,13 0 7 16,-27 14-21-16,18-2 20 0,-3 3 1 15,1 2-5-15,2 2-5 0,6 3 2 0,-3 0 7 16,8-1-4-16,2 6-1 0,7 1 0 0,2-15-10 16,12 26 13-16,0-18-28 0,9 0 3 0,4 0-107 15,3-4-36-15,3-1-56 0,5-3 20 0,5-2-258 16,-4-4-63-16,0-1 44 0,6-6 30 15,-22 0 52-15,11 0 19 0,43-12 24 0,-29 0 40 16,4 0-12-16,-1-8 31 0</inkml:trace>
  <inkml:trace contextRef="#ctx0" brushRef="#br0" timeOffset="76543.39">13056 9081 442 0,'2'0'192'16,"-1"0"4"-16,-1-1-19 0,2-2-23 0,0-1-1 15,0 1-3-15,1 1-6 0,0-3-17 0,0 0 7 16,4-7-4-16,3-3-14 0,-5-1 6 16,0 2-20-16,-1-1-8 0,0-2 2 0,-2 4-5 15,0 1 2-15,-2 0-14 0,0 3-4 16,0-2-8-16,0-2-9 0,-12-7 10 0,6 15-4 16,-1 0-2-16,0 3-21 0,-3 2 0 0,0 0-14 15,-19 14 14-15,7-1-22 0,6 4 12 0,-2 3 2 16,0 5-13-16,3 0 15 0,1 8-6 15,2 2-19-15,4 3 4 0,2 0-3 0,1 3 25 16,5 1-19-16,0-20 18 0,0 9 1 0,18 50-7 16,-9-38-15-16,5 5 26 0,4-1-15 15,-2-2 5-15,0-2-4 0,-2-1 4 0,-1-4 17 16,-6-3-8-16,-1-2-4 0,-6-16 37 16,0 7 5-16,-18 25 12 0,3-28-16 0,-5-1 1 15,-8-6-7-15,-4 0-5 0,-3-3-14 0,-9-4-2 16,-4-4-5-16,-3 1 9 0,23-4-4 0,-10 0-19 15,-8 0 3-15,-46-17-8 0,47 10-30 0,8-1 2 16,-1-3-60-16,7 1-53 0,5-1-43 16,2-2-31-16,5 0-51 0,13-1 23 0,4 0-217 15,2 6 34-15,22-15 31 0,-4 8-35 16,5 2 21-16,3-3 26 0,6-1 22 0,2-1 31 16,0 3-5-16</inkml:trace>
  <inkml:trace contextRef="#ctx0" brushRef="#br0" timeOffset="76975.6">13829 9056 261 0,'5'-25'359'0,"-5"1"-68"0,0 14-22 16,-12-21-44-16,-1 14-1 0,1 0-43 15,-5 5-16-15,-4 1-7 0,5 3-23 0,-7 4-17 16,2 1 8-16,10 3-20 0,-7 0-17 0,-1 0-15 16,-17 12 12-16,18-3-23 0,4-2-4 15,2 3-10-15,4-3 10 0,6 3 0 0,2-3-25 16,0-7 5-16,0 0 6 0,19 22-19 15,-2-12 0-15,4 0-4 0,0-1-7 0,2 3-1 16,-1 0 2-16,1-1 1 0,1 3-16 0,-2-1 19 16,-1 3-2-16,-1 0 3 0,-6 0-13 15,1 3-5-15,-4 1 4 0,3 2-10 0,-7 3 19 16,1-3-2-16,-4 0-9 0,1 2-4 0,-2-1 1 16,2-1 2-16,-4 1 3 0,1-2-34 15,0-1-34-15,-2-12-35 0,0 3-61 0,0 4 14 16,0-5-230-16,0-2-29 0,0 0 26 0,-14 7 12 15,10-13 22-15,4 1 46 0,0-3 8 16</inkml:trace>
  <inkml:trace contextRef="#ctx0" brushRef="#br0" timeOffset="77846.77">14597 8899 914 0,'4'2'331'0,"1"3"1"16,-3 0-46-16,5 9-36 0,-2 7 24 15,1-1-16-15,-2 6-33 0,4 1-17 0,-3 0-20 16,0-1-15-16,0 1-18 0,-1 2-30 15,1-1-7-15,1-5-9 0,-2 1-4 0,1-5-19 16,-2-3-24-16,1-1 13 0,-2-4-12 0,-1-1-3 16,2-2-3-16,-3-3 39 0,1-2 9 0,2 1 8 15,-2-4-5-15,-1 0-14 0,0 0-10 16,12-16-5-16,-3 2-10 0,5-4-10 0,0-1-6 16,2-1-10-16,1 2-3 0,3 1-7 15,0 1 6-15,0-2-11 0,1 5 1 0,-5 2-12 16,1 1-9-16,-4 5 7 0,1 3-8 0,-14 2 14 15,9 0-7-15,15 14 3 0,-11-3-4 0,-1 2 3 16,-1 3-1-16,-2 2 1 0,1 2-7 16,-1 2 9-16,-1 2-5 0,0-2-26 0,0 2-30 15,4 0-38-15,-1-1-28 0,-1-2 12 16,3-2-72-16,1-2-11 0,0-1-31 0,0-3-18 16,2-4-7-16,1-4-11 0,-1-5 23 0,-5 0 7 15,5 0 11-15,23-14 33 0,-18-1 16 16,0-2-2-16,1-8 27 0,0 3 25 15,2-5 37-15,1 1 63 0,-3 5 50 0,-5-2 41 16,2 4 50-16,-4 1-16 0,-2 1-8 0,-5 4-10 16,-3 2 14-16,-5 11-14 0,0 0-2 0,-13-5-8 15,4 6 26-15,-10 5-4 0,3 3 6 16,-2 1-4-16,4 2-15 0,1 2-5 0,-1 1-11 16,6 2-9-16,4 4-5 0,3 0-2 15,1-12-13-15,0 8-4 0,21 17 5 0,-10-18-7 16,4-1-7-16,3-2-4 0,1-1-1 0,4-5-2 15,-2 0-7-15,-1-4 6 0,-11-3-20 16,4 0 12-16,8-11 2 0,-14 2-18 0,-3-5 15 16,-3-3-14-16,-1 7 2 0,-14-19-6 15,3 7-2-15,-4 2 6 0,0-1-26 0,-1 4-12 16,0-2-30-16,0 0 5 0,-1 4-79 0,-1 0-33 16,0 1-23-16,4 3-24 0,5 0-20 0,6 2 22 15,3 0-286-15,0 9 23 0,14-20 42 16,1 6 43-16,4-2-3 0,5 0 48 0,-1-1 24 15,5-1 12-15,1 0 38 0</inkml:trace>
  <inkml:trace contextRef="#ctx0" brushRef="#br0" timeOffset="78035">15794 8822 627 0,'18'-15'452'0,"2"-2"-76"0,-1 7 31 16,-6-5-64-16,-3 6-33 0,3 1-24 0,-8 1-38 16,-1 5-20-16,-2 2 5 0,-2 0-7 0,0 9-18 15,-2-3-4-15,-4 12-18 0,1 4-12 16,-2 3-30-16,1 6-6 0,-1 3-15 0,3 6-9 15,0 4-15-15,4 1-44 0,0 3-63 0,0-24 2 16,10 49-169-16,-5-25-82 0,3-2 24 16,-5 0-317-16,-1-3 39 0,1-4 43 0,-1-8 34 15,0 1 30-15,2-4 34 0,-1-8 23 16,0-5 24-16,0-9 21 0,-2-3 13 0</inkml:trace>
  <inkml:trace contextRef="#ctx0" brushRef="#br0" timeOffset="78198.61">15830 9197 1141 0,'-8'-26'438'0,"3"5"-62"16,3 2-36-16,2 10-48 0,11-16-46 0,4 11-34 15,2 0-53-15,8 6-16 0,7 1-115 0,0 4-40 16,0 0-64-16,0 3-35 0,-13 0-39 16,6 0 13-16,6 0-240 0,1 0-30 0,1 0 26 15,30 14 24-15,-31-13 27 0,-5 1 15 16,-3 3 5-16</inkml:trace>
  <inkml:trace contextRef="#ctx0" brushRef="#br0" timeOffset="78742.84">16372 9117 262 0,'-1'-2'343'0,"0"1"-56"0,-4-2-26 16,2 1-21-16,-2-1-24 0,0 0-17 0,-8-1-17 15,-5-1-19-15,0 3-12 0,7 2-30 0,-3 0-2 16,-21 11-31-16,16-3-11 0,3 2 13 15,1 0-23-15,4-1-3 0,5 3-15 0,2 0 3 16,2-2-5-16,2-10-9 0,0 10 7 16,17 9 7-16,-3-14-29 0,3 2-11 0,1-2-6 15,0 0 5-15,1-3-8 0,-1 1 9 0,1-2-15 16,-8 0 5-16,1 0-11 0,-5-1 24 16,0 2-21-16,-2 0 6 0,-1-1-2 15,0-1 10-15,-3 3 4 0,3 0 14 0,-4 0 7 16,0 1-21-16,0 1 0 0,2 0 9 0,1 1-4 15,1 9-8-15,3 0 1 0,4 0 1 16,1-3 15-16,4 0-17 0,-1-1 2 0,7-2-4 16,0-3 13-16,2-3-11 0,-3 0 15 15,-10-3-9-15,8 0-18 0,22-12 1 0,-17 3 12 16,-2-3 15-16,0-4-15 0,-5-1-10 16,6-3 3-16,-6-5 1 0,2-2 14 0,-3-6 0 15,3-2-3-15,-4-4 18 0,-1 1 1 0,-2-1 28 16,2-1-6-16,-4 0 33 0,1 5 18 0,-5 2 24 15,1 0 12-15,-2 5 9 0,-1-2-1 16,-1 5-13-16,-2 2-12 0,3 12-14 16,-4 11-20-16,0-9-4 0,0 9-9 0,-14-11-7 15,10 14-3-15,-12 7-13 0,5 11-3 0,1 2-8 16,2 6 6-16,2 10-2 0,1 5-12 16,3 3-8-16,2 6-34 0,0-26-68 15,0 14-41-15,11 52 11 0,-5-40-153 0,-5-5-37 16,-1-26 28-16,0 10-264 0,-11 37 5 0,2-37 56 15,0-3 24-15,-3-8 31 0,1-4 28 16,-4-9 34-16,3-1 23 0,2-4 18 0,10-3 10 16</inkml:trace>
  <inkml:trace contextRef="#ctx0" brushRef="#br0" timeOffset="78990.75">16710 9172 1092 0,'6'-22'374'0,"1"0"-52"0,5 3-55 16,3-1-15-16,5 4-28 0,4 1-30 0,4-1-21 15,4 5-19-15,1-1-17 0,5 5-10 16,-1 1-18-16,0 5-9 0,0 1-9 0,-21 0-4 16,9 0-23-16,27 9-5 0,-25-1 8 0,-6 3 6 15,1 3 19-15,-5 4 11 0,-7 4 4 16,-5 2-2-16,-5 1-6 0,0-11-17 0,-11 25-11 16,-2-13 4-16,4 3-4 0,-2 1-28 15,-2-2-40-15,-3 2 1 0,1 1-143 0,0-2-76 16,1 0 21-16,2-3-278 0,-4-4-27 0,3-2 38 15,-1-3 10-15,5-2 29 0,6-8 59 0,3-5 32 16,3-2 18-16,2-2 13 0,0-3 6 16</inkml:trace>
  <inkml:trace contextRef="#ctx0" brushRef="#br0" timeOffset="79136.17">17355 9006 380 0,'3'-33'416'0,"-3"20"-80"16,0-8-48-16,0 2-34 0,0 0-73 15,10-13-78-15,-10 25-27 0,1 2-21 0,2 5-44 16,2 0-56-16,9 17 4 0,5-5-95 16,0 5-162-16,0-2-50 0,1 2 23 0,1 1 39 15,-2 0-20-15</inkml:trace>
  <inkml:trace contextRef="#ctx0" brushRef="#br0" timeOffset="79722.75">17740 9150 424 0,'-2'0'376'0,"-2"0"-13"0,-3 1-30 0,-12 4-7 0,-9 1-41 16,-1 1 35-16,-3 1-29 0,4 4-26 0,-4-1-34 15,5 1-25-15,0 3-13 0,4-1-37 16,2 4-8-16,5-1-15 0,2 2-11 0,4-1-5 16,7-2-10-16,3-6-17 0,11 12 0 15,4-10-19-15,5-2-7 0,3-2-10 16,4-2-15-16,2-4-12 0,-15-2 0 0,8 0-10 0,28-11-14 15,-22 3-12-15,-2-4-19 0,1-3 3 16,1-4-23-16,-3 0-5 0,-3 2 21 16,0 2 4-16,-2-1 3 0,-2 2 41 0,-4 3 9 15,-1 1-7-15,-5 4-12 0,-1 2 5 0,-2 2-3 16,-3 1-10-16,-2 1 21 0,0 0-11 16,0 0-11-16,2 11 12 0,-2-8 6 0,0 2-2 15,0 1-4-15,0-1-1 0,0 0 4 16,0 0-2-16,0 0-8 0,0-1-4 0,0-4 14 15,0 0-3-15,0 7 7 0,0-7-23 0,0 6 9 16,13 3 9-16,-7-6-13 0,-1 1 4 16,0-1-1-16,5 4 6 0,-5 1-13 0,3-2 5 15,-2 0 0-15,-3-1 1 0,0 2 3 16,6 4 2-16,1 1-3 0,0-2-1 0,1 3-2 16,5-4 10-16,5 0-3 0,2 2-2 0,4-2 11 15,3-1-27-15,6-2 17 0,5 0 1 0,-3-5 2 16,-1-1 2-16,-17 0-19 0,8 0 11 15,32-13 3-15,-27 7-14 0,-2-1 27 0,-5 0 28 16,4-1 4-16,-5 2 23 0,-5 0 4 16,-1 0-13-16,-6 4-8 0,-13 2-13 0,7 0-7 15,-7 0 4-15,9 16-7 0,-10-1-34 16,-2 3-50-16,3-7 5 0,-6 26-142 0,-2-11-100 0,3 0 26 16,1 2 25-16,-1 1 24 0,3-6 19 15,-2 4 18-15,1-1-298 0,3-15 23 16,0 7 8-16,0 0 47 0,13 17 51 0,-8-17 22 15,4-4-39-15,1 1 14 0,1-2 64 0</inkml:trace>
  <inkml:trace contextRef="#ctx0" brushRef="#br0" timeOffset="85534.68">3387 10294 219 0,'0'-15'325'0,"4"-11"-56"0,-9 17-34 0,0 1-31 0,-2 5-23 16,1-1-13-16,0 4 1 0,-3 0-7 15,-13 15 9-15,5-1-8 0,-2 3-4 0,4 2-9 16,-3 2-3-16,-1 4-2 0,6 2 6 0,-2-1-16 16,1 3 4-16,2-1 2 0,2 2-8 15,3 2 2-15,5-2-5 0,2-16-4 0,0 8-9 16,12 28-5-16,3-23-7 0,1-4 4 15,6-3-16-15,1-1-5 0,3-4-7 0,2-4-9 16,1-2-4-16,3-5-1 0,3-2-8 0,-20-2-15 16,8 0 3-16,28-18 8 0,-23 5-20 0,-5-3-2 15,-1-1 3-15,-3 0-1 0,-2-5-8 16,-3-2-1-16,-4-3 1 0,-6-2-2 0,-1-2-11 16,-3 16 9-16,0-7-2 0,-18-27-16 15,5 23 3-15,-5 4 0 0,-4 1-6 0,-3 1-4 16,-2 4-11-16,-4 5-17 0,1 0-6 15,-2 4-25-15,2 2 6 0,-2 1-73 0,3 4-60 16,17 0-43-16,-4 0-10 0,-15 11-27 16,22-7 23-16,6 2-258 0,6 1 38 0,2-3 32 15,12 2 22-15,1-2 32 0,5 0 24 16,2 3 25-16,3-3 20 0,4-2 1 0</inkml:trace>
  <inkml:trace contextRef="#ctx0" brushRef="#br0" timeOffset="85934.59">4369 10204 299 0,'6'-8'460'0,"-1"2"-88"0,-1 1-55 0,-1 1-46 16,-1 1-28-16,1 1-28 0,-4 2-19 0,-1 2-18 15,-9 6-15-15,-7 8-22 0,-1-1-36 16,-2 1-4-16,-2 2-14 0,-3 1-19 0,4-2 6 16,-3 4-16-16,-3-3-13 0,3-1 21 15,-1 0-29-15,3-2 3 0,5 1-2 16,-1 1 1-16,0-1-1 0,6-1 13 0,3-2-3 16,1 3-9-16,4 1-3 0,4-3 5 0,1-8-11 15,0 7 14-15,12 15-5 0,-3-9-3 16,4 1-5-16,4-2 34 0,0 2 10 0,0-5-19 15,2 4 1-15,2-1 4 0,1 1-3 0,2 0-16 16,1 0-2-16,-1 2 8 0,0-1-11 16,1-1-36-16,1 1 1 0,-1-1-83 0,0 1-30 15,-5-3-42-15,2 2-41 0,-3 3 17 16,-3-6-244-16,-4 2 33 0,-2-3 31 0,-4-2-48 16,-2-5 3-16,-2-1 51 0,-2-1 25 15,0-5-35-15,0-1 26 0</inkml:trace>
  <inkml:trace contextRef="#ctx0" brushRef="#br0" timeOffset="86216.33">4096 11019 280 0,'-24'0'456'0,"1"2"-70"16,17-2-45-16,-7 0-51 0,4 0-42 16,2 0-26-16,7 0-2 0,-13 9-24 0,16-4 28 15,9 4-9-15,7 0-29 0,7 2-18 0,-1 0-12 16,5-1-13-16,2-1-18 0,0 2-26 0,1 0 1 15,-1-1-8-15,0 0-21 0,-5-3-7 16,0 3-10-16,-1-2-22 0,-1 2-5 16,-6-4-14-16,-1 2 5 0,-7-2-2 0,2 3-13 15,-5-7 0-15,-6 3-2 0,1-2 2 0,-3-3-13 16,0 0-8-16,-5 1-52 0,1 2-8 16,0-6-39-16,-1 2-35 0,-1 1-37 0,1-1 18 15,-6-7-228-15,1-1-66 0,-3-1 33 16,6 0-2-16,-1-5 28 0,4 1 90 0,0-1 0 15,4 15 43-15</inkml:trace>
  <inkml:trace contextRef="#ctx0" brushRef="#br0" timeOffset="87434.01">5876 10181 599 0,'0'0'189'0,"0"-13"-10"0,-29-5-26 0,20 15-5 0,-1 3-3 15,-2 0-10-15,4 0-10 0,-8 0 9 16,-19 14 4-16,14-4-2 0,1 4 1 0,-1 1 13 15,-2 3-1-15,1 0 6 0,-1 2-11 16,1 2 5-16,-1-1-15 0,3 1 13 0,0 4 19 16,0-4-11-16,3 3-13 0,2-1-8 0,2-2-13 15,3 2 2-15,1 2 1 0,4-1-5 16,5 0-1-16,0-12-19 0,18 24-2 0,-7-16-14 16,8-1-10-16,2-1-8 0,5 0-9 0,3-2 8 15,2-4-14-15,1 2 2 0,2-4 0 16,2-1-10-16,-3-2-5 0,2-2-2 0,-5-1-18 15,5-1-1-15,-6-1-9 0,-3 0 8 0,-8-3-6 16,1 0-14-16,-13 0-2 0,3 0-24 0,0 0-31 16,-1 0 7-16,1-12-112 0,-8 7-56 15,-1 1 20-15,-1 0-238 0,-6-10 37 16,2 3-108-16,1-2 35 0,2 4 60 0,2 9 47 16,0-9 23-16,13-11 25 0,5 9 26 0,1-1-6 15,4 6 42-15</inkml:trace>
  <inkml:trace contextRef="#ctx0" brushRef="#br0" timeOffset="87631.4">6451 10642 461 0,'2'-4'632'0,"-1"0"-89"16,-1 1-58-16,1 0-48 0,-1-2-54 0,0 0-40 16,0 1-45-16,0-1-32 0,0 0-26 0,0 0-25 15,0 0-32-15,0 5-23 0,0 0-81 16,0 0-78-16,0-6-1 0,0 6-194 0,0-6-85 15,0 6 25-15,0 0-246 0,0-7 22 16,21-8 33-16,-6 6 29 0,3 2 32 0,4-2 34 16,2 1 27-16,5 0 8 0,5-1 10 0</inkml:trace>
  <inkml:trace contextRef="#ctx0" brushRef="#br0" timeOffset="89215.68">7369 10265 374 0,'3'-4'218'0,"-2"-1"-15"0,2 2-12 16,0-4-20-16,0 4-23 0,-2-4-13 0,0 3-11 16,2-2-8-16,-2-1-4 0,0 0-3 15,1 0 8-15,3-6-20 0,-5-1-1 16,1 5-2-16,-1 9 9 0,0-9-23 0,0 1-9 16,0 0 2-16,0 8-7 0,-16-19-16 0,2 14-3 15,-1 0 4-15,0 5 5 0,-9 0-4 16,12 0 7-16,-27 10-7 0,13 0-4 0,-2-1 6 15,0 2-5-15,1 4 16 0,-1 1-27 0,4 1 6 16,3-1-13-16,1 2 13 0,2-2-28 16,3 6 7-16,3-4 0 0,3-1-1 0,3-1 7 15,3-6-2-15,3-10 4 0,19 18-20 16,-7-11-3-16,7-1 13 0,-1-6-17 0,-5 0 4 16,5 0-5-16,25-19-14 0,-18 7 10 0,-1 0-15 15,-1 0 23-15,0 1-18 0,1-1 1 0,-3 1 17 16,4 0-18-16,-1 0 4 0,-3 4-1 15,3 2 14-15,-1 5-16 0,-13 0 17 0,24 14 14 16,-13-1-5-16,-7 6 2 0,3 3 0 16,-2 6 22-16,-2 4 6 0,-3 6 8 0,-1 3-3 15,0 7-6-15,-1 2 19 0,1 2 13 16,-4 2-17-16,1 2-7 0,-2 4-13 0,-1 2-3 16,-2-3-4-16,-1-32 2 0,0 16 19 0,-14 54-14 15,6-48 20-15,-4 0-3 0,-3-5 7 0,0-2 4 16,-2-5-9-16,-3-5 3 0,0-3 6 15,0-6 11-15,-4-5 5 0,4-6-6 0,0-1 4 16,-5-9 0-16,12-2-24 0,-20-17 9 0,16 2-13 16,2-5-10-16,3-8 2 0,1-3-6 15,5-5-2-15,3-6-5 0,3 21-15 0,0-13 4 16,13-47-1-16,-4 29-8 0,4 4-4 0,2-1-13 16,3 1 9-16,1 2-9 0,1 0-19 0,3 5-18 15,2 0-7-15,0-1-27 0,3 4-21 16,-1 4 9-16,1 1-46 0,0 2-16 0,0 1-23 15,2 0-4-15,4 1-2 0,-3 3 2 16,2 5-10-16,-1 0 1 0,3 0 20 0,-2 2-18 16,-1 2 30-16,1 0 21 0,-2 1 1 15,-2 1 26-15,-1 0-6 0,-2 3 36 0,-4-2 33 16,-3 3 9-16,2-1 18 0,1-2 18 0,-5 2 20 16,-2 1 8-16,-1 2 8 0,-2-2 6 15,-3 3 31-15,-3-2-9 0,-1 3 8 0,0 2 10 16,0 2 3-16,-3-1-10 0,0 2-12 0,-2 0-6 15,0 2-16-15,-2 1 19 0,-2 0-6 0,-14 9 41 16,4 4-16-16,-5 2 29 0,0 3 3 16,1 1 2-16,0 7-16 0,1-3 11 0,-1 3-4 15,5 2 1-15,0-2-15 0,2 2-1 0,5-3-5 16,-2 4-5-16,8-15-9 0,0 5-1 16,14 31-7-16,-5-27-7 0,6-4-6 0,1-3-1 15,3 0-14-15,1-5-5 0,6 0 7 0,1-6-4 16,5-1-12-16,0-5-5 0,-16 0 0 15,4 0-4-15,31-16-8 0,-27 4-10 0,-1-4 0 16,-1 0 6-16,-3-8-7 0,1 0-2 16,-3 0-2-16,1 0 1 0,-6 2 2 0,1 0 5 15,-3 0 1-15,0 1 19 0,1 1-12 0,-2 5 11 16,-5 4-2-16,0 2-2 0,-2 1 1 16,2 3-7-16,-2 2-6 0,-2 3 5 0,-2 0 14 15,2 3 3-15,-1 2 2 0,-2 2 3 0,-2 10 2 16,0 2-2-16,4 3 2 0,0-3-9 15,1-8 6-15,0 5 0 0,0 3-10 0,0 0-5 16,14 18 12-16,-5-18-10 0,-3-7-1 0,3 1 2 16,-3-1 8-16,2-3-10 0,1 1-6 0,-1-3 2 15,-1-2-4-15,2-2 9 0,-1-3-5 16,-8 0 6-16,12 0-4 0,16-16-11 0,-12 5-2 16,0-5-4-16,2-1 0 0,-1-1 1 0,3-2 2 15,-6 4-3-15,2 1 11 0,-2 2-9 16,-4 2-2-16,-1 4-4 0,-3 0 0 0,1 5 2 15,-3 1-5-15,-4 1 17 0,0 0 8 0,0 0 3 16,10 14 3-16,-7 0-2 0,2 4 7 16,-1 0-12-16,2 2 5 0,-1 0-6 0,0 0 0 15,2 1-43-15,-1 1-22 0,3 0-64 16,-2 0 11-16,-2 1-134 0,0-5-36 0,-4-1-41 16,0-5 27-16,-1-12-174 0,0 0-87 15,0 0 41-15,-6 10 36 0,5-15 61 0,1-3 25 16,0-9 14-16,0 8 21 0,0-12 24 0,20-24 10 15,-4 11-16-15</inkml:trace>
  <inkml:trace contextRef="#ctx0" brushRef="#br0" timeOffset="89401.93">9069 10338 239 0,'21'-15'460'0,"0"1"-113"15,-6 4-30-15,4 5-3 0,-4 5-38 0,-6 0 6 16,14 16-15-16,-8 0-9 0,-2 3-18 16,-1 3-29-16,-3 0-27 0,-2 4 1 0,0 3-25 15,0 3-8-15,-4-1-22 0,-3-14-9 0,0 10-13 16,-11 39-5-16,-2-30-35 0,-6 3-12 15,-8-4-39-15,-5-1-2 0,-3-2-76 16,-7-4-62-16,-5-2-77 0,1-4 16 0,0-2-310 16,0-5 22-16,0-4 31 0,10-3 41 0,2-5 15 15,6-3 25-15,18 0-10 0,-12-11 12 16,20-1 50-16</inkml:trace>
  <inkml:trace contextRef="#ctx0" brushRef="#br0" timeOffset="89991.63">10518 10286 480 0,'1'3'409'0,"-2"1"-64"0,-2 2-57 0,-7 7-3 0,-7 3-50 15,0 3-27-15,1 1-23 0,-6-2-24 16,-2 5-22-16,-5-1-26 0,-2 0 0 0,2 0 10 16,-6-3-33-16,0 2-1 0,1-1 0 15,5-3-2-15,-1-3-7 0,6-1-9 0,-2-1 56 16,5-5-13-16,3 4-4 0,4-2 7 0,-1-2-5 15,8-2-21-15,3 0-1 0,3-2-15 16,1-3-5-16,0 0-1 0,20 16 7 0,-3-9-4 16,3 1-16-16,1 2 8 0,1 2-15 0,-1-1 2 15,2 2-10-15,2 0-12 0,-1 3 5 16,4-1 5-16,3 1-10 0,-1 3-10 0,0-2-3 16,2 4 4-16,1-1-26 0,-1-2-47 0,2 3 5 15,1-1-94-15,-7-2-29 0,-1 1-37 16,-3-2-49-16,-1 0 25 0,-1-1-231 0,-7-3 36 15,-4-1-48-15,-5-4 21 0,-2-3 29 0,-4-5 52 16,0 0 25-16,0 0 8 0,0 0-21 0</inkml:trace>
  <inkml:trace contextRef="#ctx0" brushRef="#br0" timeOffset="90294.42">10239 11076 491 0,'-31'0'485'0,"17"0"-63"0,-5 0-27 0,0 0-52 15,0 0-29-15,2 0-35 0,7 0-14 16,1 0-11-16,8 9-7 0,11-1-20 0,10 1-17 16,6-1-31-16,2 4-10 0,10 0-22 0,6-3-18 15,-2 4-12-15,5-1-9 0,-1 0-10 0,-1-2-22 16,2 1-5-16,-5-1 0 0,-5 1-15 0,-2-1-9 16,-3-2 2-16,0-5 0 0,-5 5-5 15,-4-2-4-15,-4 1-3 0,0-4-8 0,-6-2-13 16,-3 2-2-16,-6-2 3 0,-1 0 2 15,-1 1-11-15,-2-2-35 0,0 0-31 0,0 0 6 16,-9 0-105-16,7-2-33 0,-6 1-78 0,6 0 25 16,-1-2 24-16,-2 1 22 0,5-4 18 15,0 1 16-15,0-2-329 0,8-9 21 0,0-2 33 16,3 2 30-16,2 1 27 0,3-3 24 16,0 4 72-16,5-2 14 0</inkml:trace>
  <inkml:trace contextRef="#ctx0" brushRef="#br0" timeOffset="91435.57">11710 10674 831 0,'0'0'385'0,"0"0"-21"0,0 0-45 0,0 0 35 15,0-14-26-15,0 14-27 0,0 0-17 16,-7-20-41-16,7 17-18 0,1 0-36 0,3 0-18 15,1 0-13-15,11-2-23 0,7-4-16 0,-1-1-15 16,4 5-8-16,2-2-27 0,1-3-27 0,-1 3-11 16,-1-1-31-16,1-1 0 0,-5-1 3 15,-2-3-6-15,2 3 1 0,-1-1-2 0,-7-3-15 16,2 0 8-16,-7-1-11 0,0-4 25 16,-3-1-17-16,-2 1 9 0,-2-3 7 0,-1 0 0 15,-1 0-6-15,-1 1-3 0,0 9 10 0,0-3-5 16,0-2 20-16,-12-16 1 0,11 20-4 15,-3 3 26-15,3 3-2 0,-1 0 0 0,2 2-7 16,-2 1-7-16,1 0 2 0,1 0-12 0,-3 2 5 16,2 2 1-16,-1 2 7 0,-4 3 14 15,0 9 10-15,-5 5 0 0,1 1 7 0,2 5 16 16,-2-3-7-16,4 4 10 0,2 2 15 0,-1 4-6 16,1 2 17-16,2 5-19 0,1 5 17 15,1-1-9-15,0-21-1 0,0 11 7 0,0 8-13 16,0 3-9-16,10 44-4 0,-4-44-21 15,0 0-3-15,2 0-6 0,-1 0-4 0,0-2-3 16,3-1-5-16,0 0-44 0,-1-3-54 0,-4 1-51 16,0-3-66-16,-4 3 18 0,-1-22-143 0,0 8-46 15,-10 37 33-15,0-32-287 0,-4-5 53 16,-1-2 42-16,-1-5 37 0,4-1 7 0,-5-5 41 16,2-7 16-16,3-4 24 0,12-1 23 15,-20-11 9-15,9 0 59 0</inkml:trace>
  <inkml:trace contextRef="#ctx0" brushRef="#br0" timeOffset="91631.48">11776 11080 759 0,'-2'-28'530'15,"2"13"-69"-15,0-7-42 0,0-1-38 0,17-26-45 16,-6 25-33-16,2 2-26 0,6 2-42 16,2-1-23-16,3 4-21 0,3 0-24 0,0 2-31 15,3 2-49-15,0 4-60 0,3-2-4 0,2 2-125 16,-3 0-45-16,5 2-46 0,1 2 18 15,0-4-199-15,4 6 32 0,0-2 27 0,1-3 26 16,-2-2 23-16,0 0-105 0,2 0 25 16,-2 0 24-16,-4-1 1 0,4-4-2 0,-1 5 42 15</inkml:trace>
  <inkml:trace contextRef="#ctx0" brushRef="#br0" timeOffset="92224.37">12904 10425 339 0,'-7'-10'391'0,"-1"4"-71"0,-2-2-31 16,-4 5-12-16,2 2 10 0,2-1-39 0,0 2-12 16,-20 11-27-16,11 0 30 0,-3 2-6 15,0 1 4-15,5 3-23 0,-2 1 6 0,3 2-24 16,2 2-5-16,3 1-7 0,1 1-17 16,3 2-14-16,3-1-3 0,4 3-18 0,0-15-11 15,0 6-5-15,23 26-14 0,-5-20-6 0,5 2-23 16,3-2-24-16,2-4-45 0,0 0-46 0,3-3 5 15,1-2-109-15,-3-3-32 0,2-2-30 16,-3-3-36-16,4-6 0 0,-18-2-19 0,9 0 26 16,24-12-78-16,-25-2-35 0,0-3-24 0,-1-7-37 15,0-1 29-15,-3-1 24 0,1 1 99 16,-1 1 221-16,1 1 3 0,-6 1 123 16,1 0 39-16,-4 0 29 0,3 3 14 0,-3 2 48 15,-4 4-10-15,1 0 1 0,-3 5-24 0,0 0 13 16,-2 4-15-16,-2 1 26 0,0 3 16 0,-6 3-13 15,4 1-5-15,-6 6-8 0,2 4-7 16,0 2-20-16,1 3-11 0,0 2-21 0,5 4 0 16,0-13-19-16,0 6-12 0,0 2-9 15,16 26-11-15,-7-26-5 0,2-1-16 0,0-1-3 16,-1-4 7-16,3-1-24 0,-1-2 14 0,5-1-8 16,-5-8-10-16,1-2-8 0,-4 0-8 0,3 0 2 15,20-17 5-15,-13 5-17 0,1-1 2 16,-3-4-1-16,1 1-4 0,0-2 3 0,1 2-5 15,-2 1-4-15,-3 3 14 0,-2 3-1 0,0 1-7 16,-4 1 4-16,-1 1 4 0,-2 4-10 16,-3 2-2-16,-2 0 9 0,0 0-17 0,0 0-2 15,9 15 20-15,-5 0-13 0,0 6 1 16,-2-1-35-16,0 2-48 0,-1 1-48 0,-1 2 13 16,0-14-148-16,0 9-51 0,-14 22 27 15,6-21-318-15,2-1 55 0,2-3-1 0,-4-5 40 16,3-6 71-16,4-3 29 0,-1-3 28 0,4-2 45 15,0-3 25-15,2-9 12 0,4-3-20 0</inkml:trace>
  <inkml:trace contextRef="#ctx0" brushRef="#br0" timeOffset="92439.87">13997 10492 762 0,'18'-18'484'0,"2"4"-72"0,0 4-28 0,-1 4-28 15,-10 6-10-15,22 13-27 0,-11 1-26 0,-3 4-21 16,-3 6-18-16,1 10-20 0,1 4-22 15,-4 3-28-15,0 2-8 0,-6 3-20 0,-2 3-22 16,-4-3-10-16,0-21-12 0,-16 43-24 0,-2-21-37 16,-6-4-51-16,-7-1-53 0,-7 2 7 15,-4-4-142-15,-14 2-73 0,-4-2 24 0,-5-2-330 16,-11-4 49-16,-4-2 40 0,0-4 32 16,1-2 33-16,2-4 25 0,3-6 30 0,2-3 64 15,8 0 15-15,1-4-71 0</inkml:trace>
  <inkml:trace contextRef="#ctx0" brushRef="#br0" timeOffset="94748.54">3235 11950 464 0,'0'0'284'16,"0"-15"-24"-16,0 15-36 0,0 0-24 0,7-26-19 15,-13 23-12-15,1 3-13 0,0 0 1 0,-13 5-8 16,2 2 10-16,-4 4-11 0,0 4 12 16,1 1-30-16,4 0 13 0,-3 8-13 0,-3 1 27 15,4 1-16-15,3 1-8 0,2 0-11 16,4 1 4-16,2 0-18 0,6 3-5 0,0-15 19 16,10 26-22-16,3-13-18 0,1-3 6 0,6-2-8 15,4 0-6-15,4-6-20 0,3 0-5 16,0-4 14-16,6-3-13 0,-2-2-6 0,2-6-7 15,2 0 2-15,-22-3-2 0,10 0-1 16,32-14-17-16,-29 4 16 0,0-5-8 0,-5-2-9 16,-3-5 4-16,-6 0-10 0,-1-6 6 0,-5 0-9 15,-5-3 3-15,-5-2 7 0,0 16-14 0,-15-32-5 16,2 18 14-16,-4 4-6 0,-2 0 4 16,-5 1-10-16,-2 2 1 0,1 4-9 0,-1 0-21 15,-2 4 3-15,6 2-88 0,-1 5-50 16,0 1-28-16,0 2-32 0,3 6-38 0,13 0 23 15,-2 0-272-15,-3 10 26 0,8-5 38 0,6 0 31 16,2 0 26-16,13 2 31 0,2 1 34 16,8 1 11-16,1-3-11 0</inkml:trace>
  <inkml:trace contextRef="#ctx0" brushRef="#br0" timeOffset="95385.2">4782 11816 549 0,'5'-4'340'0,"-4"1"-65"16,2 1-31-16,-3 2-42 0,-4 2-14 0,-9 5-2 15,-9 3-20-15,0 3-26 0,-7-1-11 0,-4 6-10 16,-1 2-12-16,-6-1 12 0,-1 3-19 16,1 2-4-16,-1-2 6 0,4-1-10 15,1-3-9-15,2 1 8 0,5-5-21 0,-1 1-3 16,10 0 10-16,-3-4-27 0,0 2-8 15,7-3-8-15,1-3 15 0,6 2-20 0,3-4 24 16,1 5-6-16,5-10 61 0,0 10-15 0,18 12 14 16,-3-10-16-16,-1-1-7 0,9 5-11 15,-5-5 2-15,6 4-8 0,2-1-7 0,4 1 4 16,0 1 5-16,2-2-13 0,1 4 1 0,2-2-12 16,-1 2-7-16,2-1-1 0,-3 2 5 15,-1-1-11-15,0 1-29 0,-3 1-13 0,-1-2-34 16,-1-1 4-16,-3-2-109 0,-4 3-37 0,0-2-43 15,-3-1-36-15,0 0 24 0,1 0-249 0,-8-2 36 16,-5-5 34-16,-1-4 9 0,-3 1 24 16,-1-3 19-16,0 0 72 0,-1-2-17 15,1-2 7-15</inkml:trace>
  <inkml:trace contextRef="#ctx0" brushRef="#br0" timeOffset="95668.4">4389 12697 262 0,'-34'7'440'0,"3"0"-86"0,2-3-34 16,1 3-49-16,7-3-15 0,2 0-19 16,8 0-15-16,8 3-27 0,2-2 34 0,1-5-26 15,21 13-3-15,3-1-21 0,6-5-32 16,5 4 2-16,7-3-21 0,4 0-17 0,1 0-18 16,4 0-20-16,0 4 10 0,-2-4-15 0,-4-2-6 15,-4 2-34-15,-2 1-4 0,-7-4-16 16,-1 1-4-16,-2-1 2 0,-3 2-19 0,-4-5 3 15,-8-2 2-15,-3 4 2 0,-3-3-15 16,-3 1-4-16,-5-2-39 0,0 0-5 0,0 0-17 16,5-2-30-16,-5 1-28 0,-2 1-24 0,0-4 16 15,1 1-305-15,-2 0 20 0,3-1 33 16,0-3 11-16,0-1 25 0,7-10 18 0,0-2 31 16,1-2 16-16</inkml:trace>
  <inkml:trace contextRef="#ctx0" brushRef="#br0" timeOffset="96490.77">6022 12034 388 0,'5'-7'296'0,"0"2"-43"15,-1 2-24-15,-3-3-19 0,2 3-3 0,0-2-30 16,-3 0-7-16,1 1-10 0,-1 1-7 0,0-1-18 16,0 0-25-16,0 4-7 0,0 0-14 15,0 0-11-15,-13-13 10 0,-1 9-14 0,-7 6-5 16,9-2 17-16,-27 10 5 0,15 1 35 0,-6-1-13 16,5 6-12-16,-5 1 23 0,0 3 8 0,2 2 1 15,1 3-12-15,-1 3-11 0,3-2 9 16,1 2-15-16,6 2 0 0,0-3-7 0,7 2 4 15,2 1-15-15,3-2 2 0,6 7-2 0,0-23-8 16,19 26-3-16,-4-15-9 0,7 0-9 16,7-2 2-16,3-3-5 0,4-2-15 0,5-1 4 15,0-4-3-15,-2 0-3 0,2-4-10 0,-1 1-1 16,-3-2-29-16,-2-4-7 0,-1 1-15 16,-3 0-36-16,-21-3-17 0,8 0 7 0,-2 0-99 15,14-14-36-15,-22 7-37 0,-5 3 24 16,-1-3-203-16,-2 0 36 0,0 0 30 0,0-1-86 15,0 8 30-15,0-11 29 0,0-4 25 16,14-9 3-16,-5 7 35 0,6 3 20 0,3 1-9 16</inkml:trace>
  <inkml:trace contextRef="#ctx0" brushRef="#br0" timeOffset="96708.81">6578 12374 724 0,'3'0'557'0,"-1"0"-49"0,1 0-38 15,-2 0-36-15,4 0-24 0,-5 0-44 16,2-1-31-16,0-1-38 0,-2 2-30 0,4 0-35 16,-3 0-21-16,1 0-19 0,0 0-26 15,-1 0-52-15,-1 0-47 0,0 0-58 0,-1 0-70 16,1-3 8-16,-2 3-172 0,2 0-69 0,2 0 28 16,-1 3-284-16,-1-3 39 0,4-3 60 15,1 3 32-15,3-2 30 0,-3 0 28 0,11-3 22 16,1 0 24-16,7-1 4 0,-1-1 7 0</inkml:trace>
  <inkml:trace contextRef="#ctx0" brushRef="#br0" timeOffset="97541.46">7267 11937 210 0,'1'-4'436'16,"-1"-1"-80"-16,0 1-31 0,3-2-7 0,-3 3-69 16,1 1-30-16,0-2-23 0,1 4-21 0,0 1 1 15,2 3-2-15,-1 0-6 0,4 14-18 16,1 5-5-16,-2 3-15 0,-2 2 10 0,6 2 1 15,-6-2-16-15,2-5 4 0,2 6-14 0,-1 3-20 16,0-3-1-16,1 0-12 0,0-2-10 0,1-2-7 16,-2 1 0-16,2 0-9 0,-2-4-15 15,-1-3 9-15,-1-1-7 0,1-4-4 0,-3-4-1 16,2-2 26-16,-2-2 27 0,-1-4 3 16,1-2-17-16,-3 0-3 0,0 0-8 0,20-16-16 15,-7 1-3-15,5-4 4 0,-5 0-8 0,5-6 1 16,1 1-10-16,-2-2-14 0,3 1 6 15,3-1 3-15,-4-1-8 0,4 1 0 0,-4 6-5 16,1-5 2-16,-3 6-5 0,-1 1-3 0,0 0 3 16,0 3 0-16,-4 2-8 0,-3 3-4 15,0 2-4-15,-4 3 6 0,2 3-5 0,-5 0 3 16,-2 2 0-16,0 0 15 0,13 26 6 16,-9-11 5-16,1 5 3 0,-4 0 5 0,-1-6-4 15,0 4 9-15,0 5-4 0,0 0-4 0,0 3-6 16,0 4-2-16,0 0-2 0,0-2-1 15,0 1-16-15,0 2-36 0,0-4-42 0,0 0-59 16,0-1 12-16,-11 20-125 0,6-24-54 0,5-2 26 16,-4-4-258-16,1-6-26 0,1-3 59 15,2-4 37-15,0-3 34 0,5 0 42 0,0-4 10 16,3-5 24-16,7-7 32 0,1-1 13 0,5-4 6 16</inkml:trace>
  <inkml:trace contextRef="#ctx0" brushRef="#br0" timeOffset="98320.86">7974 11787 348 0,'-3'-2'276'0,"2"-3"-45"0,-2 0-2 0,3 2-22 0,0 2-23 15,-2-5-3-15,1 5 2 0,-1-3-21 16,2 0 9-16,-1 1-15 0,2-2-20 0,-1 3-7 16,0-2 11-16,0 1 13 0,0 3-26 0,0 0 2 15,0 0-22-15,0-9-3 0,0 9-5 16,0-8-11-16,0 8 9 0,0-8-6 0,0 8 7 15,0-9-13-15,0 4 5 0,0 5 0 0,0-7-5 16,0 7 3-16,11-18-9 0,-10 14 3 16,1 0-29-16,-2 1 2 0,3-2-2 0,-2 1 0 15,2-1 6-15,0 2-14 0,0-3-3 0,-2 1-2 16,1 2-8-16,3-2-2 0,-3 0-6 16,2 0-4-16,1 2-8 0,-2-2 13 0,2 1-12 15,-3-1 9-15,9-4-16 0,-3 2 10 16,-2 4-6-16,0 0 3 0,-1-1-6 0,0 1 2 15,2 0-3-15,-2 1 1 0,5 2-16 0,-2-1 16 16,11 0-3-16,-11 1-6 0,3 0 6 16,4 0 6-16,1 0-12 0,16 11-5 0,-17-5 4 15,-5-1-9-15,-3 0-6 0,-1 1 5 16,-2 1-2-16,-3 1-10 0,-1-3 27 0,0 3-14 16,-16 14 7-16,2-6-9 0,-2-5 13 0,0 2-7 15,-3-4 5-15,1 2 1 0,1-1-10 0,0-3 11 16,2 0-4-16,1-2 8 0,5 1-5 15,1-2 4-15,2-1-5 0,-1 0 5 0,5-1-2 16,-2-2 3-16,1 1-6 0,2 0 9 0,0 1-21 16,0-1 22-16,1-1-10 0,0 0-1 15,0 0-8-15,11 5-2 0,-7-2 19 16,13 5-6-16,-1-1 2 0,2 0-4 0,-1 1 1 16,6 1-4-16,-3 2 4 0,2 2-19 0,-3 2 8 15,3 0-4-15,-4 0 5 0,-7 2-3 16,2 1-7-16,-6 0 10 0,-5 0-6 0,-2-6 20 15,0-3-13-15,-17 14-12 0,3-11 14 0,-5-2-9 16,-5 3 24-16,-2-4-26 0,-1-1 15 0,-1-3 2 16,0 2 2-16,-1-6-3 0,3 3 1 0,3-1-27 15,4-3-25-15,10 0-43 0,-1 0-37 16,-4 0-60-16,2 0 18 0,-7-15-276 0,14 8 34 16,3-1 33-16,3 1-48 0,0 0 30 15,12-5 23-15,0-4 59 0,6 6-19 0,2 0 19 16</inkml:trace>
  <inkml:trace contextRef="#ctx0" brushRef="#br0" timeOffset="99082.97">10050 12071 727 0,'4'0'278'0,"-4"0"-20"0,-4 3-7 0,-5 6-38 0,-9 2-11 15,-2 2-34-15,-5 0-7 0,-4 3-9 16,-1 1-21-16,-4 0-23 0,-3 0 12 0,1 0-24 16,-2-3-4-16,5 3 1 0,2-2-28 0,-1-1 16 15,4-2-13-15,6 0-19 0,-1-2 16 16,4 0 9-16,5-5-2 0,-1 3-1 16,6-4-6-16,3 1-6 0,6-3 15 0,0-2-7 15,0 0-7-15,14 7-5 0,4-6-5 0,4 3 26 16,-3-2-5-16,4 0-21 0,0 3-2 0,0 2 16 15,0-1-12-15,0 2 0 0,1 0 17 16,-1 2-8-16,-2 2-24 0,3 0 8 0,-2 2-16 16,-3 0 19-16,3 4-11 0,-3-2-4 15,3 4 1-15,1-2-53 0,1 4 3 0,-1-3-78 16,3 0-54-16,-3 1-49 0,1-1-51 0,-1 2 20 16,-3-3 22-16,0-3 18 0,0 1-272 15,-6-4 38-15,3 2 31 0,-7-4 9 0,-5-5 45 16,0 3-15-16,-4-5 15 0,1-1 34 15</inkml:trace>
  <inkml:trace contextRef="#ctx0" brushRef="#br0" timeOffset="99380.9">9728 12730 406 0,'-34'-1'428'0,"18"1"-50"0,-5 0-53 0,-2 0-35 15,-24-8-62-15,38 8-38 0,-1 0 3 16,2 0-23-16,-1 15-20 0,14-8-14 0,16 7-17 15,2-1-11-15,9 3 54 0,4-2-22 16,3 2-5-16,5 1-21 0,-3 0-19 0,1-1-13 16,0 0-1-16,-4-2-20 0,1 0 4 0,-5-1-1 15,-1 1-7-15,-6-4-5 0,1-1-12 16,-2-2-1-16,-7-1-15 0,-2 0 26 16,-4-3-24-16,-7-1 6 0,-6-2-4 0,0 0 0 15,3-4-20-15,-6-1-1 0,-1 5-49 0,-1-2-25 16,1-2-47-16,-6-4-38 0,1 2-51 15,0-6 18-15,6 7 18 0,1-6 14 0,2 11-321 16,0-6 35-16,0 6 33 0,17-21 27 0,-7 12 6 16,2 1 17-16,4 0 13 0,2 1-3 15</inkml:trace>
  <inkml:trace contextRef="#ctx0" brushRef="#br0" timeOffset="101807.59">9678 12283 403 0,'-13'0'337'0,"13"0"-45"15,0 0-19-15,0 0-43 0,0 0-3 16,0 0-34-16,0 0-27 0,0 0-13 0,-1-7-32 16,21-4-12-16,6 1-6 0,-1 2-1 0,2-4-30 15,4 1 2-15,3 3 6 0,5-2-23 16,-1 2-3-16,3-3-1 0,0 1-7 0,-3 2 11 0,1-1-10 16,0-1-15-16,-2 3 13 0,-4 2-22 15,-2-3 14-15,-4 1-9 0,0 1-3 0,-5 1 24 16,-3 2-5-16,-4-1-2 0,-1 1-3 15,-5 1-6-15,-2 2 0 0,-1-3-4 0,-1 0 7 16,-1 3-19-16,-3 0 2 0,3 0 0 16,0-1-17-16,-2 0 7 0,-2 1-15 0,0 0-33 15,0 0-34-15,0 0-23 0,0 0-41 0,0 0-50 16,0 0 18-16,0 0-279 0,0 0 22 16,8 0 44-16,6 0 11 0,16-9 28 0,-5 5 23 15,6-4 9-15</inkml:trace>
  <inkml:trace contextRef="#ctx0" brushRef="#br0" timeOffset="102960.43">11676 12112 388 0,'0'0'326'0,"0"-12"-59"0,0 12-22 0,0 0-3 15,0 0-8-15,0 0-30 0,11 17 7 16,-20 2-32-16,0 3-17 0,0 0 14 0,-2 1-13 16,1 2-28-16,1-2-18 0,0 2 4 0,2-1-10 15,-1-2-16-15,2 2-15 0,1-4 21 16,0 2-10-16,3-5-11 0,-1 1-19 0,3-6-17 16,0-1 10-16,0-11 5 0,0 7-5 0,0 0-8 15,0-7-3-15,24 18 11 0,-9-14-5 16,2 1-4-16,-1-5-5 0,-5 0 5 0,3 0-12 15,24-15-14-15,-17 7 12 0,2-1-9 0,-3-5-11 16,1 2-1-16,-1-3-21 0,1-2 9 16,-3 0-4-16,1 0 2 0,-4 1-1 0,1-4 8 15,-4 4-4-15,1 1 1 0,-3 0 0 16,-2 1 1-16,2 5 18 0,-3 1-3 0,-4 2 0 16,1 1-2-16,-1 1-11 0,0 2 4 0,-3 2-1 15,0 0-11-15,0 0 0 0,0 9 31 0,0-4 3 16,-6 13 9-16,-3 5 12 0,4-1-5 15,-5 1 15-15,6 3-3 0,-3 2-3 0,0-1 11 16,-2 0-15-16,5 2-3 0,-1-1 0 0,1-1-3 16,-2 1-8-16,2 0-4 0,4 1 1 15,0-3-4-15,-2 2-11 0,2 1-45 0,-3-1-45 16,2-3 7-16,-2 1-85 0,1 0-38 0,1-3-38 16,-3-2-44-16,2-2 25 0,-3-4-226 0,1-3-1 15,4-7 33-15,0-5-13 0,0 0 33 16,4 1 26-16,-1-4 61 0,6-8 22 0,6-5 5 15</inkml:trace>
  <inkml:trace contextRef="#ctx0" brushRef="#br0" timeOffset="103402.61">12258 12424 371 0,'6'-10'478'0,"-2"3"-70"15,-1 0-61-15,0 3-68 0,0 1-18 16,-3 4-33-16,0 2 39 0,-2 0-34 0,0 4-5 15,-3 10-14-15,-2 0-17 0,2 5-32 0,3 1-4 16,-4-1-9-16,3 2-25 0,3-1-9 16,-2 1-4-16,2-14-18 0,0 8-9 0,0 2-13 15,0 1-4-15,12 18-2 0,-9-22-8 0,-3-7-7 16,2-1-5-16,-1-3 3 0,-1 1-9 16,5-5-1-16,-2-2 6 0,2-1-14 0,-1-2 2 15,9-5-7-15,4-4-1 0,-1-2-2 16,1-4-3-16,1-2-6 0,1-2-11 0,4 3 14 15,-3-3-5-15,1 3-7 0,3 1 2 16,-6 3 7-16,0-2-15 0,-2 5 2 0,-3 0 6 0,0 4-11 16,-8 0-3-16,3 5 9 0,-1 0 2 15,-7 3 8-15,0 0 12 0,9 0 5 0,7 20 2 16,-9-6 6-16,1 3 2 0,-3 1 3 16,0 2 6-16,0-2-8 0,2 3-2 0,1 4-10 15,0-1 8-15,-1-1-9 0,-1 2-2 0,-1 0-9 16,3-2-15-16,-3-3-39 0,-1 1-34 15,-4-1-39-15,2 0 9 0,-2-11-110 0,0 6-46 16,-11 16-60-16,3-19 28 0,-1-2 30 0,2-5-295 16,0-4 42-16,6-1 56 0,-1-5 32 15,4-1 58-15,4-8 1 0,5-2 24 16,1-3 53-16,2-7-13 0</inkml:trace>
  <inkml:trace contextRef="#ctx0" brushRef="#br0" timeOffset="104033.25">12860 12076 660 0,'-7'-13'277'0,"3"1"-20"15,-5 1-38-15,4 1-26 0,0 2-6 0,3 3-22 16,-2 0 8-16,2 1-19 0,0 1-34 0,1 1-2 15,-1-1 4-15,0 0-12 0,2 2-34 16,0-2 4-16,-5 1 9 0,5 0-22 0,0 1 5 16,-1-1-10-16,-1 0 27 0,2 1-11 0,-2-1 0 15,2 0-6-15,0 1-12 0,-2-1 7 16,2-2-3-16,-1 2-12 0,1 0 11 0,-2 0-16 16,2 0 11-16,0 0-10 0,0-1-6 15,0 2 14-15,0-2-11 0,0 3 11 0,0 0-7 16,0 0-19-16,0 0-4 0,0 0 20 15,0 0-4-15,0 0-15 0,0 0-2 0,0-5 7 16,0 5-23-16,0 0 11 0,0-8 7 16,0 8-10-16,0 0 1 0,17-13 5 0,-14 9-9 15,1 1-3-15,2 2 4 0,-1-2-6 0,3 3-23 16,-2 0 24-16,-6 0-22 0,13 0 12 16,17 11-1-16,-18-2-3 0,0 3-3 0,-3 4 0 15,-5-1-44-15,2 4 4 0,-6 3 4 16,0-12 5-16,0 4-4 0,-14 20-8 0,10-17 23 15,-2 0-17-15,-1-3 15 0,3-1 11 16,2-5 16-16,1-2-1 0,-2 0-24 0,2-2 1 16,1 1 18-16,-1 0-13 0,1-5-4 15,0 0 23-15,0 7-16 0,12 16-2 0,0-10-1 16,-3 2 12-16,3-1-12 0,-1 3-1 16,2-5 3-16,-3 3 22 0,0-1 3 0,0 0-11 15,-2-1 15-15,-3-4-11 0,-1-2 2 0,-3 3 7 16,-1-10-3-16,0 8 0 0,-18 8 0 0,4-8-9 15,-4 2 8-15,-2-3 2 0,-3 0-4 16,0-5-47-16,0 1-28 0,1 0-40 0,9-3-47 16,-3 0 12-16,-3 0-269 0,-1 0 31 15,-15-18-67-15,26 10 44 0,5-3 23 16,4 1 76-16,0 10 16 0,19-19-43 0</inkml:trace>
  <inkml:trace contextRef="#ctx0" brushRef="#br0" timeOffset="104366.07">13762 12598 646 0,'-1'1'439'0,"-2"0"-68"0,4-1-48 16,2-1-56-16,1 1-20 0,2 0-21 0,16-1-23 16,-10 1-27-16,8 0-15 0,8 0-17 0,1 0-13 15,5 0-12-15,4 0-55 0,3 0-45 16,1 0-44-16,50 10-54 0,-43-8-74 15,-2 1 14-15,-1-2-301 0,-5 2 31 0,-4-2 0 16,-20-1 25-16,8 0 32 0,-1 0 38 0,2 0 6 16</inkml:trace>
  <inkml:trace contextRef="#ctx0" brushRef="#br0" timeOffset="104660.01">14245 12422 928 0,'-15'-14'374'0,"7"3"-52"0,-2 3-1 16,1 1-23-16,4 1-34 0,1 3-41 15,-1-2-11-15,2 1-19 0,2 3-47 0,-1 1-16 16,2 0-15-16,0 0 15 0,-8 11-23 16,4 8-18-16,0 3 9 0,-1 4-5 0,-1 3-13 15,1 0-16-15,-1 0 4 0,0 1-6 0,-2 3-4 16,3 4 0-16,0-1-15 0,-1 2 6 15,2-1-10-15,-2-1-16 0,6 2-3 0,0-1-92 16,-3-1-37-16,3-2-36 0,-1-3-32 16,1-14-55-16,0 5 20 0,0 2-278 0,0-2 43 15,0-5 27-15,0-4 27 0,0-6 24 0,0-7 26 16,4 8 18-16,3-11-31 0</inkml:trace>
  <inkml:trace contextRef="#ctx0" brushRef="#br0" timeOffset="105018.7">14601 12482 339 0,'12'-22'525'0,"0"3"-99"0,-3 4-54 16,0 4-48-16,0 5-40 0,1 5-64 0,-10 1-25 15,23 11 2-15,-10 1-22 0,0 5-19 0,-3 5-20 16,-1-2-2-16,-7 9-14 0,-2-15-13 15,0 7-10-15,-19 23-32 0,6-20-5 0,-6-2-9 16,-1 0-4-16,-1-1 14 0,0-5-14 16,-1 0 7-16,4-1-3 0,-1 2-5 0,3-4-6 15,4 0 3-15,0-4 39 0,4-2 0 0,1-2 20 16,2-2 5-16,1 0-4 0,2-1-5 0,2-2-21 16,0 0-2-16,16 3-12 0,8-6-6 15,-9 3-25-15,12 0-24 0,4 0-21 16,5 0-28-16,5 0 5 0,2 0-82 0,1 0-27 15,-1 0-41-15,1 0-39 0,42-8-39 16,-48 1 24-16,-1 0-283 0,3 0 34 0,-9-2 48 16,-1-2 17-16,-3 0 44 0,-3-4 50 0,0 2-1 15,-4-3 18-15,-2-2 8 0</inkml:trace>
  <inkml:trace contextRef="#ctx0" brushRef="#br0" timeOffset="105395.96">15340 12431 616 0,'-1'-1'372'16,"-4"0"-53"-16,1 2-14 0,1 2-30 0,-4 1-7 16,-3 8-36-16,1 2-16 0,0 3-26 15,3 1-4-15,0 0-29 0,5-1-11 0,1-5-16 16,0 2-15-16,11 21 9 0,-4-19-15 0,1 3-26 16,0-2-6-16,-2-5-2 0,2 1-3 15,-2-4-7-15,-1-4-8 0,-1-1-2 0,2-3 2 16,-2-1-8-16,-4 0-11 0,13 0-4 0,16-19-4 15,-11 6-8-15,-1-2 14 0,2 0-15 16,0-1 14-16,3-2-20 0,-3 3 8 0,3 0 0 16,-4-2-10-16,-1 5 26 0,-4 0-5 0,0 3-1 15,-4 3-11-15,0 2-4 0,-4 4 3 16,-5 0 11-16,0 0 7 0,0 0 4 16,11 15-4-16,-10-10-5 0,1 17-5 0,-2-3-2 15,0 3 8-15,2 1-2 0,3 4-11 16,-2 0 5-16,1 5-15 0,2-6-55 0,0 4 6 0,0 0-125 15,1-3-49-15,-2 5-54 0,0-1 26 16,-2-3-298-16,0 1 59 0,-3-4 35 0,2-2 32 16,0-7 29-16,7-2 16 0,-3-3 25 15,1-5 20-15,-7-6 16 0,12 0 41 0</inkml:trace>
  <inkml:trace contextRef="#ctx0" brushRef="#br0" timeOffset="105724.54">16458 12711 304 0,'-15'-7'489'0,"3"3"-96"0,2 1-60 16,1 1 31-16,4 0-27 0,0-1-26 16,3 2-16-16,0-1-34 0,3-1-32 0,2 1-15 15,4 0-31-15,18-2-20 0,5 1-21 0,5 1-14 16,-13 2-39-16,12 0-44 0,12 0-4 16,5 0-105-16,58 13-48 0,-55-9-42 0,-1-2-48 15,1 3 21-15,-4-3 15 0,-3 1-322 16,-3-3 34-16,-10 0 48 0,-17 0 12 0,6 0 45 15,1 0 43-15,20-13-4 0,-33 8 6 0</inkml:trace>
  <inkml:trace contextRef="#ctx0" brushRef="#br0" timeOffset="105979.31">16921 12518 385 0,'-18'-17'408'0,"-1"2"-29"16,1 1-51-16,5 0-16 0,0 4-40 15,2 1-1-15,4 1-35 0,0 3-26 0,3 2-24 16,-1 3-34-16,5 0-21 0,0 0-17 0,0 0-11 16,-13 23 29-16,7-2 3 0,2 4-23 15,2 4 3-15,1 3-7 0,1-16-9 0,0 9-18 16,0 3-8-16,0 6 1 0,16 39-7 0,-6-35-4 16,-4 0-66-16,6 2 0 0,-2-3-91 15,0 1-38-15,-2-2-60 0,-1-2 17 0,0-3-198 16,-3-2 31-16,1-7-145 0,0-2 41 0,-5-8 27 15,5-7 27-15,-1-2 25 0,-4-3 16 16,0 0-6-16</inkml:trace>
  <inkml:trace contextRef="#ctx0" brushRef="#br0" timeOffset="106550.68">17406 12518 285 0,'-3'-12'346'0,"-1"4"-46"0,-2-4-42 15,0 1-5-15,3 1-9 0,-1 2-41 16,1 2-19-16,0 1 12 0,1 0-12 0,1 1-18 16,-1-2-9-16,1 5-7 0,1-3-20 0,-4 2-8 15,2-1-7-15,2-2-6 0,0 4-12 16,0-2 19-16,0-1-14 0,0 1-10 0,0 3-10 15,0 0-29-15,0 0 0 0,0-8-7 0,0 8 3 16,22-19-5-16,-7 12-21 0,4-2-2 16,1 2-2-16,1 3-8 0,7-3 6 15,3 3-1-15,-3 4-3 0,-15 0-1 0,11 0-3 16,-1 0 8-16,23 16-12 0,-26-6-16 0,-3 0 2 16,-6 4 29-16,-3 3-2 0,-4-1-14 15,-4-8 0-15,0 7 13 0,-23 22-3 0,9-16-29 16,-9-4 14-16,-4 1 7 0,-1 1 0 0,2-3-1 15,1 1-14-15,0-5 3 0,1 0-7 16,4 1-13-16,4-2 3 0,1-2 0 0,4 1-10 16,3 3 13-16,3-4-8 0,5-2 25 15,0 2-6-15,19 17 4 0,-2-10-5 0,-1 1 22 16,2 0-25-16,1 0 4 0,2 0 6 0,0-2 10 16,0 5-7-16,1 1-5 0,1-3-3 15,-7 3-2-15,1-2 19 0,-3 0 5 0,4-4-12 16,-9 2 5-16,-2 0 12 0,-7-5 9 0,0-6-8 15,-24 12-1-15,-1-11 3 0,-7-2-2 16,-3-1-2-16,-3-1-11 0,-4 1-23 0,-3 0-40 16,2-3-31-16,-1 2-45 0,-2 0-59 0,5-1 16 15,-2 1 17-15,0-1-345 0,24-2 38 16,-8 0 74-16,-3 0 26 0,-1 0 25 16,3 0 11-16,-14-13 13 0,35 8-43 0</inkml:trace>
  <inkml:trace contextRef="#ctx0" brushRef="#br0" timeOffset="134649.67">17004 13365 291 0,'-15'-12'223'0,"15"12"13"0,0 0-27 16,-15 0-8-16,15 0-17 0,-20-24-23 15,15 24-3-15,2-3-13 0,2 3-7 0,-2 0 5 16,0-1-19-16,0 0-6 0,2-1-1 15,1 2-5-15,-3 0 13 0,1-1-26 0,2 1 6 16,0 1-18-16,2-2 1 0,1 1-22 0,1 0 2 16,2 0-11-16,15 1-7 0,-10-1 3 15,10 0-16-15,3 0 14 0,31 7-22 0,-21-3 4 16,0-3-2-16,5 1-16 0,1 0 13 16,1-1-18-16,2 0 14 0,2 2-22 0,-4-3 25 15,3 0-25-15,0 0 6 0,-5 0 5 16,-4 0 5-16,1 0-12 0,1 0 1 0,-5 0-1 15,-4 3-5-15,-4-2 27 0,-13-1-22 0,4 0 0 16,-1 0 13-16,-3 0-14 0,0 0-4 16,-4 0 14-16,-7 0 2 0,8 0-30 0,-8 0 12 15,5 0-6-15,-10 0 21 0,0 0-14 16,-1-1 0-16,-3 1 1 0,-12 0 16 0,7 0-21 16,-6 0 21-16,-6 0-22 0,-6 0 1 15,0 0 22-15,-2 0-8 0,-1 0-6 0,0 0-13 16,1 0 7-16,-2 0 17 0,3 0-13 15,0 0-8-15,0 0 7 0,-31-14 0 0,32 11 6 16,1 0-13-16,-2 2 17 0,-1-3-9 16,4 3 13-16,4-2 2 0,6 0 6 0,-3 1 17 15,13 2-18-15,-2 0 4 0,1 0-3 0,2 0-2 16,1 0-3-16,1 0 52 0,7 0 4 16,-7 0 12-16,7 0-16 0,0 0-6 15,-6-8-15-15,12 6 0 0,-2 0 1 0,18 2-8 16,-10 0 0-16,7 0 0 0,6 0-24 0,3 0 9 15,4 0-3-15,2 0 8 0,1 0-29 16,4 0 17-16,1 0-3 0,1 0 4 0,4 0-8 16,42 5-2-16,-46-3 1 0,0 0-1 0,-3 1-22 15,0 1 22-15,-3-3-5 0,-3 0-1 16,3 1 10-16,-4 0-9 0,-4 0-1 0,-4-1-14 16,-5 0 15-16,-2-1-17 0,-5 0 0 0,-2 3 2 15,-3-3-13-15,0 0-11 0,-3 0 11 0,-2 2-8 16,-2-1 28-16,-3-1-7 0,-2 1 4 15,-16 0-10-15,9-1 17 0,-12 0-11 16,-7 0-5-16,-4 0 0 0,-5 0 12 0,-42-9-21 16,42 6 19-16,0 2 6 0,4 0 8 0,3-2-14 15,-2 3-1-15,6-1-7 0,4-1 2 0,2 2 10 16,5 0-10-16,4-2-6 0,5 2 26 16,2 0-1-16,1 0 9 0,5-3 5 15,2 3-19-15,1 3 13 0,6-3-4 0,12 0-2 16,-4 0 9-16,10 0-7 0,31 9-1 0,-17-6-7 15,1-1-2-15,1 1 4 0,2 1 3 16,-2 1-16-16,1-2 9 0,-1-1 2 0,-2 2 2 16,-1 0 7-16,-2-1-10 0,-3 1 2 15,2-3-5-15,-5 2 4 0,-3 0 5 0,-4-1-7 16,-3 1 5-16,-7-1-10 0,-1-2 11 16,-4 0 3-16,-1 1-3 0,0 1-6 0,-3-2 7 15,-1 0 0-15,3 0-1 0,-4 0-16 16,3 0 15-16,-2 0-30 0,-1 0-22 0,-1 2 3 15,-1 1-69-15,0-3-33 0,0 0-49 0,-11 7-70 16,-3-2 22-16,-4-1 22 0,0 0-311 16,-2-2 38-16,-2 0 75 0,-5 1 26 0,4-2 53 15,0 0 34-15,-5 1-9 0,0 1 10 16,2 1 32-16</inkml:trace>
  <inkml:trace contextRef="#ctx0" brushRef="#br0" timeOffset="141507.13">1904 14001 269 0,'0'0'167'15,"-16"0"-39"-15,-9-14 34 0,19 11-6 0,-1 2-8 16,3 0-19-16,-1-2 2 0,-1 1-8 0,-1 0-14 16,3-1 0-16,-3 1-10 0,4 1 1 15,-4-1 2-15,3 0 5 0,-1-1 8 0,1 2-11 16,1-2 17-16,-2 3-16 0,1-1 1 16,1-2-4-16,1 3-2 0,-2-3 4 0,2 3-22 15,1-2-19-15,0 1 17 0,2-1-33 0,2-1 2 16,-3 3 15-16,10-2-31 0,8-1 16 15,2 0 6-15,5 1-32 0,-13 2 13 0,7 0-6 16,5 0-13-16,2 0 2 0,4 0 14 0,-2 0-14 16,3 0 10-16,1 0-12 0,1 0-17 0,28-13 14 15,-30 9-9-15,-5 3 9 0,0-2 8 16,-2 0-5-16,-4 2-20 0,0-3 1 0,1 0 16 16,-5 1-10-16,-3 1-22 0,-4-1 16 15,0 0 2-15,-3-1-10 0,1 1 21 0,-2-1-26 16,-1-1 7-16,-3 0 12 0,3 0-20 0,1-10 10 15,-2-3 3-15,-2 6-3 0,-1 2-13 0,0-2 7 16,-9-13 0-16,4 8 5 0,-1 5-3 16,-2-2-9-16,2 4 21 0,1 3-21 0,1 0 22 15,1 2-17-15,-1 0 9 0,0 0-8 16,-2 3 2-16,2-1 15 0,0 2-21 0,0-1-1 16,0 1 3-16,4 1 6 0,0 0-5 0,-7 0 16 15,7 0-15-15,-21 21 5 0,12-6 22 16,0 2-12-16,0 2 16 0,3 5 5 0,-4-1 2 15,5 3 11-15,0 1 12 0,-2 3-7 16,2-3 0-16,0 2 5 0,0 0 16 0,0 2 5 16,1 0-14-16,-3 2-3 0,4-2 7 0,-3 1-9 15,0 2 15-15,2-1 0 0,-1 0-19 16,0 0 11-16,0 0-16 0,2 0 19 0,-3 1-10 16,4-4-12-16,-3 4-1 0,2-2-5 0,-1 2 11 15,-3 0-35-15,2-1 0 0,-3 1-66 16,0-2-26-16,0 1-34 0,-3-3-32 0,0 0-30 15,-3-1-45-15,2 1 22 0,-1-8-151 0,-3-2 27 16,4-3-118-16,-2-4 31 0,-1-7 37 16,5-5 24-16,1-1 21 0,-9-11 21 0,7-4-4 15</inkml:trace>
  <inkml:trace contextRef="#ctx0" brushRef="#br0" timeOffset="141700.93">1833 14451 526 0,'-5'-18'431'15,"5"0"-41"-15,0 11-65 0,0-6-30 0,0-2-37 16,0 0-31-16,18-13-26 0,-6 15-28 16,0 1-19-16,2 0-6 0,3 2-27 0,2 2-21 15,3 1-18-15,4 4-45 0,1-2-42 16,3 0-11-16,0 1-47 0,2 3-25 0,-1-1-48 0,-13 2 13 16,10 0-141-16,6 0-143 0,2 0 5 15,3 0 47-15,0 0 11 0,38-9 17 0,-41 7 12 16,2-3-1-16</inkml:trace>
  <inkml:trace contextRef="#ctx0" brushRef="#br0" timeOffset="142482.74">3015 14088 299 0,'0'-5'233'0,"0"1"-49"0,-1-1 19 0,1 0-29 16,-2 0-35-16,1 0 6 0,0 3-27 0,1-4-9 15,-1 2 7-15,-1 0-21 0,2 4-7 16,-3-10-11-16,1 5 1 0,0 1-15 0,2 1-4 15,-3-2 9-15,2 0-8 0,0 3-12 0,-2-3-6 16,2 2-7-16,0 0-2 0,-2-1-1 16,1 0-13-16,-1 1 8 0,0 0-5 0,1 1-1 15,-3-1-14-15,1 0 15 0,0 2-1 16,-1 1-11-16,0 0-6 0,-3-3 5 0,8 3-4 16,-6 0 10-16,-7 0-13 0,-15 12 9 0,9-6-12 15,5 3-9-15,-8 0 3 0,3 1 15 16,1 5-4-16,1-3 7 0,1 2-4 0,0 2 2 15,1 0-4-15,1 1 5 0,1-3-4 0,3 1-10 16,0 2 11-16,2-3-5 0,-1 3 7 16,4-2-3-16,-3-3-3 0,5-3 6 0,-1-1-5 15,1-2-9-15,2 0 11 0,-1-3-3 16,0 1 16-16,2-1 22 0,0-1-8 0,0-2-3 16,2 0 7-16,0-2-5 0,2 0-16 0,1-2 21 15,9-2-21-15,-1-7 1 0,2 1 0 0,3 1 16 16,5 0 13-16,-2-1-10 0,4 0-12 15,2 2 18-15,-3 1-21 0,3 1 14 0,4 4-13 16,-2-1 8-16,2 5-4 0,-12 0-14 16,1 0 1-16,30 17-3 0,-24-6 10 0,-3 3 2 15,-1 2-19-15,-1 3 9 0,-2 1-14 0,-3 1 12 16,-1-1-7-16,-1 0 1 0,-5 2 13 0,-2-1-8 16,-1-1-8-16,-5-2 15 0,0-7-12 15,1-2 8-15,-2-9-17 0,0 7 38 0,0 0 8 16,0-7 31-16,0 7-18 0,0-7 8 0,-2 6-22 15,1-9-11-15,1 0 5 0,1-4 2 16,3-10-22-16,-1-2 17 0,4 0-11 0,1-3 12 16,2 3-18-16,3 1-1 0,1-1 7 0,-1 4-10 15,3-3 13-15,1 2-12 0,0 1 4 16,-2 1-8-16,3 0 15 0,0 2-24 16,-5 3 24-16,2 1-7 0,-7 3-31 0,-1-1-4 15,0 3-37-15,-5-1-57 0,2 1-49 0,0 2-13 16,0 1 17-16,-2 0-148 0,1 0-137 0,-3 0 21 15,0 0 26-15,0 0 26 0,8 0 26 16,-1 0 47-16,9 0 17 0</inkml:trace>
  <inkml:trace contextRef="#ctx0" brushRef="#br0" timeOffset="143223.81">5009 13871 730 0,'-17'3'237'0,"-8"1"-17"0,-3 1-22 0,5 5-1 0,0-2 0 15,-3 5-9-15,2 0-7 0,-1 6-3 16,1-3-18-16,2 4 14 0,-3 0-3 0,8 2-22 16,-2-2-15-16,3 3 20 0,3 1 1 0,-1-4-15 15,5 6-16-15,4-3-13 0,5 0-3 16,0-11-6-16,10 23-5 0,5-14-2 0,4-4-11 16,4-1-2-16,3 0-12 0,2-2-10 0,3-1 1 15,2-2-20-15,-1 1 2 0,-2-5-5 16,-1 0 2-16,4-2-14 0,-3-1 11 0,2 2-4 15,-5-5-11-15,-2-1 9 0,-6 3-11 16,-5-2 1-16,-4 2-4 0,0-3 2 0,-2 0 0 16,-8 0-14-16,0 0-12 0,0 0 9 0,7 0-18 15,-7 0 3-15,0 0-18 0,0 0-8 16,8-11 6-16,-8 10 3 0,0 0-75 0,-3 0-17 16,2-3-27-16,-2 3 0 0,2-2-23 15,0 0-55-15,-1 0 19 0,1-2-234 0,1 1-24 16,3-1 37-16,-3-2 42 0,14-13 25 0,1 6 25 15,-3 0 41-15,7 0 2 0,4 2-9 0</inkml:trace>
  <inkml:trace contextRef="#ctx0" brushRef="#br0" timeOffset="143558.06">5741 14000 382 0,'-7'-2'378'0,"2"2"-55"0,-1-3-36 0,4 2 3 15,0 1-21-15,-1-2-17 0,0 2-18 0,3-1-21 16,-3 0-24-16,3 0 3 0,-4-1-9 15,3 2-19-15,1 0-45 0,4-3 4 0,-2 2-23 16,5 0-4-16,11-2-12 0,6-1-8 0,4 1-8 16,3 1-47-16,2 1-43 0,0-1-26 15,3 0-48-15,1-1-47 0,-1 2-48 0,2-3 17 16,1 4 16-16,-22 0-320 0,9 0 34 16,3 0 39-16,2 0 25 0,-6 0 25 0,1 0 33 15,12 13 11-15</inkml:trace>
  <inkml:trace contextRef="#ctx0" brushRef="#br0" timeOffset="143759.17">5960 14262 507 0,'-30'10'378'0,"3"0"-41"0,5-1 3 16,2 0-33-16,-1-2-41 0,4-2 34 0,7-3-44 16,5 0-21-16,4 1-22 0,7-3-29 15,2 0-33-15,14-1-24 0,-8 1-20 0,8 0-9 16,6 0-79-16,3 0-49 0,0 0-46 15,37-11-45-15,-32 8-58 0,0 3 15 0,-1-5-149 16,-2 2-129-16,0-1 51 0,-1 2 0 0,-3 1 26 16,-2-1 0-16,-3-1 12 0,-3 2 35 15</inkml:trace>
  <inkml:trace contextRef="#ctx0" brushRef="#br0" timeOffset="145442.99">7176 13629 241 0,'0'-12'369'0,"0"12"-41"15,28-29-42-15,-26 24-18 0,0 1 0 0,1 0-49 16,-2 0-24-16,0 1-28 0,1 1-36 0,-2 0 6 16,-2 2-27-16,0 2-11 0,-7 11-10 15,-5 1-12-15,-2 2-10 0,1 2 5 0,-3 2-13 16,-3 5 13-16,0 0-16 0,-1 3-4 0,-2-1 4 16,-3 0-20-16,3 2 0 0,-3-3-3 0,3 1 2 15,-1-2-5-15,1 1 4 0,1-3-10 16,3-1 14-16,3-3-7 0,-1 0-12 0,3 0 8 15,-1-4-7-15,6 1-1 0,-2-4 3 0,4-3-6 16,3-1 16-16,-1-3-14 0,0-1 16 16,1-1 22-16,4 2-14 0,-1-5-4 15,2 0 6-15,0 0-4 0,0 0 5 0,16 5 7 16,4-3-22-16,5-2 5 0,0 0-8 0,0 1 11 16,-9-1-19-16,6 0 7 0,6 0-13 15,3 0 0-15,2 0-3 0,0 0-1 0,3 0 0 16,-4 0-1-16,2 0-1 0,-2 0 0 0,33-15 11 15,-35 12-6-15,-3-2 1 0,-2 2-4 0,-3-1-7 16,2 1 0-16,-3-1 14 0,0 1-24 16,-4 1 9-16,-3-3 15 0,3 3-1 0,-7-3-1 15,0 3-11-15,-2-2 19 0,-2 0 4 0,-1 1 4 16,2 0-3-16,-5-2 0 0,2 2-6 16,5-7 14-16,-4 0-12 0,-2 3 2 0,-2 0-9 15,-1-3-8-15,0 10 5 0,0-7-12 0,0 2 9 16,0-6-9-16,-11-9-2 0,7 12 19 15,1 1-8-15,-1 0-3 0,3 3-11 0,-3 0 23 16,4 1-13-16,-4-1 3 0,3 2-14 0,0 1 12 16,-2 1-2-16,1 0-1 0,-1 2 3 0,-7 9-1 15,0 1 19-15,-2 4 10 0,2 3 10 16,-3 3-6-16,3 2 15 0,-2-1 3 0,2 4 5 16,-3-1-4-16,3 5 4 0,0-1 3 15,0 1-4-15,2 2 3 0,-1 0 4 0,3 1-15 16,-1-1 8-16,2-1-8 0,1 0-8 15,-1-1 1-15,3 0 0 0,-1 0-13 0,3-1 2 16,0-6-2-16,0-10 13 0,0 4-17 0,0 2 9 16,0-2-10-16,0-3-12 0,0-1 18 15,0-4-17-15,0-1 2 0,0 0-1 0,0-3-8 16,0-6 5-16,0 8 3 0,0-2 18 0,0-6-4 16,0 7 25-16,0-7 4 0,0 6-6 15,0-6 10-15,0 0 11 0,0 0-27 0,0 7 5 16,0-7-18-16,0 0 4 0,4 4 13 0,-4-5-18 15,0-2-5-15,0 0-1 0,0 2-14 16,-1-3 1-16,2 1-2 0,-1-1-58 0,0 1-23 16,-1 0-47-16,2 0-48 0,-2-2-54 0,1 2 19 15,-1-1-141-15,-1-1-62 0,2 5 35 16,0-10-249-16,15-13 52 0,-2 8 38 0,4 0 38 16,2 1 34-16,3-1 31 0,6-2 43 15,4-1 53-15,4 2 22 0,8-1 18 0,1-3-23 16</inkml:trace>
  <inkml:trace contextRef="#ctx0" brushRef="#br0" timeOffset="146144.34">9003 14362 1055 0,'0'0'348'0,"0"0"-41"0,0 0-43 0,0 0-31 16,0 0-35-16,0 0-25 0,23 0-11 16,-23 4-11-16,0 2-22 0,-1 11-26 0,1-7-6 15,-10 20 0-15,8-8 13 0,-3 1-17 0,1 0-22 16,0 3-7-16,2-1-32 0,-1-1-34 0,1 0-27 15,-1-2-35-15,2-1-31 0,1-1-56 16,0 1-8-16,0-12 13 0,0 3-253 0,0-1-30 16,0-1 30-16,0-3 25 0,10 5 36 15,-7-12 24-15,2-2 7 0</inkml:trace>
  <inkml:trace contextRef="#ctx0" brushRef="#br0" timeOffset="146708.04">9662 13975 298 0,'6'-21'444'0,"3"2"-88"0,-4 3-6 0,1 1-35 16,-2 5-22-16,-2 2-39 0,1 2-31 0,-2 1-25 15,1 1-37-15,-1 1-4 0,-1 3-22 16,2 0-19-16,-2 3-12 0,2 5 12 0,-2-1 14 15,0 12 2-15,1 2-15 0,-1 3-5 0,1 1 2 16,-1 1 0-16,0 1-11 0,3-1 3 0,-1 1-6 16,0 0-13-16,1-1 2 0,1 2-6 15,0-5-14-15,-1 4 1 0,2-5-15 16,-1-1 8-16,-3-1-1 0,3-5-10 0,1-4-16 16,-4-1 3-16,3-3 5 0,-4-1 3 0,1-1 27 15,0-2 13-15,2-2-8 0,1-1-12 16,-4 0-5-16,0 0-15 0,27-15 1 0,-10-2-4 15,0-1-4-15,0-2-11 0,2-2 10 0,-1 2-11 16,1-4-2-16,2 2-9 0,-1 2 4 0,-1-3 7 16,3 1-15-16,-2 1 2 0,-2 1-8 15,-1 2 3-15,1 2 3 0,0-1 2 0,-6 3-15 16,0 2 3-16,-2 3 5 0,-2 1-4 0,0 2-5 16,-3 2 4-16,-1 1-3 0,-1 3-4 15,-3 0 4-15,0 0 9 0,7 0 4 0,8 21 2 16,-7-9 6-16,0 2 5 0,-1 3-13 15,-2 2 2-15,-1 1 17 0,1 1-15 0,-1 3-1 16,0 0 1-16,-1 1 1 0,3 1-3 0,-2 1 1 16,-1 2 0-16,-3 0-12 0,2-2-39 0,-2 0-41 15,0-12-37-15,0 8 11 0,-12 27-131 16,3-25-38-16,2 1-47 0,-1-1-34 16,-3-1 32-16,3-3-234 0,7-2 45 0,1-4-9 15,0-15 44-15,0 8 31 0,10 3 60 0,0-11 42 16,-2 0 23-16,9-9 15 0,-1-4-15 15</inkml:trace>
  <inkml:trace contextRef="#ctx0" brushRef="#br0" timeOffset="147015.1">10461 14409 700 0,'14'-9'446'0,"-1"0"-72"0,-5 4 3 0,-3-2-47 16,1 3-32-16,-2 1-41 0,0 3-17 16,-1-3-24-16,-3 3 8 0,0 0-12 0,0 7-22 15,0-1-10-15,0-1-24 0,1 12-12 0,-1-8-14 16,12 18-9-16,-1-6-17 0,3-2-10 15,4 1-5-15,-1-6-12 0,3 1-11 0,1-1 2 16,-1 0-8-16,7-6-6 0,-4 2-11 16,-2-5-6-16,0-1 8 0,-3-2-9 0,-8-2-2 15,4 0-12-15,12-14 3 0,-15 3-6 0,-3-6 7 16,-3 2-17-16,0-9-7 0,-5 12 12 16,0-7-5-16,0-1-1 0,-20-24-10 0,8 21 4 15,-3 2 2-15,-3 5-12 0,-1 1-24 0,-7 5-30 16,5-1-19-16,-7 4 6 0,4 1-110 15,0 4-36-15,1 1-32 0,13 1-40 0,-3 0 30 16,-11 11-265-16,16-2 35 0,8-4 44 0,3-1 33 16,1 1 38-16,15 2 17 0,0-1 28 15,6 2 13-15,4-3-47 0</inkml:trace>
  <inkml:trace contextRef="#ctx0" brushRef="#br0" timeOffset="147716.37">11223 13987 477 0,'-9'-10'329'0,"0"0"-22"16,3 1-9-16,-3-3-23 0,5 4-24 0,2-1 14 15,-2 4-32-15,2 0-27 0,2-2-17 16,0 7-21-16,0 0-18 0,0 0-17 0,0 0-14 16,15-10-12-16,-9 12 5 0,14 3-12 15,2 6-42-15,4 0 4 0,-6 1-4 0,7 2-8 16,1-1 2-16,0 4-9 0,3-2-4 0,1 4-5 16,0-1-3-16,1 0 5 0,0 0-4 15,4 0-13-15,-2-1-5 0,-2-1-1 0,-3-2-13 16,-1 1-3-16,-4-2-13 0,-1-3 10 0,0 1 22 15,0 0-20-15,-4-2 1 0,0-1 2 16,-5-4 1-16,1-2-6 0,-3-1 25 0,-4-1-24 16,-9 0-19-16,7 0 36 0,-1 0-2 0,-6 0 21 15,9 0 3-15,-9 0-4 0,7 0 20 16,-7 0-4-16,14-12-1 0,-12 12-23 0,2-3 16 16,-1 3-17-16,-1 0 5 0,-1 0-17 0,-1 0 9 15,0 3-4-15,-3-1 2 0,1 1-18 16,-12 11 14-16,0 0 10 0,-6 3 9 0,-1-1-3 15,-1 2-7-15,-6 0 9 0,3 5 6 16,-3 1-8-16,-2-2-1 0,-2 0 3 0,3 1-5 16,-3 0-9-16,1 2 6 0,-2-4-3 0,5 1 5 15,0 2-4-15,2-2-30 0,-3 0-15 0,7 2 3 16,3-3-77-16,-3-1-16 0,5 0-45 16,2-1-19-16,0 1-28 0,2-2-37 0,8-1 21 15,1-6-151-15,4-5 31 0,0-6-119 0,11 7 31 16,0-7 28-16,8-4 39 0,-8 4 24 15,28-15 15-15,-16 5 13 0</inkml:trace>
  <inkml:trace contextRef="#ctx0" brushRef="#br0" timeOffset="148028.53">12404 14412 310 0,'-1'-3'404'16,"-1"2"-81"-16,-4 0-35 0,0 2-12 0,-10 5-26 15,-4 5 6-15,1 0-8 0,-4 2-30 0,2 1 11 16,-1 3-18-16,0 0-30 0,-1 4 1 16,0 2-19-16,0-1-15 0,1 2-19 0,1 2-19 15,1-1-16-15,0 1 4 0,-1 1-7 0,5-1-6 16,-2 0-20-16,2-1 2 0,2-1-20 15,2-1-27-15,-1-2-2 0,1 1-61 0,2-3-41 16,3 0-54-16,-1-3-35 0,1-2-38 0,4-6 19 16,3-2-288-16,0-6 12 0,0 0 35 15,3 1 37-15,1-4 46 0,3-9 2 0,4-5 19 16,-1 0 10-16</inkml:trace>
  <inkml:trace contextRef="#ctx0" brushRef="#br0" timeOffset="148499.21">12589 14002 806 0,'5'-19'423'0,"-1"1"-63"0,2 3-35 16,-2 6-42-16,-2 3-59 0,-2 6-26 0,-2 0 19 15,2 4-8-15,-6 11-3 0,2 3-9 16,0 4-10-16,-1 2-20 0,3 3-15 0,0 4-3 15,-1-2-25-15,3 3-3 0,0-15-10 16,0 7-21-16,0 5-7 0,0-2 8 0,13 29-12 16,-8-26-8-16,1-3-9 0,0-1-13 15,-1-3-2-15,-3-2 6 0,1-1-11 0,1-9 6 16,0-4-10-16,-1 2 24 0,-2-4 14 0,2-3-19 16,-3-2 2-16,0 0 0 0,27-12-10 0,-11 0-5 15,4-7-3-15,-2 0-8 0,0-1 1 0,3-3-13 16,-1 2 6-16,1 0 4 0,0-3-9 15,-3 3-12-15,-1 2 5 0,-1 3 4 16,2 1-1-16,-3-2-2 0,-1 2-3 0,-4 3 7 16,-1 3-1-16,-4 1 11 0,2 3-15 0,-5 0 5 15,2-1-5-15,-1 4 2 0,-1 0-4 0,0 0 0 16,1-2-2-16,0 2 2 0,-2-1-8 16,0 0-23-16,-1 3-34 0,0-4-25 0,0 4-45 15,0 0 10-15,-11-3-110 0,4 3-39 0,1 0-36 16,-2 0 28-16,0 2-183 0,-3-2-91 15,0 0 40-15,-1 0 37 0,3 0 42 0,0 0 37 16,1 0 43-16,-4 8 24 0,8-6 20 0,0-2 11 16,0 0 5-16</inkml:trace>
  <inkml:trace contextRef="#ctx0" brushRef="#br0" timeOffset="149389.29">12860 14033 359 0,'0'-9'396'16,"5"1"-72"-16,-5 1-20 0,0 2-25 0,0-1-28 15,1 2-25-15,-2 1-25 0,1-1-12 0,-5 4-11 16,1 0-20-16,-12 5 32 0,0 4-1 0,-6 3 8 16,-1 0-6-16,4 6-1 0,-3 1-12 15,2 2-9-15,0 3 4 0,0 2-9 0,5 0-13 16,-1 3-8-16,6 0-6 0,1 4 1 0,4-1-6 15,5-17-6-15,0 7-18 0,17 33-5 16,1-26-8-16,1 2-18 0,6-3-11 0,1-2 1 16,1-2-10-16,5-6 7 0,-2 1-4 15,4-4-18-15,-1-4-3 0,-1-2 0 0,1-4-6 16,4-5 12-16,-22 0-14 0,28-14-13 0,-16 0-1 16,-2-6-8-16,-1-9 4 0,-3-1-7 15,-1-6-6-15,-3-3-3 0,-4 0 13 0,-6-1-16 16,-1-1 10-16,-5 3-3 0,-1 18-5 15,-10-35 9-15,-3 21-6 0,-3 2-4 0,-2 4 1 16,-3 2 1-16,-2 2 8 0,-1 3-3 0,-3 3-4 16,2 3 4-16,0 3-11 0,0 3-2 0,-5 4 4 15,2 3 1-15,15 2-1 0,-9 0-1 0,-24 14 8 16,22-1-6-16,1-1 6 0,0 5 1 16,-3 2-3-16,6 3 4 0,1 2 1 0,1 5 7 15,4-2 4-15,2 6-4 0,3-2 4 16,3 3-13-16,5 1 6 0,1-18 0 0,11 36-3 15,3-19 11-15,2 0-1 0,8-3-8 0,5 0-2 16,2-4 2-16,0-3 9 0,2-3-10 16,0-3-5-16,0-4 4 0,3-4 0 0,-4-4-1 15,1-5-1-15,-17-1-4 0,8 0 5 16,31-22-9-16,-28 6 2 0,2-4-17 0,0-4 1 16,-1-7-6-16,-4-1 1 0,4-4-8 0,-6 0 10 15,-2-1-1-15,-2-1 4 0,-5 2 0 16,-1 0 2-16,-5 1 0 0,-2 3-4 0,-5 16 8 15,0-8 3-15,-17-25-8 0,2 23 12 16,-3 4-5-16,-8 3 1 0,1 3-2 0,-5 2 6 16,0 3 1-16,-2 6-4 0,0 0 1 0,13 5-5 15,-6 0-4-15,-36 13 13 0,23 0 7 16,0 3 3-16,3 3 4 0,-2 5 14 0,1 4-10 16,2 1 9-16,2-1 13 0,6 7-15 0,3-1 10 15,4 2-4-15,10 3-1 0,4-2 12 0,5-17-5 16,15 39-4-16,5-21-5 0,6-3 0 15,5-1 6-15,3-3-17 0,1-4 9 0,3-5-2 16,3-2-16-16,1-6 19 0,0-2 0 16,3-7-7-16,1-3-13 0,-25-2 3 0,37-21 5 15,-23 1-6-15,-7-6-14 0,0-6-4 16,-4-6-12-16,-8-2 2 0,0-5-19 0,-5 1-2 16,-8-7 1-16,-3 3-11 0,-11 2-1 15,-6 2 1-15,-6 5-20 0,-6 1-10 0,-7 6-49 16,-2 6 15-16,-6 4-84 0,-4 6-24 15,-1 3-35-15,-2 8-38 0,-3 4 26 0,25 1 30 16,-49 15-317-16,27-2 40 0,-1 4 85 0,5 2 37 16,3 4 7-16,3 7 33 0,3 0 25 0,7 5-20 15,4 6 7-15</inkml:trace>
  <inkml:trace contextRef="#ctx0" brushRef="#br0" timeOffset="167042.5">5343 15702 605 0,'0'0'253'15,"0"0"-37"-15,0-15-1 0,-23-6-16 0,22 17-24 16,1 0-16-16,0 0-17 0,0 0-27 16,0 0-11-16,-2 2-23 0,1 0-5 0,-1 1-3 15,-2 2-5-15,0 2-22 0,-5 8 0 0,-7 4 7 16,-4 1-3-16,4 4-2 0,-1 0-7 15,-5 7 19-15,1-3-13 0,1 3 2 16,-3 1 6-16,-1-2-14 0,1 3 0 0,1-3-5 16,-1 0 17-16,3-3-8 0,2 3-10 0,0-5 6 15,2 0-11-15,4-1 4 0,-2-3 16 16,1-2-6-16,4-4-6 0,3-3 3 0,0-1 0 16,2 0 7-16,2-3 9 0,-1 0-6 15,2-2-15-15,1-2-11 0,0 0 2 0,0 0 16 16,14 0-19-16,-8 0-5 0,12-2 4 0,-7 2-2 15,3 0-7-15,3 0-4 0,2 0 27 0,22-5-15 16,-18 5-15-16,0 0 5 0,3-1-13 16,2-1 3-16,-2-1 0 0,0 3 6 0,1-2-7 15,-5 0 17-15,-3 2-19 0,0-3 19 16,-3 1 2-16,-2 0-20 0,-3 0 3 0,-2 2 7 16,-5-2 1-16,3-2-15 0,-2 1 8 0,-1 2-10 15,-1-2 7-15,-2 0 3 0,2-1-5 16,-1-1 16-16,-2 5-13 0,0-5 16 0,0-7-14 15,0-3-6-15,0 1 32 0,-15-18-12 16,11 18-1-16,0 2 36 0,0 4 10 0,2-1-7 16,2 3-4-16,-3 2-14 0,0 0-5 0,1 4-13 15,1-3 9-15,-3 6-7 0,0 1 6 16,-10 6 12-16,4 5 6 0,-1 3 4 0,-1 3 5 16,0 1 13-16,1 1-5 0,2 0-12 15,4 3 5-15,-3-2-11 0,3 3 2 0,0 0-8 16,2 1-2-16,1 1 2 0,-1 0-8 0,3 3 7 15,-2-3-8-15,2 0-22 0,-2 0-31 16,0-2-40-16,-1 2 7 0,-1-2-92 0,2-1-25 16,-8-4-33-16,3-1-43 0,0 3 25 15,3-6-124-15,-6-2-142 0,1-3 37 0,3-4-16 16,1-2 31-16,1-4 27 0,-1-3 12 0,5 0 18 16,0-5 5-16</inkml:trace>
  <inkml:trace contextRef="#ctx0" brushRef="#br0" timeOffset="172660.67">5813 15974 507 0,'2'-8'354'0,"-1"-1"-54"15,0 4-32-15,-1 0-34 0,0 0-37 0,2 3-10 16,-2 2-4-16,-2 1 9 0,-3 12-17 15,1 3 9-15,-2 3-17 0,0 4-15 0,2 3-17 16,-3 2 5-16,2 1-4 0,1 0-6 16,1 1-22-16,2-2-1 0,-1 1-9 0,-2 0-12 15,4-5-8-15,0 0-9 0,-2-1 2 0,2-14-6 16,0 7-1-16,0-1-28 0,0-2 11 16,0-2 5-16,0 0 15 0,12 3 1 0,-8-12-14 15,-1 0-7-15,3-5-5 0,8-4-7 16,2-2 6-16,-2-6-8 0,1-2-5 0,3-4 3 15,-1 1-5-15,6-4 0 0,-2 0-8 0,2 0 5 16,0-1-7-16,0 4 0 0,-1 0-8 0,-3 3 6 16,0 3-1-16,-2-1-4 0,-4 4-8 15,1 2 1-15,-4 5 4 0,0 3 10 16,-3 1-2-16,-7 1 15 0,0 0 9 0,15 10-10 16,-9 2 1-16,-2 3 1 0,-2 1-5 0,3 2 7 15,-5-1-6-15,0 4 0 0,1 1 2 0,-1-2-13 16,1 1 3-16,3 2 1 0,-4 0-6 15,2-4-34-15,0 4-35 0,2 0-40 0,-3 0 10 16,3-3-111-16,-3 1-33 0,2-2-60 16,1-3 30-16,-4-5-189 0,1-7 35 0,-1 0-98 15,2-4 49-15,-2 0 39 0,0 0 18 0,16-16 24 16,-7-2 76-16,2-4-13 0,2-1-19 0</inkml:trace>
  <inkml:trace contextRef="#ctx0" brushRef="#br0" timeOffset="173262.95">6469 15680 320 0,'-4'-4'276'0,"2"-1"-24"0,-2 3-8 15,2-1-5-15,-2 0-17 0,1 1-28 0,-1 1-20 16,3-1-4-16,0 0-15 0,-2 0 5 16,2 0-24-16,-1 0 5 0,-1 2-10 0,3-3-12 15,-1 2-11-15,1 0 6 0,-2-2-10 16,1 1-32-16,1 0 14 0,0 1-15 0,0-2 19 16,0-1-27-16,0 1 8 0,0 1-8 0,0-3-1 15,0 3-7-15,0-1 6 0,0 3-6 16,0 0-7-16,0 0 10 0,0-10-10 0,0 5 0 15,0 5-18-15,11-15 17 0,-8 9-21 16,9-4-6-16,-1 0 2 0,3 2-8 0,-1 1 20 16,6 0-13-16,0 3-3 0,-2 4-2 0,1 0-10 15,-8 0-1-15,5 0-20 0,16 17-17 16,-17-8-15-16,-1 7 1 0,-7 2 4 0,-2 1-13 16,-4-8-14-16,-15 20-1 0,4-9 4 15,0-3-5-15,-7 2 19 0,4-3-6 0,-3-2 6 16,1 3 14-16,-1-4-5 0,3 1 0 15,4-3 11-15,0 2-6 0,2-4 5 0,2 2-2 16,3-3 5-16,3 1 5 0,0-11 7 16,0 10 7-16,20 13-5 0,-8-9-2 0,1-4 6 15,0 0 5-15,0 0-10 0,1 0 12 16,2 0-5-16,-2 1 13 0,0-2-14 0,-5-1 12 16,-3-3-5-16,0 0-6 0,-4-1 4 0,-1 0 6 15,-1-4-1-15,0 0 12 0,-11 8-15 16,-7-3 12-16,-1-4-9 0,-1 0-8 0,-1 0-20 15,7-1-15-15,-5 0-32 0,-4 0-31 0,-3 0-23 16,-2 0 11-16,1 0-89 0,2 0-100 16,0 0 23-16,3 0-109 0,5 0 28 15,4-7 16-15,1 7 12 0</inkml:trace>
  <inkml:trace contextRef="#ctx0" brushRef="#br0" timeOffset="173726.51">6835 16179 374 0,'-6'1'415'0,"-1"-1"-58"0,2 1 3 0,0 0-47 15,0 3 7-15,1-3 2 0,-2 0-32 16,2 0-15-16,0 1-16 0,0-2-27 0,3 0-19 16,1 0-24-16,1 0-24 0,5 0-19 0,12-4-23 15,5 1-9-15,9-1-5 0,3 3-19 0,-1-3-22 16,5 3-32-16,-1-1-44 0,7 2 2 0,-24 0-72 16,13 0-27-16,3 0-37 0,2 0-28 15,2 0-35-15,-1 0-35 0,-2 0 23 16,-6 0 19-16,35 10-315 0,-39-8 35 0,-8 2 31 15,-8-1 29-15,-1 0 48 0,-6-2 27 16,-2 0-25-16</inkml:trace>
  <inkml:trace contextRef="#ctx0" brushRef="#br0" timeOffset="174009.7">7275 15988 454 0,'-11'-25'381'15,"-1"3"-22"-15,1 3-40 0,2 3-18 0,2 1-29 16,-1 3-15-16,6 2-42 0,-1 3-29 0,-1 2-19 16,0 3-11-16,4 2-20 0,0 0-15 0,0 0-12 15,-19 26-6-15,14-8-11 0,1 6 16 16,0 5-3-16,-1 0-16 0,4 2 3 0,-3 0-5 16,4 1-13-16,-1 2-14 0,0 0-2 15,1 2-5-15,0 0-5 0,0 3-4 0,-3-2-26 16,3 1-2-16,0 0-80 0,-4 0-43 0,-1 0-34 15,1-2-41-15,-1 1 16 0,0-8-164 0,1 7 27 16,-1-7-179-16,4-5 11 0,1-14 30 16,0-1 26-16,0-1 24 0,18 1 73 0,-9-6 31 15</inkml:trace>
  <inkml:trace contextRef="#ctx0" brushRef="#br0" timeOffset="174502.67">7783 16125 282 0,'-5'-9'390'0,"-4"-3"-40"0,0-1-34 15,3 1-25-15,-2-1-19 0,2 1-8 0,-2-1-33 16,6 3 7-16,2-1-24 0,0 1-21 0,0 10-30 15,0-7-10-15,0-3-13 0,21-12-22 16,-8 14-5-16,6 1-16 0,-2 0-13 0,7 3-10 16,-2 4-15-16,-12 0 1 0,25 10-7 0,-12-2-16 15,-2 4 4-15,-5 6 2 0,0 1-4 16,-4 4-4-16,-5 4-18 0,-5 1 8 16,-2-13-3-16,-17 28 8 0,3-16-14 0,-8 1 2 15,1 1-3-15,-5-2-9 0,-1-5 13 0,4 2-17 16,-1-3 14-16,1-3-19 0,1-1 30 15,4-3-12-15,-3-2 1 0,5 2 10 0,2-6-3 16,5 2 5-16,-2-3 20 0,8-2 4 0,3-2-5 16,0-3 9-16,0 0 5 0,14 8-15 15,9-5-1-15,-1-3 7 0,8 0-23 0,-15 0 11 16,12 0-9-16,3 0-4 0,2 0 3 16,1 0-2-16,34-11-3 0,-34 8 0 0,2 1-17 15,-3 0-19-15,1-2-43 0,1 2 6 0,-3 2-103 16,-5-2-44-16,-5-1-59 0,1 3 26 15,-10-2-185-15,0 1-111 0,-4 0 38 0,-7-2 19 16,1 0 21-16,-1 1 22 0,-1 0 41 16,0-2 19-16,0 4 38 0,0 0-6 0</inkml:trace>
  <inkml:trace contextRef="#ctx0" brushRef="#br0" timeOffset="174921.69">8444 16129 401 0,'4'-4'437'16,"-3"2"-81"-16,1-1-57 0,-4 2 4 0,1 1-17 15,-3 2-35-15,4 2 22 0,-9 7-38 0,3 5-21 16,-3-1-12-16,2 6-30 0,5-1-14 0,-4 4-13 16,1 1-20-16,5-1-3 0,-3-1-18 15,-1-1-21-15,4 0-2 0,0-14-13 0,0 8-5 16,0-2-2-16,0-2-13 0,0-2 3 15,0-2 4-15,0-1-1 0,0-7-2 0,0 0-2 16,18 10 4-16,-6-15-11 0,3-7-10 0,0-3-13 16,4-1-13-16,-2-6 4 0,3 0-9 15,-2-4-4-15,5 4 3 0,1-2-5 0,-2 4 0 16,-2 1 5-16,-3 3 8 0,0-3-10 16,-3 6 8-16,-1 4-5 0,0 1-14 0,-7 5 31 15,-1 2 3-15,-5 1 9 0,0 0-4 0,9 11-5 16,-9-4 8-16,0 0-3 0,-1 10 3 15,1-7-11-15,0 6 5 0,0 3-1 0,0 3-37 16,0 3-39-16,0-1 5 0,0 1-131 0,0 1-60 16,0-1 24-16,9 25-240 0,-3-28 37 15,1-1 33-15,3-6 29 0,1-1 30 0,1-4-94 16,6-2 39-16,0-3 24 0,2-1 23 16,3-4 12-16,-11 0-46 0</inkml:trace>
  <inkml:trace contextRef="#ctx0" brushRef="#br0" timeOffset="175315.86">9276 16274 265 0,'-5'0'445'0,"-1"-1"-46"0,1-1-29 0,0 1-47 16,2 1 33-16,-1-1-25 0,2-2-16 0,-3 3-15 15,3-2-36-15,0 0-29 0,2 1-27 0,0-3-15 16,5 3-27-16,9-3-26 0,8 1-15 16,3 1-16-16,5-1-28 0,0 0-35 0,6 2-50 15,6-2 2-15,2 3-109 0,1 0-34 0,-22 0-45 16,10 0-52-16,9 0 23 0,-2 0-261 16,-1 0 10-16,-2 0 34 0,-2 0 28 0,-2 0 26 15,23-10 10-15,-38 8 17 0,-5 2 39 16</inkml:trace>
  <inkml:trace contextRef="#ctx0" brushRef="#br0" timeOffset="175569.87">9494 16063 911 0,'-9'-9'300'0,"0"5"-40"16,4-1-40-16,0 3-22 0,1 0-39 0,4 4 12 15,-3 0-13-15,3 2-3 0,2 0-9 0,-1 1-20 16,3 12-11-16,1 2-8 0,0 3-20 0,2 0 10 16,1 2-24-16,-2 3 12 0,1 2-20 0,-3-3-16 15,1 6-21-15,-3-3-35 0,0 5-24 16,-2-17-35-16,0 6-29 0,0 3-52 0,0 2 11 16,0-1-157-16,-13 24 23 0,12-29-184 15,-2-8 28-15,3-3 81 0,0-11 17 0,0 8-45 16</inkml:trace>
  <inkml:trace contextRef="#ctx0" brushRef="#br0" timeOffset="176206.84">10060 16102 397 0,'-5'-8'327'0,"4"-1"-39"0,-3 2-24 0,1 1-22 16,2 0-13-16,0 2-5 0,0-2-40 15,-1 1-13-15,1 0 7 0,1 2-22 0,0-2-15 16,0 5-20-16,0 0 8 0,0-6-23 16,0 6-7-16,0-5-12 0,0 5 10 0,0-7-10 15,0 7-9-15,0-8 9 0,0 8-12 0,0-7-5 16,0 7-6-16,0-7 12 0,9-5-6 15,-4 7-14-15,0 0-10 0,4-5 12 0,5 1-11 16,-1-1-19-16,1 3-2 0,-4 0-2 16,7 3-4-16,-1-3 9 0,0 3 4 0,-9 4-17 15,4 0-5-15,5 0 2 0,-2 0 5 16,18 16-10-16,-17-6-2 0,-3 3 4 0,-3 4 0 16,-4 0-2-16,-2 4-1 0,-3-10-14 15,0 4-1-15,-22 22 3 0,11-17 2 0,-1 1 8 16,2-4-5-16,-3 0 0 0,4-2-5 0,-1 0 2 15,-2-4 1-15,5-4 9 0,0-1-5 16,1 1 0-16,0-4 0 0,3 1 1 0,2-2 4 16,-1 1 3-16,2-1-2 0,0-2 2 15,0 0-9-15,13 5 0 0,1 0-7 0,4 0 16 16,0 0-8-16,1 2-5 0,3 0 10 0,0-2-4 16,2 5 2-16,0 0-4 0,-1 1 0 15,-2-1 0-15,-2 3 11 0,-4 0-22 0,-2 2 1 16,0 0 1-16,-8-1 7 0,-4 1 0 0,-1-8 1 15,-13 15-2-15,-3-7-19 0,-7-2 12 16,-2-2 2-16,0-1 1 0,-2-1-1 0,-1 0 2 16,-4-1 0-16,0-3 25 0,3 2-3 0,-2-2-24 15,-1 1-10-15,4-3-6 0,1-3-30 16,17 0-27-16,-6 0-41 0,-14-12-39 0,17 7-42 16,13-2 18-16,-5-1-185 0,5-1 28 0,0 2-126 15,13-15 17-15,-2 6 25 0,2 2 73 16,6-2 18-16,1 2 12 0,1 1-31 0</inkml:trace>
  <inkml:trace contextRef="#ctx0" brushRef="#br0" timeOffset="176973.54">11414 16100 478 0,'0'0'318'0,"0"0"-29"0,-13 0-13 0,13 0-19 15,-22-16 6-15,18 14-7 0,2 0-31 16,-1 2-25-16,1 0-23 0,-1-2-19 0,3-1-18 16,5 3-3-16,-2-3-8 0,3 1-13 15,12-5-5-15,4 0-11 0,2 4-11 0,6-4-8 16,0 2-25-16,2-1-40 0,5 2-10 0,3 2-43 16,1 0-42-16,1 0-33 0,-2 1-55 15,-19 1 16-15,10 0-183 0,4 0 25 16,0 0 26-16,0 0 23 0,-1 0 19 0,34 11-115 15,-39-5 24-15,-1-1 18 0,-8 5-8 0</inkml:trace>
  <inkml:trace contextRef="#ctx0" brushRef="#br0" timeOffset="177166.17">11660 16300 822 0,'-36'3'350'0,"20"-3"6"0,-8 0-39 0,-2 0-39 16,1 0-8-16,5 0-34 0,-8-8-13 15,27 3-42-15,9 1-2 0,13-1-41 0,9 2-15 16,2-1-79-16,4 3-27 0,7-2-36 16,3 2-31-16,0 1-35 0,-19 0-26 0,12 0 10 15,6 0-124-15,3 0-135 0,0 0-58 0,-1 0 27 16,-3 0-10-16,-2 0 16 0,-4 0 9 0,0 0 36 16</inkml:trace>
  <inkml:trace contextRef="#ctx0" brushRef="#br0" timeOffset="178281.01">12976 16247 326 0,'0'0'349'0,"0"0"-67"0,-15 0-44 16,15 0 10-16,0 0-12 0,0 0-21 16,0 0-20-16,0 14-10 0,-22 3 9 0,23-11-30 15,0-1-10-15,1 1-14 0,0-1-18 0,7 7-13 16,3-2 9-16,-1-2-20 0,1 0 11 16,6-2-9-16,-2-2-18 0,5-1-13 0,-12-3 0 15,7 0-17-15,1 0-5 0,19-13 11 0,-12 5-7 16,-6-2-5-16,-2-2-5 0,2-3 5 15,3-1 3-15,-8-4-1 0,3 0-14 0,-2-3-7 16,-1 0 4-16,0-3-2 0,-3-6-3 0,0 3 9 16,1 0-11-16,0-8-8 0,-2 3 2 0,0-4-8 15,0 1 6-15,2-1-4 0,1-2 1 16,1 0 3-16,3 2 6 0,1 0-14 0,1 3 1 16,5-3-2-16,1 6-13 0,-1 3 24 15,4 3-19-15,-1 1-1 0,-3 4 1 16,1 2 0-16,0 1-4 0,-5 6-1 15,3 2 1-15,-2 6 11 0,-5 1-2 0,-8 3 2 16,11 17-7-16,-9-1 7 0,-4 6 0 0,-4 1 20 16,-1-6 10-16,0 4-2 0,-11 34 16 0,4-18 6 15,0 4-5-15,-2-2 20 0,0 1-1 16,2 2-5-16,1 0 5 0,-3 1-2 0,4-2 1 16,3 0-3-16,0 0 2 0,2-3-10 15,0-18-1-15,0 9-7 0,14 37-9 0,-1-32 3 16,4 0-10-16,2-5-3 0,4 0-17 0,5-1-34 15,0-6-40-15,1 2 6 0,1-4-147 16,-2-3-53-16,0-1-80 0,-6-1 31 16,4-5 29-16,-1-2-274 0,-2-2 41 0,-5-5 50 0,-11-1 22 15,5 0 41-15,20-18 28 0,-13 7 24 16,-1-5 18-16,-1-5 10 0</inkml:trace>
  <inkml:trace contextRef="#ctx0" brushRef="#br0" timeOffset="178646.26">14687 15426 664 0,'0'-9'311'0,"0"1"-50"15,-2 4-33-15,-3 3-10 0,-3 2 2 0,-11 6 19 16,-4 5-27-16,1 4 1 0,-5 10-24 16,-1 7 48-16,-2 1-17 0,0 2 0 15,0 3-11-15,0 3-7 0,3-1-6 0,4 5-15 16,4 0-13-16,1 0-12 0,9 0-3 0,-2 2-21 16,8-2-11-16,3-24-5 0,0 11-14 0,23 43-8 15,-4-33-9-15,5-4-12 0,6-1-36 16,7-2-15-16,4-2-28 0,5-4-41 0,3-1 4 15,2-3-120-15,2-3-39 0,-3-5-60 16,2-3 23-16,-1-1-315 0,0-7 30 0,-2-5 39 16,-22-2 35-16,9 0 35 0,49-18 25 0,-37 3 30 15,2-2 26-15,1-5-3 0,0-1 26 16</inkml:trace>
  <inkml:trace contextRef="#ctx0" brushRef="#br0" timeOffset="179574.31">15476 15612 649 0,'2'-8'369'0,"0"1"-37"0,1 3-51 15,-2-2-27-15,0 3-34 0,0-2-21 0,1 5-19 16,0 0-15-16,1 5 16 0,-1 2-17 0,2 10-19 16,1 7 27-16,-5 2-21 0,3 2-14 15,-2 1-11-15,2-1 5 0,0-1-26 0,1 5-3 16,2-3-1-16,0-2 1 0,0 0-5 16,4-1-8-16,2-3-9 0,-3 0 3 0,2-6-19 15,1 0 2-15,-2-1-9 0,2-1-8 0,1-7-7 16,-2-4 7-16,-2-1-3 0,0-3-5 15,5 0-3-15,19-15-2 0,-16 0-8 0,2-1-2 16,1-4-2-16,-2-4 0 0,7-3-10 0,-3-2 3 16,4-3-5-16,-2 4 6 0,-4-1-8 15,3 4 7-15,-7 6-5 0,2-1 9 0,-5 2-8 16,2 3-3-16,-3 3 5 0,-4 6-7 0,-7 5 17 16,-1 1 6-16,4 5 11 0,-6 2 16 15,0 0 8-15,-1 9 0 0,3-4 6 16,-5 20 2-16,5-22 3 0,0 6-18 0,0 4 0 15,0 0 1-15,18 26-6 0,-8-23 1 0,4 0-5 16,0-4-16-16,5 2 8 0,2-3-9 0,5-1-2 16,-1 0-32-16,2-3-31 0,1-2-45 0,-2 0-51 15,0-1 12-15,0-2-135 0,0-2-53 16,-3 0 27-16,-14-7-291 0,5 0 52 0,11-12 42 16,-15 1 36-16,-3-4-41 0,4-3 19 15,-2-6 29-15,0 0 73 0,3-2 24 0,2-2 13 16,4-1 20-16</inkml:trace>
  <inkml:trace contextRef="#ctx0" brushRef="#br0" timeOffset="180310.01">16399 15283 320 0,'-7'0'292'0,"3"-1"-35"16,0 1-15-16,0 0-11 0,3 0-12 0,-4 0-23 16,3 0-21-16,0 0 1 0,-1 0-7 0,1 0-27 15,-2-3-15-15,3 1-3 0,1 0-9 16,-2 1-1-16,0-2 0 0,2 1 0 0,-3-1 17 15,1 0-10-15,0 2-9 0,1-4-12 16,0 2 23-16,1-1-18 0,0-1-4 0,-3 2-2 16,3-1-5-16,0 0 0 0,0 0-25 15,0 0 9-15,0 1-12 0,0 0-4 0,0 3 0 16,0 0-2-16,0 0-13 0,0 0 6 0,0-8-11 16,0 8-15-16,0 0 18 0,0-5-10 15,0 5-9-15,0 0 2 0,0-7-7 16,0 7 6-16,0 0-11 0,0 0-2 0,0 0 8 15,0-7 0-15,0 7-22 0,0 0 6 0,0-6-1 16,9-2 13-16,-4 6-9 0,2 0-12 0,-1 2 18 16,2 0-18-16,-3 0 8 0,8 0 2 0,1 0-9 15,0 0-10-15,4 0-12 0,10 12-6 16,-17-7-2-16,-3 7-9 0,-3-1 8 0,-1 4 5 16,-4-9 6-16,0 6 2 0,-12 15-18 15,1-14 5-15,-2 4 3 0,-1 1-6 0,0-4-9 16,-1 0 5-16,3 0 4 0,-1-3 10 15,1 0 8-15,1-3-12 0,1 3-2 0,2-4-2 16,3 0-6-16,0-1 8 0,5 0-2 0,-2 0 6 16,2 1 0-16,0-7 21 0,0 10-16 0,23 14 8 15,-9-11-9-15,2 3 1 0,3-2-3 16,2 0 7-16,2 0 5 0,-1 1 12 0,1-1-15 16,-1 3 21-16,0-2-8 0,-2-1-19 15,-2-2-4-15,-6 1 15 0,0-3 22 0,-8 0 5 16,-4-10 5-16,0 8-12 0,-21 5 1 15,0-4 5-15,-3-4-13 0,-6-1 6 0,-2 2-1 16,-1-5 5-16,-2 4-2 0,-1-2 19 16,-1-2-19-16,-1 3-37 0,1-2-19 0,4 0-23 15,-1-1-36-15,4 0-29 0,3-1-56 0,6 2 19 16,7-2-278-16,14 0 32 0,-7 0-15 16,7 0 29-16,0-8 24 0,13 2 23 0,9-2 51 15,5-2-17-15</inkml:trace>
  <inkml:trace contextRef="#ctx0" brushRef="#br0" timeOffset="180575.58">17114 15375 581 0,'31'-7'378'0,"-15"7"-22"0,7 0-11 16,0 0-36-16,31 18-39 0,-29-6 1 15,3 7-18-15,1 5-14 0,-1 5-15 0,-2 5-29 16,0 0-11-16,-2 5-14 0,-3 4-26 15,-1-1-25-15,-6 1-3 0,-5 1-12 0,-6-1-14 16,-3-19-3-16,-10 40-14 0,-9-19-37 0,-3-4-15 16,-12 1-21-16,-5-4 1 0,-6 3-66 15,-6-4-16-15,-9 0-25 0,-8-3-28 16,-6-2-35-16,-5-3-33 0,1-1 18 0,-4-5-130 16,1-1 28-16,-3-5-188 0,0-2 32 0,3-4 50 15,2-3 29-15,7-2 25 0,38-6 11 16,-16 0 9-16</inkml:trace>
  <inkml:trace contextRef="#ctx0" brushRef="#br0" timeOffset="184112.68">5297 15349 491 0,'0'0'257'0,"-16"0"-33"16,16 0-21-16,0-12-33 0,-24-5-15 0,22 14-26 15,2 2-8-15,-3-2-18 0,6 1 1 16,-1 2-15-16,2-3-11 0,1 0-15 0,14 2 15 16,2-3-16-16,4 2-9 0,4 0-8 0,2-3 1 15,2 4-17-15,1-1 5 0,4 1-2 16,-4 0 1-16,0 1-16 0,3-1 8 0,2-1-1 16,0 1 0-16,1-2-17 0,-22 3 9 15,15 0 2-15,0 0-8 0,7 0-5 0,0 0 7 16,3 0 2-16,-2 0-15 0,2 0 13 0,6 0 1 15,-2 0-6-15,1 0-2 0,3 0 2 16,1 0 0-16,2 0 9 0,3 0-14 0,65-4 1 16,-57 1-6-16,5 0 8 0,3-4-8 0,1 2 13 15,3 2-16-15,-3-1 10 0,0 2 3 16,2-1-5-16,-1 0 3 0,-2 2-3 0,2-3-6 16,0 3 4-16,1-1 5 0,0 1-5 0,1-2-13 15,3 2 6-15,-39 1-2 0,19 0 3 16,10 0-8-16,5 0 5 0,2 0-4 0,2 0-9 15,-2 0 9-15,2 0-9 0,76-10-3 16,-77 7 13-16,-2 0-15 0,-2-1 16 0,1 2 0 16,-7-3 4-16,2 2-19 0,0-3 19 0,-2 0 6 15,-1-1-4-15,-2 2-12 0,1-3 15 0,1 2 6 16,-5-1-1-16,4-1-7 0,-2-1-4 16,-2 1-5-16,-2 1 8 0,2 1 9 0,-2-3-3 15,5 2-3-15,-1-1 8 0,-4-1-5 16,4 2-11-16,-4-3-7 0,4 3 12 0,-2-1 10 15,1 3-12-15,-2-5 1 0,1 3-7 16,-1-2 9-16,0 4-7 0,-3-2 11 0,2-1-6 16,0 2 13-16,0-2-10 0,-2 1-12 0,1 3 24 15,-4-3-9-15,2 4 0 0,-1-3 4 16,2 3-4-16,-1-1-16 0,1 2 14 0,-1-1 2 16,0-1-4-16,-1 3-9 0,2-3 21 0,-1 3-11 15,-1-2 11-15,2 2-10 0,-1 1 2 16,1 0-10-16,-1-3 21 0,1 3-21 0,-1-3 21 15,5 3-8-15,-2 0 12 0,3-2-6 16,-5 2-3-16,8-2 4 0,-1-1 4 0,-3 3-4 16,-31 0-4-16,18 0-9 0,6 0 4 0,5 0-8 15,1 0 10-15,0 0 5 0,3 0-3 16,0 0 4-16,0 0-9 0,68-11-2 0,-63 10-1 16,0 0 3-16,1-5-15 0,0 4-5 15,-1-1 15-15,3-1-17 0,-7-1 7 0,3 0 5 16,-2 0 10-16,0 1-11 0,-1 1 1 0,0-1 4 15,-1 0 9-15,-2 0 10 0,0-1-31 0,2 2 17 16,-4-3 3-16,5 3 5 0,-1 0-16 16,0-1 12-16,5 2 0 0,-1-1 1 0,1-2-3 15,1 2-4-15,2 0 12 0,-3 0-12 16,0-1-3-16,0 0 1 0,1 0 10 0,-5-1-21 16,2 2 8-16,-3-2 10 0,2 1 0 15,-1-2-12-15,-3 3 24 0,1-1 0 0,1-1 1 16,-2 3-2-16,2-1-6 0,-2-1-7 15,-2 2 4-15,2-4 4 0,0 4 1 0,-1-3-1 16,1 2 3-16,0-2-17 0,-2 2 8 16,-3-1-1-16,2 0-7 0,-2 2-11 0,3-1 14 15,1-1 4-15,1 0-6 0,0 3-16 0,-2-1 17 16,0 1 14-16,-1 1-15 0,-2-4 12 16,-29 4-1-16,13 0-3 0,5 0-5 0,3 0-3 15,-1 0 1-15,-2 0 6 0,0 0-6 0,-2 0 4 16,2 0 10-16,42 12-20 0,-46-11 16 15,1 2-4-15,0-1-3 0,0 1 9 0,-3-1-1 16,1 1-7-16,-1 0 15 0,-2 0-1 0,-1 0 7 16,-1 1-11-16,-3 2 14 0,-2-4 0 15,1 2 4-15,0 0-13 0,-4 2 4 0,-3-3-2 16,-2 2 5-16,-5-1-5 0,-1 2 0 0,-2-2-3 16,-2 2-9-16,-5-1 7 0,1-1 3 15,-3 2 4-15,-1-2-9 0,-3 2 11 0,1 1-8 16,-3 0 6-16,4 9 12 0,-3-2-5 15,-1 5-6-15,0-10-3 0,0 5 1 0,0 4-3 16,0 1-1-16,0-1 6 0,0 2 12 0,-12 24-3 16,9-18-9-16,-1-3-4 0,-2 5-3 15,0 1 23-15,-1 0-14 0,-2-3 11 0,0 3-4 16,0 3-8-16,-4 2 0 0,3 3 2 16,-3 1-4-16,-2 2-2 0,5 0-17 0,-5-1 23 15,4 6-16-15,2-4 15 0,-4 3-17 0,2-2 14 16,-3 1-12-16,6 0-12 0,-6-4 8 15,4-1-4-15,0 2 6 0,3-3-7 0,-3-3 2 16,0 1 13-16,-1-1-11 0,0-2 6 0,2-2 14 16,-1 2-9-16,1-3 1 0,0-4-7 0,0 5-1 15,-2-2 16-15,2 0-17 0,1-3-2 16,-1-1 15-16,0 0-1 0,-1-1-19 0,-1-2 2 16,0 1 5-16,2 0-12 0,-6-3 17 15,3-2-12-15,2-3 18 0,-3 1-9 0,-1-1-4 16,-1-3-6-16,1-1 13 0,-3 1-14 0,3-3-8 15,-2 1 10-15,-1-2 10 0,-4-1-6 16,6 2-1-16,-5-3-3 0,-1 0 21 16,2 0-25-16,-3 0 5 0,-3-2-5 0,-1 1 6 15,-1 0 0-15,1-1-1 0,-4 0 11 0,-2-1-5 16,2 3-9-16,-5-3 2 0,2 3 6 0,-1-2 5 16,2-1-12-16,0 2 14 0,2-1-25 15,-2 0 8-15,-3 1-5 0,2 0 13 0,1 1-8 16,-4-4 21-16,-1 2-16 0,0-1 11 15,-1 0-9-15,-4-1-3 0,-4 3 18 0,0-4-9 16,0 3-13-16,-3-3 17 0,2 0-17 16,-4 2-6-16,5 0 27 0,-2 0-6 0,-1-2-15 15,0 3 10-15,-1 2-3 0,3-2-5 16,-1 0 13-16,-3 1 0 0,4-2-17 0,-3 3-10 16,-1-2 29-16,-2 1-24 0,0-1 8 0,1 2-5 15,-5 0 18-15,2 0-14 0,1-1 3 16,-3-1 6-16,-2 2 2 0,0-1-12 0,0 1 5 15,2-1 4-15,1 2-9 0,0-1 18 16,3 2-15-16,-2 0 4 0,0-2-9 0,-1 2 16 16,1 3-13-16,3-2 13 0,-5-2-16 0,1 2 1 15,1-1 5-15,-5 0 5 0,3-1-1 0,-1 2-2 16,-3-1 0-16,2-1 1 0,-2 4-1 16,1-5-1-16,-2 2-2 0,1 0 5 0,-2 0-6 15,-1 0 13-15,2-2 0 0,2 2-22 16,-5 0 24-16,2-1-17 0,-5-1 3 0,4 2 4 15,-4-2 15-15,2 2-4 0,1-2-23 0,-3 2 11 16,-2-3-1-16,-1 2 11 0,0-2-3 16,-5 0-2-16,2 0 14 0,0-1-19 0,4 1 10 15,-2 0-17-15,3-1 21 0,0 0-12 0,0-1 8 16,0 1-25-16,4-2 1 0,-3 2 12 16,1 0 12-16,-3-2-17 0,1 0 27 0,1-1-27 15,-2 0 13-15,2 0 0 0,1 2 2 0,4-2-14 16,-1 1-5-16,31-1 22 0,-15 0-20 15,-5 0 4-15,-7 0-5 0,0 0 11 0,0 0 6 16,-2 0-12-16,1 0 4 0,-1 0 0 0,1 0 1 16,-58-13-1-16,59 10 4 0,3 0 5 0,0 2 5 15,5-2-5-15,-3-1 6 0,-2 1-3 16,5 2 0-16,-2-2-12 0,-1-2 31 0,5 2-15 16,-4 0-9-16,3 1 14 0,1 0-15 0,0 2 9 15,0 0-13-15,0-2 9 0,24 2 5 16,-12 0-10-16,-9 0-6 0,0 0-6 0,-3 0 13 15,0 0-3-15,-1 0 4 0,0 0-11 0,-3 0 5 16,2 0 2-16,-3 0 5 0,-56 14-9 16,54-14-1-16,1 3 12 0,-3-1-11 0,3 0 12 15,4 1-12-15,-6 1-3 0,4-4-7 0,0 3 21 16,-4 1-13-16,1 1 2 0,-4-2 11 0,4 0-4 16,0-1 1-16,-1 1-8 0,-4 1 8 15,1-1 6-15,1-1-19 0,-1-1 4 0,0 1 8 16,1-2 3-16,0 0 4 0,0 2-12 0,1-1 2 15,-3-1-7-15,32 0-9 0,-14 0 9 16,-6 0 11-16,-8 0-19 0,2 0 17 0,-3 0 10 16,-2 0-3-16,1 0-17 0,-3 0 2 0,2 0-6 15,-2 0 14-15,2 0 16 0,-2 0-17 0,2 0-1 16,1 0 1-16,0 0-6 0,0 0 6 16,1 0-3-16,0 0 22 0,-1 0-24 15,1 0 29-15,-1 0-26 0,0 0 11 0,1 0-15 16,-1 0 25-16,1 0-35 0,2 0 3 0,-2 0 14 15,2 0 10-15,-1 0 11 0,0 0-33 16,1 0 18-16,2 0 12 0,-1 0-12 0,1 0-2 0,1 0 26 16,0 0-24-16,1 0 5 0,-2 0-8 15,-1 0 5-15,0 0 2 0,3 0 7 16,-2 0-19-16,-49 2-6 0,54-1 13 0,4 0-11 16,5 1 10-16,-3 1 7 0,-1-3-13 0,4 2 7 15,-1 0 3-15,2-1 10 0,1 0-10 0,0 2-8 16,-2-3 0-16,7 1-1 0,-3-1 4 15,19 0 12-15,-9 0-2 0,-1 0 0 0,1 0 1 16,-2 0-5-16,-25-13-1 0,28 10 3 0,6-1-1 16,-1-1-1-16,1 0 6 0,2-2 7 15,1 0 2-15,1-2-2 0,1-1 5 0,-1 0-5 16,3-3 3-16,0 0 3 0,0-5-15 16,1 2 6-16,-1-1-2 0,3-2 2 0,-1 0-17 15,0 0 12-15,2-2-3 0,-1 2-16 0,3-3 26 16,-1-1-11-16,0 0 0 0,-2-1-7 0,6-2-3 15,-2-1-14-15,2-1 16 0,-2-3-1 16,3 3-7-16,-2-3 16 0,1 1-4 0,2-4 2 16,2 0-19-16,0 17 18 0,0-9-18 15,0-5-3-15,0-1-14 0,0-3 18 0,0 1-2 16,0 1-6-16,0-1 6 0,0 1 16 16,0 1-11-16,0-1-6 0,0 3-8 0,0 1 15 15,0 3-6-15,-3-19 10 0,3 22-14 16,-1 3 12-16,-1 2-15 0,2 10 12 0,0-7-1 15,0 1-1-15,0 2 10 0,0-1-5 0,0 4 2 16,0-2-13-16,0 4 9 0,0-1 2 0,0 1 1 16,0 0-17-16,0 7 12 0,0-8 9 15,0 8-4-15,0-8-3 0,0 3 0 0,0 5 2 16,0-8 5-16,0 8-12 0,0-8 3 16,0 8 10-16,0-6 4 0,0 6 7 0,12-14-31 15,-11 11 15-15,2 1-5 0,-1-3-4 0,0 1-4 16,8-4 9-16,0 0 4 0,0 2 4 15,6-2-16-15,0-1 6 0,2 1 4 0,2 1-14 16,1-1 18-16,6-1 0 0,-2 2-2 16,2-1 4-16,1 0-13 0,4 2 10 0,6 0-2 15,-2 0-5-15,5 2 19 0,0 0-2 0,4 0-8 16,-4 2 2-16,9-1-13 0,5 3-5 16,-1-3 19-16,6 3-16 0,8-1 1 0,-2-1-60 15,0 0-38-15,3-2-30 0,7-1-44 0,0-2-57 16,4 2 21-16,3-5 19 0,1 0-314 15,2-1 36-15,1-4 61 0,5 1 29 0,0-1 53 16,-3 2 22-16,6 2 15 0,2-1 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6T05:11:23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1546 1569 314 0,'0'-14'260'0,"0"14"-45"15,-8-32-13-15,4 22-19 0,0 2-10 16,3 1-14-16,-1 1 6 0,0 3-16 0,2 3-5 16,0 0-8-16,0 0 3 0,0-9-26 0,0 9 3 15,0-5-16-15,0 5 14 0,0 0-34 16,0 0-9-16,-12-15-6 0,8 18 8 0,1 1 1 15,-10 9 38-15,-1 4 8 0,-2 3-6 16,-1 1-11-16,2 5 60 0,-4 5-25 0,1 0 5 16,4 2-8-16,-3 1-2 0,4 2-19 0,-2-2 14 15,7 1-17-15,1 2 1 0,2-5-9 0,2 2-9 16,3-21-3-16,0 12-7 0,15 27-12 16,-8-29-18-16,5 0-3 0,3 0 9 0,4-6-10 15,3-2-16-15,-3-3 11 0,6-3-9 16,1-2-5-16,1-4-6 0,0-3-8 0,-13 0 16 15,7 0-8-15,24-18 5 0,-20 5-13 0,-3-1-9 16,0-5 13-16,0-3-6 0,0-5-9 0,0 0 4 16,-6-6-8-16,2-4 8 0,-6 1-2 15,1-2-4-15,-4 0 10 0,-1 0-8 0,-4 4-1 16,-1-2-4-16,-3 20-2 0,0-6-1 16,0-6 4-16,0 3 6 0,-17-19-9 0,11 25-3 15,1 4 5-15,-7 4-3 0,5 4-3 16,1 3 2-16,0 3 1 0,6 1-2 0,-11 0 10 15,-9 22 6-15,10-10 1 0,-1 10 7 0,5 5 18 16,-1-1-7-16,4 6-6 0,3 3 13 16,0 0-4-16,0-16-1 0,0 10-9 0,16 38 8 15,-6-27-2-15,3-2-6 0,1-4 1 0,4 0-15 16,-2 3 4-16,2-4 0 0,-3-2 11 0,3-3-10 16,-3 3-9-16,-2-2-10 0,-2-2-20 15,-8 1-53-15,0 6-60 0,-3-19 14 0,-11 28-141 16,-8-11-61-16,-7 2 28 0,-7-2-293 15,-1-1 52-15,-1 1 18 0,-2-6 36 0,1-2 35 16,-1 0 28-16,0-3 43 0,1-2 23 16,-1-1 21-16,0 2 2 0</inkml:trace>
  <inkml:trace contextRef="#ctx0" brushRef="#br0" timeOffset="1">1100 2798 849 0,'-16'6'422'15,"4"-2"-62"-15,5-3 6 0,6-2-16 0,2-2-6 16,4-1-27-16,9-1-20 0,9-6-33 15,0 3-27-15,7-5-25 0,5 1-23 0,5-2-16 16,7 1-28-16,2-2-40 0,2 0-58 0,3 0-59 16,3 1 1-16,-4-1-179 0,3 0 21 0,-4-1-274 15,0 1 34-15,-1-2-84 0,1 5 35 16,-1 0 32-16,5-2 25 0,-7 3 26 0,-4 3-3 16,-2 1 3-16</inkml:trace>
  <inkml:trace contextRef="#ctx0" brushRef="#br0" timeOffset="2">2362 2526 862 0,'20'1'610'15,"-4"2"-40"-15,-2-2-30 0,-14-1-73 0,8 0 37 16,-3 0-11-16,-5 0-25 0,9 0-27 16,-9 0-33-16,6 0-41 0,-6 0-38 0,10-12-30 15,-8 12-33-15,-1-4-23 0,-1 2-42 16,2-1-42-16,0-2-53 0,-4 1-65 0,2 1-4 16,0 1-173-16,0-4-74 0,0 0 21 0,0 6-205 15,0-10 34-15,0-2-320 0,15-19 51 16,-5 13 8-16,2-6 61 0,1 2 42 0,5-1 67 15,-1-4 26-15,7-5 47 0,-1-1 22 16,13-2 56-16,4-3-20 0,5 0 11 0</inkml:trace>
  <inkml:trace contextRef="#ctx0" brushRef="#br0" timeOffset="3">3469 1538 771 0,'-5'0'355'0,"-1"0"-43"16,2 0-11-16,1 0-29 0,-2 0-10 15,3-3-31-15,0 3-9 0,1-2-17 0,2 2-5 16,1-1 0-16,5 1-20 0,-3-1-14 0,5 0-29 16,10 2-3-16,-8-1-15 0,5 0-2 15,6 0-28-15,26-8 9 0,-21 2-9 0,0 2-17 16,1 0 1-16,0-1-9 0,0-1 2 0,-2 2-11 16,-2 2-5-16,-1-1-14 0,-1-6-8 15,0 4 9-15,-2-2-14 0,-3 2 0 0,-6-5-9 16,2 3 12-16,-4-4-6 0,0 0-20 15,0 1-2-15,-7-2-15 0,2 0 2 0,-4 3-19 16,0-1 9-16,0-5-13 0,0-2 17 16,-14-19-11-16,8 21 3 0,-2 0 4 0,2-3 2 15,-6 7 0-15,3 2 2 0,4 2-12 0,-3 0 4 16,0 3 2-16,0 1 4 0,5-1 9 0,-4 4 1 16,7 0 2-16,-7 0 0 0,-3 0 9 15,-3 13-3-15,4-1 17 0,2 0 3 0,-1 0-2 16,2 3 25-16,2 3 17 0,0 4 17 0,-1 3 8 15,2 2-11-15,-2 5 10 0,1-3 11 16,4 7 17-16,-2-1-13 0,2-15-12 0,0 12-2 16,0 7-12-16,0 4 11 0,0 1-11 15,0 1-12-15,0-2 5 0,0 2-23 0,0-1 5 16,0-1-21-16,0-2-34 0,0-1-56 0,-3 42-43 16,-1-44 10-16,-3 0-137 0,-4 2-94 15,1 1 29-15,0-3-198 0,-4-4-27 0,0-3 38 16,1-4 36-16,0-7 25 0,-2-1 28 0,1-7 26 15,0-2 24-15,4-8 17 0,10-2 10 0</inkml:trace>
  <inkml:trace contextRef="#ctx0" brushRef="#br0" timeOffset="4">3525 2010 246 0,'0'-19'537'16,"0"1"-62"-16,0 9-70 0,0-4-66 0,18-17-36 15,-4 14-50-15,2 0-17 0,3-1-24 16,0 5-29-16,4-1-19 0,3 1-40 0,2 3-16 16,2 1-13-16,4-1-129 0,-1-1-63 0,5 2-45 15,2 1 14-15,-3-4-238 0,0 3 29 0,1 0 27 16,-1-1 23-16,-1-1-104 0,-1-2 12 16,-2 0 18-16,0 0 7 0</inkml:trace>
  <inkml:trace contextRef="#ctx0" brushRef="#br0" timeOffset="5">4577 1465 371 0,'0'0'304'0,"0"0"-25"0,-32-14-6 15,15 23-3-15,-1 3 8 0,-3 0 13 0,2 5-36 16,0-1 40-16,-2 5-20 0,3-1-7 0,-1 3-27 16,1 3-8-16,0 0-10 0,4 4-26 0,0 0-6 15,3 0-15-15,3 0-21 0,2 1-6 16,1-3-14-16,3 6-16 0,2-18-7 0,0 8-14 16,16 27-10-16,-5-29-18 0,1 3-5 0,4-7-6 15,-1-1-42-15,7-2-34 0,-1-4-41 16,1-1 5-16,6-2-119 0,-5-8-39 0,-9 0-51 15,2 0-16-15,26-20 29 0,-20 7-77 16,-1-3-37-16,-2-5-34 0,-4 1 30 0,4-6-76 16,-2-4 21-16,1-1 6 0,-1 4 51 0,-1-6 13 15,-2 4 380-15,0 2 40 0,-2 1-7 16,-2 1 102-16,2 2 33 0,-4 3 11 0,-1 0 11 16,3 6 1-16,-7 2 0 0,1 5 0 0,-1 1-3 15,-3 2-24-15,0 4 46 0,-3 0-7 16,3 1 6-16,-4 5-10 0,0 6-16 0,0 5 5 15,-2 4-10-15,3 1-28 0,2 0-4 0,1 3-16 16,-3-1-7-16,3-10-29 0,0 3-9 0,14 24-10 16,-11-17-9-16,5-2-6 0,-2-2-3 0,0 0-13 15,3-6-1-15,-2-2-24 0,0 0 6 16,-1-2-32-16,0-3-22 0,0-6-30 0,1-1-12 16,-7 0-4-16,0 0-21 0,23-18-1 15,-12 3 8-15,2-7-28 0,-3 1 17 0,2-4-13 16,3-3 12-16,-1-1 9 0,1 2 7 0,-2-1 4 15,1 3 3-15,-2 2 36 0,1-1 13 0,-5 5 14 16,1 1 0-16,-1 4-13 0,0 3 3 16,-8 4 8-16,6 4 0 0,-3 0 25 0,-3 3 18 15,0 0 7-15,7 10-1 0,-1 5-10 0,-3 2 11 16,1 1-9-16,2 3 7 0,0 4-4 16,-1 3-7-16,1-2-9 0,-1 2-4 0,0-2 3 15,3-2-42-15,-3 2-49 0,-1 1 4 0,0-5-167 16,-4-10-45-16,0 7 24 0,0 0-250 15,-16 18 46-15,8-24-95 0,3 1 40 16,-2-10 40-16,3-1 28 0,2-6 73 0,-5-1 24 16,6-3-54-16,1-1 7 0</inkml:trace>
  <inkml:trace contextRef="#ctx0" brushRef="#br0" timeOffset="6">5472 1598 468 0,'21'-10'469'0,"-2"6"-87"0,-6 4 36 15,-13 0-20-15,24 12-15 0,-11 2-40 0,-4 2-26 16,0 5-26-16,1 5-21 0,-4-2-28 0,-1 3-22 16,0 5-29-16,-3-1-20 0,-2-13-13 15,0 3-15-15,-17 30-19 0,3-22-5 0,-1 2-15 16,-5-4-26-16,-2 1-20 0,-5-3-60 0,0-2-25 16,-5 0 3-16,4-1-130 0,-5-1-50 0,6-4-63 15,0-5 26-15,4-1-319 0,-2-1 43 16,11-9 1-16,14-1 36 0,-10 0 72 0,1-15 28 15,14-1 22-15,8-6 23 0,4-4 10 16</inkml:trace>
  <inkml:trace contextRef="#ctx0" brushRef="#br0" timeOffset="7">6265 1610 896 0,'-4'3'392'0,"0"-1"-7"0,0 0-14 0,0 1-33 15,2-2-17-15,-1 1-30 0,1 2-36 0,0-4-23 16,1 3-22-16,2-6-33 0,1 2-16 16,4 1-21-16,13-1-1 0,7-2-25 0,3-2-19 15,2 1-20-15,5-3-54 0,5 3-2 0,2-3-175 16,2 0-78-16,2-1 22 0,-2 0-275 0,2 2 37 16,-5 1-35-16,-2-1 38 0,-3 3 16 15,-8 2 33-15,-18 1 23 0,17 13 9 0,-18-3-11 16</inkml:trace>
  <inkml:trace contextRef="#ctx0" brushRef="#br0" timeOffset="8">6531 1847 296 0,'-26'12'412'15,"3"0"-25"-15,3-2-57 0,3 0 0 0,7-5-43 16,0 0 20-16,-1 2-27 0,6-2-15 0,1-5-53 16,4 0-14-16,0 0-21 0,17 3-11 15,6-3-26-15,-11 0-11 0,10 0-30 0,5 0-40 16,3 0-7-16,3 0-52 0,1 0-32 15,1 0-34-15,0 0-10 0,-3 0-8 0,-3 0-15 16,-2 0-7-16,-3 0-20 0,-2 0-10 0,-6 0 9 16,-2 0-15-16,-4 0-1 0,-3 0-2 15,-7 0 13-15,8 0-75 0,-8 0 5 0,5-6-61 16,-5 5-60-16,-3 1 21 0,3-1-78 0,-5-1 32 16,3-1 0-16</inkml:trace>
  <inkml:trace contextRef="#ctx0" brushRef="#br0" timeOffset="9">7271 1269 436 0,'0'0'324'0,"0"-17"-33"0,25-3-16 0,-22 12-31 15,-3 3-10-15,0 3-17 0,0-2-16 0,0 1-41 16,2 2-1-16,1-4-10 0,-4 7-42 15,1 1-12-15,-4 5-7 0,10 4-1 0,-12 2 3 16,6-6 15-16,-8 18-7 0,4-5 13 0,-3-1-11 16,-2 3 28-16,0 3-20 0,-3-1-20 0,1-1-2 15,3-1-14-15,-2 1 4 0,2 2-9 0,-1-3-3 16,-1 3-7-16,1-2 0 0,2 1-17 16,0-2 0-16,-2 1 16 0,3-3-24 15,2-5 4-15,0 1-7 0,0-8-10 0,3 1 14 16,0 0-6-16,-1-3-4 0,2-1 6 0,0-6-7 15,0 0 8-15,0 6-22 0,0-6 11 0,26 15 7 16,-9-13-14-16,4 0 14 0,-13-2-8 0,7 0-4 16,5 0-12-16,25-14-1 0,-19 7 11 15,-3 0-2-15,3-1 0 0,-1-1 3 0,-2-3-5 16,-1 2 5-16,2-1-9 0,-3-3-13 16,0 2 17-16,-5-2-6 0,0 0 13 0,-3 1-6 15,-5 1-2-15,1-5-6 0,0 5-4 0,-4-4 18 16,1 2-3-16,-2 5 3 0,-4 2-1 15,4-2-11-15,-3 4 9 0,-1 1-6 0,0-2 8 16,0 1-1-16,0 2-11 0,0 3 1 0,0 0 6 16,0 0-1-16,-9 0-12 0,7 3 14 0,-6 9-3 15,-2 5 14-15,-2-1 11 0,3 9-7 16,3-1 5-16,-2 1 2 0,1 1-8 16,0-1 6-16,3 8-3 0,2-4-5 0,-2 1 6 15,-2 1-1-15,4 3-18 0,2-17 11 0,0 9-8 16,0 3-38-16,0 1-20 0,0 3-44 15,0-1 7-15,0 1-119 0,0-1-55 0,0 1-37 16,0-3 32-16,0-1-232 0,-2 22 39 0,-5-27-23 16,4-10 8-16,-1-9 30 0,2 0 26 15,1-5 25-15,4-2 59 0,-2-4 5 0</inkml:trace>
  <inkml:trace contextRef="#ctx0" brushRef="#br0" timeOffset="10">7946 1659 532 0,'10'-20'553'0,"-4"6"-65"0,1-1-36 0,-3 10-60 15,-3-2-34-15,1-3-36 0,2 6-41 0,-4 1-31 16,3 2-34-16,0 2-9 0,-1 2-19 0,-1 1 1 16,0 3-17-16,1 12-14 0,0 6-8 15,2-1-20-15,-3 2-13 0,3 4-18 0,-1-3 7 16,-1 4-22-16,1-2-8 0,2 3-7 0,0-3-5 15,-2-5-16-15,1 1 14 0,-2 1-23 0,2-6 1 16,0-1 1-16,1-3-3 0,-4-3-8 16,2-4 7-16,-2 1-5 0,1-5 0 15,-2-1 1-15,2 1-8 0,0-4 7 0,-2-1-7 16,0 0-2-16,0 0-10 0,16-23 4 0,-6 7-7 16,1-5-7-16,2-1 3 0,0-1 6 0,2 2-11 15,-1 1 1-15,-1-1 8 0,4 4-12 16,-2-4 2-16,-1 3 3 0,0 1-3 15,3 2 5-15,-3-1 8 0,-1 3-14 0,0 1-4 16,-4 2 12-16,-1 3-9 0,-4 0 6 0,1 4-12 16,1 1 1-16,-4 2 3 0,-2 0 7 15,0 0-3-15,18 15 11 0,-9-1 3 0,-5 1 0 16,0 2-6-16,4 5 0 0,-2 2 5 16,-4 0 8-16,2-1-18 0,1 2 14 0,-2 2-10 0,-1-2 4 15,4 1-13-15,-4-2-27 0,-2 0-30 16,0-12-35-16,0 5-59 0,0 4 14 0,0-1-119 15,0-2-52-15,-18 19-28 0,12-24 28 16,0-3 29-16,-1-3-292 0,4-5 31 0,-1-2 40 16,2-5 34-16,3 0 63 0,-1-2 52 15,4-16 29-15,-4 10 2 0,13-28 7 0,-6 13-4 16</inkml:trace>
  <inkml:trace contextRef="#ctx0" brushRef="#br0" timeOffset="11">8556 1317 431 0,'-4'-10'336'0,"-1"4"-31"0,-1-2-37 0,1 0-13 16,-1 4-43-16,3 1-15 0,2 1-3 15,1-1-13-15,-3-1-34 0,3 2-8 0,0 1 10 16,-3-2-11-16,1 3-17 0,2 0-24 16,0 0-3-16,0 0 11 0,0 0-18 0,0 0-9 15,0 0-7-15,0 0-8 0,0 0-7 16,-4-6-5-16,4 1 26 0,3 4 6 0,-3-2 3 16,0 3-12-16,0 2 1 0,1-2-4 0,2-3-11 15,-6 0-1-15,1 2-3 0,4 0 2 16,1-1-4-16,-1-1-24 0,-2 1 16 0,0 0-5 15,0 4-2-15,2-2-5 0,-1-2-11 0,-1 0 15 16,0-1-4-16,1 1 5 0,6-1-1 0,-7 1-10 16,2 0 0-16,-1-1-2 0,3 1-13 0,-1 2 1 15,-3-4-2-15,6 3 7 0,1-2-2 16,2-1-7-16,-1 1 1 0,3 0 1 0,-2 1 0 16,7 0-18-16,1 2 19 0,-2-3-13 15,-7 3 0-15,6 0 1 0,14 12 5 0,-12-4-21 16,-4 1 12-16,-1 2-8 0,-2 0 4 0,-4 1 16 15,0-1-9-15,-4-1 1 0,-1 1-1 16,0-11 9-16,0 10-12 0,-15 18 10 0,6-15-8 16,-3 1-6-16,1-3 9 0,-3 2 2 0,2-3 12 15,5-1-18-15,0-3 9 0,3-2-4 16,-1 2-12-16,0-2-1 0,3 0 13 0,-2-1 3 16,2 1-5-16,2-1-1 0,0 1 2 0,0-4 1 15,0 0-12-15,0 5 13 0,0-5-3 16,21 25 7-16,-12-12-3 0,6-1-7 0,-3 5 6 15,1-5-9-15,2 0-9 0,-5-3 2 16,3 1 8-16,-3 0-7 0,2-1 11 0,-11 0-10 16,1-2 19-16,2-1 0 0,-4-6 0 0,0 6-8 15,-16 9 8-15,0-7 3 0,-6 2-4 16,1-3 9-16,-2 0-12 0,0-2-10 0,-2-1-11 16,0 0-38-16,1 0 5 0,2-1-66 15,1-3-41-15,10 0-30 0,-5 0-54 0,5 0 24 16,-2 0-200-16,-5-13-84 0,15 6 34 0,5 0 15 15,6-3 41-15,6-2 28 0,2 0 25 0,5-2 15 16,2 4 7-16</inkml:trace>
  <inkml:trace contextRef="#ctx0" brushRef="#br0" timeOffset="12">9169 1881 314 0,'-6'0'344'0,"-2"0"-36"0,2 3-35 16,2-3-35-16,-1 0-3 0,-2 0 12 0,3 2-34 16,1-1-30-16,0-2-5 0,2 2-13 0,-5-1-16 15,6 0-4-15,0 0-32 0,-1 2 22 16,2 0-17-16,5-2-16 0,0 0-17 0,20 0-10 15,-14 0-7-15,13 0-7 0,3 0 20 0,5 0-10 16,1 0-26-16,46-11-24 0,-34 7-22 16,-5-1-44-16,1 1-22 0,3-1-45 0,-7 2-38 15,1-1-30-15,1 1 14 0,-5-4-153 16,-5 1 26-16,0 1-150 0,-5-3 26 0,-5 3 61 16,0-2 23-16,-6 2 18 0,-6 0-19 0</inkml:trace>
  <inkml:trace contextRef="#ctx0" brushRef="#br0" timeOffset="13">9535 1651 605 0,'-9'-2'377'16,"2"0"-73"-16,3 3-20 0,2-2-49 0,-3-2-20 15,3 3-23-15,0 0-34 0,2 0-13 0,-4 0 25 16,3 4-30-16,-1 2 11 0,2-1-3 16,0 3-17-16,3 10 6 0,-3-6-15 0,0 5-16 15,0 5 0-15,0 2-13 0,0 3-10 0,0 2-15 16,0 2-1-16,0 1-19 0,0-1-4 16,0 1-62-16,0-1-30 0,0-2-26 0,0-2-50 15,0-3-42-15,13 23 15 0,-11-31-188 16,2 2 28-16,0-7-144 0,0-7 14 15,4-3 20-15,-3-1 51 0,2-2 21 0,10-6 28 16</inkml:trace>
  <inkml:trace contextRef="#ctx0" brushRef="#br0" timeOffset="14">10184 1620 650 0,'0'0'195'16,"-4"-3"-13"-16,4 3-9 0,-1 0-14 0,1-2-12 16,-3 1-5-16,2 0 1 0,1 1-23 15,0 0-3-15,0 0-5 0,-3 0-6 0,3-3-4 16,-1 3-6-16,-1 0 6 0,2 0-7 16,0 0-18-16,0 0 2 0,0 0-6 0,0 0 4 0,0 0 6 15,0 0-11-15,0 0 0 0,0 0-14 16,0 0-1-16,0 0 15 0,0 0-21 15,0 0-4-15,0 0 4 0,0 0-3 0,0 0-16 16,0 0 12-16,0 0-6 0,0 0-11 0,0 0 10 16,0 0-14-16,0 0 9 0,0 0-30 15,0 0 27-15,0 0 9 0,0 0-26 0,0 0 3 16,0 0-3-16,0 0 3 0,0 0 15 0,0 0-13 16,0 0-1-16,0 0-2 0,0 0-5 0,0 0 12 15,0 0-10-15,0 0 0 0,0 0-9 16,0 0 21-16,0-14-2 0,0 14-17 0,0 0 16 15,0 0-30-15,0 0 13 0,0-22 30 16,3 20-23-16,0-1 12 0,1 0-27 0,0 1 14 16,1-1-11-16,10-3 3 0,-5-1 11 0,2 2 5 15,3-3-23-15,-3 6 1 0,2 0 15 0,-4 2-5 16,-2 0-4-16,-8 0-15 0,11 0 6 16,12 14 18-16,-11-4-16 0,-3-1-6 0,-4 7 4 15,0 0-2-15,-4 2 27 0,-1-6-26 16,0 6 14-16,-19 23-5 0,6-18 5 0,0 5-8 15,-4-1-6-15,-1-1 2 0,-2-2 2 0,0 1 25 16,2-1-22-16,0-5-4 0,-1 2 16 0,4-1 2 16,-2-3-16-16,1-4 11 0,9-1 17 15,-3 0-12-15,1-4-2 0,5-4 32 0,0 1-4 16,3-2 5-16,-2 0-4 0,3-2-12 0,0-1 7 16,0 0-12-16,0 0-1 0,13 2 12 15,-5-2-4-15,11-5-14 0,-9 5 12 16,20-7-6-16,-6 2-10 0,-1-2 21 0,0 5-12 15,2-3-11-15,-3 0 0 0,2 0 3 0,0 0-22 16,-3 4 3-16,1-3-39 0,0 2-47 0,-2-3-38 16,-3 3-23-16,2-1-30 0,3 0-33 15,-4 2 21-15,-1-7-145 0,0 6-138 0,0-1 33 16,-6-1 25-16,-1 0 26 0,-2 0 26 0,8-3 19 16,-5 0 25-16,3-2-6 0</inkml:trace>
  <inkml:trace contextRef="#ctx0" brushRef="#br0" timeOffset="15">10823 1557 524 0,'0'-2'331'0,"0"-2"-38"0,0 1-33 0,0 2-14 16,0-1-37-16,1-1-28 0,1 1-24 15,-2 1-18-15,1 0-9 0,0 2 12 0,3-1-11 16,-2 4 10-16,1 1-12 0,1 0-15 0,0 11 11 16,4 3-6-16,-5-1-14 0,3 6-10 15,-1-2-10-15,0 2 25 0,-4 2-12 0,4-6-14 16,-4 4-6-16,2-5 0 0,-2 5-6 15,-1-16-4-15,0 6-11 0,0 1-6 16,0-3-1-16,0-2-5 0,0 1-4 0,0-3-5 16,0-3 12-16,0-5 9 0,0 7 5 0,0-7-4 15,0 0-7-15,7 8-9 0,-5-11-8 0,1-1 4 16,3-9-8-16,1-4-5 0,3-3 3 16,0-4-5-16,3 4-3 0,-3-6-11 0,0 4 17 15,2 1-9-15,-2 1-6 0,5 0-2 0,-2-1-11 16,0 4 6-16,-4-2 6 0,1 4-2 0,0-1-1 15,-2 4-11-15,0 4 17 0,-4 3-13 16,2-2 7-16,-1 2-9 0,-5 0-6 0,6 3-3 16,-4 0 13-16,0 1 6 0,-2 1 3 0,0 0 14 15,0 0 3-15,11 10 3 0,-3 2-10 0,-1 3 10 16,-1-1-5-16,-1 3 5 0,-1 3 3 16,1 1-1-16,-1 1-10 0,1 0 6 0,-4 0-13 15,3 0 10-15,1-1-28 0,-1 1-31 0,0 0-41 16,5 0 7-16,-7-5-126 0,2 2-44 15,-2-1-71-15,0-10 33 0,1 5-270 0,-2-5 42 16,0-3 22-16,1-1 9 0,-1-1 56 0,3-3 26 16,-4 0 25-16,0 0-11 0,26-11 20 15</inkml:trace>
  <inkml:trace contextRef="#ctx0" brushRef="#br0" timeOffset="16">11558 1743 323 0,'0'-4'550'16,"3"1"-81"-16,-1 1-35 0,-2-1-59 0,5-1-31 15,3-4-29-15,1 3-34 0,5-4-41 0,3 2-17 16,3-1-31-16,6 1-25 0,2 5-18 16,5-2-11-16,0 0-19 0,3 0-30 15,1-2-28-15,-1 4-5 0,4 0-119 0,-3-2-33 16,0 0-31-16,-3 1-48 0,0 1-48 0,-1 0 20 15,-2 2-183-15,-3-3 31 0,-9-2-128 0,-1 1 60 16,-9 2 13-16,-3 2 20 0,-3-4 34 16,-3 4 21-16</inkml:trace>
  <inkml:trace contextRef="#ctx0" brushRef="#br0" timeOffset="17">11838 1509 612 0,'-7'-4'388'16,"4"0"-76"-16,-1 1-12 0,2 2-25 16,-4-2-31-16,2 3-47 0,2 0-12 0,-2 0-21 15,3 3 6-15,-2-1-18 0,3 4 35 0,0-1-18 16,0 16-13-16,-3 3-16 0,3-12 1 16,0 9-25-16,0 1-8 0,13 32-6 0,-9-25-19 15,2 1-3-15,-3-1-10 0,1 1-5 16,-1-1-29-16,-1-1-5 0,2 2-86 0,2 2-39 15,-6-20-39-15,0 9-66 0,0 2 20 16,0 0-175-16,-12 19-113 0,12-28 34 0,0-14-1 16,0 7 31-16,0-7 23 0,0 0 44 0,9 9 32 15,-3-10 8-15</inkml:trace>
  <inkml:trace contextRef="#ctx0" brushRef="#br0" timeOffset="18">12352 1535 554 0,'-2'-9'315'15,"0"1"-42"-15,0 2-25 0,0 0-24 0,1 1-18 16,-1-2-12-16,0 4 3 0,2-3-37 0,-1 3-2 15,0-1-19-15,1 1-3 0,-2 0-7 16,1-2-15-16,0 1 0 0,1 1-15 0,0 0 19 16,-1-1-7-16,1 2-17 0,0 2-5 15,0 0-11-15,0 0 8 0,0-7-17 0,0 7 4 16,0-7-10-16,0 7 7 0,0 0-3 16,0-6 4-16,0 6-11 0,0 0 5 0,0-8-6 15,0 8 2-15,0 0 2 0,0-6-15 0,0 6-2 16,0-7-6-16,0 7-16 0,0-5 10 15,11-4-2-15,-8 5-5 0,1 4-7 0,1-4-6 16,9-3 16-16,-1 2-15 0,6 0 6 0,-1 0-3 16,2 0-7-16,3 3-16 0,-1 2 10 15,-2 0-6-15,-8 0 3 0,3 0-3 0,5 0 7 16,20 14 3-16,-21-7-5 0,-1 0-3 0,-2 3 2 16,-5 1-4-16,0 4 7 0,-5-4 0 15,-1 6-8-15,-5-1 8 0,0-8 0 0,0 2-4 16,-21 19 1-16,10-13-12 0,-4-1 4 15,2-1-3-15,-4 0 17 0,-1-3-4 0,2 0-11 16,-1 0 23-16,7-2-10 0,-3 3-2 0,3 0-1 16,3-7-10-16,2 2-5 0,3-2 19 15,2 2-6-15,0-1-4 0,0-6 14 0,0 7-2 16,20 14-10-16,-3-8 5 0,1-4-5 0,2 3-14 16,3 1 13-16,-2-1 2 0,2 0 3 0,1 0-6 15,-3 2-5-15,3 1 20 0,-3-3-14 16,-4-3-2-16,0 0 0 0,-6-2 10 0,-3 2-4 15,-3-2-3-15,-3-2 3 0,-2-5-7 0,0 0 18 16,-17 20-12-16,0-13 17 0,-5-3-7 0,-7 3-9 16,-2-2 14-16,2-1-10 0,-3 2 1 15,-3-3-12-15,-1 1-29 0,0-3-8 0,0 1 4 16,1 2-112-16,18-4-50 0,-7 0-59 0,-5 0 24 16,-29-12 24-16,33 4-320 0,7 0 35 15,1-4 27-15,11-1 32 0,0-1 57 0,-1-1 23 16,3 5 22-16,4 3 12 0,0 7-4 15</inkml:trace>
  <inkml:trace contextRef="#ctx0" brushRef="#br0" timeOffset="19">2122 3297 380 0,'0'0'339'15,"-13"0"-67"-15,13 0-10 0,0 0-16 16,0 0-37-16,0 0 23 0,0 0-37 0,-15 0-5 16,15 0-17-16,0 0-26 0,-16-8 2 0,16 8-16 15,-1 0-14-15,1-1-22 0,3 1-6 16,-1 0 13-16,1 0-28 0,2 1-2 0,4 1-19 15,7 1-19-15,-7-3 9 0,21 4 5 0,-7-1-4 16,4 0-13-16,-17-3 17 0,10 0-16 16,4 0-24-16,2 0 11 0,0 0 4 0,3 0-8 15,-2 0 8-15,0 0-22 0,0 0-7 16,21-10 18-16,-27 3-20 0,-2 2 25 0,1 0-28 0,-3 0 1 16,-4 1 5-16,-1-4 3 0,-2 1 9 15,3 0-11-15,-6-1-5 0,-2-2-14 0,-1 3 32 16,-3 0-14-16,5-9-5 0,-6 2 5 0,0 5-1 15,0-4-6-15,0-4-11 0,0 2 11 16,-12-19 4-16,7 16 8 0,-1 3-8 0,3 2 22 16,-1 1-3-16,-2 3 12 0,3 1 7 0,3 3 15 15,-3-1-12-15,1 2-14 0,0 1 15 16,2-1-18-16,-2 1-12 0,1 1 2 16,-2 0 7-16,3 2-10 0,0 0-1 0,0 0-13 15,0 0 30-15,-19 21-17 0,12-5-2 0,-1 5 1 16,5 1-1-16,-4 4 33 0,3 1 18 15,1 4 6-15,-2-3-1 0,4 2-1 0,-1 2 1 16,0 2-11-16,-2-1-6 0,0 0 11 16,3 1-6-16,-4 0-7 0,2 0 0 0,2 1 0 15,-4 0-6-15,3 2-50 0,-1 0-5 0,-4-1 3 16,5 2-131-16,-5-1-52 0,1-1-45 16,-1 0 23-16,-3-1 19 0,-1-2-309 0,-1-2 38 15,2-5 33-15,0-5 12 0,-1-4 48 16,4-10 25-16,2-2 16 0,1-2-19 0</inkml:trace>
  <inkml:trace contextRef="#ctx0" brushRef="#br0" timeOffset="20">2343 3624 360 0,'0'-15'507'15,"0"4"-90"-15,0 0-60 0,2 2-26 0,-2 9-42 16,0-7-55-16,11-12-26 0,3 5-25 0,0 3-19 15,4 0-12-15,1 0-17 0,6 2-33 16,2 1-29-16,-1 0-16 0,4 1-31 0,-1 1-5 16,0-2-11-16,2 3-36 0,1-2-3 15,-3-1-12-15,0 1 2 0,-1 0-2 0,1-1 11 16,-6 0 9-16,0-2-2 0,2 0 0 16,-2-2 34-16,-6 2 16 0,1-2 16 15,-4 0-15-15,-1 2 21 0,-3-2 16 0,-2 4 12 16,-1 4-7-16,-3-1-8 0,0 2 3 0,0-1-6 15,-2 3-7-15,0-1-15 0,0 2-22 0,-2 0 2 16,0 0 8-16,0 0 17 0,10 20-23 16,-6-6-9-16,-4 5 14 0,3 1-11 0,-2 5-10 15,3-3-35-15,-3 3-40 0,-1 2-44 0,3-1-32 16,-2-1-65-16,-1-11 19 0,0 4 16 0,0 4 18 16,0-1 14-16,-13 22-326 0,7-28 35 15,6-2 29-15,-4-4 74 0,3-1 9 0,1-4 19 16,0-4 12-16</inkml:trace>
  <inkml:trace contextRef="#ctx0" brushRef="#br0" timeOffset="21">3077 3257 509 0,'-4'-27'482'0,"4"14"-73"0,0-4-56 0,-13-21-47 15,9 18-37-15,2 5-32 0,-1 2-99 16,3 5-61-16,-3-2-60 0,2 5-67 0,1 5-48 15,0 0 9-15,0 0-57 0,11-4-116 0,-9 4 21 16,6 2-158-16,6 5 37 0,-1 0 18 0,-1-1 27 16</inkml:trace>
  <inkml:trace contextRef="#ctx0" brushRef="#br0" timeOffset="22">3259 3243 539 0,'3'8'313'0,"-3"10"-4"0,0 0-52 0,0-8-13 16,0 5-1-16,0 3-22 0,-12 19 6 15,9-13-45-15,-1-5-18 0,4-8-10 0,0 5 1 16,0 3-35-16,0 0 4 0,0-1-10 0,14 15-5 16,-6-20-17-16,-6 0-5 0,2-5-5 15,0-1-8-15,-2-3 23 0,2 0 3 0,1-4 14 16,2-3-30-16,-1 3-11 0,14-17-19 0,-4 1 11 16,0-3-6-16,-1-1-7 0,0 1-8 15,-1-3 4-15,1 5-1 0,1-4 9 0,-1 3 31 16,-2 2 5-16,-3 2 4 0,0 3-18 0,-3 4-5 15,-1-1-10-15,0 3-1 0,-3 1-13 16,1 1-9-16,-2 2 1 0,-2 1-4 16,0 0-1-16,0 0-2 0,17 21-1 0,-10-9-38 15,1 5-31-15,1-2-33 0,-1 3 9 0,7 1-82 16,-2 1-43-16,4-3-30 0,2 2-15 0,0-6-34 16,5 2 25-16,3-4-94 0,-3-4-115 15,1-2 34-15,0-2 32 0,-11-3-15 0,6 0 25 16,27-12 23-16,-23 4 25 0,0-5 14 15,-3 0 8-15</inkml:trace>
  <inkml:trace contextRef="#ctx0" brushRef="#br0" timeOffset="23">4044 3347 470 0,'14'-21'317'0,"0"1"-2"0,-2 2-20 0,-6 1-38 15,-2 4-36-15,-2 5-9 0,-2 8-24 0,0 0 7 16,-15-7-14-16,-4 10-13 0,-3 6-16 16,-2 4 4-16,1-1-19 0,0 6 1 0,1 2 0 15,-1 0-15-15,3 4-16 0,3 2 5 16,3 2-21-16,1-1-8 0,6 1-21 0,3 1 11 15,4-13-5-15,0 5-17 0,15 22-4 0,-5-19 4 16,3-7-17-16,3-3 17 0,-1-3-6 0,3-4-22 16,-5-1 13-16,-2-6 4 0,-3 0-9 15,15-12-8-15,-9-1-4 0,-4-7 3 16,3-3-9-16,-3-2 12 0,-3-4-2 0,3-8-13 16,0-4 9-16,3-5-16 0,-4-3 11 0,1-6-7 15,1 1-2-15,-2-1 23 0,-1 6 29 16,1 1 37-16,-3 7 10 0,-4 3 18 0,1 6 4 15,0 0-9-15,4 6-27 0,-4 5-1 0,1 5-24 16,-4 16 15-16,-11 0-7 0,-1 13 6 16,-2 6 22-16,-1 6-18 0,-3 6-3 0,4 5-9 15,-3 5 37-15,6 6 1 0,-1 0-2 0,3 2-2 16,3 1 13-16,2 1-4 0,3-2-10 0,1-24-9 16,0 8-7-16,0 8-7 0,0-2-6 15,14 43 0-15,-4-45-14 0,-5-6 0 0,0 1 2 16,3-5-16-16,2-4 3 0,-4-1 3 0,7-3-4 15,5-5-18-15,4-6-4 0,2-4-16 16,-11-4-21-16,11 0-27 0,31-12-26 0,-19 6 6 16,1-2-61-16,1-2-29 0,-2-1-18 15,-2 0-11-15,1-2-28 0,0-1 19 0,-5 0-96 16,-2 1-39-16,-6-1-47 0,5 0 33 0,-8-3-226 16,-1 0-38-16,0 0 53 0,-5-1 6 0,1-2 60 15,-2-1 32-15,1 0 30 0,0 0 24 16,6 1 84-16,0-4-12 0,2 1 11 15</inkml:trace>
  <inkml:trace contextRef="#ctx0" brushRef="#br0" timeOffset="24">5325 3342 981 0,'3'-3'321'0,"-2"2"-26"0,1 1-38 0,-2 0-31 16,0 0 17-16,0 1-20 0,-2 2-27 16,1 1 1-16,-3 0-5 0,-3 8-31 0,1-2-2 15,1 5-19-15,0 3-16 0,4-1 5 0,1-9-47 16,0 5 16-16,10 17-10 0,1-14-16 15,3 0 14-15,2-7-28 0,2 4-2 0,0-3-2 16,1-2 3-16,-5-2-16 0,2-2 4 0,0-3 0 16,-16-1-9-16,9 0-2 0,-2 0 0 15,10-22-8-15,-9 10-10 0,-2-7-7 0,-3 1-4 16,-3-4 12-16,0 11-5 0,0-7-10 0,0 1 14 16,-16-20-1-16,10 18 2 0,-2-1-7 15,3 5-16-15,-1 1 24 0,-1 0-14 0,3 4 7 16,1 2-20-16,1 5 1 0,2 3-72 15,0 0-8-15,0-8 1 0,25-6-4 0,-7 5 0 16,6 1-12-16,3 1 7 0,1 2 21 16,1 1-8-16,2 1 13 0,-5 1 1 0,3-1 8 15,-2 1 7-15,-6-1 10 0,-9 3 13 0,5 0 29 16,0 0 17-16,-1 0 34 0,-5 0-15 16,-1 0-2-16,-2 0 61 0,-1 0 9 0,-7 0 0 15,17-7 2-15,-15 5 1 0,0 2 21 16,2-2-3-16,-4 2-1 0,4-1-13 0,0 1-4 15,-4-1 3-15,2-1-11 0,0 2-8 0,-2 0-7 16,0 0-12-16,0 0-1 0,0 0-4 0,0 0-7 16,0 0-9-16,0 0-8 0,0 0-9 15,6 0 3-15,-6 0-8 0,0 0-3 16,0 0-9-16,9-2 3 0,-8 1-5 0,-1 2-4 16,2 0 7-16,-2-1-1 0,0 1-7 0,0 2-4 15,0 2 5-15,3-2 0 0,-1 2 2 0,1 15 1 16,0 0-6-16,-3 1-4 0,4 0 0 15,-3 0 3-15,0 1-2 0,2-2-2 0,0 2 2 16,2-3-2-16,-3 2 3 0,1-5 4 16,2-1-12-16,-2-4 12 0,3 3 0 0,-1-4-11 15,1-5-12-15,11 0-35 0,1-3-25 0,-7-2-22 16,5 0-4-16,27-20 10 0,-16 12-33 16,-7-5 4-16,1-7 14 0,3 6 15 0,-3-1 15 15,-2-2 3-15,2 3 7 0,-6 1 6 16,2 0 6-16,-6 4 5 0,0-2 29 0,-3 8 2 15,-4 1-12-15,-4 2 7 0,0 0-1 0,7 10-7 16,-4-5 3-16,-3 2 30 0,5 10-10 16,-1 2 7-16,5-1-2 0,1 0 16 0,4-1-2 15,-1 0 2-15,1-1 2 0,3 0 2 16,-3-4 1-16,2 3-4 0,2-8-4 0,-2 2-8 16,4-5 6-16,-2-3 5 0,2-1-6 0,-11 0-8 15,4 0-6-15,18-15 17 0,-17 4 0 16,1 1 13-16,-2-7-9 0,1-5-11 0,-5 0 22 15,3-3-9-15,-2-4 12 0,-3-3-10 0,1-2 17 16,0-2-2-16,3 1 26 0,-11 0 3 0,4 0 9 16,-3 1 5-16,2 4 12 0,-2-2 7 0,-1 15 6 15,0-3-3-15,0-2 3 0,0 2-7 16,0 2-8-16,0 5-8 0,0 0-22 0,0 5 0 16,0 1 5-16,0 7-14 0,-10-8 2 15,9 12-14-15,-2 2-11 0,2 11 4 0,-4 7 2 16,5 6-11-16,0-16 5 0,0 12-6 0,11 35-15 15,-4-21-35-15,2 0-61 0,1 2-74 0,-3 3 14 16,1-4-152-16,-4 2-67 0,-3-2 34 0,-1-23-266 16,0 10 63-16,-16 26 33 0,3-29 47 15,5-3 33-15,-1-3 5 0,-4-7 27 0,5-3 25 16,2-5 23-16,0-3 10 0</inkml:trace>
  <inkml:trace contextRef="#ctx0" brushRef="#br0" timeOffset="25">6665 3332 581 0,'6'-16'348'0,"6"1"-72"0,3-2-32 16,7 4-37-16,1 1-21 0,0 1-19 0,8 0-11 15,4 1-42-15,0 0-6 0,2 3-31 16,0 2-9-16,-1-3-29 0,1 4-21 0,-3-2-20 16,-2 2-30-16,-2-1-18 0,-6-2-28 15,-1 5 8-15,-14 2-60 0,-1 0-28 0,-2 0-100 16,-6 0 19-16,8 0-124 0,-8 0 19 15,0 0 6-15</inkml:trace>
  <inkml:trace contextRef="#ctx0" brushRef="#br0" timeOffset="26">8048 2912 262 0,'2'-10'392'0,"4"-4"-51"0,-3 5-5 0,0 1-47 16,-3 3-25-16,4-1-28 0,-1 2-19 0,-3 2-29 15,0 1-25-15,1 0-26 0,-1 3 7 16,1 3 10-16,-1 2-18 0,0 14 22 0,0 2-8 16,0 4-20-16,0 3-11 0,0 1 6 0,0 2-14 15,0-2-11-15,3 3-7 0,0 0-9 0,0 2-6 16,-1 0-9-16,0 3-40 0,0-3-3 16,3 0-97-16,-5 1-35 0,1-3-49 15,2-1-34-15,1-1 16 0,-4-17-229 0,0 6-82 16,-10 23 34-16,2-27 5 0,1-3 27 0,3-7 67 15,-4-6 20-15,4-1 14 0,-2-4 35 0</inkml:trace>
  <inkml:trace contextRef="#ctx0" brushRef="#br0" timeOffset="27">7773 3217 543 0,'-13'-12'454'0,"2"3"-79"16,-2 0 18-16,3 2-29 0,3 2-47 0,4-1-41 15,0 0-29-15,-1 2-20 0,4 4-39 16,0 0-14-16,21-17-18 0,0 10-33 0,6-1-21 16,3 1-30-16,3 4-6 0,9-4-85 0,1 3-24 15,7-2-24-15,-4-1-33 0,2 1-20 16,0 0 7-16,2-3-20 0,-3 3 5 16,-1-2 11-16,-1-2-1 0,-1 1 12 0,-9 1 9 15,-1-2 24-15,-4-1 12 0,-2 3 28 0,-3-3 32 16,-4 0 11-16,0-1 16 0,-2-3 29 0,-4 5-6 15,-4-2 19-15,1 1 11 0,-6 3 2 16,0 1 20-16,-3-1-5 0,-1 1-10 0,1 2 43 16,0 0 15-16,-3 1-19 0,2 1-1 15,-1-1 6-15,-1 1-6 0,1-1-7 0,1 1-11 16,-2-1-2-16,1 2 0 0,0 0-10 0,-1 2-5 16,0 0-8-16,0 0-14 0,0 0-1 15,0 0 3-15,0-7-10 0,0 7-9 0,0 0 7 16,0 0-6-16,0 0-7 0,0 0-13 15,0-7-1-15,0 7 2 0,0 0-13 0,0 0 1 16,0 0 4-16,0 0-2 0,0 0-6 0,0 0-4 16,9-10-4-16,-9 10 0 0,1 0 1 15,-1 0 0-15,0 0 2 0,0 3-14 0,0-2 14 16,2 2-4-16,-2 0 3 0,2-1-13 0,0 3 2 16,-2-3 6-16,0 4-1 0,2-3-4 15,-1 2 8-15,-1 1-4 0,3-1-4 0,-2-2 3 16,-1 1-6-16,1 0 0 0,1-1 8 15,-2 0-2-15,0 2 1 0,1-3 1 0,0 1-8 16,-1-3 10-16,0 0-7 0,0 0 8 0,0 0-13 16,0 0 8-16,0 7 4 0,0-7-4 0,0 0-1 15,0 5-3-15,0-5 3 0,0 9-9 16,0-1 18-16,0 4 5 0,0 6 4 0,0 2 10 16,-9 29 0-16,6-20-5 0,-3 3-8 15,3-2 3-15,0 1 5 0,-1 3-4 0,0-3 2 16,3 2 1-16,0 1-8 0,1-18 0 15,0 9 6-15,0 1-2 0,0 3 0 0,11 22-6 16,-6-30-6-16,4-2 0 0,2-5-25 0,-2-3 0 16,5-5-21-16,0-4-20 0,-5-2-21 0,20-11-14 15,-9 3 2-15,5-3 4 0,-7-3 3 16,3-3 7-16,0 1-4 0,1-5 15 0,1 3 20 16,-5-2 9-16,2 4 4 0,2 2 28 15,-8 4-4-15,-1 2-3 0,-2 1-9 0,0 4 16 16,-3-1-4-16,-1 4-1 0,-7 0 1 0,10 0-2 15,14 19 6-15,-7-9-9 0,2 2 4 16,-1 2 20-16,5 0-3 0,0-1-7 16,2-2-6-16,-2-1 8 0,2-1-6 0,0-2 7 15,1-3 4-15,-2-4-1 0,-11 0-11 0,5 0-4 16,24-9-7-16,-22-1 1 0,1-1-20 0,1-5 19 16,-5-2-12-16,-1-5 4 0,0-1-15 0,0 2 29 15,-2-2-7-15,-3 2 30 0,-3 3 8 16,1-1-6-16,-3 6 10 0,-3 3 1 0,-3 11-7 15,0 0 11-15,-14-13-8 0,6 15 21 16,-7 3-3-16,1 4-8 0,0 4 2 0,4 3 1 16,-1 1-7-16,5 5-7 0,6 2 5 0,0-10 6 15,13 21-3-15,4-11-21 0,8 0-16 0,7 0-29 16,2-2 2-16,5-3-130 0,0-3-64 16,3-1-78-16,1-5 31 0,1-2 26 0,-3-7-297 15,6-1 48-15,-23 0 36 0,46-11 48 16,-27 0 35-16,5-4 51 0,-2-1 5 0,1-6 14 15,-1-4 1-15</inkml:trace>
  <inkml:trace contextRef="#ctx0" brushRef="#br0" timeOffset="28">10936 2804 605 0,'0'0'343'0,"0"0"-51"0,0-14-51 0,0 14-32 0,0 0 4 15,0 0-19-15,0 0-19 0,0 0 11 16,-21 20-38-16,21-10-12 0,0 7-11 0,7 26-5 16,-1-16-27-16,-1-3 14 0,0 5-25 15,0-2-9-15,2 5 0 0,-4 1-35 0,4 0-26 16,-5 0-45-16,2 1-43 0,-1-3-55 0,-1 3 12 15,0-3-139-15,-2-15-175 0,0 9 29 0,0 2 27 16,-13 19 24-16,9-27 17 0,4-8 14 0,-1-5-3 16</inkml:trace>
  <inkml:trace contextRef="#ctx0" brushRef="#br0" timeOffset="29">11071 3193 696 0,'2'-8'380'0,"9"-2"-76"0,-1-1-34 16,6 3-17-16,0 3-48 0,2 1-20 0,1 1-21 15,2 3-30-15,-11 0 4 0,8 0-19 16,20 16-18-16,-14-3-12 0,-6-2 2 0,2 5-26 16,-3 1-3-16,-4 1 5 0,0 2-20 15,-3-3-5-15,-5 2 13 0,-2-4-15 0,-3-4 12 16,0 2 10-16,-22 16-1 0,9-15-11 0,-7-3-14 15,-3 1 4-15,-3 0 1 0,1-3-15 16,2-3 3-16,1-1 5 0,3-1-5 0,12-4 19 16,-7 0-41-16,4 0 1 0,-13-22 17 0,19 14-40 15,2-1-2-15,2 3 8 0,0-7 5 16,18-16-15-16,-3 10 3 0,2 2 1 0,3 0-7 16,-2 0 9-16,6 5-11 0,-2-2 11 15,11 2 3-15,-6 2 2 0,1-1 1 0,0 3 9 16,0 0-6-16,2 1 27 0,-5 3-11 15,0 3 12-15,-15 1 0 0,5 0 16 0,21 10-6 16,-21 0-4-16,-1-1 26 0,1 2-7 0,-4 7-20 16,-1 2-4-16,-5-2 7 0,0 3 6 0,-3-1-16 15,-2-7-1-15,0 4-70 0,0 4-51 16,0-1-61-16,-14 26-53 0,7-26 18 0,4-1 19 16,-4-4-310-16,-2 1 35 0,4-8 41 0,-1-4 28 15,6-2 24-15,0 1-13 0,0-6 27 16,3-1-7-16</inkml:trace>
  <inkml:trace contextRef="#ctx0" brushRef="#br0" timeOffset="30">11681 3081 391 0,'1'-26'480'0,"2"6"-95"0,-3 10-31 0,0-2-73 16,0 1-46-16,0 1-8 0,0 1-42 0,0 3-74 15,0 6-40-15,0 0-36 0,0 0-33 0,-7-12-48 16,4 16-48-16,1 2 9 0,4 1-105 15,1 10-168-15,-3-10 24 0,9 16 23 0,2-7-16 16,-4-1 14-16,4 1 3 0</inkml:trace>
  <inkml:trace contextRef="#ctx0" brushRef="#br0" timeOffset="31">11960 3305 348 0,'3'-4'332'0,"0"0"-53"0,-2-1-33 0,-1 2-16 0,4-2-22 16,-1 1-12-16,0-1-31 0,0 2-22 0,1-1-23 15,-1-1-9-15,5-7-11 0,-1 2-16 16,0 0 18-16,-3 2-6 0,4-3-13 0,1-1 0 15,-2-1 17-15,0-1-1 0,0 1-24 0,-3-2 26 16,2 2-33-16,-3 0-4 0,-3 2 5 16,0 1-2-16,0 10-1 0,0-10-4 0,0 3 2 15,0-1-15-15,0 1 11 0,0 1-15 0,0 6-10 16,-10-17-4-16,5 13 2 0,0 3 1 16,0 0-19-16,-2 1-1 0,-8 5 0 0,1 3-8 15,-2 1 10-15,4 5-7 0,0 2 9 0,5 5-5 16,0 3-12-16,4 4 11 0,-1-2-18 0,4 3 12 15,0-12 4-15,0 5-6 0,15 35 0 16,-5-22-13-16,0 1 11 0,0 1 5 0,1 1 4 16,0-2-3-16,3 0-6 0,-1 0-2 15,-2-2 5-15,3-4 16 0,-8 1-2 0,0-2 9 16,0 3 28-16,-6-1-2 0,0-18 10 0,-15 25-8 16,2-13 17-16,-2-5-14 0,-8-2-8 0,-3 0-2 15,-4-3-7-15,-1-3 5 0,-3 1-8 16,-3-4-21-16,-2-3-25 0,4-1 2 15,-5-1-114-15,0-1-52 0,3-3-50 0,21 0 22 16,-32-12-337-16,23 4 36 0,8-10 37 0,7-5 32 16,9-6 27-16,1 16 26 0,18-32 34 15,2 15 25-15,11-6 19 0</inkml:trace>
  <inkml:trace contextRef="#ctx0" brushRef="#br0" timeOffset="32">12288 3323 1235 0,'9'-9'474'0,"-5"4"-62"16,1 2-41-16,-3-4-40 0,2 2-33 15,2 2-37-15,8-4-33 0,5-2-24 0,5 1-49 16,5 4-51-16,3-2-53 0,6 5-5 16,-6 0-156-16,6-1-58 0,-4 0 16 0,3 0-263 15,1 1 33-15,1-1 30 0,-2-3 27 0,-1 1-96 16,-1-2 31-16,2 1 9 0,-1-4 15 15,-2 1-2-15</inkml:trace>
  <inkml:trace contextRef="#ctx0" brushRef="#br0" timeOffset="33">13168 3029 382 0,'-8'-5'389'0,"-1"4"-46"0,-1-1-49 16,1 2-1-16,-3 0-38 0,-4 0-31 0,-23 16-26 15,15-5 57-15,2 4-24 0,4-1-32 16,-2 2 7-16,3 1-21 0,-1 3-15 0,2 5-14 0,3-2-29 16,4 4-10-16,0-1-2 0,5 6-4 15,3-3-19-15,1-15-2 0,13 27-8 16,-4-17-10-16,2-4 5 0,3-2-17 0,6-2-2 16,3-2-10-16,2-5 5 0,1-2-14 15,-1-3 7-15,-14-4-14 0,9 0-9 0,21-14 19 16,-22 2-12-16,-2-4-1 0,-1-5-11 0,-4 4-12 15,-4-9 2-15,-2-3-2 0,-6 1-1 16,0 12-23-16,-12-23 8 0,2 15-9 0,-5 4-29 16,-3 1 5-16,-4 1-40 0,-2 0-41 0,-4 3-25 15,3 5-27-15,0-1-15 0,2 1-32 16,-4 2 20-16,4 4-88 0,6-3-88 0,6 3-86 16,7 0 32-16,3 1 18 0,1 3 24 15,0 0 40-15,14-9 44 0,-2 2-11 0</inkml:trace>
  <inkml:trace contextRef="#ctx0" brushRef="#br0" timeOffset="34">13359 2985 817 0,'8'-2'352'0,"1"1"-13"16,-3-1-34-16,2 2-25 0,-5 0-33 0,2 0-29 16,-1-3-21-16,-3 3-22 0,4 0-7 0,-4 3-8 15,-1-3-2-15,8 8-2 0,3 8-4 16,-6 1-1-16,10 2-25 0,-7 1 0 0,3 4-12 15,-5-2-12-15,3 2-18 0,0 2-5 16,-1 0-5-16,-1 0-5 0,1-3 4 0,-4-3-8 16,1 4-12-16,0-3-3 0,-1-1-2 0,-3-2-11 15,1-5-13-15,-1-3 4 0,0-1 3 0,-1-3-6 16,1-1 15-16,-1-1-21 0,3 2 12 0,-3-4-6 16,0 1-6-16,0-3-1 0,0 0 4 15,0 0-5-15,11-20-2 0,-4 5-9 0,-1-4 2 16,7-3-8-16,-1-2-3 0,1 0 13 15,0 4-6-15,3-1-13 0,-4 2 13 0,0 3-9 16,-2 0-9-16,-2 3 13 0,0 5 2 0,-3 1-11 16,1 6-5-16,-5-1 15 0,4 2-3 15,-5 0-5-15,0 0 9 0,0 0 2 0,21 21-5 16,-8-12-1-16,-3 4-7 0,5-4 15 16,1 3 3-16,1 0-13 0,-2-2 16 0,1 0 0 15,1-1-3-15,2-3-8 0,-4-2 12 16,3-1-4-16,-4-2-8 0,-5-1-1 0,3 0 6 0,17-16-1 15,-14 7 5-15,2-3-2 0,-2-5 1 16,2 5-6-16,-3-2 9 0,0-1 13 0,-1 5 3 16,-4-1 11-16,-3 4 4 0,1 0-11 15,-1 3-15-15,-4 1 1 0,1-1 6 0,-3 4-6 16,0 0 4-16,0 0-13 0,3 11 5 0,-5-4-1 16,2 0 8-16,-1 16-10 0,1-12-11 15,0 7-32-15,0 1-49 0,0 5 7 0,-10 25-138 16,7-25-68-16,3-12 26 0,0 6-208 0,0-1 42 15,0 1-118-15,0-3 38 0,0-4 60 16,0-4 64-16,9 4-7 0,-8-9 38 0,2-2 40 16,1-2-12-16,1-1 12 0</inkml:trace>
  <inkml:trace contextRef="#ctx0" brushRef="#br0" timeOffset="35">14252 3273 613 0,'4'-9'404'0,"3"1"-48"16,-3 2-41-16,1-2-24 0,3-3-36 0,1-3 5 15,2-1-7-15,-1 2-35 0,5-1-37 0,1 1 5 16,-1-2-36-16,2 1-8 0,3 0-12 16,-3 1-25-16,-2 0-18 0,0 1 10 0,-4 1-4 15,-3 5-2-15,-2 1-19 0,-4 1-7 16,-2 1-7-16,0 3 0 0,-8 0-10 0,2 3-12 16,-11 4-3-16,-4 3-7 0,1 2 22 15,-1 2-3-15,3 2-10 0,1 0 2 0,0 5-17 16,4-1 15-16,-1 1-4 0,3 1-3 0,2 3 7 15,5-1-2-15,4-12-17 0,0 5 7 16,22 22 2-16,-6-22-13 0,1-1-18 0,11 0-25 16,4-1 1-16,5-3-118 0,4-2-42 0,4-4-61 15,6-1 26-15,1-3-298 0,-26-2 27 16,14 0 41-16,55-12 25 0,-40 2 59 0,5-5 30 16,-6-2 1-16,0-7 16 0,-1-5-11 0</inkml:trace>
  <inkml:trace contextRef="#ctx0" brushRef="#br0" timeOffset="36">15044 3191 325 0,'11'-3'201'16,"-3"2"-21"-16,0-2 5 0,-2 0-25 0,1 2-7 16,-1-1-6-16,-1-1 7 0,9-4-18 0,-4 2-11 15,3-2-5-15,-4 2 0 0,-2-4-14 16,2 0-9-16,-2-2 0 0,1 2-3 0,-5 0-15 16,-1 1 0-16,3 0-6 0,-4-1-1 0,1 2-8 15,0-10 10-15,0 0-2 0,-2 3-9 16,0 14-16-16,0-10 1 0,0 0-10 15,0 1 8-15,-14-11-13 0,3 9 5 0,0 2 4 16,-3 3-18-16,-2 1 20 0,2 3-12 16,-5 1-17-16,10 1 16 0,-5 0-23 0,-2 0 3 15,-18 12 4-15,20-5-5 0,0 1-9 0,8-1 5 16,1 1 4-16,3-2-2 0,2 1 7 16,0-7-11-16,13 18 17 0,-1-7-19 0,1 1 12 15,4-2-4-15,0 0-8 0,1 0 11 16,-1 4-5-16,4-2-16 0,-3 3 5 0,-1-3 1 15,-1 7 8-15,0 4-1 0,0 3-7 0,-2 3 22 16,0 5-14-16,-2 4 17 0,0 6 13 0,-4 4 1 16,1 1 17-16,-6 4-11 0,2-2-1 15,0 3 6-15,1 0-5 0,-2 0 12 16,0 0-30-16,0-4 1 0,-3 2 15 0,-1-26-3 16,0 8 21-16,0 7 2 0,-19 43 4 0,10-45-5 15,-4-2 26-15,2-7-4 0,-6-2 21 0,-1-3-15 16,-1-5 8-16,-3-5-11 0,-2-5-6 15,0-1 0-15,-3-4 7 0,17-5-12 0,-26-14-12 16,13 0 1-16,6 1-11 0,0-6-3 0,4-6-11 16,1-8-5-16,6-4-18 0,3-1-14 15,3 15-19-15,0-11-24 0,21-50-6 0,-7 33-10 16,5 1-6-16,0 1-2 0,4 1 13 0,2 2-7 16,4 4 6-16,0 0 5 0,3 4 5 15,-1 0-45-15,2 4 5 0,2 2 15 0,-1-1-7 16,1 4-4-16,3 3 5 0,0 1 11 15,2 1-3-15,3 2 9 0,-2 2 18 0,-1-2-8 16,1 2 10-16,-1-1 3 0,-3 3 10 16,1-2-1-16,0 1-19 0,-5-1 27 0,2 2-16 15,-8 0-3-15,0 3 11 0,-4 1 9 0,-3 2 8 16,1-3 13-16,-7 4 2 0,1 3-10 16,-9-1-2-16,0 3-4 0,-6 6 4 0,0 0-3 15,-11-3 42-15,4 4-10 0,-15 5 3 0,-1 1 1 16,0-1 9-16,-1 3-8 0,-2 2-4 15,2-2 0-15,5 5-4 0,2-6-2 0,3-1-2 16,2 3-1-16,1-3 15 0,5-2-3 0,2-1 1 16,4-4-1-16,0 0-4 0,0 0 12 15,14 11-4-15,1-6-21 0,-1-3-1 0,2 0-1 16,2 4-12-16,2-1 8 0,-2 2 0 0,0 1-3 16,0 2 2-16,-3 2-2 0,2 1 0 15,-4 1 0-15,2 5 12 0,-1-2-3 0,-2 4 0 16,3 0 0-16,-3 1-2 0,-1 0-1 15,1 1-66-15,1-3-18 0,0 2-30 0,0 2-32 16,-2-4-45-16,3 1 18 0,-2-4-252 0,-4-3-53 16,0-3 35-16,-4-4-1 0,0-3 28 15,-1-3 25-15,0-1 17 0,-3 0 88 0</inkml:trace>
  <inkml:trace contextRef="#ctx0" brushRef="#br0" timeOffset="37">16808 2948 928 0,'-2'-2'278'0,"2"2"-29"0,0 0-10 15,0 3-5-15,0 2 5 0,6 10-8 0,-5 7-26 16,-1-11 4-16,0 5-1 0,0 5-19 16,0 4-25-16,0 2-1 0,0 1-9 0,0 2-18 15,16 28-13-15,-11-31-16 0,4 2-3 16,-2-5-10-16,-1 3-23 0,4-3 14 0,-4-3-18 15,2-1-2-15,-1-3-3 0,1-6-2 0,-5-1 5 16,2-4 7-16,-2-2 5 0,3-4-7 0,-6 0-15 16,0 0-6-16,20-18-1 0,-5 1-3 15,-2-5-1-15,1-5-3 0,1 2-7 0,0-1-9 16,2 1-4-16,-1 1-6 0,2 0 3 16,0 3 15-16,-5-1 2 0,3 5-2 0,-2 0 9 15,0 2-10-15,-3 4 1 0,-5-1-7 16,3 6 3-16,-4 2-14 0,-1 3 12 0,0 1 7 15,-4 0 1-15,0 0-3 0,11 11 1 0,-3 7 2 16,0-5-7-16,-2 7-3 0,-1-4 2 0,5 7-1 16,-2 4-5-16,2-4-10 0,3 1-41 15,-4-1-31-15,3-4-35 0,4 3 8 0,0-2-91 16,0-2-21-16,4-4-33 0,4 0-32 16,0-3 2-16,1-4-4 0,1-5 26 0,-12-2-34 15,5 0 14-15,26-18 34 0,-23 6 19 0,-2-5 56 16,3-4 31-16,-5-1 32 0,4 0 49 0,-7 3 63 15,2 0 39-15,2 1 42 0,-8-1 49 16,1 5-1-16,-2-1-16 0,-1 9 0 0,-4-1-27 16,-4 3-11-16,-1 4-14 0,-2 0-10 15,-2 3 29-15,-2 0 16 0,-8 8-3 0,2-1-5 16,2 6-11-16,-2 0-4 0,5 3-14 0,3-2 1 16,4 5-14-16,0-11-2 0,10 22-2 15,0-12-3-15,4-1-9 0,2 0-5 0,2-2-13 16,2-5 8-16,1 1-14 0,0-4-4 15,2-4 5-15,-1-3 7 0,-4 0-10 0,-2-3-8 16,-8 0 15-16,15-15-7 0,-10 3-9 0,0-5 11 16,-4-4 2-16,-6 0-12 0,0 0-9 0,-3-1 11 15,0 10 7-15,-10-22-17 0,-3 13-4 16,0 3 2-16,1 1-1 0,-9 2 5 0,-2 3 1 16,0 1-7-16,-2 0-41 0,3 5-25 15,3 3 7-15,2 0-121 0,4 2-35 0,5 0-21 16,3 1-15-16,5 0-18 0,4 2 23 15,1-1-115-15,3-1-87 0,14 1 33 0,-12-1 30 16,9 0-32-16,25-13 30 0,-18 6 32 0,-3-5 9 16,4 2 18-16,-3-2 19 0</inkml:trace>
  <inkml:trace contextRef="#ctx0" brushRef="#br0" timeOffset="38">17992 3081 351 0,'24'-21'304'0,"-1"0"7"16,-3 0 18-16,0 1-11 0,-4-1-40 0,0 2 54 16,-1-2 12-16,-2 0 0 0,-3 3-25 15,-1 2-2-15,0 3-40 0,-2 4-25 0,-4 3-24 16,1-1-26-16,0 4-27 0,-3 3-12 15,-1 0-24-15,0 5-15 0,-1-1-2 0,-4 14-4 16,-1 1-20-16,2 7-16 0,-1 2-3 0,2 3-8 16,2 0 3-16,-1 6-10 0,2-17-22 15,0 13-36-15,0 9-50 0,17 48-64 0,-10-38 11 16,-1-2-192-16,0 1 26 0,0-2-249 0,-1-6 47 16,-5-2-77-16,0-9 40 0,1 0 77 15,0-9 16-15,2-6 10 0,4-8 47 0,1-2 28 16,1-6 18-16,-9-1 10 0</inkml:trace>
  <inkml:trace contextRef="#ctx0" brushRef="#br0" timeOffset="39">18292 3253 620 0,'6'-12'317'15,"5"-1"-62"-15,6 2-26 0,6 3-41 0,2 1-30 16,3 1-39-16,3 2-41 0,2 1-43 15,3 3-37-15,-21 0 0 0,12 0-134 0,3 0-143 0,-1 0 21 16,1 0 21-16,-1 0-94 0,23 11 10 16</inkml:trace>
  <inkml:trace contextRef="#ctx0" brushRef="#br0" timeOffset="40">18799 3221 237 0,'-6'0'316'0,"-1"-2"-33"0,-11 2-42 0,-4-2-25 0,12 2-17 15,-3 0-16-15,-2 0-21 0,-3 0-26 16,-13 13-18-16,18-9 2 0,-3 1-22 0,3 5-20 16,4-3 4-16,0-3-16 0,0 5-8 15,5-1-2-15,1-2-2 0,3-6-24 0,0 0-4 16,0 0-4-16,12 14-6 0,-8-12-7 0,-1 0 3 16,3 1 1-16,-1-2-7 0,3 0-4 15,-2-1 6-15,-1 3-2 0,-1-3-3 0,3 3 7 16,-2-1 4-16,6 5-5 0,-2-2 4 15,-4 1 0-15,0 0 16 0,2 6-7 0,-1-3 10 16,1 5-5-16,1 0-17 0,3-3 9 16,0 1 9-16,3 1-17 0,4-2 7 0,3 0-6 15,2-4 2-15,1 0-2 0,1-4 5 0,-4-2 1 16,6-1-10-16,-16 0 19 0,25-11-18 16,-14 2-4-16,-2-4 13 0,1 0-2 15,-5-4 4-15,1 1-16 0,-3-4 1 0,1-2 20 16,0-6-6-16,-2-1 21 0,0 0 17 0,-4-1-12 15,1-2 13-15,-3 4 34 0,-2-4-19 0,2 2-10 16,-3 2 61-16,-4-4 17 0,3 6 5 0,-2 0-5 16,-1 17-1-16,0-4-3 0,0 0-5 15,0-2-22-15,0 1-12 0,-12-4-21 0,8 15-4 16,-1 1-7-16,-2 2-10 0,1 2 4 16,-6 8 0-16,1 3-16 0,1 8 3 0,2 5-13 15,3-1 7-15,4 7-2 0,1 3 1 16,0-16-21-16,0 12-28 0,15 44-53 0,-4-26-39 15,1-3 10-15,1 0-163 0,-3-1-64 0,-1-4 29 16,-2-3 30-16,-1-9 24 0,-4 0-278 0,-2-19 32 16,0 2 42-16,0 0 32 0,-15 0-7 15,11-12 26-15,-1-3 71 0,0 1 15 0,0-10 6 16</inkml:trace>
  <inkml:trace contextRef="#ctx0" brushRef="#br0" timeOffset="41">19101 3246 533 0,'-3'-12'445'15,"-1"0"-76"-15,1-3 22 0,2 6-63 16,0 2-26-16,1 7-22 0,0-7-63 0,25-6-2 16,1 10-31-16,5-1-9 0,3 3-33 0,-14 1-24 15,9 0-7-15,3 0-18 0,3 0-1 16,40 12-28-16,-38-7-3 0,-6-1 2 0,-1 1 1 16,1-2-19-16,-5 3-10 0,-5-2-10 0,1 6 10 15,-7 1-15-15,0 1 0 0,-6 4 23 16,-3-1 2-16,-2 1-8 0,-2 3 2 0,-2 3 10 15,0-11-8-15,0 8 5 0,-14 26-25 16,9-18-2-16,-1 4-2 0,3 1-155 0,-4-6-78 16,6-1 22-16,0 2-322 0,-6-5 38 0,3-5 37 15,2-2 14-15,1-7 30 0,-1-1 42 0,2-7-8 16,0 0 48-16,0 0 16 0,15 0-15 16</inkml:trace>
  <inkml:trace contextRef="#ctx0" brushRef="#br0" timeOffset="42">19700 3164 530 0,'-5'-37'457'16,"5"22"-68"-16,-8-31-83 0,2 17-16 0,4 4-51 15,1 4-59-15,0 3-44 0,-1 5-84 16,2 13-43-16,0-6-57 0,12-2-43 0,7 10 8 16,2 3-230-16,2 1-67 0,2 3 12 0,-2 0 22 15,3 3 11-15,-2-2-4 0</inkml:trace>
  <inkml:trace contextRef="#ctx0" brushRef="#br0" timeOffset="43">20139 3191 334 0,'0'-2'342'0,"2"2"-30"0,-4 0-50 16,2-1-16-16,0 0-13 0,-1 1-40 0,1 0-12 15,-1 0-33-15,-2 1 1 0,-2 2-23 0,-9 2 23 16,-2 1-19-16,-4 5-3 0,-4-1 19 16,1 4-17-16,0 0-11 0,-1 2-10 0,0 1 6 15,-1 1-17-15,5 0 10 0,-2 0-17 0,3 1-18 16,2 0-2-16,3-2-2 0,0 3-4 16,4-3 5-16,4-1-12 0,6-3-5 0,0-13-7 15,0 8-12-15,12 5 4 0,2-8 6 0,-2-2-7 16,3-2-5-16,-6-1-18 0,8 0 4 15,18-14-1-15,-11 3-12 0,-3-1-14 0,2-4 8 16,2-2 0-16,-2-1-32 0,1 1 22 16,-2-4-19-16,-1 2-2 0,0 2 4 0,-4 3 14 15,2-2 17-15,-5 3-2 0,0 2-1 0,-3 0 0 16,-2 4 1-16,3-1 16 0,-7 2 4 0,0 2-3 16,-2 0-2-16,2 1-7 0,-4 1 18 0,2 2-4 15,-3 0-2-15,3-2-18 0,0 3-4 16,-1-3 13-16,4 3-4 0,-3 0-1 15,-3 0-10-15,0 0 9 0,7 0-10 0,-7 0-1 16,23 15-9-16,-15-1 6 0,0 1 2 0,-5 5 5 16,-3-11 23-16,0 8-8 0,0 0-5 15,0 5 15-15,-14 23-1 0,9-25-6 0,2 5-14 16,-1-4 25-16,2-1-18 0,-1-4 12 16,1-1-9-16,2-8 15 0,0 1-5 0,0-2 10 15,23 7 12-15,-9-9-10 0,6-1 2 16,-8-3-1-16,5 0-9 0,30-14 12 0,-23 5-13 0,3-4 4 15,1-3 1-15,2 1-14 0,0-1 16 16,-1 2 6-16,-4 2 15 0,0 1 7 0,1-1 4 16,-6 2-5-16,-3 2-1 0,-1 0-14 0,-5 3-10 15,-2 1-5-15,-3 4 5 0,-6 0-17 16,0 0 10-16,6 10-4 0,-4-3-11 0,0 9-45 16,0 6-66-16,3 1 9 0,0 2-188 15,5-2 26-15,-2 1-349 0,3-4 52 0,1-6 42 16,2-2 36-16,5-7 7 0,-13-5 28 0,6 0 95 15,19-17 13-15,-11 4 51 0,2 1 11 0</inkml:trace>
  <inkml:trace contextRef="#ctx0" brushRef="#br0" timeOffset="44">1433 4450 606 0,'0'-14'278'0,"-32"-8"-27"0,13 15-26 16,0 3-5-16,-3 0-26 0,-1 0-23 0,-2 4-13 16,2 0-10-16,13 0-15 0,-6 0-17 15,-18 11-27-15,16-3-11 0,3 0-3 0,2 2-7 16,1 1-3-16,3 4-14 0,3-3-7 16,3 5-5-16,1 0 1 0,2-6-4 0,0 3 8 15,20 22-4-15,-8-15 3 0,1-1-24 0,4-1 0 16,2 1-8-16,3 2 9 0,-2-1-3 0,7 3-5 15,0-4 5-15,-3-1-6 0,-2 1 17 16,-1 1-10-16,1-4 4 0,-5-1 12 0,1 3 16 16,-5-4 19-16,-2 1-7 0,-7-4 78 0,-4 0 8 15,0-8-20-15,-28 16-6 0,0-13-1 16,-6 3-27-16,-3-3 0 0,-4-1-14 16,-2 0 0-16,-3-5-15 0,1 3-8 0,0-4-7 15,4 0 5-15,22 0-31 0,-7 0-47 0,-31-10 4 16,32 3-150-16,2-7-64 0,11-1 24 0,7-4-214 15,5 11-72-15,23-23 24 0,-3 14 35 16,9-2 37-16,5-2 45 0,2 0 9 0,5 0 20 16,5-1 12-16,-1 0 2 0</inkml:trace>
  <inkml:trace contextRef="#ctx0" brushRef="#br0" timeOffset="45">1764 4616 502 0,'20'3'374'0,"-6"5"-28"0,-7 0-24 16,-3 2-42-16,-6-2 31 0,2-1-3 0,-11 19-28 15,1-9-21-15,3 2-20 0,-4 0-27 16,2-1-29-16,4 5-26 0,1-2 0 0,4 1-17 16,0-11-19-16,0 5-11 0,21 21-9 15,-6-18-3-15,4-2-8 0,2-4-17 0,0-3 4 16,6-2-7-16,2-4-17 0,-1 0-11 0,-2-4-2 16,-13 0-11-16,24-14-5 0,-18 5 0 0,-1-4 4 15,-4-1 0-15,-3-4 9 0,-4 0-7 16,-7 7-22-16,0-4 6 0,0-3 11 0,-23-18-8 15,7 16-2-15,-3 5-12 0,-5 1 5 0,-2 1-4 16,-3 2 1-16,-3 3-41 0,-1 1 3 16,1 2-105-16,6-2-60 0,1 0-50 0,0 2-39 15,14 0 28-15,6 2-250 0,5 3 44 16,0 0 35-16,20-19-9 0,-3 5 28 16,7 0 49-16,0-1 52 0,3-5-8 0,1-4 39 15</inkml:trace>
  <inkml:trace contextRef="#ctx0" brushRef="#br0" timeOffset="46">2340 4306 827 0,'19'-7'382'0,"-3"0"-72"16,-5 8-38-16,-8 5 98 0,0 3-12 15,0 13-16-15,-3-13-42 0,0 11-32 0,-16 26-27 16,7-19-20-16,4 4-22 0,-1-2-17 16,1 4-25-16,1-1-6 0,1 3-24 0,0 0-12 15,-1-3-9-15,-1 2-59 0,3-3-38 0,-2 2-38 16,4 0 3-16,-1 1-140 0,-3-5-55 15,2-3-43-15,0-4 24 0,-3-1-271 0,0-3 40 16,1-9 33-16,0-2 31 0,-1-4 28 0,1-3 23 16,4 0 26-16,0 0-8 0,-6-26 11 15</inkml:trace>
  <inkml:trace contextRef="#ctx0" brushRef="#br0" timeOffset="47">2660 4333 581 0,'15'-14'488'0,"-1"4"-76"0,-6 4-58 16,0 3-44-16,-3 6-22 0,-4 2-15 0,3 0-13 16,-4 5-32-16,4 9-26 0,0 5-23 15,-3 1-8-15,5-2-33 0,0-2-1 0,1 2-22 16,1-4-7-16,2-4-10 0,0 0-6 16,6-1-10-16,-1-5-12 0,1-3-3 0,4-6 1 15,-11 0-8-15,20-10-2 0,-6-1-17 0,-1-5-3 16,-6-1 6-16,1 3 10 0,1-5 26 0,0 2 12 15,-4 2 9-15,0 3 13 0,-6 2-18 16,-2 3-14-16,3 2-17 0,-4 0-4 0,-3 3 2 16,-2 2-12-16,0 0-9 0,0 0-2 15,12 26 1-15,-8-8-31 0,2 2-37 0,-5 3-45 16,1 3 7-16,4 1-128 0,-3 1-39 0,1-1-72 16,1 0 28-16,0 0-310 0,-1-2 49 15,-3-2 41-15,0-2 44 0,-1-10 34 0,0 1 39 16,-11 17 26-16,7-18 22 0,-3 3 26 0,0-3 12 15,-6 7 38-15</inkml:trace>
  <inkml:trace contextRef="#ctx0" brushRef="#br0" timeOffset="48">815 5591 470 0,'-64'12'373'0,"8"-4"-75"0,9-2-28 0,8-1-31 15,6-3-36-15,20-1-9 0,13-1 17 0,18-10-2 16,14 6-23-16,17-3-3 0,17 2-21 0,12-2-18 16,10 3-24-16,10-3-12 0,9 5-11 0,4-1-25 15,11 3 9-15,-60 0-9 0,30 0-5 16,17 0-13-16,2 0-4 0,0 0-6 0,-3 0-3 15,-3 0-6-15,91 12 12 0,-112-11-19 16,-10 2-1-16,-6 0-3 0,-11-2-112 0,-7-1-76 16,-7 3 15-16,-9-2 15 0,-23-1-384 0,5 0 48 15,-4 0 33-15,-4 0 27 0,5-12 25 16,-7 9 64-16,15-4 12 0,9 3 7 16</inkml:trace>
  <inkml:trace contextRef="#ctx0" brushRef="#br0" timeOffset="49">3270 5715 452 0,'23'2'754'16,"-7"1"-130"-16,-7-3-89 0,-1 0-47 0,-1 0-60 16,1 0-58-16,4-13-58 0,-7 10-28 0,-4-4-33 15,0 2-32-15,1 1-58 0,-1-2-79 16,-1 2-117-16,3 0 2 0,-3 0-260 0,1 0 28 16,-1-1-275-16,0-2 40 0,1 2 38 15,3-12 32-15,2-2 63 0,1 1 7 0,3-6 30 16,9 7 52-16,7-5 13 0,6 3-101 0</inkml:trace>
  <inkml:trace contextRef="#ctx0" brushRef="#br0" timeOffset="50">3773 4649 394 0,'0'-18'534'0,"28"-12"-115"0,-24 19-42 16,-1 3-55-16,-1 1-40 0,1 2-120 15,-2 0-83-15,0 0-94 0,1 2 1 0,-2 2-223 16,1 1-165-16,2 1 23 0,-2 2 28 16,0 1 20-16,9 11 10 0</inkml:trace>
  <inkml:trace contextRef="#ctx0" brushRef="#br0" timeOffset="51">3928 5063 269 0,'-2'20'605'0,"1"-3"-116"0,1-10-57 0,0 0-57 15,0 3-45-15,0-3-39 0,0-2-36 0,0-5-35 16,0 7-49-16,0-7-20 0,0 7-116 16,0-7-93-16,0 0-72 0,0 0 11 0,0 0-330 15,-10 10 13-15,8-11 28 0,3-3 14 0,0 1 24 16,3-3 39-16,10-8 10 0,6 0-3 16</inkml:trace>
  <inkml:trace contextRef="#ctx0" brushRef="#br0" timeOffset="52">4889 5098 415 0,'0'-14'317'0,"4"-9"-44"0,-4 12-18 16,1 3-23-16,1 0 5 0,-2-1-26 15,0-1-22-15,0 0-8 0,0-1-23 0,0 3-22 16,5-7 13-16,-5 8-19 0,0 2-8 0,1-2-13 16,-1 3 0-16,0-2-13 0,0 6-10 0,0 0-2 15,0 0-16-15,0-8 18 0,0 8-21 16,0-6-10-16,0 6 1 0,0 0 7 15,0-6-4-15,0 6-36 0,0 0-3 0,0 0-11 16,-4-8-1-16,3 14 7 0,-6 16-3 16,0 3-1-16,1 2 23 0,-4 7-5 0,-1 1 22 15,0-1-11-15,0 2-5 0,-1-2 16 16,3 3-9-16,0-3-6 0,3-1-7 0,0-1-15 16,2-3 21-16,4 2-11 0,0-19-3 0,0 6 5 15,0 2 6-15,16 17 3 0,-7-21-18 16,5-3 2-16,-2-5 12 0,6-7-2 0,-9-1-6 15,4 0-1-15,23-11-2 0,-14-3 2 0,-3-2-10 16,0 0-17-16,1-2 21 0,-1 2-17 0,-3-3 9 16,4 2 15-16,-3 2 14 0,-4 3-9 15,0 0 9-15,-3 3-12 0,-3 3-4 0,-1 4-4 16,-4 2 3-16,-2 0-3 0,0 0-7 0,0 0 0 16,19 20-10-16,-8-6 17 0,4 3-11 15,0-3 1-15,6 1 16 0,-1-2-22 0,4 1 18 16,1-2-16-16,-2-1 15 0,2 0-7 15,0-3-4-15,-1 1 4 0,0-2 17 0,-2-2 14 16,-7-4 23-16,0-1-1 0,-6 0 5 0,2 0-5 16,16-16 2-16,-15 3 4 0,-1-2-21 0,-5-4 10 15,0-4-11-15,2-4 1 0,-4-2-2 16,-2-2-17-16,-2-3 5 0,2-1-5 0,-2 17-9 16,0-9 11-16,0-2-12 0,-16-31 1 15,13 33-24-15,-3 4-46 0,4 4-63 0,-3 5 12 16,-2 5-143-16,0 8-26 0,7 1-59 0,-16 13 30 15,6 2-258-15,-1 6 45 0,4 0 7 0,0 1 34 16,7-11 49-16,0 5 40 0,14 24 29 16,-2-17 26-16,1-1 41 0,4-3-14 0</inkml:trace>
  <inkml:trace contextRef="#ctx0" brushRef="#br0" timeOffset="53">5752 5438 976 0,'8'0'449'0,"-3"0"-50"0,2-2-63 0,0 0-14 15,7-5-38-15,1-4-29 0,2 2-25 0,1-3-18 16,1-3-28-16,2-1-21 0,-1 1-20 16,3-3-21-16,-2-1-14 0,-1-4-1 0,2 1-12 15,-3 0-9-15,-1 0-5 0,-1-1-14 0,-2 5-12 16,-2-4-7-16,-2 3 3 0,-2 7-10 0,-7 4-9 16,-1 3-7-16,-1 5 0 0,-6 0-12 15,0 5-5-15,-8 5 1 0,-4 2 0 0,-1 7 22 16,2-2 0-16,-1 0 14 0,-2 7 9 15,2-2 6-15,-1 2-6 0,3-1 0 0,2 3-11 16,7-2 9-16,1 5-3 0,4-2-10 0,2-13 0 16,24 19 2-16,-4-13 2 0,4-7-30 15,8 0-29-15,5-2-62 0,6-3 9 16,6-2-115-16,-1-6-70 0,-21 0-55 0,12 0 29 16,49-14-263-16,-35 4 42 0,-4-6 26 0,0-3 60 15,0-4 20-15,1-4 25 0,0-5 52 16,1-6 31-16,3-3 16 0,-2 0-80 0</inkml:trace>
  <inkml:trace contextRef="#ctx0" brushRef="#br0" timeOffset="54">7672 5225 401 0,'13'-16'297'0,"-7"2"-51"0,1-2-15 16,-5-1-23-16,2 0-12 0,-1-2-17 0,-3 5 11 15,0 14-9-15,0-12-25 0,0 2-6 16,0-3-31-16,-12-8-9 0,2 9-2 0,-5 3-29 16,-5 5-4-16,0 4-5 0,6 0 18 0,-7 0-8 15,-30 15 26-15,22-7-1 0,-4 6-11 16,1 1-10-16,1 1 8 0,0 2-10 0,2-1-9 16,5 4-7-16,1-2-6 0,2 0 3 15,5 2-5-15,3 5 4 0,8-4-12 0,5-10-13 0,14 19-4 16,-4-11-3-16,8-4 5 0,6-1-7 15,2-7 13-15,4 0-9 0,-4-2-14 0,8-5 5 16,-18-1-3-16,7 0 0 0,29-13-16 16,-27 4 2-16,-1-4 6 0,0-2-13 15,-4-6-1-15,-4 1 25 0,0-4-16 0,-1 2 15 16,-5 1 23-16,5-1 9 0,-6 4 10 0,3 0 16 16,-5 2 0-16,-2 7-16 0,-3 0 11 15,3 4-18-15,-3-1-3 0,1 0-11 16,-3 3-4-16,0 3-20 0,0 0 14 0,0 1-7 15,-1 2-6-15,-2 1 5 0,-1 10-2 0,-1 1-11 16,1 2 4-16,0 4-28 0,4 1-35 16,0-3-10-16,0-7 5 0,0 5-108 0,16 24-29 15,-11-21-36-15,4-1-33 0,0-1 25 0,-4-4-187 16,-1-1 33-16,-1-6 32 0,0-3 27 0,-3-2 28 16,0-2-70-16,0 0-4 0,3-2 25 0,-2-3 19 15,3-10 21-15,2-1 0 0</inkml:trace>
  <inkml:trace contextRef="#ctx0" brushRef="#br0" timeOffset="55">7905 5196 465 0,'18'-15'331'0,"0"1"-46"0,2 4-20 16,-3 3-19-16,4 2-34 0,-2 3 3 0,-9 2-20 15,2 0 3-15,25 17-50 0,-16-4 6 0,-2 1-28 16,-1 0-3-16,-1 6-2 0,0-4-7 16,-4 1-29-16,4 0-12 0,-4 0 18 0,1-2 0 15,1-2-7-15,-11-2-27 0,2-4-6 0,-1-2-5 16,-1 2-6-16,-3-1 78 0,1-2 4 15,2-2 20-15,-3-2-19 0,-1 0-3 0,0 0-15 16,0 0-16-16,14-20-6 0,-4 4-4 0,0-3-5 16,3-1-16-16,1 4 4 0,-2-2-16 15,0 6-6-15,0 0-20 0,-4 3-2 0,10 6-15 16,-6 3-7-16,2-2-27 0,-6 2-14 0,9 0 3 16,17 11-31-16,-12-3 1 0,1 3-12 0,0-2-8 15,5 0-13-15,-2 2 16 0,3-3 11 16,-1-2 4-16,-3 1 5 0,-1-2 14 15,-1-4 22-15,-13-1-14 0,7 0-4 0,-1 0 31 16,21-15-15-16,-21 7 16 0,0-4 0 0,-3-2 24 16,-1-4-2-16,3 1-3 0,-4-5 14 15,0 1 27-15,-2 1-4 0,0 1 37 16,-3 2 13-16,0 1-2 0,-5 5-10 0,2 3 2 16,-3 8-19-16,0 0 0 0,-13-11-10 0,6 11 6 15,-9 5-6-15,-3 2 10 0,0 3-9 16,3 0-8-16,1 7-4 0,3 0-11 0,-1 4 14 0,8 1-4 15,3 1-10-15,2-10 5 0,16 21-28 16,-2-17-43-16,10 3 6 0,4-1-109 0,4-5-42 16,5 3-57-16,5-7 23 0,1-2-305 15,-2-3 38-15,3-4 35 0,-22-1 30 0,10 0 29 16,43-12-11-16,-31-2 26 0,-5-2 59 0,5-3 26 16</inkml:trace>
  <inkml:trace contextRef="#ctx0" brushRef="#br0" timeOffset="56">9931 5196 593 0,'0'4'286'0,"0"0"-51"0,1-2-11 0,0 0-14 16,-1 3 2-16,2-4-24 0,-1 1 15 0,-1 3-23 15,0-4-9-15,0 2 9 0,0-3-8 16,3 3-18-16,-3-2 32 0,0 0-19 0,0 1 17 16,3-1-3-16,0-1-15 0,1 1-5 0,6-2-10 15,8-3-26-15,5 0-14 0,5-5-7 16,-6-3-8-16,1 1-14 0,0-1-15 0,-1-2 2 15,-3-3-5-15,3-2-12 0,-1-6-12 0,-1 1-3 16,0-1 7-16,-1-3-12 0,-8-1-11 16,3 3 12-16,-2 0-5 0,-3 3-10 0,0-3 9 15,-4 5-1-15,-1 2-13 0,-4 6-18 0,0 13-2 16,0-8 2-16,0 8-7 0,-14-14-5 16,10 15-5-16,-2 2-18 0,-6 10 0 0,-3 4 27 15,2 4-14-15,3 6 11 0,1-3-5 16,-1 5 11-16,6 3-3 0,-4 6-3 0,7-1-6 15,-3 3 21-15,4 2-6 0,0-20 4 0,11 42-4 16,-5-21-18-16,3-2 23 0,-2-1-3 0,2-5 7 16,-5 3 3-16,2-3 17 0,-4-2 1 15,-2-18 20-15,0 9 4 0,-13 27-12 0,1-23 4 16,0-5-8-16,-5-2-4 0,-5-1-1 16,-6-4 4-16,0-1-5 0,-4-6 0 0,-1-2-17 15,-8-1-20-15,1 1-34 0,1-5 5 0,17-2-82 16,-7 0-52-16,-2 0-37 0,-31-14-57 15,37 6 27-15,2-6-290 0,11-1 60 0,11-3 37 16,1 7-21-16,13-18 31 0,3 10 87 0,4-1 3 16,4-1 4-16,4 1 62 0,3-5 0 15</inkml:trace>
  <inkml:trace contextRef="#ctx0" brushRef="#br0" timeOffset="57">10491 5150 589 0,'27'-11'451'0,"-6"1"-81"15,-4 2-47-15,-3 1-49 0,-1 3-32 0,-13 4 60 16,0 0-10-16,8 0-7 0,6 14-24 0,-9 3-29 16,-3 1-18-16,3 7-9 0,1-1-27 15,0 5-18-15,0 0-11 0,-1-4-19 0,3 6-22 16,-4-7-68-16,2 8-48 0,1-3 0 0,-2 0-203 16,0-3-74-16,0 0 27 0,-5 3-260 15,0-17 38-15,0 4 28 0,0-4 29 16,0-2 52-16,0-3 21 0,0-7 11 0,-1 4 67 15,4-8 12-15</inkml:trace>
  <inkml:trace contextRef="#ctx0" brushRef="#br0" timeOffset="58">10824 5075 754 0,'-1'-29'416'0,"1"17"-65"0,0-7-39 0,0 2-86 15,0 1-81-15,0 5-62 0,-10-4-59 16,9 13-54-16,-2 2-18 0,1 5 4 0,4-4-117 15,-1 5-164-15,8 6 23 0,-1-1 22 0,1 2 16 16,1-2 10-16</inkml:trace>
  <inkml:trace contextRef="#ctx0" brushRef="#br0" timeOffset="59">10952 5085 651 0,'1'0'379'0,"-1"-3"-15"0,-1 1-47 0,1 1 2 16,0-3-6-16,-1 4-38 0,3-2-8 0,1 1-33 15,-3 0-3-15,0-2-54 0,0 1-10 16,0 2-32-16,0 5-4 0,0-1-10 0,-3 13-1 16,2 4-25-16,1-10-5 0,0 8-1 15,0 5-3-15,0 1-7 0,0 4-3 0,0-3-13 16,0 2-11-16,9 28-3 0,-4-31 6 0,4-2-15 16,-1-3 10-16,3-2-15 0,1-4-8 0,1 0-8 15,2-4-24-15,4-3-23 0,4-6-14 16,-9-1 5-16,2 0-41 0,27-13-7 0,-18 4-3 15,0-5 12-15,3-4 11 0,-1-1-17 16,2 1 26-16,-3 2 3 0,-3-1 20 0,-4 5 14 16,4-3 2-16,-4 3 28 0,-3 0-17 15,-4 3-1-15,-1 4 3 0,-5 2-10 0,-1 1 6 16,-5 2 15-16,0 0-13 0,8 0 2 0,6 14-1 16,2-4 2-16,-3 1-15 0,8 0 36 15,-3-2-10-15,2 1-16 0,3-2-1 0,-5-1-4 16,2-2-19-16,-2-2 16 0,3-3 10 0,-12 0-28 15,4 0 4-15,3 0 5 0,16-15 9 16,-16 7-15-16,-3-1 11 0,0 0 5 0,-2-2-3 16,1 2 38-16,-4 1 8 0,-2 1-5 0,-3 1-21 15,-2 2 14-15,-1 4 0 0,0 0 33 0,-13-4-1 16,-4 7 10-16,4-2-13 0,-4 6 2 16,3 3-17-16,2 0 20 0,-2 3-10 0,6 1-2 15,0 2-15-15,3 1 3 0,2 3-13 0,3-13 18 16,0 5-10-16,23 15-3 0,-5-13-8 15,-1-4-7-15,2-1-5 0,5-1-1 0,3-1-56 16,-1-6-20-16,-10-1-7 0,6 0 6 0,29-10 13 16,-21 4 4-16,-4-1-5 0,-3-4 19 0,2-1-3 15,-7-2 10-15,6-2-12 0,-5-3 22 16,2-1 3-16,-2-1 6 0,-3-1 31 0,2 0 4 16,-4 0 42-16,2 1-21 0,-4 0 11 15,-1 1-4-15,-2 3 39 0,-3 0-7 0,3 5 2 16,-3-1 23-16,-1 4 0 0,-2 2-17 0,-2 2-10 15,1 0-3-15,-2 2-6 0,2 3-14 16,-2 0-15-16,-2 4 14 0,0 2 9 0,-6 10 1 16,1 0 1-16,2 5-9 0,-7 1 8 0,3 0-9 15,1 2-6-15,4-2 2 0,-2 2 1 0,4-2-15 16,2-3 8-16,0-9-7 0,0 4-1 16,0 1-5-16,18 13 13 0,-8-17-11 0,3-2 2 15,-1-3-1-15,8-3-5 0,-1 0 6 16,-8-3-2-16,5 0 1 0,27-17 1 0,-22 5-5 15,4 0-1-15,-1 2-7 0,1-5 7 16,-3 6 0-16,-3-3 3 0,0 5 4 0,-4-3-8 0,-3 5-4 16,-3 1-17-16,-2 4 3 0,-7 0 0 15,0 0-24-15,23 13-32 0,-16-5-23 16,2 4-40-16,-1 3 11 0,2 0-112 0,-3 1-63 16,4-4 27-16,-1 1-329 0,0-1 52 0,0-3 39 15,-2-2 27-15,-2-2 44 0,0-4 30 16,-1 2 24-16,-1-3 25 0,2 0 21 0,-3 0 26 15,-1 0 5-15</inkml:trace>
  <inkml:trace contextRef="#ctx0" brushRef="#br0" timeOffset="60">3825 6495 649 0,'0'0'379'0,"0"0"-60"16,-13 0-33-16,13 0-33 0,0 0-34 16,0 0-3-16,0 0-37 0,0 0-35 0,-27 15-6 15,27-15-1-15,6 0-36 0,-1-1-7 16,4 0-7-16,11-4 0 0,5 0-12 0,-1 0-11 16,4-2 12-16,-1 2-12 0,0-1-12 0,3-1 1 15,-2-1-29-15,-2 0 14 0,0-2-7 16,-2-1 8-16,-3 3-1 0,-2-4-28 15,-4 1-4-15,2 0 0 0,-3-1-7 0,-4-3 3 16,0 1 1-16,-1 2-3 0,-1-3 3 0,-5 1 8 16,3 2 0-16,-5-1-15 0,0 4 33 0,-1 2-17 15,0-1 7-15,0 3 1 0,0-2 0 16,0 7-14-16,0 0 2 0,0-6 6 16,0 6-12-16,0 0-4 0,0-5 6 0,0 5 12 15,0 0-7-15,-10-7-7 0,9 8 20 16,-3 2-5-16,-2 11-3 0,-1-1 0 0,-3 1-2 15,6 3 53-15,-7 3 0 0,3 0 6 0,-3 5 3 16,4 4 0-16,3-2 9 0,-1 1 4 0,1 3 1 16,-2 2-7-16,2 0 1 0,0 4-1 15,2-1-13-15,-3 1-5 0,5 2 0 0,-5 3 0 16,2-2-15-16,0 1 2 0,-1 0 2 16,2-2-9-16,-2 1-8 0,2-1-29 0,-1 0-36 0,-1 0-27 15,3 0 5-15,-3 0-127 0,4-1-39 16,-6 2-38-16,-2-3 21 0,-1 2-280 0,-5-6 38 15,0-5-22-15,1-8 33 0,-3-1 32 16,4-7 53-16,-2-5 36 0,6-5 21 0,8-2 14 16,-21-12-19-16</inkml:trace>
  <inkml:trace contextRef="#ctx0" brushRef="#br0" timeOffset="61">3790 6974 722 0,'-8'-25'520'0,"-1"-3"-57"0,4 2-39 0,0 2-32 15,5-1-46-15,-1 3-41 0,1 11-34 16,0-5-40-16,13-18-16 0,1 16-27 0,2 1-32 16,2 2-34-16,4 4-43 0,5 1-59 0,1-1-2 15,3 3-84-15,3 0-67 0,2 3-36 0,2 0-70 16,2 3 21-16,-1-6-217 0,6 4-30 16,-4-1 38-16,1-1 29 0,-1 1 24 0,-2-1 40 15,0-3 18-15,3 1 11 0</inkml:trace>
  <inkml:trace contextRef="#ctx0" brushRef="#br0" timeOffset="62">4877 6288 796 0,'-8'-1'354'0,"-1"1"-49"15,-13 1 2-15,-3 7-41 0,-1 0-32 0,-2 3-27 16,1 3 57-16,0 3-24 0,4 2-22 15,-2 5 2-15,0 3-11 0,1-1-8 0,7 2-6 16,0 2-9-16,1-1-16 0,2 3-3 16,5-1-15-16,2 1-12 0,2-3-11 0,5 4-6 15,0-16-12-15,0 5-16 0,12 27-7 0,-2-21-3 16,7-3-17-16,2 0-22 0,3-4-38 16,1-2-58-16,0-2-39 0,7-2 11 0,-5-3-155 15,3-3-36-15,-1-4 23 0,5-3-299 16,-17-2 44-16,26-14 37 0,-14 5 11 0,-5-3 36 15,-2-8 29-15,1-2 23 0,2-1 26 16,-3-6 17-16,0 0 13 0</inkml:trace>
  <inkml:trace contextRef="#ctx0" brushRef="#br0" timeOffset="63">5183 6512 293 0,'2'-9'515'0,"-1"2"-106"0,-1 2-26 0,-3 2-31 0,-1 3-9 15,1 3-20-15,-8 8-24 0,-1-1-16 16,0 5-24-16,-1 2-30 0,4 0-12 0,0 4-20 15,-2 1-21-15,6 0-14 0,4 5-24 16,-2 1-12-16,3-15-7 0,0 6-11 0,0 3-10 16,0 2-3-16,13 21-20 0,-7-24-21 0,1-3-29 15,2-2-12-15,-1-4-5 0,3-3-23 16,-2-4-11-16,3-3-24 0,-12-2-10 0,14 0 7 16,18-15-17-16,-14 1 4 0,-1-1 4 0,-2-3 6 15,5 0 5-15,-4 0 15 0,1-2 6 0,-3 3 5 16,-1-1 53-16,2 3 12 0,-5 2 26 15,0 2-3-15,-3 0 6 0,-1 4-13 0,-1 0 3 16,-1 2-3-16,-1 2-15 0,2 3 5 0,-5 0 6 16,0 0 1-16,0 0 8 0,11 22-8 15,-8-6 4-15,-2 2-7 0,2 4-4 0,-1 2-10 16,0 3 4-16,0 2 0 0,-1 1-11 0,4 0-3 16,-1-3-38-16,-3 6-42 0,0-3 7 15,1 4-158-15,-2-1-49 0,0-18-62 0,0 7 30 16,-11 24-276-16,4-22 42 0,1-7 38 15,1-3 34-15,1-7 51 0,0-7 17 0,3 0 24 16,1-4 24-16,0-3 21 0,2-11 7 0</inkml:trace>
  <inkml:trace contextRef="#ctx0" brushRef="#br0" timeOffset="64">5668 6716 252 0,'18'-20'547'0,"-3"6"-117"15,2 2-77-15,-3 4-46 0,5 5 36 16,-4-1-16-16,-5 4-29 0,6 0-29 0,15 18-15 15,-11-5-14-15,-2 4-28 0,-2 3-24 0,-2 2-16 16,-2 0-20-16,-2 1-12 0,0 4-14 16,-5 0-9-16,-3 7-8 0,-2-20-17 15,-19 33-20-15,2-16-40 0,-6 1-9 0,-3-3-36 16,0-1 0-16,-4-1-109 0,-4-2-50 0,-1 0-53 16,1-3-42-16,-1-7 25 0,6-1-278 0,1-3 39 15,1-6 39-15,10-5 32 0,9 0 32 0,-11-16 29 16,18-1 32-16,1 7 14 0,0-11 11 15</inkml:trace>
  <inkml:trace contextRef="#ctx0" brushRef="#br0" timeOffset="65">6431 6804 940 0,'3'-6'508'0,"-2"-2"-42"0,-2 1-20 15,1 1-22-15,0-2-22 0,1 2-22 16,-1 0-41-16,0 6-53 0,0-9-37 0,22-14-40 16,-3 11-41-16,9 2-59 0,4 2-66 15,8 0-4-15,8 5-182 0,2-2-93 0,1 4 21 16,-1 0-342-16,-28 1 50 0,13 0 46 0,0 0 31 16,35 12 30-16,-42-5 6 0,-6 8 25 15,-8 4 22-15,-8 3 11 0,-4 0-5 0</inkml:trace>
  <inkml:trace contextRef="#ctx0" brushRef="#br0" timeOffset="66">6720 7003 592 0,'-40'12'530'0,"4"2"-60"16,6-5-41-16,2-2-14 0,2 2-43 0,2-4-23 15,3 3-41-15,6-4-31 0,6-1-35 0,9-3-24 16,0 0-37-16,32 1-30 0,-17-1-45 16,16 0-91-16,10 0-2 0,61-9-198 15,-38 2-85-15,2 2 24 0,1-1-271 0,1-4 66 16,5 0 34-16,-6-3 29 0,4-2 24 0,-1 1-13 15,-2 0 54-15,-1 0 9 0,4 1 7 16</inkml:trace>
  <inkml:trace contextRef="#ctx0" brushRef="#br0" timeOffset="67">8282 6418 539 0,'0'-15'361'0,"0"15"-58"0,14 0-46 15,-14-14-31-15,0 14-7 0,0 0-4 0,0 0 27 16,2 7-52-16,-13 10 6 0,-3 5-29 0,1-3-18 16,-3 7 12-16,-3 0-16 0,-1 3-16 15,-3-1-23-15,3 4-5 0,-1-6-15 0,-2 5-6 16,2-2-11-16,1-2-1 0,-1-1 2 0,2-1-14 16,0-2-1-16,0-3-6 0,6-2-7 15,-3-2-3-15,4 0-4 0,1-2 2 16,3-5 6-16,4-2 14 0,1-4-4 0,1-1-6 15,2-2-18-15,4 0 3 0,0-2 14 16,2 1-22-16,12-3-8 0,3 1 13 0,4-2-18 16,2 2 11-16,5 0-2 0,1 0-14 15,-1 1 9-15,4 0-7 0,-1 1-6 0,0 0 16 16,0 0-26-16,0-1 4 0,-1 1 18 16,2 0-20-16,-1-1 5 0,-4 1 4 0,-1-2-8 15,-6 1-12-15,-1 0-2 0,-3-2 20 0,-4 2 1 16,-2 0-3-16,-4-1-11 0,-3-1 3 0,1 0 11 15,-3 1 0-15,-2 0-8 0,0-4 17 16,-1 2-6-16,-1 0 9 0,1-1 1 0,-1 0 6 16,-1-3 4-16,0 0 7 0,0-2 6 0,0 0 13 15,0 0-4-15,0 2 16 0,0 1 5 16,0 1-10-16,0 7 0 0,0-7 2 0,0 7-6 16,-12-14-11-16,12 9-8 0,0 3-5 15,0 1-1-15,-1 1-16 0,-1 1 4 0,0 1 12 16,-3 3-1-16,4-1 11 0,-5 15 7 0,-2 3 4 15,0 1-3-15,-1 3-5 0,4 3 9 0,-2 0-15 16,3 1 0-16,0-1 1 0,1 4 5 16,1 1-15-16,2 0 10 0,0-18-9 0,0 6-10 15,0 6-36-15,0-1-41 0,14 32-57 16,-8-30 12-16,-3-1-185 0,-1 1-47 0,-2-3 29 16,0-15-293-16,0 6 55 0,-9 12 41 15,3-14 47-15,5-7 34 0,1-4 23 0,0-4 23 16,4 0 64-16,-1-1-14 0,1-5 52 15,8-3-18-15</inkml:trace>
  <inkml:trace contextRef="#ctx0" brushRef="#br0" timeOffset="68">9032 6745 645 0,'4'-12'537'0,"-1"3"-83"0,1 3-38 0,-2-1-49 0,2 3-46 15,-4 0-50-15,1 3-15 0,0 1-6 16,1 1-6-16,-2 3-12 0,1 2-26 0,1 15-9 16,1 1-19-16,0 5-16 0,-1 2-20 15,2 1-11-15,0-1-14 0,-1 2-16 0,3-2-1 16,-2 0-6-16,1-1-12 0,1 0-12 0,1 1-4 16,-3-3-7-16,2-4-2 0,-4-2-8 15,-1-4-1-15,2 1-6 0,0-5-8 0,-3-4-3 16,0-1 10-16,0-2-13 0,4 0-1 15,-4-5 1-15,-2 2 10 0,2-5-20 0,2 0 3 16,-2-2-4-16,3-11 8 0,3-1-14 0,4-4 10 16,-1 1-10-16,1 1 3 0,2 0-8 0,0 2-10 15,2-1 4-15,0 2 11 0,2 1-11 0,-2 1-4 16,1 4 10-16,-2-2-5 0,-1 4 1 16,1-1 3-16,-5 2-4 0,0 4-1 0,1-1-8 15,-4 3 1-15,-5 1-4 0,0 0 26 16,8 0-6-16,11 21 8 0,-12-8 10 0,1 3-3 15,0 6-9-15,-5-2 1 0,2-2 11 0,1 5-16 16,-2-1 8-16,1-2 4 0,-1 1-10 16,2 1-30-16,-2-2-41 0,0 0-44 0,-3-3-58 15,1 4 14-15,-2-12-142 0,0 1-82 16,0 0 32-16,-11 7-263 0,6-13 56 0,4-1 42 16,-3-2 9-16,4-2 34 0,-2-2 71 0,5-1 20 15,6-10 33-15,2-6 9 0,5 1 26 16,-2-5 48-16</inkml:trace>
  <inkml:trace contextRef="#ctx0" brushRef="#br0" timeOffset="69">9564 6539 299 0,'-9'-11'377'0,"2"3"-60"16,3 1-27-16,-2 0-25 0,4 4 5 0,-4-2-15 15,3 1-29-15,2 0-18 0,-1 2-6 16,0 0-22-16,1-3 6 0,-1 3-7 0,0-1-27 16,0-2-5-16,1 3-6 0,1-3-18 0,-1 2 8 15,1-1-17-15,0 1-2 0,0 1-9 0,0-4-13 16,0 5-9-16,0-4 5 0,0 5 12 15,0 0-14-15,0 0 10 0,0-5-5 0,0 5-10 16,0 0-6-16,0-7 0 0,0 7-4 0,0-8-11 16,0 8-7-16,0 0-4 0,0-7-6 0,11-3-2 15,-8 7-4-15,0 0 0 0,2 1-17 16,-3 0 1-16,3-2 10 0,7-3-5 0,-1 2-14 16,1-2 4-16,1 0 2 0,-1 4-6 15,4-4 5-15,-2 4-5 0,-3-1 3 0,4 1-15 16,-2 1 13-16,-2-1-15 0,-1 3 3 0,0-2 5 15,-2 2-1-15,-8 0-7 0,7 0 5 0,-7 0 0 16,25 12-1-16,-18-4-5 0,-3 1-5 0,-3-2 11 16,-2 3-8-16,1 1 11 0,-15 16-8 15,5-12 10-15,-4 3-5 0,-3-2-5 0,0 1 7 16,1 0-4-16,-1-6 8 0,2 3-7 16,1-5-4-16,1 4 0 0,3-2 0 0,-4-3-6 15,7-2-3-15,3 1-6 0,2-2-3 0,-1 0 5 16,2-1 4-16,1-4 3 0,0 0 8 15,0 8 0-15,19 9-10 0,-5-4 15 0,0-4-12 16,3 1 4-16,-2 0 2 0,2 0-9 0,-2 1 5 16,1-1 1-16,-2 0-11 0,0 1 15 0,-3-1 1 15,-3-2 1-15,-3-1-3 0,0-2 11 16,-2-1-8-16,-3-4 0 0,0 0 0 16,0 0 3-16,-23 19-9 0,5-13 2 0,-3-3 1 15,-2 2-12-15,-2-3-27 0,1 0-7 0,-3-2-12 16,4 2 5-16,-4-2-78 0,13 0-44 0,-4 0-36 15,-1 0-39-15,0 0 27 0,-17-11-192 16,19 3-85-16,6-4 35 0,5 5 35 0,3-1 29 16,3 8-5-16,0 0 26 0,19-18 69 15,-4 10-1-15,2 0-1 0</inkml:trace>
  <inkml:trace contextRef="#ctx0" brushRef="#br0" timeOffset="70">10120 6959 620 0,'0'3'437'0,"-5"-2"-56"0,2 1-50 16,1 0-5-16,-1-2-21 0,2 3-5 0,0-1-37 16,1-4-26-16,2 4-29 0,3-4-22 15,11-1-34-15,4 3-5 0,-8 0-11 0,35-7-14 16,-12 5-16-16,2 0-17 0,4 0-24 16,7 2-8-16,-2-1-107 0,3 1-57 0,-2 0-42 15,-3 0-47-15,-22 0 18 0,12 0-219 0,2 0-68 16,-2 0 29-16,1 0 18 0,-1 0 26 15,-7 0 26-15,24-12 33 0,-36 10 28 0,-4 1 5 16</inkml:trace>
  <inkml:trace contextRef="#ctx0" brushRef="#br0" timeOffset="71">10533 6768 642 0,'-10'-12'440'0,"2"1"-74"16,2 4 3-16,-2 2-31 0,3 0-31 0,0 0-37 16,4 2-28-16,-2 1-37 0,2 0-34 15,-1 1 4-15,1 2-26 0,1 2-7 0,0 0-1 16,0 3-20-16,0 1-6 0,4 15-2 16,-4-10-11-16,0 7 3 0,6 27-11 0,-3-16-14 15,-3 3-3-15,0 1-12 0,0-18 2 0,0 7-10 16,0 6-53-16,0 1-33 0,0 3 1 15,0 2-72-15,0 0-56 0,0-4-46 0,0 3-44 16,0-3 23-16,0-1-278 0,5 23 37 0,3-36-7 16,-2-3 32-16,3-5 26 0,0-6 28 0,0 0 91 15,-9-3-5-15,15 0 4 0</inkml:trace>
  <inkml:trace contextRef="#ctx0" brushRef="#br0" timeOffset="72">10997 6861 582 0,'-9'-7'386'0,"3"2"-66"16,1-1-7-16,-1-8-24 0,3 5-26 15,0-1-29-15,3 2-29 0,0 8-22 0,0-8-21 16,17-8-21-16,-2 7-8 0,-1 3-17 0,4 3-12 16,1 2-17-16,2 1-17 0,-11 0-7 15,5 0-7-15,22 15 2 0,-16-3 6 0,-6 0-7 16,2 7 3-16,-7 0-8 0,-1 3-7 16,-5 3-3-16,-4 1-18 0,0-14-1 0,-18 27 27 15,7-17-4-15,-3 2-6 0,2-3-7 0,-5 0 28 16,2-2 5-16,-2-2-4 0,2 2-10 15,-2-4 4-15,-1-1 10 0,7-1-6 0,1-4 11 16,2 0 6-16,3-2 4 0,1-3 2 0,0 0-6 16,2-1 0-16,0-2-11 0,2-1-4 15,0 0-7-15,0 0-6 0,12 4-4 0,-3-4-8 16,11 1-6-16,3-1-6 0,0 1-4 0,-10-1-2 16,6 0-9-16,4 0-24 0,2 0-18 15,0 0-38-15,25-10 8 0,-30 5-93 0,-2 2-26 16,1-1-41-16,-7 1-37 0,-1 0 24 0,-2 0-224 15,0 0 38-15,3-2-79 0,-3-2 33 16,-4 1 32-16,1 1 63 0,-2 1 9 0,8-5 23 16,-2-1 15-16,-1 1 1 0</inkml:trace>
  <inkml:trace contextRef="#ctx0" brushRef="#br0" timeOffset="73">11641 6817 360 0,'3'-2'497'0,"-1"0"-104"0,-2 1-54 16,3 2-46-16,-3 1 41 0,0 0-21 0,-1 1 0 16,1 4-26-16,-3 12-30 0,3-11-27 0,-6 22-18 15,3-8-24-15,3 0-12 0,0 2-16 16,0 2-25-16,0-13-7 0,0 3-7 0,0 4-12 16,0-2-5-16,10 23-13 0,-8-24-15 15,0-2-1-15,1-2-19 0,-2-5 5 0,0-1-9 16,-1 0 6-16,2 0-19 0,0-3 6 0,-1-2 3 15,2 0-4-15,0-2-18 0,3-3 7 0,9-4-4 16,1-2-11-16,1-6 4 0,3-2 0 16,-4-1-3-16,2-2-3 0,1 0 0 0,0 3-2 15,0-1-12-15,-3 2 15 0,-2-1-2 16,1 0 5-16,0 5 3 0,-4 0-4 0,-6 3 8 16,2 4-8-16,-4 0 8 0,3 1-7 15,-3 1-3-15,1 3-9 0,0-3 0 0,-4 3 14 0,0 0 5 16,0 0 1-16,6 13 0 0,-6-8 7 15,6 14-6-15,-5 0-16 0,5-1 19 0,-2 1-14 16,6 3 5-16,-1-1-10 0,0 0-11 16,5 1-32-16,-1-2-31 0,0 1-38 0,3-4-43 15,4 0 15-15,-5 1-116 0,2-1-24 0,-3-3-47 16,3-5 27-16,0 0-278 0,-2-4 40 0,-3-2 37 16,-2-3 35-16,-10 0 32 0,17 0 36 15,16-14 26-15,-9 5-1 0,-2 1 19 16,0-8 36-16</inkml:trace>
  <inkml:trace contextRef="#ctx0" brushRef="#br0" timeOffset="74">12587 6919 1020 0,'-2'2'375'0,"-3"-2"-50"0,2 3 3 16,0-2-10-16,1 1-37 0,-1-2-20 15,1 1-20-15,1-1-14 0,-2 3-25 0,-1-2-18 16,4 0-14-16,3-1-28 0,1 1-16 15,0 1-6-15,15-2-8 0,6 3-15 0,5-1-13 16,1 0-42-16,4 1-21 0,6 0-37 0,4 0 2 16,4-2-86-16,0 2-36 0,2-2-33 0,-27-1-42 15,15 0 18-15,3 0-227 0,0 0-48 16,2 0 34-16,35-14 12 0,-48 7 26 0,-2-1 49 16,-5-1 30-16,-6 0 15 0,-5 1 7 15</inkml:trace>
  <inkml:trace contextRef="#ctx0" brushRef="#br0" timeOffset="75">12951 6767 560 0,'-15'-7'397'16,"4"1"-20"-16,2 4-29 0,1-1-46 0,0 1-37 15,5 0-16-15,-1 2-16 0,0-3-31 16,1 3-22-16,3 0-37 0,0 0-4 0,0 0-9 15,-3 11-2-15,3-4-9 0,3 12 6 16,-3-8-16-16,7 24-21 0,-1-10 18 0,2 0-20 16,-1 3-6-16,-1 1-18 0,0-4-13 0,-2 2 8 15,5 2-8-15,-5-2-56 0,1 3 0 16,1-1-75-16,-5 1-29 0,2-1-52 0,0-1-41 16,2-3 19-16,-4-4-265 0,1-5-17 0,0-4 22 15,0-2 31-15,5 2 26 0,-1-7 27 16,4-4 59-16,-1-1 15 0,-9 0 5 0</inkml:trace>
  <inkml:trace contextRef="#ctx0" brushRef="#br0" timeOffset="76">13488 6831 376 0,'-5'-8'366'0,"4"2"-52"0,-3-1-31 16,2 0 4-16,1 1-40 0,-2 2-10 0,3-3 1 15,-3 4-51-15,2-3-1 0,0 3-23 16,1-2-15-16,-2 0-18 0,0 1-13 0,2 1-14 16,-3-1 36-16,3 3-10 0,-1-3-20 15,0 1 14-15,1 0-5 0,0 1-17 0,-2 0-3 16,2-1-3-16,0 2-7 0,0-1-5 15,-1-2 1-15,1 4-18 0,0-3-4 0,0 0 1 16,0 3-13-16,0 0-9 0,0 0 0 0,0 0-6 16,0 0 4-16,0-7-11 0,0 7-8 15,0 0-5-15,12-12 14 0,-12 11-3 0,2-1 5 16,1 1-10-16,-2-3-1 0,2 2-9 0,3 0 1 16,-2-2 1-16,2 3-1 0,8-4-8 0,-1 2 2 15,4 0-1-15,2 1-12 0,0-1 14 16,-10 3-4-16,9 0 7 0,0 0 0 0,20 12-7 15,-19-5 6-15,-2 0-11 0,-2 3-3 16,1-1 2-16,-6 3-2 0,3 1 2 0,-3 1 8 16,-3 1-7-16,-3 2 2 0,-2-4 0 0,-2 0-12 15,0-3 16-15,-14 20-2 0,0-11-3 16,-1-2-3-16,-1 1 6 0,3-3 3 0,-3 0-1 16,1-4-4-16,1 0 4 0,3-2 0 0,2-4-3 15,1 1-9-15,2-2 18 0,2 1-17 16,1-1 8-16,0-2-11 0,1 1-1 0,2 0 15 15,0-3-3-15,0 0-1 0,0 0 6 0,21 19-2 16,-3-9-13-16,2-2 13 0,1 1-11 0,3 3-3 16,1-1 18-16,-3 0-12 0,0 1-2 15,1 0 8-15,-2 0-2 0,0-2-3 16,-4 2-1-16,-4 0 2 0,-3-1 2 0,-1 0-14 16,-7-1 11-16,-2-10 12 0,0 11 0 0,-23 10 2 15,5-13-7-15,-3 6 5 0,-6-6 0 16,0-1-2-16,3 3-7 0,-1-2 0 15,-3 1 8-15,1-1-1 0,2-2-11 0,8-1 18 16,-2 1-5-16,3-4 3 0,4 2-6 0,3-2-13 16,0-1 7-16,3 1-24 0,-1-2-27 0,6 0 5 15,-4 0-128-15,5 0-56 0,0 0 22 16,0 0-332-16,-4-6 24 0,4 1 40 0,0 2 6 16,0-2 34-16,-3-2 70 0,1 3 24 15,6-1-4-15,-3 0 10 0,8-8 48 0</inkml:trace>
  <inkml:trace contextRef="#ctx0" brushRef="#br0" timeOffset="77">8100 7910 371 0,'0'0'305'0,"0"0"-52"0,0 0-39 16,0 0-26-16,0 0-26 0,0 0-21 0,0 0-14 15,16-11-8-15,7 2-4 0,7 2-10 16,1 0 5-16,4 1-16 0,6-1 4 0,6 0-17 15,5 0-11-15,15-1 3 0,5 2 2 16,10 0-12-16,0 1-17 0,8 1 5 0,3 0-3 16,8 4-22-16,3-2 11 0,6-2 3 15,2 2-17-15,-51 2-4 0,31 0 4 0,21 0-11 16,7 0-4-16,8 0 7 0,130 12-5 0,-124-8-3 16,2-1 13-16,-2 3 6 0,4 2 4 15,-5-1-16-15,4-2-6 0,-7 0 6 16,-2 2-3-16,-5 3-1 0,-3-3 13 0,-8-2-16 15,-2 0-5-15,-4 2 4 0,-5-4 16 0,-5 0-4 16,0 0-8-16,-5-1-9 0,-5 1 18 0,-5-1-23 16,-4-1 18-16,-5-1-10 0,-8 1 6 0,-3 1 28 15,-32-2-8-15,11 0 0 0,5 0 6 16,-2 0 6-16,2 0 20 0,-7 0-8 0,-1 0-5 16,-1 0-4-16,-5 0-7 0,-1 0 39 0,23-11 7 15,-33 10 5-15,-6 1-9 0,-14 0 8 16,11 0-22-16,-4 0 2 0,-1 0 9 0,-6 0-12 15,10 0-12-15,-10 0-24 0,7 0-9 16,-7 0-4-16,0 0-77 0,0 0-34 0,9-4-17 16,-10 4-36-16,0-1-40 0,1-2 17 15,0 3-164-15,0-2-138 0,0 2 35 0,2-3 19 16,2-1 61-16,8-4 7 0,6-6 29 0,3-1-7 16,0 3 40-16</inkml:trace>
  <inkml:trace contextRef="#ctx0" brushRef="#br0" timeOffset="78">15506 6791 634 0,'0'-16'187'0,"14"16"-5"0,0-30-8 0,-13 23-25 16,0-3-11-16,-1 5-2 0,0-2-12 0,2 2-16 16,-1-3-22-16,-1 0 6 0,0 2-7 15,1-1-4-15,1-1-9 0,-2-9 0 16,0 4-9-16,2 2-3 0,-2 3-14 0,0 0-2 16,0-2 3-16,-11-8-10 0,4 7 2 0,-2 1-10 15,-1 3-3-15,-2-1-5 0,-5 0 0 0,0 4 3 16,-4 2-4-16,-1 0 6 0,10 2 0 0,-7 0 14 15,-29 16 1-15,22-8 12 16,-1 1-16-16,1 1 3 0,3 2-3 0,-1-1-11 16,3 3 10-16,2-1-18 0,1 1 9 0,4 0-7 15,2-2-6-15,2-1 22 0,6 0-18 16,2-3-4-16,2-8 9 0,0 7-9 0,19 6 1 16,-4-6-1-16,5-6-21 0,3-1 1 15,-12 0-5-15,7 0-1 0,30-14 1 0,-21 4 0 16,-5 0-4-16,1-2 13 0,-2-3-7 0,-1 1 21 15,-1 2-2-15,1-1 31 0,-4 2-6 0,-1-2 6 16,-2 4 6-16,-5 3-20 0,1 2 2 0,-9 4-11 16,0 0 2-16,14 13 19 0,-10 6 25 15,-1 7-21-15,-1 5 25 0,-2-13-8 16,0 9 19-16,0 10-1 0,-12 51 2 0,6-30-14 16,-1 0-9-16,0 6 11 0,1 0-10 0,-2 6-4 15,1-1 6-15,-3-4-5 0,3 1-18 16,-1-4 5-16,-1-3-9 0,-4-2 7 15,0-2 2-15,-2-3 3 0,-1-5-3 0,-4-5 10 16,1-5-2-16,0-4-9 0,-2-3-9 0,3-5 10 16,2-6 13-16,-3-3 4 0,-1-2-1 0,3-6-7 15,-2-7-3-15,12-1-7 0,-16-13 5 16,13-3-8-16,2-5-7 0,4-5-5 0,2-5 2 16,2 13-3-16,0-14-6 0,18-41-8 0,-3 25-3 15,4-2-2-15,7-1-10 0,1 0 4 16,1-1-9-16,6 4-5 0,1 0 5 0,1 5-24 15,2-3 0-15,0 5-18 0,2 2 8 16,3 0-17-16,2 3-10 0,3 0 6 0,-4 3-24 16,4 1 1-16,-5 0-5 0,2 1-9 0,0 4 0 15,-3-2 10-15,1 2-6 0,-2 1-3 16,-1 1 8-16,1 0 9 0,-5 0 17 0,-5 3 0 16,3 1 6-16,-6-2 0 0,-2 4 15 15,0-1-9-15,-3 1 8 0,-5 2 24 0,1 3-7 16,-1-3 1-16,0 5 13 0,-4-5 11 15,-1 5 4-15,-3 0 19 0,-1-3-21 0,-1 6 7 16,1-1 8-16,-5 2 26 0,-3 0 8 0,4 3-29 16,-2 0 22-16,-3 2 9 0,2-1-27 15,-1 0 18-15,2 1-28 0,-3 2 21 0,1-2-19 16,0 1 26-16,1 1-31 0,-4 2 3 16,0 1 15-16,-4 1-3 0,-3 6 40 0,-7 8 2 15,0 0 17-15,0 7 21 0,-5 1-6 0,0 6 9 16,1 0-2-16,1 2-7 0,-2 2-9 0,4 0-8 15,-2-2 2-15,8 3-4 0,1 0 2 16,3-1-7-16,6-3 7 0,0 1-12 0,1-16-4 16,19 26-6-16,-4-17 0 0,7-1-4 15,-2-1-10-15,5-7-4 0,-1-2 3 0,3-3-14 16,1-3-11-16,2-4-5 0,1-1-8 0,-17-4-16 16,29-9-10-16,-14-3-7 0,-1-1-8 15,-3-4-10-15,-1-3-3 0,-3-2 1 0,0-1 5 16,-3 0 8-16,-1-1-1 0,-2 1 4 0,-3-3 8 15,0 3-19-15,-1 0 20 0,-3 0 11 16,0 0-8-16,-1 6 16 0,0 1 0 0,-4 3 19 16,1 4-16-16,3-2 5 0,-3 4-4 0,-4 0 4 15,2 3-4-15,0 1-8 0,-2 3 7 16,0 0-2-16,-3 3 12 0,2 1-2 0,-7 11 13 16,3 2 6-16,-4 0 3 0,3 3 1 0,-1 1 3 15,1 0-7-15,2 1-2 0,1 0-4 16,0 1 2-16,1-4 1 0,0 0-8 0,2-10 8 15,0 4 1-15,12 15-14 0,-4-18 14 16,2 1 0-16,4-2-8 0,3 0-4 0,5-5 12 0,-2-2-11 16,-8-2-3-16,4 0 4 0,24-20-10 15,-16 9 5-15,-4-3-6 0,2-5 3 0,-1 4-3 16,-1-3 3-16,0 1-1 0,0 0-6 0,-5 2 10 16,-2 2-9-16,0 2 0 0,-3 2-9 15,-3 3-1-15,-2 6 3 0,-5 0 1 0,1 8 11 16,-4-1 2-16,-3 10-2 0,0 2-7 15,-2 1 12-15,1 2-4 0,1 2 2 0,-3 1 7 16,4 5-16-16,1-6-13 0,0 2-35 0,3-1-57 16,1-12 10-16,0 6-122 0,0 2-47 0,0 1-50 15,0-2 27-15,0-4-266 0,10 8 30 16,-6-19 41-16,1-3-4 0,2-4 36 0,-2-2 70 16,9-8 47-16,4-4 0 0,-1-7 11 0,3-2-3 15</inkml:trace>
  <inkml:trace contextRef="#ctx0" brushRef="#br0" timeOffset="79">17693 6846 1061 0,'19'13'366'0,"-4"2"-33"15,-2 6-46-15,-4 2 12 0,-5 2-24 0,0 4-30 16,-4-13-18-16,0 7-24 0,0 6-32 16,-17 30-10-16,2-26-19 0,-2 0-64 0,-5 1-8 15,-6-1-97-15,-7-2-43 0,-4 1-52 16,-5-4-55-16,-3 0 17 0,-4-5-216 0,-4-4-50 15,-5-2 31-15,-6-2-25 0,-7-8 42 0,-5-2 24 16,-6-4 13-16,43-1-17 0</inkml:trace>
  <inkml:trace contextRef="#ctx0" brushRef="#br0" timeOffset="80">14635 6064 383 0,'6'-38'305'0,"2"4"-12"0,-4 0-28 15,4 0-32-15,-7-2 7 0,7 5-32 16,-6 2-6-16,3 0-14 0,-1 0 19 0,2 5-55 16,-3 5-11-16,5 1-19 0,-6 4 11 0,-2 6-20 15,3 2-24-15,-2 4-18 0,-2 5-10 16,1 5 15-16,-3 15-12 0,3-7 27 0,-11 50-8 16,2-12 24-16,-1 11-7 0,-4 7-7 0,-2 10 9 15,0 7-11-15,-4 9-14 0,3 9 7 16,-1 3 12-16,0 10 2 0,1 1 14 0,-1 5 9 15,6 2-5-15,1 8-14 0,5-3 4 16,-2-2-11-16,4-3-1 0,1-5-19 0,0-5-7 16,-1-6 1-16,3-9-8 0,-2-7-12 15,1-7-7-15,-2-5-21 0,-2-10-28 0,-1-3-45 16,1-6-29-16,-1-6 6 0,1-8-137 0,-2-7-25 16,1-6-30-16,0-9 23 0,-2-4-208 15,-1-3-66-15,0-8 40 0,3-12 35 0,7-2 37 16,-9-11 33-16,4-11-7 0,3-5 43 15,2-5 14-15,0 11 9 0</inkml:trace>
  <inkml:trace contextRef="#ctx0" brushRef="#br0" timeOffset="81">17929 6794 304 0,'0'0'426'15,"0"0"-98"-15,0 0-32 0,0 0-41 0,0 0-44 16,19-11-27-16,8 2 1 0,-2 3-56 0,14-2 5 16,3 4-61-16,12 0-46 0,-2 0-77 0,4 1-49 15,1 3 8-15,-1-3 9 0,-1 1-336 16,-4-3 24-16,-6 4 64 0,-2 1 6 0,-26 0 8 16</inkml:trace>
  <inkml:trace contextRef="#ctx0" brushRef="#br0" timeOffset="82">18355 7074 589 0,'-23'12'446'0,"2"-5"-78"0,2 3 11 0,5-4-16 15,4 0-24-15,4-3-28 0,3-1-59 16,8 0-20-16,2-2-34 0,18-2-18 16,-9 2-14-16,12 0-38 0,2 0-57 0,5 0-7 15,2 0-118-15,5 0-58 0,5 0-64 0,49-12 17 16,-45 10-291-16,-1-1 34 0,-2-4-36 0,-4 0 29 15,0 2 26-15,-5-2 28 0,-1 0 13 16,-4-1 1-16</inkml:trace>
  <inkml:trace contextRef="#ctx0" brushRef="#br0" timeOffset="83">19652 6639 299 0,'0'0'362'0,"-13"0"-47"0,13-13-23 15,0 13-11-15,-20-24-20 0,18 18-19 16,-1 0 18-16,2 1-45 0,-2 2-24 15,1-1 10-15,1 1-30 0,1-1-20 0,0 2-6 16,-3-2-12-16,2 2-33 0,1 2-11 0,0 0-1 16,-2 0 2-16,1 5-7 0,1 1 10 0,-4 15 18 15,-3 3 3-15,3 5 1 0,-3-2-15 16,4 1 18-16,-1 3 1 0,2 1-19 0,2 2-8 16,0-19 0-16,0 8 5 0,0 5-15 0,11 30 1 15,-5-33 2-15,2 1-13 0,-5-2 5 16,7-3 1-16,-3-4-8 0,1-1 18 0,-3-1-13 15,1-5 14-15,0-4-4 0,1-1-5 0,-2-4 6 16,1-1-7-16,-6 0-7 0,14 0-8 16,15-20-5-16,-12 4-8 0,1-1 18 0,1-2-8 15,1-4-25-15,4-5-10 0,-2 2 2 16,1 2 6-16,-3-1-6 0,0 5-11 0,-5 2 5 16,5 0-6-16,-4 2-12 0,-2 4-12 0,-1 1 10 15,-4 0-10-15,-2 3-4 0,1 5 9 16,-4 2 0-16,0-2 5 0,-4 3-5 15,0 0-2-15,0 0 10 0,20 23 5 0,-12-7-1 16,-3 1-3-16,-1 2 11 0,0 1-17 0,1 4 29 16,0-1-13-16,-2 2-4 0,-1 0-7 15,5 0-4-15,-5 0 7 0,2 2-9 0,-2 1 22 16,3-7-6-16,-2-1-23 0,-1 0-35 16,0 1-36-16,-1-1-57 0,0-3-51 0,0 0 18 15,-1-10-169-15,0 2 32 0,0-2-278 0,0 1-23 16,0-8 51-16,-11 14 57 0,11-16 31 15,0 0 34-15,0-4 31 0,5-9 36 0,5-2 22 16,3-3 40-16,4-2-13 0,2-2 28 16</inkml:trace>
  <inkml:trace contextRef="#ctx0" brushRef="#br0" timeOffset="84">20379 6411 212 0,'-11'-12'370'0,"3"8"-51"0,4-4-19 16,-2 5-45-16,4-2-6 0,-3 1-14 15,2 1-3-15,1 1-6 0,1 2-46 0,-3-5 15 16,4 4-35-16,-2 0-11 0,1 0-18 0,0-2 5 15,-2 0 0-15,2 2 20 0,1 1-9 0,-1-2-1 16,-1 2-10-16,0-1-13 0,2-1 0 16,0 2-7-16,0-2-4 0,0 0 6 15,0 0-4-15,0 1-13 0,0-1-2 0,0 2-13 16,0 0-3-16,0 0-5 0,0 0-8 0,0 0 1 16,0 0-11-16,0-7 2 0,0 7-8 15,0 0-7-15,0 0 8 0,0 0-5 0,0 0-12 16,0-8 5-16,0 8 1 0,2-5-6 15,0 3-6-15,-1 1 13 0,-1-2-11 0,0 2 6 16,1 1-18-16,-1-2 2 0,3 1-1 0,-3 1-7 16,1-1 12-16,0-2-18 0,1 3 5 15,0-3-6-15,1 2 13 0,2 0-19 0,0-2 4 16,-1 1-2-16,1 0 6 0,11-2 4 0,0 0-7 16,0-1 1-16,2 1 1 0,-1 4-17 15,-8 0 10-15,5 0 0 0,-1 0-14 0,16 10 11 16,-16-3-17-16,0 1 4 0,-4 0-5 0,0 3-16 15,-3 1 10-15,-6-2-2 0,0-1-5 0,0 2-10 16,-15 20-3-16,4-15 11 0,-1 1 4 16,-1 0-1-16,-1-3 4 0,2-3 6 0,2 5-4 15,-1-8-6-15,3 1-6 0,-1 0-11 16,8-1 16-16,-3-3-2 0,4 4-1 0,0 0 3 16,0-9 17-16,0 12-3 0,14 20-5 0,-6-16-5 15,2-1 10-15,-1 1 10 0,4 0 6 16,-2-1-6-16,-1-2 5 0,0 1-8 0,-1-2 17 15,-2-5-2-15,-3 0 6 0,1-3 1 0,-3-1-2 16,0 0 3-16,-2-3 3 0,0 0 9 16,0 0-4-16,-24 7-7 0,3-5-1 0,7-2 0 15,-8 0-2-15,-6 0-32 0,0 0-43 16,-4 0 5-16,1 0-170 0,-1 0-71 16,-1 0 28-16,-1 0 25 0,-23 8 25 0,46-8-293 0,-2 0 39 15,5 0 36-15,-2-12 12 0,15 7 30 16,16 0 24-16,7-4 44 0,4 1 21 0,9 1 51 15,3-5 8-15</inkml:trace>
  <inkml:trace contextRef="#ctx0" brushRef="#br0" timeOffset="85">16372 7749 477 0,'-30'-2'307'16,"16"2"-75"-16,-3 0-19 0,-24-8-22 0,27 6-24 15,1 0-8-15,3 0-3 0,1 1-14 0,3-2-11 16,0 2 12-16,2 0-20 0,-1 1-6 0,5 0-3 15,-1 1-5-15,4 3-32 0,19 0 10 16,7 2-16-16,8 1-16 0,12-1-18 16,20 0 24-16,9 1-13 0,10 3-27 0,13-2-13 15,13 1 1-15,19 3 0 0,5-2 2 16,6 4-1-16,108 12-6 0,-54-8 3 0,-38-2-1 16,-12-2 2-16,2 0 10 0,95 10-20 15,-56-6 12-15,-39-1 14 0,-25-4-24 0,0 2 20 16,-3 0-7-16,-8-1 21 0,-3-2 13 0,-4-1 19 15,-7 1-32-15,-8-1 39 0,-6-2-7 0,-8-1 8 16,-9 1-7-16,-7-2 56 0,-10-6 2 0,-5 3 5 16,-9-1 11-16,-3 1-2 0,-3 0-7 15,-4-2 3-15,-5-1-10 0,0 2-11 0,-2-3-22 16,-4 4 1-16,-4-4-6 0,-13 0-5 16,7 0-18-16,-7 0-17 0,7 0-23 0,-7 0-25 15,6-4-56-15,-8 4 5 0,2-3-125 16,-5 2-50-16,1 1 21 0,-1 1-319 0,-4-2-11 15,4 0 38-15,-1-2 8 0,1-1 33 0,-6-4 30 16,11-4 23-16,2-2 28 0,-2 9 14 16,17-19-2-16</inkml:trace>
  <inkml:trace contextRef="#ctx0" brushRef="#br0" timeOffset="86">1828 8724 379 0,'0'0'279'0,"14"-17"-52"0,7-11-10 15,-18 15-17-15,0 4-16 0,-2-8-17 0,0 5-6 16,0 1-17-16,-1 11-20 0,0-11-13 16,0-2-15-16,-12-6-1 0,2 6-22 0,-1 2 4 15,0 3-14-15,-7 1-7 0,-1 3-1 16,-1 1 2-16,8 3-15 0,-6 0 20 0,-6 0-3 16,-27 19-5-16,27-9 18 0,-1 1-3 0,0 3 20 15,-1 1-24-15,3-1 9 0,0 2-17 0,-1-1-17 16,4-1 7-16,3 2 18 0,1 2-30 15,6-1 27-15,0 5-22 0,10-15 1 0,0 8-27 16,13 19 11-16,2-16-2 0,5-6-2 0,2 2 11 16,0-3-9-16,3-3-5 0,5 0 5 15,2-7-2-15,-1-1 11 0,-17 0-32 0,7 0 18 16,28-9-11-16,-21 1 22 0,-2-1-23 16,-4-4 9-16,1-1 1 0,0 0 0 0,-2-2-23 15,-1 0 10-15,-2 1-3 0,0 0 1 0,-3 1 49 16,-1 5-7-16,-2-3 7 0,-4 6 4 15,-3 0-3-15,0-1-17 0,0 5-5 0,-1-2-4 16,-3 2-1-16,1 1-2 0,-1 1-10 0,-1 0 0 16,0 0-3-16,0 0 2 0,5 14 1 15,-1 5 1-15,-3-3-6 0,3 3 0 0,1 1-2 16,-4 5 8-16,3-4-2 0,1 4-63 16,-1 0-39-16,1 0-29 0,-1 0-27 0,2 0-34 15,-3 0-40-15,2-3 19 0,-1-1-195 16,-4-3-62-16,3-7 31 0,-3-1 32 0,2-2 25 15,-2-5 25-15,2 1 24 0,0-3 40 0</inkml:trace>
  <inkml:trace contextRef="#ctx0" brushRef="#br0" timeOffset="87">2504 8724 742 0,'4'-10'389'0,"1"1"-39"0,-5 1-17 0,4 1-51 15,-4 0-35-15,0 2-29 0,0 0-24 16,0 5-23-16,0 0-18 0,0 0-9 16,-10-8-14-16,3 9-14 0,2 4-3 0,-10 5-11 15,7 1-35-15,-7 3-9 0,6 1 5 0,1 0-24 16,-2 2-3-16,7 2 16 0,3 1-6 15,-1 2-4-15,1-12-18 0,0 8-3 16,13 24-1-16,-6-18 3 0,1-1-5 0,2-5 9 16,-1 2-2-16,-2 1-13 0,2-10-3 0,-3 3 7 15,-1-2-11-15,-1-3 3 0,-4-3-6 0,0 0 0 16,-10 2 1-16,-4-3-14 0,-3-1 3 16,-6-4-4-16,8 0-19 0,-3 0-16 0,-7 0-23 15,-26-17-19-15,23 9-27 0,4 0-40 16,1-2-29-16,3-5 15 0,-2 1-287 0,4-1 10 15,4-2 30-15,5 0 28 0,5 0 24 0,4 8 21 16,0-3 37-16,17-15-17 0</inkml:trace>
  <inkml:trace contextRef="#ctx0" brushRef="#br0" timeOffset="88">3256 8465 743 0,'-4'-12'431'0,"0"5"-43"0,-1 1-47 0,4 4-49 16,-2-3-35-16,-1 5-31 0,4 0-26 15,-2 5-22-15,-5 8 6 0,2 4 4 0,-4 4 13 16,0 4-20-16,3 1-12 0,-2-1-10 16,-1 1-3-16,4 3-14 0,0 1-9 0,1 3-9 15,3 1-7-15,-2 5-12 0,1-1-11 0,-1 1-11 16,2 2-8-16,-3 0 1 0,4-2-13 0,-1 2-22 15,-3-3-33-15,3-1-35 0,-2 0-34 16,-2 3 5-16,2-5-133 0,-2 1-40 0,0-5-46 16,0 1 29-16,-3-3-269 0,2-3 35 15,0-4 18-15,-2-7 34 0,2-3 32 0,2-7 23 16,1-4 41-16,3-1 19 0,0 0 15 0,1-26 3 16</inkml:trace>
  <inkml:trace contextRef="#ctx0" brushRef="#br0" timeOffset="89">3258 8773 688 0,'7'-32'523'0,"-1"4"-76"0,-1-1-69 0,5 4-43 0,-1 4-48 15,2-2-36-15,1 1-33 0,2 5-20 16,5 5-38-16,2 4-15 0,0 0-29 0,0 8 9 16,-9 0-7-16,28 12-30 0,-13-3-5 0,-2 4 5 15,0 0-16-15,-2 3-2 0,0 1-20 16,-3 1 12-16,-3 0-20 0,-4 3-12 0,-5 1 19 15,-3 0-17-15,-5-12 1 0,0 7-1 16,-18 17 3-16,3-16-13 0,-6 0 6 0,-3-1-15 16,-3 0 24-16,-2-3-14 0,-2 1 1 0,0-3-19 15,1 2-1-15,-1-4-88 0,3 0-55 16,-3-3-38-16,3-3-59 0,4-4 22 0,13 0 19 16,-14-15-323-16,19 3 17 0,3-1 56 0,3 1 16 15,19-18 28-15,0 13 76 0,2 1 21 16,3 1 12-16,2 5 4 0</inkml:trace>
  <inkml:trace contextRef="#ctx0" brushRef="#br0" timeOffset="90">3835 8782 643 0,'5'0'395'0,"-3"-1"-35"15,0-2-57-15,-1 0-27 0,4 1-40 16,-1-1-9-16,1-2-48 0,6-4-4 0,2-1-28 15,3-3-43-15,0 1-14 0,5-2-1 0,-1 0-29 16,3 0-32-16,-4 0-13 0,3-2 19 16,-2-1-17-16,-2 2-15 0,1-1 7 0,-2-1 12 15,1 5 6-15,-6 0 14 0,0 0-10 0,-4 4 0 16,-4-1-18-16,-4 4 10 0,0 5-11 16,0 0 25-16,-13-3 6 0,-6 8-2 0,3 2 12 15,-4 3 19-15,-4 2-7 0,2 3 9 16,2-1-1-16,-2 1 6 0,0 2-5 0,3 1-5 15,0 2 4-15,2 2-8 0,2-1-9 0,5 4-13 16,3 4 12-16,6-2-6 0,1-15 1 16,11 27-7-16,-2-15-13 0,4-5 2 0,4-2-22 15,2-2-25-15,5-2 1 0,3-4-57 0,1-6-27 16,-12-3-2-16,27-11 3 0,-16-1 5 16,6 0 25-16,0-10 7 0,8 3 10 0,-1-5 1 15,2 4 16-15,1-2 44 0,2 1 21 0,-1 1-3 16,-3 0 55-16,-2 2 2 0,1 3-10 15,-3 1-6-15,-3 5 7 0,-2 1-8 0,-1 2-6 16,1 4-17-16,-3 2 10 0,-16 0-2 0,9 0-7 16,20 15-3-16,-20-8 7 0,-4 3-18 0,-1-1 0 15,-2 1 1-15,-2-3-10 0,-7 1 6 16,2-2-8-16,-3-1 3 0,-1 1-9 16,-2-4 10-16,2 1-10 0,-4 1 2 0,3-3 3 15,-1 1 6-15,0-2-5 0,-2 0-9 0,0 0-14 16,0 0-9-16,8 0-17 0,10-15-24 0,-6 7 6 15,4-1-82-15,0 2-8 0,2-3-38 0,2-2-39 16,2 3-26-16,6 0 22 0,-1-2-244 16,-5 0-28-16,-1 0 35 0,2-4 31 0,0 2 35 15,-4-1 19-15,-1-2 42 0,2 2 17 16,-3 1 8-16</inkml:trace>
  <inkml:trace contextRef="#ctx0" brushRef="#br0" timeOffset="91">6031 8399 876 0,'-4'-7'377'0,"1"-1"-32"0,1 5-44 15,-1-2 40-15,2-1-27 0,-3 2-20 0,4 3-36 16,-1 0-23-16,-2-2-34 0,3 3-38 0,-2 2-15 16,2 0 6-16,0 6 1 0,-4 11-8 15,1 3-4-15,1 3-21 0,-1 3-5 0,-1 4-17 16,2 0-3-16,-4-3-4 0,5 2-6 0,0 3-15 16,1-1-3-16,0-13-11 0,0 9-63 15,0 7-42-15,12 44 4 0,-7-39-132 0,-1 1-43 16,-2-1-43-16,1-2 27 0,-3-1-275 15,0-23 39-15,0 9 34 0,0 2 34 0,-12 25 28 16,7-34 5-16,3-5 28 0,-3-7 21 0,4-5 16 16,-2 0 7-16</inkml:trace>
  <inkml:trace contextRef="#ctx0" brushRef="#br0" timeOffset="92">5803 8823 585 0,'-16'-15'460'0,"-1"1"-79"15,2 1 20-15,3-1-40 0,3 3-34 16,4-4-35-16,3 6-38 0,2 9-31 0,0-10-13 16,23-13-30-16,-1 14-22 0,3 0-22 0,9 1-48 15,3 0-29-15,3 1-5 0,5 1-70 0,1 0-49 16,2-2-25-16,2 2-18 0,-3-2-21 0,1 2-24 16,-5-2-12-16,-3-1-6 0,2-1 2 15,-6 2 15-15,1 0 4 0,-6-3 14 16,1-1 12-16,-6 0 11 0,-3 0 12 0,-2-2 8 15,2 1 88-15,-4 2 7 0,-6 0 26 0,-4 2 28 16,5-3 24-16,-5 5 15 0,4-3 4 16,-7 5 9-16,-2-1 14 0,1 0 0 0,-1 4 25 15,-4-3-10-15,1 2-13 0,0-1 33 0,1 1-4 16,-2 0-13-16,5-1-3 0,-4 3-3 16,2-2-20-16,-3 0 0 0,2 2 7 15,-2-1-4-15,1 0-8 0,1 2-10 0,-1-3-2 16,-1 1-15-16,3 0-4 0,-3-1-11 0,1 3-1 15,-1 0-9-15,0 0-7 0,0 0 0 0,0 0-9 16,0 0-8-16,0 0-6 0,0 0 2 16,0 0-3-16,0 0-2 0,0 0-7 0,0 0 2 15,0 0 2-15,0 0-13 0,0 0 3 0,0 0 3 16,0 0-5-16,0 0 2 0,0 0-10 0,0 0-1 16,0 0 7-16,0 0 3 0,6-10-7 15,-6 10-6-15,-1 2 4 0,1 1-2 0,0-2 0 16,0 1 7-16,0 3-4 0,0-3 8 0,0 3-5 15,0-1-5-15,0 2 3 0,0 0-12 0,0 2 8 16,0 5 2-16,0 3 10 0,0 6-8 16,-10 22 1-16,7-20 5 0,-2 2-2 15,-3 3 3-15,2 0-5 0,0-2 3 0,-2 2 2 16,2-2 4-16,1 0-12 0,-2 4 4 0,-3-5 1 16,6 6-2-16,-2-6 2 0,-2-4 0 0,2-1 0 15,-1-3 5-15,2-2-4 0,1-5-9 0,2-7 13 16,-1 4 6-16,2-1-11 0,0-5 6 15,1-2-9-15,1-5 7 0,-1 0-11 0,2 1-8 16,1-1 4-16,7-10 2 0,-2-4 1 16,1-2-9-16,-2 2 14 0,0 0-7 0,3 0 2 15,-1 0 1-15,-1 5 2 0,-3-1-4 16,0-1 8-16,0 5 5 0,1 0-3 0,-4 1 8 16,3 2 2-16,-4 1 4 0,-1 5 4 0,4-4 4 15,-3 2-9-15,-1 2-5 0,1-1 1 0,1 3-12 16,-1-3-2-16,-1 1 2 0,0 2 1 0,0 0-11 15,-1 7-3-15,-2-2 8 0,1 10 6 16,-7 5-1-16,6-4-1 0,-2 9-1 0,0-1 2 16,2 1-7-16,2 1 3 0,1-12 9 15,0 3-4-15,0 3-1 0,12 23-1 0,-7-24 4 16,9-6-4-16,-1 1 7 0,6-5-4 16,1-5-12-16,3-4-8 0,-9 0-20 0,3 0-9 15,26-22 6-15,-19 8 0 0,6-2 1 16,-3 2 11-16,0-2-3 0,0 1-6 0,-2 1 5 15,-3 5 4-15,-2-3 7 0,-1 6 0 16,-3-1-5-16,-4 0-1 0,1 5 10 0,0 0 1 16,-13 2 3-16,13 0-4 0,6 0-2 15,21 19 9-15,-16-9 5 0,0-1-13 0,1 2 8 16,0-2 3-16,0-3-1 0,1 0-7 0,-4-6 2 16,0 3 2-16,-3-1 4 0,-8-2-12 0,2 0-8 15,17-14 3-15,-18 5-2 0,1 1 16 16,-6 0-7-16,-2 1 13 0,0-2-12 0,-3 6 4 15,0-3-1-15,0 2-5 0,-2 1 1 0,0 3 1 16,0 0-10-16,-9-1 1 0,5 2 2 16,2 2 14-16,-7 8 1 0,0 3-1 0,8 5 9 15,1 0-3-15,0-9-1 0,16 23 5 0,2-10-16 16,5 1-45-16,7 0-9 0,4 1 8 16,7-2-128-16,1-3-47 0,4-2-56 0,-2-4 28 15,7-3 23-15,-4-3 20 0,6-4-269 0,-28-4 37 16,10 0 33-16,53-17 27 0,-37 1 25 15,1-2 27-15,-2-5-3 0,5-2 16 0,-1 1 38 16</inkml:trace>
  <inkml:trace contextRef="#ctx0" brushRef="#br0" timeOffset="93">8879 8443 357 0,'0'-14'407'0,"26"-8"-56"0,-23 14-63 0,-1 4-26 16,0-2-36-16,1 2-22 0,-3 2-33 0,2 2-20 16,0 1-14-16,-2 5 9 0,1 0 14 0,0 15-22 15,-1 5-5-15,0-11-18 0,0 8 7 16,0 3-23-16,0 3-6 0,0 4-7 0,0-1-13 15,0-1-3-15,0 5-3 0,0 2-24 16,0-1-64-16,0 2-47 0,0 1-51 0,8 41-55 16,-6-45 16-16,-2-17-292 0,0 6 25 0,0 4 15 15,0-2 33-15,0-5 27 0,-12 13 8 16,12-35 64-16,0 0-10 0</inkml:trace>
  <inkml:trace contextRef="#ctx0" brushRef="#br0" timeOffset="94">9034 8842 649 0,'10'-11'344'0,"6"6"-43"0,5 1-57 0,-1 0-26 0,5 4-24 16,-10 0-25-16,5 0-5 0,33 13-19 16,-28-4-31-16,3 3 4 0,-1 0-31 0,-5 3-4 15,1 2 8-15,-5-1-14 0,-1 4-21 16,-6 0 21-16,-6 1-22 0,-5-11-16 0,0 4 23 15,-18 17-19-15,3-15-1 0,-2-4 9 0,-1 0-5 16,-3-3 6-16,-2-4 7 0,0-2 1 16,3-3-18-16,10 0 4 0,-1 0 8 0,-19-20 1 15,22 8-6-15,6-5-38 0,2 5-18 16,10-20 6-16,1 13-9 0,8-1-19 0,-1-1-7 16,0 2 9-16,7 4 13 0,1-1-8 0,2 3 9 15,-1 1 9-15,1 4-7 0,0 2-10 0,4 1 1 16,-3 3-1-16,-13 2 4 0,3 0 25 15,5 0 13-15,25 14 20 0,-26-4 4 0,-5 4 23 16,1 2-15-16,-2 5 5 0,-4-1-11 16,-4 2-3-16,0 6 6 0,-6-3-6 0,-2 4-5 15,-1-15-61-15,0 7-46 0,-15 24-51 0,5-20-59 16,-3-3 15-16,-1-2-215 0,-4 1 29 0,0-5 29 16,0-3-87-16,8-3 31 0,3-5 23 15,5-3 27-15,2-2 14 0,0-3 20 0</inkml:trace>
  <inkml:trace contextRef="#ctx0" brushRef="#br0" timeOffset="95">9839 8678 403 0,'-5'-5'158'0,"-1"5"-23"0,5 0-119 0,-2 1-79 15,-3 1-241-15</inkml:trace>
  <inkml:trace contextRef="#ctx0" brushRef="#br0" timeOffset="96">10009 8944 403 0,'-1'-4'351'0,"-1"1"-42"0,1-2-48 0,2 0-29 16,1 0-14-16,-1-2-13 0,4-7-15 0,1-1-13 16,2 0-14-16,-2-1-9 0,-2-1-8 15,4 2 8-15,0-1-17 0,-2-2 14 0,-2 2-7 16,-2 2-13-16,0 3-21 0,-2 11 9 0,0-9-6 16,0 2-6-16,0-1-31 0,-11-3-4 15,8 5-11-15,-1 5-6 0,-1-2-10 0,-1 3-5 16,1 2-9-16,-7 5-6 0,-2 5 7 0,2 3-24 15,-1 4 26-15,7 5-5 0,0 8-27 16,3-4 22-16,0 7-3 0,3-16-11 0,0 8 0 16,12 43 9-16,-7-30-15 0,6 0 8 0,1 1-5 15,3-2 10-15,-1-6-9 0,2 1 5 16,-2-5-2-16,0 0 13 0,-5-4 6 16,-1 1 1-16,-7-2 4 0,-1-14-10 0,-14 21 18 15,-8-15-8-15,1-5-4 0,-5-3-8 0,-5 2-4 16,-2-9 0-16,-2 4-6 0,-1-3 1 0,16-2-17 15,-7 0 1-15,-6 0-115 0,-30-8-52 0,33-3-75 16,3 1 24-16,6-5-316 0,5-3 33 16,7-5 66-16,9-3 37 0,0 14 28 0,19-27 24 15,1 11-1-15,6 1 54 0,5 1-14 16,2 1 4-16</inkml:trace>
  <inkml:trace contextRef="#ctx0" brushRef="#br0" timeOffset="97">10300 8949 241 0,'17'-11'680'16,"-4"5"-125"-16,-4-1-83 0,-3 5-47 0,2-2-57 16,-2 2-46-16,1 0-48 0,-2 0-33 0,15 0-44 15,1 2-59-15,-9 0-61 0,10 0-8 0,29 11-142 16,-17-8-53-16,-4 3-55 0,5-2 17 16,-2 0-267-16,-16-4-18 0,8 0 47 0,6 0 27 15,39-14 23-15,-33 9 40 0,-4 0-6 16,2-6 5-16</inkml:trace>
  <inkml:trace contextRef="#ctx0" brushRef="#br0" timeOffset="98">11067 8818 880 0,'-2'-4'337'0,"-3"1"-38"0,-2 1 17 15,-12 0-41-15,7 2 20 0,-5 0-12 0,-28 14-3 16,18-6-24-16,0 1-16 0,2 1-22 0,-1 2-30 16,7 3-18-16,1 0-8 0,4 6-11 15,4 0-24-15,2 8-4 0,7 0-12 0,1-14-12 16,15 26-13-16,3-15-1 0,-1-1-7 0,3-1-12 15,1-5-10-15,3 1-11 0,-5-2-1 16,7-7-11-16,-3 1 3 0,-3-6-17 0,2-1 7 16,-13-5-11-16,4 0-7 0,13-16 2 15,-17-1 6-15,-3-4-13 0,1-4 16 0,-7-2-4 16,0 10-10-16,0-4-5 0,0-4 10 0,-15-28-7 16,10 27 5-16,-2-1-4 0,-4 5-7 15,2-3 9-15,0 4 4 0,1 1-8 0,1 4-4 16,1-1 14-16,1 7-2 0,1 0-11 0,3 3-7 15,1 7-27-15,0-7-3 0,18-10-24 16,-1 10-7-16,1 0 7 0,2 2-9 0,2-2 27 16,-3 4 5-16,3-1 3 0,-2 0-23 15,-2 0 24-15,-1 4 1 0,-7 0 4 0,4 0-3 16,-14 0 7-16,9 0 0 0,1 0-3 16,17 12 21-16,-16-5 8 0,-2 6-5 0,-2 4 25 15,-6 2-10-15,0 3 0 0,3 4 22 0,0-1-4 16,0 4-9-16,-2 0 12 0,1 2-4 15,1-4-2-15,1 2-2 0,-4-3-1 0,3-6-17 16,1 4 15-16,-1-7-4 0,0 0-2 16,-2-3 5-16,1-6-7 0,-2-1 8 0,4-3-10 15,-2-1 4-15,2-3-17 0,-5 0-1 0,11 0-8 16,15-19-24-16,-8 3 0 0,0 0-17 0,0-3 19 16,5 0 4-16,-3-2 4 0,-3 5-6 15,2-2 12-15,-2 2 28 0,-1 4 12 16,-3-2-3-16,-2 6-10 0,-4 1-14 0,-2 4 21 15,-5 3-2-15,0 0 1 0,0 0-16 0,14 12 15 16,-7 4 5-16,4 5 6 0,4-1-1 16,-1-2-1-16,3-2-7 0,0 3-12 0,3-2 4 15,0-3 6-15,0-2 3 0,1-2-9 0,-1-3 0 16,-2-4 6-16,2-1-4 0,-14-2-3 16,7 0-6-16,20-14 12 0,-17 4 2 0,3-3-7 15,-2-3-8-15,-1 4-1 0,-2 2 15 16,-1 3 12-16,-7 2-14 0,1-1 10 0,-1 2-3 15,-2 4-9-15,1-3-8 0,-5 3 17 0,0 0-21 16,5 15 20-16,-4 2-11 0,1 5 2 0,-2-12-24 16,0 8-33-16,0 5 6 0,-13 25-143 15,8-22-59-15,0-1 23 0,0-5-218 16,3-1 36-16,2-13-104 0,0 5 37 0,0-2 61 16,0-3 47-16,0 1 5 0,15 2 25 0,-13-9-13 15,6 0 12-15,-5 0 27 0</inkml:trace>
  <inkml:trace contextRef="#ctx0" brushRef="#br0" timeOffset="99">12104 9251 291 0,'10'-13'526'0,"-3"5"-111"0,-1-4 44 0,1 0-41 16,0 3-49-16,2-2-37 0,-1-1-38 15,5 1-43-15,4 1-25 0,6 2-20 16,2-2-22-16,0 1-28 0,2 0-13 0,0 3-17 16,1-2-12-16,0 2-12 0,2-2-2 0,-5 0-11 15,3-1-11-15,-6-1-20 0,0-4-17 0,-3-1-5 16,-4 6-18-16,-1-5-2 0,-5 2-7 15,-5 4 12-15,-4 8-17 0,0 0 0 0,-13-9 2 16,-8 9 6-16,-5 0-9 0,13 0 7 16,-27 14-21-16,18-2 20 0,-3 3 1 15,1 2-5-15,2 2-5 0,6 3 2 0,-3 0 7 16,8-1-4-16,2 6-1 0,7 1 0 0,2-15-10 16,12 26 13-16,0-18-28 0,9 0 3 0,4 0-107 15,3-4-36-15,3-1-56 0,5-3 20 0,5-2-258 16,-4-4-63-16,0-1 44 0,6-6 30 15,-22 0 52-15,11 0 19 0,43-12 24 0,-29 0 40 16,4 0-12-16,-1-8 31 0</inkml:trace>
  <inkml:trace contextRef="#ctx0" brushRef="#br0" timeOffset="100">13056 9081 442 0,'2'0'192'16,"-1"0"4"-16,-1-1-19 0,2-2-23 0,0-1-1 15,0 1-3-15,1 1-6 0,0-3-17 0,0 0 7 16,4-7-4-16,3-3-14 0,-5-1 6 16,0 2-20-16,-1-1-8 0,0-2 2 0,-2 4-5 15,0 1 2-15,-2 0-14 0,0 3-4 16,0-2-8-16,0-2-9 0,-12-7 10 0,6 15-4 16,-1 0-2-16,0 3-21 0,-3 2 0 0,0 0-14 15,-19 14 14-15,7-1-22 0,6 4 12 0,-2 3 2 16,0 5-13-16,3 0 15 0,1 8-6 15,2 2-19-15,4 3 4 0,2 0-3 0,1 3 25 16,5 1-19-16,0-20 18 0,0 9 1 0,18 50-7 16,-9-38-15-16,5 5 26 0,4-1-15 15,-2-2 5-15,0-2-4 0,-2-1 4 0,-1-4 17 16,-6-3-8-16,-1-2-4 0,-6-16 37 16,0 7 5-16,-18 25 12 0,3-28-16 0,-5-1 1 15,-8-6-7-15,-4 0-5 0,-3-3-14 0,-9-4-2 16,-4-4-5-16,-3 1 9 0,23-4-4 0,-10 0-19 15,-8 0 3-15,-46-17-8 0,47 10-30 0,8-1 2 16,-1-3-60-16,7 1-53 0,5-1-43 16,2-2-31-16,5 0-51 0,13-1 23 0,4 0-217 15,2 6 34-15,22-15 31 0,-4 8-35 16,5 2 21-16,3-3 26 0,6-1 22 0,2-1 31 16,0 3-5-16</inkml:trace>
  <inkml:trace contextRef="#ctx0" brushRef="#br0" timeOffset="101">13829 9056 261 0,'5'-25'359'0,"-5"1"-68"0,0 14-22 16,-12-21-44-16,-1 14-1 0,1 0-43 15,-5 5-16-15,-4 1-7 0,5 3-23 0,-7 4-17 16,2 1 8-16,10 3-20 0,-7 0-17 0,-1 0-15 16,-17 12 12-16,18-3-23 0,4-2-4 15,2 3-10-15,4-3 10 0,6 3 0 0,2-3-25 16,0-7 5-16,0 0 6 0,19 22-19 15,-2-12 0-15,4 0-4 0,0-1-7 0,2 3-1 16,-1 0 2-16,1-1 1 0,1 3-16 0,-2-1 19 16,-1 3-2-16,-1 0 3 0,-6 0-13 15,1 3-5-15,-4 1 4 0,3 2-10 0,-7 3 19 16,1-3-2-16,-4 0-9 0,1 2-4 0,-2-1 1 16,2-1 2-16,-4 1 3 0,1-2-34 15,0-1-34-15,-2-12-35 0,0 3-61 0,0 4 14 16,0-5-230-16,0-2-29 0,0 0 26 0,-14 7 12 15,10-13 22-15,4 1 46 0,0-3 8 16</inkml:trace>
  <inkml:trace contextRef="#ctx0" brushRef="#br0" timeOffset="102">14597 8899 914 0,'4'2'331'0,"1"3"1"16,-3 0-46-16,5 9-36 0,-2 7 24 15,1-1-16-15,-2 6-33 0,4 1-17 0,-3 0-20 16,0-1-15-16,0 1-18 0,-1 2-30 15,1-1-7-15,1-5-9 0,-2 1-4 0,1-5-19 16,-2-3-24-16,1-1 13 0,-2-4-12 0,-1-1-3 16,2-2-3-16,-3-3 39 0,1-2 9 0,2 1 8 15,-2-4-5-15,-1 0-14 0,0 0-10 16,12-16-5-16,-3 2-10 0,5-4-10 0,0-1-6 16,2-1-10-16,1 2-3 0,3 1-7 15,0 1 6-15,0-2-11 0,1 5 1 0,-5 2-12 16,1 1-9-16,-4 5 7 0,1 3-8 0,-14 2 14 15,9 0-7-15,15 14 3 0,-11-3-4 0,-1 2 3 16,-1 3-1-16,-2 2 1 0,1 2-7 16,-1 2 9-16,-1 2-5 0,0-2-26 0,0 2-30 15,4 0-38-15,-1-1-28 0,-1-2 12 16,3-2-72-16,1-2-11 0,0-1-31 0,0-3-18 16,2-4-7-16,1-4-11 0,-1-5 23 0,-5 0 7 15,5 0 11-15,23-14 33 0,-18-1 16 16,0-2-2-16,1-8 27 0,0 3 25 15,2-5 37-15,1 1 63 0,-3 5 50 0,-5-2 41 16,2 4 50-16,-4 1-16 0,-2 1-8 0,-5 4-10 16,-3 2 14-16,-5 11-14 0,0 0-2 0,-13-5-8 15,4 6 26-15,-10 5-4 0,3 3 6 16,-2 1-4-16,4 2-15 0,1 2-5 0,-1 1-11 16,6 2-9-16,4 4-5 0,3 0-2 15,1-12-13-15,0 8-4 0,21 17 5 0,-10-18-7 16,4-1-7-16,3-2-4 0,1-1-1 0,4-5-2 15,-2 0-7-15,-1-4 6 0,-11-3-20 16,4 0 12-16,8-11 2 0,-14 2-18 0,-3-5 15 16,-3-3-14-16,-1 7 2 0,-14-19-6 15,3 7-2-15,-4 2 6 0,0-1-26 0,-1 4-12 16,0-2-30-16,0 0 5 0,-1 4-79 0,-1 0-33 16,0 1-23-16,4 3-24 0,5 0-20 0,6 2 22 15,3 0-286-15,0 9 23 0,14-20 42 16,1 6 43-16,4-2-3 0,5 0 48 0,-1-1 24 15,5-1 12-15,1 0 38 0</inkml:trace>
  <inkml:trace contextRef="#ctx0" brushRef="#br0" timeOffset="103">15794 8822 627 0,'18'-15'452'0,"2"-2"-76"0,-1 7 31 16,-6-5-64-16,-3 6-33 0,3 1-24 0,-8 1-38 16,-1 5-20-16,-2 2 5 0,-2 0-7 0,0 9-18 15,-2-3-4-15,-4 12-18 0,1 4-12 16,-2 3-30-16,1 6-6 0,-1 3-15 0,3 6-9 15,0 4-15-15,4 1-44 0,0 3-63 0,0-24 2 16,10 49-169-16,-5-25-82 0,3-2 24 16,-5 0-317-16,-1-3 39 0,1-4 43 0,-1-8 34 15,0 1 30-15,2-4 34 0,-1-8 23 16,0-5 24-16,0-9 21 0,-2-3 13 0</inkml:trace>
  <inkml:trace contextRef="#ctx0" brushRef="#br0" timeOffset="104">15830 9197 1141 0,'-8'-26'438'0,"3"5"-62"16,3 2-36-16,2 10-48 0,11-16-46 0,4 11-34 15,2 0-53-15,8 6-16 0,7 1-115 0,0 4-40 16,0 0-64-16,0 3-35 0,-13 0-39 16,6 0 13-16,6 0-240 0,1 0-30 0,1 0 26 15,30 14 24-15,-31-13 27 0,-5 1 15 16,-3 3 5-16</inkml:trace>
  <inkml:trace contextRef="#ctx0" brushRef="#br0" timeOffset="105">16372 9117 262 0,'-1'-2'343'0,"0"1"-56"0,-4-2-26 16,2 1-21-16,-2-1-24 0,0 0-17 0,-8-1-17 15,-5-1-19-15,0 3-12 0,7 2-30 0,-3 0-2 16,-21 11-31-16,16-3-11 0,3 2 13 15,1 0-23-15,4-1-3 0,5 3-15 0,2 0 3 16,2-2-5-16,2-10-9 0,0 10 7 16,17 9 7-16,-3-14-29 0,3 2-11 0,1-2-6 15,0 0 5-15,1-3-8 0,-1 1 9 0,1-2-15 16,-8 0 5-16,1 0-11 0,-5-1 24 16,0 2-21-16,-2 0 6 0,-1-1-2 15,0-1 10-15,-3 3 4 0,3 0 14 0,-4 0 7 16,0 1-21-16,0 1 0 0,2 0 9 0,1 1-4 15,1 9-8-15,3 0 1 0,4 0 1 16,1-3 15-16,4 0-17 0,-1-1 2 0,7-2-4 16,0-3 13-16,2-3-11 0,-3 0 15 15,-10-3-9-15,8 0-18 0,22-12 1 0,-17 3 12 16,-2-3 15-16,0-4-15 0,-5-1-10 16,6-3 3-16,-6-5 1 0,2-2 14 0,-3-6 0 15,3-2-3-15,-4-4 18 0,-1 1 1 0,-2-1 28 16,2-1-6-16,-4 0 33 0,1 5 18 0,-5 2 24 15,1 0 12-15,-2 5 9 0,-1-2-1 16,-1 5-13-16,-2 2-12 0,3 12-14 16,-4 11-20-16,0-9-4 0,0 9-9 0,-14-11-7 15,10 14-3-15,-12 7-13 0,5 11-3 0,1 2-8 16,2 6 6-16,2 10-2 0,1 5-12 16,3 3-8-16,2 6-34 0,0-26-68 15,0 14-41-15,11 52 11 0,-5-40-153 0,-5-5-37 16,-1-26 28-16,0 10-264 0,-11 37 5 0,2-37 56 15,0-3 24-15,-3-8 31 0,1-4 28 16,-4-9 34-16,3-1 23 0,2-4 18 0,10-3 10 16</inkml:trace>
  <inkml:trace contextRef="#ctx0" brushRef="#br0" timeOffset="106">16710 9172 1092 0,'6'-22'374'0,"1"0"-52"0,5 3-55 16,3-1-15-16,5 4-28 0,4 1-30 0,4-1-21 15,4 5-19-15,1-1-17 0,5 5-10 16,-1 1-18-16,0 5-9 0,0 1-9 0,-21 0-4 16,9 0-23-16,27 9-5 0,-25-1 8 0,-6 3 6 15,1 3 19-15,-5 4 11 0,-7 4 4 16,-5 2-2-16,-5 1-6 0,0-11-17 0,-11 25-11 16,-2-13 4-16,4 3-4 0,-2 1-28 15,-2-2-40-15,-3 2 1 0,1 1-143 0,0-2-76 16,1 0 21-16,2-3-278 0,-4-4-27 0,3-2 38 15,-1-3 10-15,5-2 29 0,6-8 59 0,3-5 32 16,3-2 18-16,2-2 13 0,0-3 6 16</inkml:trace>
  <inkml:trace contextRef="#ctx0" brushRef="#br0" timeOffset="107">17355 9006 380 0,'3'-33'416'0,"-3"20"-80"16,0-8-48-16,0 2-34 0,0 0-73 15,10-13-78-15,-10 25-27 0,1 2-21 0,2 5-44 16,2 0-56-16,9 17 4 0,5-5-95 16,0 5-162-16,0-2-50 0,1 2 23 0,1 1 39 15,-2 0-20-15</inkml:trace>
  <inkml:trace contextRef="#ctx0" brushRef="#br0" timeOffset="108">17740 9150 424 0,'-2'0'376'0,"-2"0"-13"0,-3 1-30 0,-12 4-7 0,-9 1-41 16,-1 1 35-16,-3 1-29 0,4 4-26 0,-4-1-34 15,5 1-25-15,0 3-13 0,4-1-37 16,2 4-8-16,5-1-15 0,2 2-11 0,4-1-5 16,7-2-10-16,3-6-17 0,11 12 0 15,4-10-19-15,5-2-7 0,3-2-10 16,4-2-15-16,2-4-12 0,-15-2 0 0,8 0-10 0,28-11-14 15,-22 3-12-15,-2-4-19 0,1-3 3 16,1-4-23-16,-3 0-5 0,-3 2 21 16,0 2 4-16,-2-1 3 0,-2 2 41 0,-4 3 9 15,-1 1-7-15,-5 4-12 0,-1 2 5 0,-2 2-3 16,-3 1-10-16,-2 1 21 0,0 0-11 16,0 0-11-16,2 11 12 0,-2-8 6 0,0 2-2 15,0 1-4-15,0-1-1 0,0 0 4 16,0 0-2-16,0 0-8 0,0-1-4 0,0-4 14 15,0 0-3-15,0 7 7 0,0-7-23 0,0 6 9 16,13 3 9-16,-7-6-13 0,-1 1 4 16,0-1-1-16,5 4 6 0,-5 1-13 0,3-2 5 15,-2 0 0-15,-3-1 1 0,0 2 3 16,6 4 2-16,1 1-3 0,0-2-1 0,1 3-2 16,5-4 10-16,5 0-3 0,2 2-2 0,4-2 11 15,3-1-27-15,6-2 17 0,5 0 1 0,-3-5 2 16,-1-1 2-16,-17 0-19 0,8 0 11 15,32-13 3-15,-27 7-14 0,-2-1 27 0,-5 0 28 16,4-1 4-16,-5 2 23 0,-5 0 4 16,-1 0-13-16,-6 4-8 0,-13 2-13 0,7 0-7 15,-7 0 4-15,9 16-7 0,-10-1-34 16,-2 3-50-16,3-7 5 0,-6 26-142 0,-2-11-100 0,3 0 26 16,1 2 25-16,-1 1 24 0,3-6 19 15,-2 4 18-15,1-1-298 0,3-15 23 16,0 7 8-16,0 0 47 0,13 17 51 0,-8-17 22 15,4-4-39-15,1 1 14 0,1-2 64 0</inkml:trace>
  <inkml:trace contextRef="#ctx0" brushRef="#br0" timeOffset="109">3387 10294 219 0,'0'-15'325'0,"4"-11"-56"0,-9 17-34 0,0 1-31 0,-2 5-23 16,1-1-13-16,0 4 1 0,-3 0-7 15,-13 15 9-15,5-1-8 0,-2 3-4 0,4 2-9 16,-3 2-3-16,-1 4-2 0,6 2 6 0,-2-1-16 16,1 3 4-16,2-1 2 0,2 2-8 15,3 2 2-15,5-2-5 0,2-16-4 0,0 8-9 16,12 28-5-16,3-23-7 0,1-4 4 15,6-3-16-15,1-1-5 0,3-4-7 0,2-4-9 16,1-2-4-16,3-5-1 0,3-2-8 0,-20-2-15 16,8 0 3-16,28-18 8 0,-23 5-20 0,-5-3-2 15,-1-1 3-15,-3 0-1 0,-2-5-8 16,-3-2-1-16,-4-3 1 0,-6-2-2 0,-1-2-11 16,-3 16 9-16,0-7-2 0,-18-27-16 15,5 23 3-15,-5 4 0 0,-4 1-6 0,-3 1-4 16,-2 4-11-16,-4 5-17 0,1 0-6 15,-2 4-25-15,2 2 6 0,-2 1-73 0,3 4-60 16,17 0-43-16,-4 0-10 0,-15 11-27 16,22-7 23-16,6 2-258 0,6 1 38 0,2-3 32 15,12 2 22-15,1-2 32 0,5 0 24 16,2 3 25-16,3-3 20 0,4-2 1 0</inkml:trace>
  <inkml:trace contextRef="#ctx0" brushRef="#br0" timeOffset="110">4369 10204 299 0,'6'-8'460'0,"-1"2"-88"0,-1 1-55 0,-1 1-46 16,-1 1-28-16,1 1-28 0,-4 2-19 0,-1 2-18 15,-9 6-15-15,-7 8-22 0,-1-1-36 16,-2 1-4-16,-2 2-14 0,-3 1-19 0,4-2 6 16,-3 4-16-16,-3-3-13 0,3-1 21 15,-1 0-29-15,3-2 3 0,5 1-2 16,-1 1 1-16,0-1-1 0,6-1 13 0,3-2-3 16,1 3-9-16,4 1-3 0,4-3 5 0,1-8-11 15,0 7 14-15,12 15-5 0,-3-9-3 16,4 1-5-16,4-2 34 0,0 2 10 0,0-5-19 15,2 4 1-15,2-1 4 0,1 1-3 0,2 0-16 16,1 0-2-16,-1 2 8 0,0-1-11 16,1-1-36-16,1 1 1 0,-1-1-83 0,0 1-30 15,-5-3-42-15,2 2-41 0,-3 3 17 16,-3-6-244-16,-4 2 33 0,-2-3 31 0,-4-2-48 16,-2-5 3-16,-2-1 51 0,-2-1 25 15,0-5-35-15,0-1 26 0</inkml:trace>
  <inkml:trace contextRef="#ctx0" brushRef="#br0" timeOffset="111">4096 11019 280 0,'-24'0'456'0,"1"2"-70"16,17-2-45-16,-7 0-51 0,4 0-42 16,2 0-26-16,7 0-2 0,-13 9-24 0,16-4 28 15,9 4-9-15,7 0-29 0,7 2-18 0,-1 0-12 16,5-1-13-16,2-1-18 0,0 2-26 0,1 0 1 15,-1-1-8-15,0 0-21 0,-5-3-7 16,0 3-10-16,-1-2-22 0,-1 2-5 16,-6-4-14-16,-1 2 5 0,-7-2-2 0,2 3-13 15,-5-7 0-15,-6 3-2 0,1-2 2 0,-3-3-13 16,0 0-8-16,-5 1-52 0,1 2-8 16,0-6-39-16,-1 2-35 0,-1 1-37 0,1-1 18 15,-6-7-228-15,1-1-66 0,-3-1 33 16,6 0-2-16,-1-5 28 0,4 1 90 0,0-1 0 15,4 15 43-15</inkml:trace>
  <inkml:trace contextRef="#ctx0" brushRef="#br0" timeOffset="112">5876 10181 599 0,'0'0'189'0,"0"-13"-10"0,-29-5-26 0,20 15-5 0,-1 3-3 15,-2 0-10-15,4 0-10 0,-8 0 9 16,-19 14 4-16,14-4-2 0,1 4 1 0,-1 1 13 15,-2 3-1-15,1 0 6 0,-1 2-11 16,1 2 5-16,-1-1-15 0,3 1 13 0,0 4 19 16,0-4-11-16,3 3-13 0,2-1-8 0,2-2-13 15,3 2 2-15,1 2 1 0,4-1-5 16,5 0-1-16,0-12-19 0,18 24-2 0,-7-16-14 16,8-1-10-16,2-1-8 0,5 0-9 0,3-2 8 15,2-4-14-15,1 2 2 0,2-4 0 16,2-1-10-16,-3-2-5 0,2-2-2 0,-5-1-18 15,5-1-1-15,-6-1-9 0,-3 0 8 0,-8-3-6 16,1 0-14-16,-13 0-2 0,3 0-24 0,0 0-31 16,-1 0 7-16,1-12-112 0,-8 7-56 15,-1 1 20-15,-1 0-238 0,-6-10 37 16,2 3-108-16,1-2 35 0,2 4 60 0,2 9 47 16,0-9 23-16,13-11 25 0,5 9 26 0,1-1-6 15,4 6 42-15</inkml:trace>
  <inkml:trace contextRef="#ctx0" brushRef="#br0" timeOffset="113">6451 10642 461 0,'2'-4'632'0,"-1"0"-89"16,-1 1-58-16,1 0-48 0,-1-2-54 0,0 0-40 16,0 1-45-16,0-1-32 0,0 0-26 0,0 0-25 15,0 0-32-15,0 5-23 0,0 0-81 16,0 0-78-16,0-6-1 0,0 6-194 0,0-6-85 15,0 6 25-15,0 0-246 0,0-7 22 16,21-8 33-16,-6 6 29 0,3 2 32 0,4-2 34 16,2 1 27-16,5 0 8 0,5-1 10 0</inkml:trace>
  <inkml:trace contextRef="#ctx0" brushRef="#br0" timeOffset="114">7369 10265 374 0,'3'-4'218'0,"-2"-1"-15"0,2 2-12 16,0-4-20-16,0 4-23 0,-2-4-13 0,0 3-11 16,2-2-8-16,-2-1-4 0,0 0-3 15,1 0 8-15,3-6-20 0,-5-1-1 16,1 5-2-16,-1 9 9 0,0-9-23 0,0 1-9 16,0 0 2-16,0 8-7 0,-16-19-16 0,2 14-3 15,-1 0 4-15,0 5 5 0,-9 0-4 16,12 0 7-16,-27 10-7 0,13 0-4 0,-2-1 6 15,0 2-5-15,1 4 16 0,-1 1-27 0,4 1 6 16,3-1-13-16,1 2 13 0,2-2-28 16,3 6 7-16,3-4 0 0,3-1-1 0,3-1 7 15,3-6-2-15,3-10 4 0,19 18-20 16,-7-11-3-16,7-1 13 0,-1-6-17 0,-5 0 4 16,5 0-5-16,25-19-14 0,-18 7 10 0,-1 0-15 15,-1 0 23-15,0 1-18 0,1-1 1 0,-3 1 17 16,4 0-18-16,-1 0 4 0,-3 4-1 15,3 2 14-15,-1 5-16 0,-13 0 17 0,24 14 14 16,-13-1-5-16,-7 6 2 0,3 3 0 16,-2 6 22-16,-2 4 6 0,-3 6 8 0,-1 3-3 15,0 7-6-15,-1 2 19 0,1 2 13 16,-4 2-17-16,1 2-7 0,-2 4-13 0,-1 2-3 16,-2-3-4-16,-1-32 2 0,0 16 19 0,-14 54-14 15,6-48 20-15,-4 0-3 0,-3-5 7 0,0-2 4 16,-2-5-9-16,-3-5 3 0,0-3 6 15,0-6 11-15,-4-5 5 0,4-6-6 0,0-1 4 16,-5-9 0-16,12-2-24 0,-20-17 9 0,16 2-13 16,2-5-10-16,3-8 2 0,1-3-6 15,5-5-2-15,3-6-5 0,3 21-15 0,0-13 4 16,13-47-1-16,-4 29-8 0,4 4-4 0,2-1-13 16,3 1 9-16,1 2-9 0,1 0-19 0,3 5-18 15,2 0-7-15,0-1-27 0,3 4-21 16,-1 4 9-16,1 1-46 0,0 2-16 0,0 1-23 15,2 0-4-15,4 1-2 0,-3 3 2 16,2 5-10-16,-1 0 1 0,3 0 20 0,-2 2-18 16,-1 2 30-16,1 0 21 0,-2 1 1 15,-2 1 26-15,-1 0-6 0,-2 3 36 0,-4-2 33 16,-3 3 9-16,2-1 18 0,1-2 18 0,-5 2 20 16,-2 1 8-16,-1 2 8 0,-2-2 6 15,-3 3 31-15,-3-2-9 0,-1 3 8 0,0 2 10 16,0 2 3-16,-3-1-10 0,0 2-12 0,-2 0-6 15,0 2-16-15,-2 1 19 0,-2 0-6 0,-14 9 41 16,4 4-16-16,-5 2 29 0,0 3 3 16,1 1 2-16,0 7-16 0,1-3 11 0,-1 3-4 15,5 2 1-15,0-2-15 0,2 2-1 0,5-3-5 16,-2 4-5-16,8-15-9 0,0 5-1 16,14 31-7-16,-5-27-7 0,6-4-6 0,1-3-1 15,3 0-14-15,1-5-5 0,6 0 7 0,1-6-4 16,5-1-12-16,0-5-5 0,-16 0 0 15,4 0-4-15,31-16-8 0,-27 4-10 0,-1-4 0 16,-1 0 6-16,-3-8-7 0,1 0-2 16,-3 0-2-16,1 0 1 0,-6 2 2 0,1 0 5 15,-3 0 1-15,0 1 19 0,1 1-12 0,-2 5 11 16,-5 4-2-16,0 2-2 0,-2 1 1 16,2 3-7-16,-2 2-6 0,-2 3 5 0,-2 0 14 15,2 3 3-15,-1 2 2 0,-2 2 3 0,-2 10 2 16,0 2-2-16,4 3 2 0,0-3-9 15,1-8 6-15,0 5 0 0,0 3-10 0,0 0-5 16,14 18 12-16,-5-18-10 0,-3-7-1 0,3 1 2 16,-3-1 8-16,2-3-10 0,1 1-6 0,-1-3 2 15,-1-2-4-15,2-2 9 0,-1-3-5 16,-8 0 6-16,12 0-4 0,16-16-11 0,-12 5-2 16,0-5-4-16,2-1 0 0,-1-1 1 0,3-2 2 15,-6 4-3-15,2 1 11 0,-2 2-9 16,-4 2-2-16,-1 4-4 0,-3 0 0 0,1 5 2 15,-3 1-5-15,-4 1 17 0,0 0 8 0,0 0 3 16,10 14 3-16,-7 0-2 0,2 4 7 16,-1 0-12-16,2 2 5 0,-1 0-6 0,0 0 0 15,2 1-43-15,-1 1-22 0,3 0-64 16,-2 0 11-16,-2 1-134 0,0-5-36 0,-4-1-41 16,0-5 27-16,-1-12-174 0,0 0-87 15,0 0 41-15,-6 10 36 0,5-15 61 0,1-3 25 16,0-9 14-16,0 8 21 0,0-12 24 0,20-24 10 15,-4 11-16-15</inkml:trace>
  <inkml:trace contextRef="#ctx0" brushRef="#br0" timeOffset="115">9069 10338 239 0,'21'-15'460'0,"0"1"-113"15,-6 4-30-15,4 5-3 0,-4 5-38 0,-6 0 6 16,14 16-15-16,-8 0-9 0,-2 3-18 16,-1 3-29-16,-3 0-27 0,-2 4 1 0,0 3-25 15,0 3-8-15,-4-1-22 0,-3-14-9 0,0 10-13 16,-11 39-5-16,-2-30-35 0,-6 3-12 15,-8-4-39-15,-5-1-2 0,-3-2-76 16,-7-4-62-16,-5-2-77 0,1-4 16 0,0-2-310 16,0-5 22-16,0-4 31 0,10-3 41 0,2-5 15 15,6-3 25-15,18 0-10 0,-12-11 12 16,20-1 50-16</inkml:trace>
  <inkml:trace contextRef="#ctx0" brushRef="#br0" timeOffset="116">10518 10286 480 0,'1'3'409'0,"-2"1"-64"0,-2 2-57 0,-7 7-3 0,-7 3-50 15,0 3-27-15,1 1-23 0,-6-2-24 16,-2 5-22-16,-5-1-26 0,-2 0 0 0,2 0 10 16,-6-3-33-16,0 2-1 0,1-1 0 15,5-3-2-15,-1-3-7 0,6-1-9 0,-2-1 56 16,5-5-13-16,3 4-4 0,4-2 7 0,-1-2-5 15,8-2-21-15,3 0-1 0,3-2-15 16,1-3-5-16,0 0-1 0,20 16 7 0,-3-9-4 16,3 1-16-16,1 2 8 0,1 2-15 0,-1-1 2 15,2 2-10-15,2 0-12 0,-1 3 5 16,4-1 5-16,3 1-10 0,-1 3-10 0,0-2-3 16,2 4 4-16,1-1-26 0,-1-2-47 0,2 3 5 15,1-1-94-15,-7-2-29 0,-1 1-37 16,-3-2-49-16,-1 0 25 0,-1-1-231 0,-7-3 36 15,-4-1-48-15,-5-4 21 0,-2-3 29 0,-4-5 52 16,0 0 25-16,0 0 8 0,0 0-21 0</inkml:trace>
  <inkml:trace contextRef="#ctx0" brushRef="#br0" timeOffset="117">10239 11076 491 0,'-31'0'485'0,"17"0"-63"0,-5 0-27 0,0 0-52 15,0 0-29-15,2 0-35 0,7 0-14 16,1 0-11-16,8 9-7 0,11-1-20 0,10 1-17 16,6-1-31-16,2 4-10 0,10 0-22 0,6-3-18 15,-2 4-12-15,5-1-9 0,-1 0-10 0,-1-2-22 16,2 1-5-16,-5-1 0 0,-5 1-15 0,-2-1-9 16,-3-2 2-16,0-5 0 0,-5 5-5 15,-4-2-4-15,-4 1-3 0,0-4-8 0,-6-2-13 16,-3 2-2-16,-6-2 3 0,-1 0 2 15,-1 1-11-15,-2-2-35 0,0 0-31 0,0 0 6 16,-9 0-105-16,7-2-33 0,-6 1-78 0,6 0 25 16,-1-2 24-16,-2 1 22 0,5-4 18 15,0 1 16-15,0-2-329 0,8-9 21 0,0-2 33 16,3 2 30-16,2 1 27 0,3-3 24 16,0 4 72-16,5-2 14 0</inkml:trace>
  <inkml:trace contextRef="#ctx0" brushRef="#br0" timeOffset="118">11710 10674 831 0,'0'0'385'0,"0"0"-21"0,0 0-45 0,0 0 35 15,0-14-26-15,0 14-27 0,0 0-17 16,-7-20-41-16,7 17-18 0,1 0-36 0,3 0-18 15,1 0-13-15,11-2-23 0,7-4-16 0,-1-1-15 16,4 5-8-16,2-2-27 0,1-3-27 0,-1 3-11 16,-1-1-31-16,1-1 0 0,-5-1 3 15,-2-3-6-15,2 3 1 0,-1-1-2 0,-7-3-15 16,2 0 8-16,-7-1-11 0,0-4 25 16,-3-1-17-16,-2 1 9 0,-2-3 7 0,-1 0 0 15,-1 0-6-15,-1 1-3 0,0 9 10 0,0-3-5 16,0-2 20-16,-12-16 1 0,11 20-4 15,-3 3 26-15,3 3-2 0,-1 0 0 0,2 2-7 16,-2 1-7-16,1 0 2 0,1 0-12 0,-3 2 5 16,2 2 1-16,-1 2 7 0,-4 3 14 15,0 9 10-15,-5 5 0 0,1 1 7 0,2 5 16 16,-2-3-7-16,4 4 10 0,2 2 15 0,-1 4-6 16,1 2 17-16,2 5-19 0,1 5 17 15,1-1-9-15,0-21-1 0,0 11 7 0,0 8-13 16,0 3-9-16,10 44-4 0,-4-44-21 15,0 0-3-15,2 0-6 0,-1 0-4 0,0-2-3 16,3-1-5-16,0 0-44 0,-1-3-54 0,-4 1-51 16,0-3-66-16,-4 3 18 0,-1-22-143 0,0 8-46 15,-10 37 33-15,0-32-287 0,-4-5 53 16,-1-2 42-16,-1-5 37 0,4-1 7 0,-5-5 41 16,2-7 16-16,3-4 24 0,12-1 23 15,-20-11 9-15,9 0 59 0</inkml:trace>
  <inkml:trace contextRef="#ctx0" brushRef="#br0" timeOffset="119">11776 11080 759 0,'-2'-28'530'15,"2"13"-69"-15,0-7-42 0,0-1-38 0,17-26-45 16,-6 25-33-16,2 2-26 0,6 2-42 16,2-1-23-16,3 4-21 0,3 0-24 0,0 2-31 15,3 2-49-15,0 4-60 0,3-2-4 0,2 2-125 16,-3 0-45-16,5 2-46 0,1 2 18 15,0-4-199-15,4 6 32 0,0-2 27 0,1-3 26 16,-2-2 23-16,0 0-105 0,2 0 25 16,-2 0 24-16,-4-1 1 0,4-4-2 0,-1 5 42 15</inkml:trace>
  <inkml:trace contextRef="#ctx0" brushRef="#br0" timeOffset="120">12904 10425 339 0,'-7'-10'391'0,"-1"4"-71"0,-2-2-31 16,-4 5-12-16,2 2 10 0,2-1-39 0,0 2-12 16,-20 11-27-16,11 0 30 0,-3 2-6 15,0 1 4-15,5 3-23 0,-2 1 6 0,3 2-24 16,2 2-5-16,3 1-7 0,1 1-17 16,3 2-14-16,3-1-3 0,4 3-18 0,0-15-11 15,0 6-5-15,23 26-14 0,-5-20-6 0,5 2-23 16,3-2-24-16,2-4-45 0,0 0-46 0,3-3 5 15,1-2-109-15,-3-3-32 0,2-2-30 16,-3-3-36-16,4-6 0 0,-18-2-19 0,9 0 26 16,24-12-78-16,-25-2-35 0,0-3-24 0,-1-7-37 15,0-1 29-15,-3-1 24 0,1 1 99 16,-1 1 221-16,1 1 3 0,-6 1 123 16,1 0 39-16,-4 0 29 0,3 3 14 0,-3 2 48 15,-4 4-10-15,1 0 1 0,-3 5-24 0,0 0 13 16,-2 4-15-16,-2 1 26 0,0 3 16 0,-6 3-13 15,4 1-5-15,-6 6-8 0,2 4-7 16,0 2-20-16,1 3-11 0,0 2-21 0,5 4 0 16,0-13-19-16,0 6-12 0,0 2-9 15,16 26-11-15,-7-26-5 0,2-1-16 0,0-1-3 16,-1-4 7-16,3-1-24 0,-1-2 14 0,5-1-8 16,-5-8-10-16,1-2-8 0,-4 0-8 0,3 0 2 15,20-17 5-15,-13 5-17 0,1-1 2 16,-3-4-1-16,1 1-4 0,0-2 3 0,1 2-5 15,-2 1-4-15,-3 3 14 0,-2 3-1 0,0 1-7 16,-4 1 4-16,-1 1 4 0,-2 4-10 16,-3 2-2-16,-2 0 9 0,0 0-17 0,0 0-2 15,9 15 20-15,-5 0-13 0,0 6 1 16,-2-1-35-16,0 2-48 0,-1 1-48 0,-1 2 13 16,0-14-148-16,0 9-51 0,-14 22 27 15,6-21-318-15,2-1 55 0,2-3-1 0,-4-5 40 16,3-6 71-16,4-3 29 0,-1-3 28 0,4-2 45 15,0-3 25-15,2-9 12 0,4-3-20 0</inkml:trace>
  <inkml:trace contextRef="#ctx0" brushRef="#br0" timeOffset="121">13997 10492 762 0,'18'-18'484'0,"2"4"-72"0,0 4-28 0,-1 4-28 15,-10 6-10-15,22 13-27 0,-11 1-26 0,-3 4-21 16,-3 6-18-16,1 10-20 0,1 4-22 15,-4 3-28-15,0 2-8 0,-6 3-20 0,-2 3-22 16,-4-3-10-16,0-21-12 0,-16 43-24 0,-2-21-37 16,-6-4-51-16,-7-1-53 0,-7 2 7 15,-4-4-142-15,-14 2-73 0,-4-2 24 0,-5-2-330 16,-11-4 49-16,-4-2 40 0,0-4 32 16,1-2 33-16,2-4 25 0,3-6 30 0,2-3 64 15,8 0 15-15,1-4-71 0</inkml:trace>
  <inkml:trace contextRef="#ctx0" brushRef="#br0" timeOffset="122">3235 11950 464 0,'0'0'284'16,"0"-15"-24"-16,0 15-36 0,0 0-24 0,7-26-19 15,-13 23-12-15,1 3-13 0,0 0 1 0,-13 5-8 16,2 2 10-16,-4 4-11 0,0 4 12 16,1 1-30-16,4 0 13 0,-3 8-13 0,-3 1 27 15,4 1-16-15,3 1-8 0,2 0-11 16,4 1 4-16,2 0-18 0,6 3-5 0,0-15 19 16,10 26-22-16,3-13-18 0,1-3 6 0,6-2-8 15,4 0-6-15,4-6-20 0,3 0-5 16,0-4 14-16,6-3-13 0,-2-2-6 0,2-6-7 15,2 0 2-15,-22-3-2 0,10 0-1 16,32-14-17-16,-29 4 16 0,0-5-8 0,-5-2-9 16,-3-5 4-16,-6 0-10 0,-1-6 6 0,-5 0-9 15,-5-3 3-15,-5-2 7 0,0 16-14 0,-15-32-5 16,2 18 14-16,-4 4-6 0,-2 0 4 16,-5 1-10-16,-2 2 1 0,1 4-9 0,-1 0-21 15,-2 4 3-15,6 2-88 0,-1 5-50 16,0 1-28-16,0 2-32 0,3 6-38 0,13 0 23 15,-2 0-272-15,-3 10 26 0,8-5 38 0,6 0 31 16,2 0 26-16,13 2 31 0,2 1 34 16,8 1 11-16,1-3-11 0</inkml:trace>
  <inkml:trace contextRef="#ctx0" brushRef="#br0" timeOffset="123">4782 11816 549 0,'5'-4'340'0,"-4"1"-65"16,2 1-31-16,-3 2-42 0,-4 2-14 0,-9 5-2 15,-9 3-20-15,0 3-26 0,-7-1-11 0,-4 6-10 16,-1 2-12-16,-6-1 12 0,-1 3-19 16,1 2-4-16,-1-2 6 0,4-1-10 15,1-3-9-15,2 1 8 0,5-5-21 0,-1 1-3 16,10 0 10-16,-3-4-27 0,0 2-8 15,7-3-8-15,1-3 15 0,6 2-20 0,3-4 24 16,1 5-6-16,5-10 61 0,0 10-15 0,18 12 14 16,-3-10-16-16,-1-1-7 0,9 5-11 15,-5-5 2-15,6 4-8 0,2-1-7 0,4 1 4 16,0 1 5-16,2-2-13 0,1 4 1 0,2-2-12 16,-1 2-7-16,2-1-1 0,-3 2 5 15,-1-1-11-15,0 1-29 0,-3 1-13 0,-1-2-34 16,-1-1 4-16,-3-2-109 0,-4 3-37 0,0-2-43 15,-3-1-36-15,0 0 24 0,1 0-249 0,-8-2 36 16,-5-5 34-16,-1-4 9 0,-3 1 24 16,-1-3 19-16,0 0 72 0,-1-2-17 15,1-2 7-15</inkml:trace>
  <inkml:trace contextRef="#ctx0" brushRef="#br0" timeOffset="124">4389 12697 262 0,'-34'7'440'0,"3"0"-86"0,2-3-34 16,1 3-49-16,7-3-15 0,2 0-19 16,8 0-15-16,8 3-27 0,2-2 34 0,1-5-26 15,21 13-3-15,3-1-21 0,6-5-32 16,5 4 2-16,7-3-21 0,4 0-17 0,1 0-18 16,4 0-20-16,0 4 10 0,-2-4-15 0,-4-2-6 15,-4 2-34-15,-2 1-4 0,-7-4-16 16,-1 1-4-16,-2-1 2 0,-3 2-19 0,-4-5 3 15,-8-2 2-15,-3 4 2 0,-3-3-15 16,-3 1-4-16,-5-2-39 0,0 0-5 0,0 0-17 16,5-2-30-16,-5 1-28 0,-2 1-24 0,0-4 16 15,1 1-305-15,-2 0 20 0,3-1 33 16,0-3 11-16,0-1 25 0,7-10 18 0,0-2 31 16,1-2 16-16</inkml:trace>
  <inkml:trace contextRef="#ctx0" brushRef="#br0" timeOffset="125">6022 12034 388 0,'5'-7'296'0,"0"2"-43"15,-1 2-24-15,-3-3-19 0,2 3-3 0,0-2-30 16,-3 0-7-16,1 1-10 0,-1 1-7 0,0-1-18 16,0 0-25-16,0 4-7 0,0 0-14 15,0 0-11-15,-13-13 10 0,-1 9-14 0,-7 6-5 16,9-2 17-16,-27 10 5 0,15 1 35 0,-6-1-13 16,5 6-12-16,-5 1 23 0,0 3 8 0,2 2 1 15,1 3-12-15,-1 3-11 0,3-2 9 16,1 2-15-16,6 2 0 0,0-3-7 0,7 2 4 15,2 1-15-15,3-2 2 0,6 7-2 0,0-23-8 16,19 26-3-16,-4-15-9 0,7 0-9 16,7-2 2-16,3-3-5 0,4-2-15 0,5-1 4 15,0-4-3-15,-2 0-3 0,2-4-10 0,-1 1-1 16,-3-2-29-16,-2-4-7 0,-1 1-15 16,-3 0-36-16,-21-3-17 0,8 0 7 0,-2 0-99 15,14-14-36-15,-22 7-37 0,-5 3 24 16,-1-3-203-16,-2 0 36 0,0 0 30 0,0-1-86 15,0 8 30-15,0-11 29 0,0-4 25 16,14-9 3-16,-5 7 35 0,6 3 20 0,3 1-9 16</inkml:trace>
  <inkml:trace contextRef="#ctx0" brushRef="#br0" timeOffset="126">6578 12374 724 0,'3'0'557'0,"-1"0"-49"0,1 0-38 15,-2 0-36-15,4 0-24 0,-5 0-44 16,2-1-31-16,0-1-38 0,-2 2-30 0,4 0-35 16,-3 0-21-16,1 0-19 0,0 0-26 15,-1 0-52-15,-1 0-47 0,0 0-58 0,-1 0-70 16,1-3 8-16,-2 3-172 0,2 0-69 0,2 0 28 16,-1 3-284-16,-1-3 39 0,4-3 60 15,1 3 32-15,3-2 30 0,-3 0 28 0,11-3 22 16,1 0 24-16,7-1 4 0,-1-1 7 0</inkml:trace>
  <inkml:trace contextRef="#ctx0" brushRef="#br0" timeOffset="127">7267 11937 210 0,'1'-4'436'16,"-1"-1"-80"-16,0 1-31 0,3-2-7 0,-3 3-69 16,1 1-30-16,0-2-23 0,1 4-21 0,0 1 1 15,2 3-2-15,-1 0-6 0,4 14-18 16,1 5-5-16,-2 3-15 0,-2 2 10 0,6 2 1 15,-6-2-16-15,2-5 4 0,2 6-14 0,-1 3-20 16,0-3-1-16,1 0-12 0,0-2-10 0,1-2-7 16,-2 1 0-16,2 0-9 0,-2-4-15 15,-1-3 9-15,-1-1-7 0,1-4-4 0,-3-4-1 16,2-2 26-16,-2-2 27 0,-1-4 3 16,1-2-17-16,-3 0-3 0,0 0-8 0,20-16-16 15,-7 1-3-15,5-4 4 0,-5 0-8 0,5-6 1 16,1 1-10-16,-2-2-14 0,3 1 6 15,3-1 3-15,-4-1-8 0,4 1 0 0,-4 6-5 16,1-5 2-16,-3 6-5 0,-1 1-3 0,0 0 3 16,0 3 0-16,-4 2-8 0,-3 3-4 15,0 2-4-15,-4 3 6 0,2 3-5 0,-5 0 3 16,-2 2 0-16,0 0 15 0,13 26 6 16,-9-11 5-16,1 5 3 0,-4 0 5 0,-1-6-4 15,0 4 9-15,0 5-4 0,0 0-4 0,0 3-6 16,0 4-2-16,0 0-2 0,0-2-1 15,0 1-16-15,0 2-36 0,0-4-42 0,0 0-59 16,0-1 12-16,-11 20-125 0,6-24-54 0,5-2 26 16,-4-4-258-16,1-6-26 0,1-3 59 15,2-4 37-15,0-3 34 0,5 0 42 0,0-4 10 16,3-5 24-16,7-7 32 0,1-1 13 0,5-4 6 16</inkml:trace>
  <inkml:trace contextRef="#ctx0" brushRef="#br0" timeOffset="128">7974 11787 348 0,'-3'-2'276'0,"2"-3"-45"0,-2 0-2 0,3 2-22 0,0 2-23 15,-2-5-3-15,1 5 2 0,-1-3-21 16,2 0 9-16,-1 1-15 0,2-2-20 0,-1 3-7 16,0-2 11-16,0 1 13 0,0 3-26 0,0 0 2 15,0 0-22-15,0-9-3 0,0 9-5 16,0-8-11-16,0 8 9 0,0-8-6 0,0 8 7 15,0-9-13-15,0 4 5 0,0 5 0 0,0-7-5 16,0 7 3-16,11-18-9 0,-10 14 3 16,1 0-29-16,-2 1 2 0,3-2-2 0,-2 1 0 15,2-1 6-15,0 2-14 0,0-3-3 0,-2 1-2 16,1 2-8-16,3-2-2 0,-3 0-6 16,2 0-4-16,1 2-8 0,-2-2 13 0,2 1-12 15,-3-1 9-15,9-4-16 0,-3 2 10 16,-2 4-6-16,0 0 3 0,-1-1-6 0,0 1 2 15,2 0-3-15,-2 1 1 0,5 2-16 0,-2-1 16 16,11 0-3-16,-11 1-6 0,3 0 6 16,4 0 6-16,1 0-12 0,16 11-5 0,-17-5 4 15,-5-1-9-15,-3 0-6 0,-1 1 5 16,-2 1-2-16,-3 1-10 0,-1-3 27 0,0 3-14 16,-16 14 7-16,2-6-9 0,-2-5 13 0,0 2-7 15,-3-4 5-15,1 2 1 0,1-1-10 0,0-3 11 16,2 0-4-16,1-2 8 0,5 1-5 15,1-2 4-15,2-1-5 0,-1 0 5 0,5-1-2 16,-2-2 3-16,1 1-6 0,2 0 9 0,0 1-21 16,0-1 22-16,1-1-10 0,0 0-1 15,0 0-8-15,11 5-2 0,-7-2 19 16,13 5-6-16,-1-1 2 0,2 0-4 0,-1 1 1 16,6 1-4-16,-3 2 4 0,2 2-19 0,-3 2 8 15,3 0-4-15,-4 0 5 0,-7 2-3 16,2 1-7-16,-6 0 10 0,-5 0-6 0,-2-6 20 15,0-3-13-15,-17 14-12 0,3-11 14 0,-5-2-9 16,-5 3 24-16,-2-4-26 0,-1-1 15 0,-1-3 2 16,0 2 2-16,-1-6-3 0,3 3 1 0,3-1-27 15,4-3-25-15,10 0-43 0,-1 0-37 16,-4 0-60-16,2 0 18 0,-7-15-276 0,14 8 34 16,3-1 33-16,3 1-48 0,0 0 30 15,12-5 23-15,0-4 59 0,6 6-19 0,2 0 19 16</inkml:trace>
  <inkml:trace contextRef="#ctx0" brushRef="#br0" timeOffset="129">10050 12071 727 0,'4'0'278'0,"-4"0"-20"0,-4 3-7 0,-5 6-38 0,-9 2-11 15,-2 2-34-15,-5 0-7 0,-4 3-9 16,-1 1-21-16,-4 0-23 0,-3 0 12 0,1 0-24 16,-2-3-4-16,5 3 1 0,2-2-28 0,-1-1 16 15,4-2-13-15,6 0-19 0,-1-2 16 16,4 0 9-16,5-5-2 0,-1 3-1 16,6-4-6-16,3 1-6 0,6-3 15 0,0-2-7 15,0 0-7-15,14 7-5 0,4-6-5 0,4 3 26 16,-3-2-5-16,4 0-21 0,0 3-2 0,0 2 16 15,0-1-12-15,0 2 0 0,1 0 17 16,-1 2-8-16,-2 2-24 0,3 0 8 0,-2 2-16 16,-3 0 19-16,3 4-11 0,-3-2-4 15,3 4 1-15,1-2-53 0,1 4 3 0,-1-3-78 16,3 0-54-16,-3 1-49 0,1-1-51 0,-1 2 20 16,-3-3 22-16,0-3 18 0,0 1-272 15,-6-4 38-15,3 2 31 0,-7-4 9 0,-5-5 45 16,0 3-15-16,-4-5 15 0,1-1 34 15</inkml:trace>
  <inkml:trace contextRef="#ctx0" brushRef="#br0" timeOffset="130">9728 12730 406 0,'-34'-1'428'0,"18"1"-50"0,-5 0-53 0,-2 0-35 15,-24-8-62-15,38 8-38 0,-1 0 3 16,2 0-23-16,-1 15-20 0,14-8-14 0,16 7-17 15,2-1-11-15,9 3 54 0,4-2-22 16,3 2-5-16,5 1-21 0,-3 0-19 0,1-1-13 16,0 0-1-16,-4-2-20 0,1 0 4 0,-5-1-1 15,-1 1-7-15,-6-4-5 0,1-1-12 16,-2-2-1-16,-7-1-15 0,-2 0 26 16,-4-3-24-16,-7-1 6 0,-6-2-4 0,0 0 0 15,3-4-20-15,-6-1-1 0,-1 5-49 0,-1-2-25 16,1-2-47-16,-6-4-38 0,1 2-51 15,0-6 18-15,6 7 18 0,1-6 14 0,2 11-321 16,0-6 35-16,0 6 33 0,17-21 27 0,-7 12 6 16,2 1 17-16,4 0 13 0,2 1-3 15</inkml:trace>
  <inkml:trace contextRef="#ctx0" brushRef="#br0" timeOffset="131">9678 12283 403 0,'-13'0'337'0,"13"0"-45"15,0 0-19-15,0 0-43 0,0 0-3 16,0 0-34-16,0 0-27 0,0 0-13 0,-1-7-32 16,21-4-12-16,6 1-6 0,-1 2-1 0,2-4-30 15,4 1 2-15,3 3 6 0,5-2-23 16,-1 2-3-16,3-3-1 0,0 1-7 0,-3 2 11 0,1-1-10 16,0-1-15-16,-2 3 13 0,-4 2-22 15,-2-3 14-15,-4 1-9 0,0 1-3 0,-5 1 24 16,-3 2-5-16,-4-1-2 0,-1 1-3 15,-5 1-6-15,-2 2 0 0,-1-3-4 0,-1 0 7 16,-1 3-19-16,-3 0 2 0,3 0 0 16,0-1-17-16,-2 0 7 0,-2 1-15 0,0 0-33 15,0 0-34-15,0 0-23 0,0 0-41 0,0 0-50 16,0 0 18-16,0 0-279 0,0 0 22 16,8 0 44-16,6 0 11 0,16-9 28 0,-5 5 23 15,6-4 9-15</inkml:trace>
  <inkml:trace contextRef="#ctx0" brushRef="#br0" timeOffset="132">11676 12112 388 0,'0'0'326'0,"0"-12"-59"0,0 12-22 0,0 0-3 15,0 0-8-15,0 0-30 0,11 17 7 16,-20 2-32-16,0 3-17 0,0 0 14 0,-2 1-13 16,1 2-28-16,1-2-18 0,0 2 4 0,2-1-10 15,-1-2-16-15,2 2-15 0,1-4 21 16,0 2-10-16,3-5-11 0,-1 1-19 0,3-6-17 16,0-1 10-16,0-11 5 0,0 7-5 0,0 0-8 15,0-7-3-15,24 18 11 0,-9-14-5 16,2 1-4-16,-1-5-5 0,-5 0 5 0,3 0-12 15,24-15-14-15,-17 7 12 0,2-1-9 0,-3-5-11 16,1 2-1-16,-1-3-21 0,1-2 9 16,-3 0-4-16,1 0 2 0,-4 1-1 0,1-4 8 15,-4 4-4-15,1 1 1 0,-3 0 0 16,-2 1 1-16,2 5 18 0,-3 1-3 0,-4 2 0 16,1 1-2-16,-1 1-11 0,0 2 4 0,-3 2-1 15,0 0-11-15,0 0 0 0,0 9 31 0,0-4 3 16,-6 13 9-16,-3 5 12 0,4-1-5 15,-5 1 15-15,6 3-3 0,-3 2-3 0,0-1 11 16,-2 0-15-16,5 2-3 0,-1-1 0 0,1-1-3 16,-2 1-8-16,2 0-4 0,4 1 1 15,0-3-4-15,-2 2-11 0,2 1-45 0,-3-1-45 16,2-3 7-16,-2 1-85 0,1 0-38 0,1-3-38 16,-3-2-44-16,2-2 25 0,-3-4-226 0,1-3-1 15,4-7 33-15,0-5-13 0,0 0 33 16,4 1 26-16,-1-4 61 0,6-8 22 0,6-5 5 15</inkml:trace>
  <inkml:trace contextRef="#ctx0" brushRef="#br0" timeOffset="133">12258 12424 371 0,'6'-10'478'0,"-2"3"-70"15,-1 0-61-15,0 3-68 0,0 1-18 16,-3 4-33-16,0 2 39 0,-2 0-34 0,0 4-5 15,-3 10-14-15,-2 0-17 0,2 5-32 0,3 1-4 16,-4-1-9-16,3 2-25 0,3-1-9 16,-2 1-4-16,2-14-18 0,0 8-9 0,0 2-13 15,0 1-4-15,12 18-2 0,-9-22-8 0,-3-7-7 16,2-1-5-16,-1-3 3 0,-1 1-9 16,5-5-1-16,-2-2 6 0,2-1-14 0,-1-2 2 15,9-5-7-15,4-4-1 0,-1-2-2 16,1-4-3-16,1-2-6 0,1-2-11 0,4 3 14 15,-3-3-5-15,1 3-7 0,3 1 2 16,-6 3 7-16,0-2-15 0,-2 5 2 0,-3 0 6 0,0 4-11 16,-8 0-3-16,3 5 9 0,-1 0 2 15,-7 3 8-15,0 0 12 0,9 0 5 0,7 20 2 16,-9-6 6-16,1 3 2 0,-3 1 3 16,0 2 6-16,0-2-8 0,2 3-2 0,1 4-10 15,0-1 8-15,-1-1-9 0,-1 2-2 0,-1 0-9 16,3-2-15-16,-3-3-39 0,-1 1-34 15,-4-1-39-15,2 0 9 0,-2-11-110 0,0 6-46 16,-11 16-60-16,3-19 28 0,-1-2 30 0,2-5-295 16,0-4 42-16,6-1 56 0,-1-5 32 15,4-1 58-15,4-8 1 0,5-2 24 16,1-3 53-16,2-7-13 0</inkml:trace>
  <inkml:trace contextRef="#ctx0" brushRef="#br0" timeOffset="134">12860 12076 660 0,'-7'-13'277'0,"3"1"-20"15,-5 1-38-15,4 1-26 0,0 2-6 0,3 3-22 16,-2 0 8-16,2 1-19 0,0 1-34 0,1 1-2 15,-1-1 4-15,0 0-12 0,2 2-34 16,0-2 4-16,-5 1 9 0,5 0-22 0,0 1 5 16,-1-1-10-16,-1 0 27 0,2 1-11 0,-2-1 0 15,2 0-6-15,0 1-12 0,-2-1 7 16,2-2-3-16,-1 2-12 0,1 0 11 0,-2 0-16 16,2 0 11-16,0 0-10 0,0-1-6 15,0 2 14-15,0-2-11 0,0 3 11 0,0 0-7 16,0 0-19-16,0 0-4 0,0 0 20 15,0 0-4-15,0 0-15 0,0 0-2 0,0-5 7 16,0 5-23-16,0 0 11 0,0-8 7 16,0 8-10-16,0 0 1 0,17-13 5 0,-14 9-9 15,1 1-3-15,2 2 4 0,-1-2-6 0,3 3-23 16,-2 0 24-16,-6 0-22 0,13 0 12 16,17 11-1-16,-18-2-3 0,0 3-3 0,-3 4 0 15,-5-1-44-15,2 4 4 0,-6 3 4 16,0-12 5-16,0 4-4 0,-14 20-8 0,10-17 23 15,-2 0-17-15,-1-3 15 0,3-1 11 16,2-5 16-16,1-2-1 0,-2 0-24 0,2-2 1 16,1 1 18-16,-1 0-13 0,1-5-4 15,0 0 23-15,0 7-16 0,12 16-2 0,0-10-1 16,-3 2 12-16,3-1-12 0,-1 3-1 16,2-5 3-16,-3 3 22 0,0-1 3 0,0 0-11 15,-2-1 15-15,-3-4-11 0,-1-2 2 0,-3 3 7 16,-1-10-3-16,0 8 0 0,-18 8 0 0,4-8-9 15,-4 2 8-15,-2-3 2 0,-3 0-4 16,0-5-47-16,0 1-28 0,1 0-40 0,9-3-47 16,-3 0 12-16,-3 0-269 0,-1 0 31 15,-15-18-67-15,26 10 44 0,5-3 23 16,4 1 76-16,0 10 16 0,19-19-43 0</inkml:trace>
  <inkml:trace contextRef="#ctx0" brushRef="#br0" timeOffset="135">13762 12598 646 0,'-1'1'439'0,"-2"0"-68"0,4-1-48 16,2-1-56-16,1 1-20 0,2 0-21 0,16-1-23 16,-10 1-27-16,8 0-15 0,8 0-17 0,1 0-13 15,5 0-12-15,4 0-55 0,3 0-45 16,1 0-44-16,50 10-54 0,-43-8-74 15,-2 1 14-15,-1-2-301 0,-5 2 31 0,-4-2 0 16,-20-1 25-16,8 0 32 0,-1 0 38 0,2 0 6 16</inkml:trace>
  <inkml:trace contextRef="#ctx0" brushRef="#br0" timeOffset="136">14245 12422 928 0,'-15'-14'374'0,"7"3"-52"0,-2 3-1 16,1 1-23-16,4 1-34 0,1 3-41 15,-1-2-11-15,2 1-19 0,2 3-47 0,-1 1-16 16,2 0-15-16,0 0 15 0,-8 11-23 16,4 8-18-16,0 3 9 0,-1 4-5 0,-1 3-13 15,1 0-16-15,-1 0 4 0,0 1-6 0,-2 3-4 16,3 4 0-16,0-1-15 0,-1 2 6 15,2-1-10-15,-2-1-16 0,6 2-3 0,0-1-92 16,-3-1-37-16,3-2-36 0,-1-3-32 16,1-14-55-16,0 5 20 0,0 2-278 0,0-2 43 15,0-5 27-15,0-4 27 0,0-6 24 0,0-7 26 16,4 8 18-16,3-11-31 0</inkml:trace>
  <inkml:trace contextRef="#ctx0" brushRef="#br0" timeOffset="137">14601 12482 339 0,'12'-22'525'0,"0"3"-99"0,-3 4-54 16,0 4-48-16,0 5-40 0,1 5-64 0,-10 1-25 15,23 11 2-15,-10 1-22 0,0 5-19 0,-3 5-20 16,-1-2-2-16,-7 9-14 0,-2-15-13 15,0 7-10-15,-19 23-32 0,6-20-5 0,-6-2-9 16,-1 0-4-16,-1-1 14 0,0-5-14 16,-1 0 7-16,4-1-3 0,-1 2-5 0,3-4-6 15,4 0 3-15,0-4 39 0,4-2 0 0,1-2 20 16,2-2 5-16,1 0-4 0,2-1-5 0,2-2-21 16,0 0-2-16,16 3-12 0,8-6-6 15,-9 3-25-15,12 0-24 0,4 0-21 16,5 0-28-16,5 0 5 0,2 0-82 0,1 0-27 15,-1 0-41-15,1 0-39 0,42-8-39 16,-48 1 24-16,-1 0-283 0,3 0 34 0,-9-2 48 16,-1-2 17-16,-3 0 44 0,-3-4 50 0,0 2-1 15,-4-3 18-15,-2-2 8 0</inkml:trace>
  <inkml:trace contextRef="#ctx0" brushRef="#br0" timeOffset="138">15340 12431 616 0,'-1'-1'372'16,"-4"0"-53"-16,1 2-14 0,1 2-30 0,-4 1-7 16,-3 8-36-16,1 2-16 0,0 3-26 15,3 1-4-15,0 0-29 0,5-1-11 0,1-5-16 16,0 2-15-16,11 21 9 0,-4-19-15 0,1 3-26 16,0-2-6-16,-2-5-2 0,2 1-3 15,-2-4-7-15,-1-4-8 0,-1-1-2 0,2-3 2 16,-2-1-8-16,-4 0-11 0,13 0-4 0,16-19-4 15,-11 6-8-15,-1-2 14 0,2 0-15 16,0-1 14-16,3-2-20 0,-3 3 8 0,3 0 0 16,-4-2-10-16,-1 5 26 0,-4 0-5 0,0 3-1 15,-4 3-11-15,0 2-4 0,-4 4 3 16,-5 0 11-16,0 0 7 0,0 0 4 16,11 15-4-16,-10-10-5 0,1 17-5 0,-2-3-2 15,0 3 8-15,2 1-2 0,3 4-11 16,-2 0 5-16,1 5-15 0,2-6-55 0,0 4 6 0,0 0-125 15,1-3-49-15,-2 5-54 0,0-1 26 16,-2-3-298-16,0 1 59 0,-3-4 35 0,2-2 32 16,0-7 29-16,7-2 16 0,-3-3 25 15,1-5 20-15,-7-6 16 0,12 0 41 0</inkml:trace>
  <inkml:trace contextRef="#ctx0" brushRef="#br0" timeOffset="139">16458 12711 304 0,'-15'-7'489'0,"3"3"-96"0,2 1-60 16,1 1 31-16,4 0-27 0,0-1-26 16,3 2-16-16,0-1-34 0,3-1-32 0,2 1-15 15,4 0-31-15,18-2-20 0,5 1-21 0,5 1-14 16,-13 2-39-16,12 0-44 0,12 0-4 16,5 0-105-16,58 13-48 0,-55-9-42 0,-1-2-48 15,1 3 21-15,-4-3 15 0,-3 1-322 16,-3-3 34-16,-10 0 48 0,-17 0 12 0,6 0 45 15,1 0 43-15,20-13-4 0,-33 8 6 0</inkml:trace>
  <inkml:trace contextRef="#ctx0" brushRef="#br0" timeOffset="140">16921 12518 385 0,'-18'-17'408'0,"-1"2"-29"16,1 1-51-16,5 0-16 0,0 4-40 15,2 1-1-15,4 1-35 0,0 3-26 0,3 2-24 16,-1 3-34-16,5 0-21 0,0 0-17 0,0 0-11 16,-13 23 29-16,7-2 3 0,2 4-23 15,2 4 3-15,1 3-7 0,1-16-9 0,0 9-18 16,0 3-8-16,0 6 1 0,16 39-7 0,-6-35-4 16,-4 0-66-16,6 2 0 0,-2-3-91 15,0 1-38-15,-2-2-60 0,-1-2 17 0,0-3-198 16,-3-2 31-16,1-7-145 0,0-2 41 0,-5-8 27 15,5-7 27-15,-1-2 25 0,-4-3 16 16,0 0-6-16</inkml:trace>
  <inkml:trace contextRef="#ctx0" brushRef="#br0" timeOffset="141">17406 12518 285 0,'-3'-12'346'0,"-1"4"-46"0,-2-4-42 15,0 1-5-15,3 1-9 0,-1 2-41 16,1 2-19-16,0 1 12 0,1 0-12 0,1 1-18 16,-1-2-9-16,1 5-7 0,1-3-20 0,-4 2-8 15,2-1-7-15,2-2-6 0,0 4-12 16,0-2 19-16,0-1-14 0,0 1-10 0,0 3-10 15,0 0-29-15,0 0 0 0,0-8-7 0,0 8 3 16,22-19-5-16,-7 12-21 0,4-2-2 16,1 2-2-16,1 3-8 0,7-3 6 15,3 3-1-15,-3 4-3 0,-15 0-1 0,11 0-3 16,-1 0 8-16,23 16-12 0,-26-6-16 0,-3 0 2 16,-6 4 29-16,-3 3-2 0,-4-1-14 15,-4-8 0-15,0 7 13 0,-23 22-3 0,9-16-29 16,-9-4 14-16,-4 1 7 0,-1 1 0 0,2-3-1 15,1 1-14-15,0-5 3 0,1 0-7 16,4 1-13-16,4-2 3 0,1-2 0 0,4 1-10 16,3 3 13-16,3-4-8 0,5-2 25 15,0 2-6-15,19 17 4 0,-2-10-5 0,-1 1 22 16,2 0-25-16,1 0 4 0,2 0 6 0,0-2 10 16,0 5-7-16,1 1-5 0,1-3-3 15,-7 3-2-15,1-2 19 0,-3 0 5 0,4-4-12 16,-9 2 5-16,-2 0 12 0,-7-5 9 0,0-6-8 15,-24 12-1-15,-1-11 3 0,-7-2-2 16,-3-1-2-16,-3-1-11 0,-4 1-23 0,-3 0-40 16,2-3-31-16,-1 2-45 0,-2 0-59 0,5-1 16 15,-2 1 17-15,0-1-345 0,24-2 38 16,-8 0 74-16,-3 0 26 0,-1 0 25 16,3 0 11-16,-14-13 13 0,35 8-43 0</inkml:trace>
  <inkml:trace contextRef="#ctx0" brushRef="#br0" timeOffset="142">17004 13365 291 0,'-15'-12'223'0,"15"12"13"0,0 0-27 16,-15 0-8-16,15 0-17 0,-20-24-23 15,15 24-3-15,2-3-13 0,2 3-7 0,-2 0 5 16,0-1-19-16,0 0-6 0,2-1-1 15,1 2-5-15,-3 0 13 0,1-1-26 0,2 1 6 16,0 1-18-16,2-2 1 0,1 1-22 0,1 0 2 16,2 0-11-16,15 1-7 0,-10-1 3 15,10 0-16-15,3 0 14 0,31 7-22 0,-21-3 4 16,0-3-2-16,5 1-16 0,1 0 13 16,1-1-18-16,2 0 14 0,2 2-22 0,-4-3 25 15,3 0-25-15,0 0 6 0,-5 0 5 16,-4 0 5-16,1 0-12 0,1 0 1 0,-5 0-1 15,-4 3-5-15,-4-2 27 0,-13-1-22 0,4 0 0 16,-1 0 13-16,-3 0-14 0,0 0-4 16,-4 0 14-16,-7 0 2 0,8 0-30 0,-8 0 12 15,5 0-6-15,-10 0 21 0,0 0-14 16,-1-1 0-16,-3 1 1 0,-12 0 16 0,7 0-21 16,-6 0 21-16,-6 0-22 0,-6 0 1 15,0 0 22-15,-2 0-8 0,-1 0-6 0,0 0-13 16,1 0 7-16,-2 0 17 0,3 0-13 15,0 0-8-15,0 0 7 0,-31-14 0 0,32 11 6 16,1 0-13-16,-2 2 17 0,-1-3-9 16,4 3 13-16,4-2 2 0,6 0 6 0,-3 1 17 15,13 2-18-15,-2 0 4 0,1 0-3 0,2 0-2 16,1 0-3-16,1 0 52 0,7 0 4 16,-7 0 12-16,7 0-16 0,0 0-6 15,-6-8-15-15,12 6 0 0,-2 0 1 0,18 2-8 16,-10 0 0-16,7 0 0 0,6 0-24 0,3 0 9 15,4 0-3-15,2 0 8 0,1 0-29 16,4 0 17-16,1 0-3 0,1 0 4 0,4 0-8 16,42 5-2-16,-46-3 1 0,0 0-1 0,-3 1-22 15,0 1 22-15,-3-3-5 0,-3 0-1 16,3 1 10-16,-4 0-9 0,-4 0-1 0,-4-1-14 16,-5 0 15-16,-2-1-17 0,-5 0 0 0,-2 3 2 15,-3-3-13-15,0 0-11 0,-3 0 11 0,-2 2-8 16,-2-1 28-16,-3-1-7 0,-2 1 4 15,-16 0-10-15,9-1 17 0,-12 0-11 16,-7 0-5-16,-4 0 0 0,-5 0 12 0,-42-9-21 16,42 6 19-16,0 2 6 0,4 0 8 0,3-2-14 15,-2 3-1-15,6-1-7 0,4-1 2 0,2 2 10 16,5 0-10-16,4-2-6 0,5 2 26 16,2 0-1-16,1 0 9 0,5-3 5 15,2 3-19-15,1 3 13 0,6-3-4 0,12 0-2 16,-4 0 9-16,10 0-7 0,31 9-1 0,-17-6-7 15,1-1-2-15,1 1 4 0,2 1 3 16,-2 1-16-16,1-2 9 0,-1-1 2 0,-2 2 2 16,-1 0 7-16,-2-1-10 0,-3 1 2 15,2-3-5-15,-5 2 4 0,-3 0 5 0,-4-1-7 16,-3 1 5-16,-7-1-10 0,-1-2 11 16,-4 0 3-16,-1 1-3 0,0 1-6 0,-3-2 7 15,-1 0 0-15,3 0-1 0,-4 0-16 16,3 0 15-16,-2 0-30 0,-1 0-22 0,-1 2 3 15,-1 1-69-15,0-3-33 0,0 0-49 0,-11 7-70 16,-3-2 22-16,-4-1 22 0,0 0-311 16,-2-2 38-16,-2 0 75 0,-5 1 26 0,4-2 53 15,0 0 34-15,-5 1-9 0,0 1 10 16,2 1 32-16</inkml:trace>
  <inkml:trace contextRef="#ctx0" brushRef="#br0" timeOffset="143">1904 14001 269 0,'0'0'167'15,"-16"0"-39"-15,-9-14 34 0,19 11-6 0,-1 2-8 16,3 0-19-16,-1-2 2 0,-1 1-8 0,-1 0-14 16,3-1 0-16,-3 1-10 0,4 1 1 15,-4-1 2-15,3 0 5 0,-1-1 8 0,1 2-11 16,1-2 17-16,-2 3-16 0,1-1 1 16,1-2-4-16,1 3-2 0,-2-3 4 0,2 3-22 15,1-2-19-15,0 1 17 0,2-1-33 0,2-1 2 16,-3 3 15-16,10-2-31 0,8-1 16 15,2 0 6-15,5 1-32 0,-13 2 13 0,7 0-6 16,5 0-13-16,2 0 2 0,4 0 14 0,-2 0-14 16,3 0 10-16,1 0-12 0,1 0-17 0,28-13 14 15,-30 9-9-15,-5 3 9 0,0-2 8 16,-2 0-5-16,-4 2-20 0,0-3 1 0,1 0 16 16,-5 1-10-16,-3 1-22 0,-4-1 16 15,0 0 2-15,-3-1-10 0,1 1 21 0,-2-1-26 16,-1-1 7-16,-3 0 12 0,3 0-20 0,1-10 10 15,-2-3 3-15,-2 6-3 0,-1 2-13 0,0-2 7 16,-9-13 0-16,4 8 5 0,-1 5-3 16,-2-2-9-16,2 4 21 0,1 3-21 0,1 0 22 15,1 2-17-15,-1 0 9 0,0 0-8 16,-2 3 2-16,2-1 15 0,0 2-21 0,0-1-1 16,0 1 3-16,4 1 6 0,0 0-5 0,-7 0 16 15,7 0-15-15,-21 21 5 0,12-6 22 16,0 2-12-16,0 2 16 0,3 5 5 0,-4-1 2 15,5 3 11-15,0 1 12 0,-2 3-7 16,2-3 0-16,0 2 5 0,0 0 16 0,0 2 5 16,1 0-14-16,-3 2-3 0,4-2 7 0,-3 1-9 15,0 2 15-15,2-1 0 0,-1 0-19 16,0 0 11-16,0 0-16 0,2 0 19 0,-3 1-10 16,4-4-12-16,-3 4-1 0,2-2-5 0,-1 2 11 15,-3 0-35-15,2-1 0 0,-3 1-66 16,0-2-26-16,0 1-34 0,-3-3-32 0,0 0-30 15,-3-1-45-15,2 1 22 0,-1-8-151 0,-3-2 27 16,4-3-118-16,-2-4 31 0,-1-7 37 16,5-5 24-16,1-1 21 0,-9-11 21 0,7-4-4 15</inkml:trace>
  <inkml:trace contextRef="#ctx0" brushRef="#br0" timeOffset="144">1833 14451 526 0,'-5'-18'431'15,"5"0"-41"-15,0 11-65 0,0-6-30 0,0-2-37 16,0 0-31-16,18-13-26 0,-6 15-28 16,0 1-19-16,2 0-6 0,3 2-27 0,2 2-21 15,3 1-18-15,4 4-45 0,1-2-42 16,3 0-11-16,0 1-47 0,2 3-25 0,-1-1-48 0,-13 2 13 16,10 0-141-16,6 0-143 0,2 0 5 15,3 0 47-15,0 0 11 0,38-9 17 0,-41 7 12 16,2-3-1-16</inkml:trace>
  <inkml:trace contextRef="#ctx0" brushRef="#br0" timeOffset="145">3015 14088 299 0,'0'-5'233'0,"0"1"-49"0,-1-1 19 0,1 0-29 16,-2 0-35-16,1 0 6 0,0 3-27 0,1-4-9 15,-1 2 7-15,-1 0-21 0,2 4-7 16,-3-10-11-16,1 5 1 0,0 1-15 0,2 1-4 15,-3-2 9-15,2 0-8 0,0 3-12 0,-2-3-6 16,2 2-7-16,0 0-2 0,-2-1-1 16,1 0-13-16,-1 1 8 0,0 0-5 0,1 1-1 15,-3-1-14-15,1 0 15 0,0 2-1 16,-1 1-11-16,0 0-6 0,-3-3 5 0,8 3-4 16,-6 0 10-16,-7 0-13 0,-15 12 9 0,9-6-12 15,5 3-9-15,-8 0 3 0,3 1 15 16,1 5-4-16,1-3 7 0,1 2-4 0,0 2 2 15,1 0-4-15,1 1 5 0,1-3-4 0,3 1-10 16,0 2 11-16,2-3-5 0,-1 3 7 16,4-2-3-16,-3-3-3 0,5-3 6 0,-1-1-5 15,1-2-9-15,2 0 11 0,-1-3-3 16,0 1 16-16,2-1 22 0,0-1-8 0,0-2-3 16,2 0 7-16,0-2-5 0,2 0-16 0,1-2 21 15,9-2-21-15,-1-7 1 0,2 1 0 0,3 1 16 16,5 0 13-16,-2-1-10 0,4 0-12 15,2 2 18-15,-3 1-21 0,3 1 14 0,4 4-13 16,-2-1 8-16,2 5-4 0,-12 0-14 16,1 0 1-16,30 17-3 0,-24-6 10 0,-3 3 2 15,-1 2-19-15,-1 3 9 0,-2 1-14 0,-3 1 12 16,-1-1-7-16,-1 0 1 0,-5 2 13 0,-2-1-8 16,-1-1-8-16,-5-2 15 0,0-7-12 15,1-2 8-15,-2-9-17 0,0 7 38 0,0 0 8 16,0-7 31-16,0 7-18 0,0-7 8 0,-2 6-22 15,1-9-11-15,1 0 5 0,1-4 2 16,3-10-22-16,-1-2 17 0,4 0-11 0,1-3 12 16,2 3-18-16,3 1-1 0,1-1 7 0,-1 4-10 15,3-3 13-15,1 2-12 0,0 1 4 16,-2 1-8-16,3 0 15 0,0 2-24 16,-5 3 24-16,2 1-7 0,-7 3-31 0,-1-1-4 15,0 3-37-15,-5-1-57 0,2 1-49 0,0 2-13 16,0 1 17-16,-2 0-148 0,1 0-137 0,-3 0 21 15,0 0 26-15,0 0 26 0,8 0 26 16,-1 0 47-16,9 0 17 0</inkml:trace>
  <inkml:trace contextRef="#ctx0" brushRef="#br0" timeOffset="146">5009 13871 730 0,'-17'3'237'0,"-8"1"-17"0,-3 1-22 0,5 5-1 0,0-2 0 15,-3 5-9-15,2 0-7 0,-1 6-3 16,1-3-18-16,2 4 14 0,-3 0-3 0,8 2-22 16,-2-2-15-16,3 3 20 0,3 1 1 0,-1-4-15 15,5 6-16-15,4-3-13 0,5 0-3 16,0-11-6-16,10 23-5 0,5-14-2 0,4-4-11 16,4-1-2-16,3 0-12 0,2-2-10 0,3-1 1 15,2-2-20-15,-1 1 2 0,-2-5-5 16,-1 0 2-16,4-2-14 0,-3-1 11 0,2 2-4 15,-5-5-11-15,-2-1 9 0,-6 3-11 16,-5-2 1-16,-4 2-4 0,0-3 2 0,-2 0 0 16,-8 0-14-16,0 0-12 0,0 0 9 0,7 0-18 15,-7 0 3-15,0 0-18 0,0 0-8 16,8-11 6-16,-8 10 3 0,0 0-75 0,-3 0-17 16,2-3-27-16,-2 3 0 0,2-2-23 15,0 0-55-15,-1 0 19 0,1-2-234 0,1 1-24 16,3-1 37-16,-3-2 42 0,14-13 25 0,1 6 25 15,-3 0 41-15,7 0 2 0,4 2-9 0</inkml:trace>
  <inkml:trace contextRef="#ctx0" brushRef="#br0" timeOffset="147">5741 14000 382 0,'-7'-2'378'0,"2"2"-55"0,-1-3-36 0,4 2 3 15,0 1-21-15,-1-2-17 0,0 2-18 0,3-1-21 16,-3 0-24-16,3 0 3 0,-4-1-9 15,3 2-19-15,1 0-45 0,4-3 4 0,-2 2-23 16,5 0-4-16,11-2-12 0,6-1-8 0,4 1-8 16,3 1-47-16,2 1-43 0,0-1-26 15,3 0-48-15,1-1-47 0,-1 2-48 0,2-3 17 16,1 4 16-16,-22 0-320 0,9 0 34 16,3 0 39-16,2 0 25 0,-6 0 25 0,1 0 33 15,12 13 11-15</inkml:trace>
  <inkml:trace contextRef="#ctx0" brushRef="#br0" timeOffset="148">5960 14262 507 0,'-30'10'378'0,"3"0"-41"0,5-1 3 16,2 0-33-16,-1-2-41 0,4-2 34 0,7-3-44 16,5 0-21-16,4 1-22 0,7-3-29 15,2 0-33-15,14-1-24 0,-8 1-20 0,8 0-9 16,6 0-79-16,3 0-49 0,0 0-46 15,37-11-45-15,-32 8-58 0,0 3 15 0,-1-5-149 16,-2 2-129-16,0-1 51 0,-1 2 0 0,-3 1 26 16,-2-1 0-16,-3-1 12 0,-3 2 35 15</inkml:trace>
  <inkml:trace contextRef="#ctx0" brushRef="#br0" timeOffset="149">7176 13629 241 0,'0'-12'369'0,"0"12"-41"15,28-29-42-15,-26 24-18 0,0 1 0 0,1 0-49 16,-2 0-24-16,0 1-28 0,1 1-36 0,-2 0 6 16,-2 2-27-16,0 2-11 0,-7 11-10 15,-5 1-12-15,-2 2-10 0,1 2 5 0,-3 2-13 16,-3 5 13-16,0 0-16 0,-1 3-4 0,-2-1 4 16,-3 0-20-16,3 2 0 0,-3-3-3 0,3 1 2 15,-1-2-5-15,1 1 4 0,1-3-10 16,3-1 14-16,3-3-7 0,-1 0-12 0,3 0 8 15,-1-4-7-15,6 1-1 0,-2-4 3 0,4-3-6 16,3-1 16-16,-1-3-14 0,0-1 16 16,1-1 22-16,4 2-14 0,-1-5-4 15,2 0 6-15,0 0-4 0,0 0 5 0,16 5 7 16,4-3-22-16,5-2 5 0,0 0-8 0,0 1 11 16,-9-1-19-16,6 0 7 0,6 0-13 15,3 0 0-15,2 0-3 0,0 0-1 0,3 0 0 16,-4 0-1-16,2 0-1 0,-2 0 0 0,33-15 11 15,-35 12-6-15,-3-2 1 0,-2 2-4 0,-3-1-7 16,2 1 0-16,-3-1 14 0,0 1-24 16,-4 1 9-16,-3-3 15 0,3 3-1 0,-7-3-1 15,0 3-11-15,-2-2 19 0,-2 0 4 0,-1 1 4 16,2 0-3-16,-5-2 0 0,2 2-6 16,5-7 14-16,-4 0-12 0,-2 3 2 0,-2 0-9 15,-1-3-8-15,0 10 5 0,0-7-12 0,0 2 9 16,0-6-9-16,-11-9-2 0,7 12 19 15,1 1-8-15,-1 0-3 0,3 3-11 0,-3 0 23 16,4 1-13-16,-4-1 3 0,3 2-14 0,0 1 12 16,-2 1-2-16,1 0-1 0,-1 2 3 0,-7 9-1 15,0 1 19-15,-2 4 10 0,2 3 10 16,-3 3-6-16,3 2 15 0,-2-1 3 0,2 4 5 16,-3-1-4-16,3 5 4 0,0-1 3 15,0 1-4-15,2 2 3 0,-1 0 4 0,3 1-15 16,-1-1 8-16,2-1-8 0,1 0-8 15,-1-1 1-15,3 0 0 0,-1 0-13 0,3-1 2 16,0-6-2-16,0-10 13 0,0 4-17 0,0 2 9 16,0-2-10-16,0-3-12 0,0-1 18 15,0-4-17-15,0-1 2 0,0 0-1 0,0-3-8 16,0-6 5-16,0 8 3 0,0-2 18 0,0-6-4 16,0 7 25-16,0-7 4 0,0 6-6 15,0-6 10-15,0 0 11 0,0 0-27 0,0 7 5 16,0-7-18-16,0 0 4 0,4 4 13 0,-4-5-18 15,0-2-5-15,0 0-1 0,0 2-14 16,-1-3 1-16,2 1-2 0,-1-1-58 0,0 1-23 16,-1 0-47-16,2 0-48 0,-2-2-54 0,1 2 19 15,-1-1-141-15,-1-1-62 0,2 5 35 16,0-10-249-16,15-13 52 0,-2 8 38 0,4 0 38 16,2 1 34-16,3-1 31 0,6-2 43 15,4-1 53-15,4 2 22 0,8-1 18 0,1-3-23 16</inkml:trace>
  <inkml:trace contextRef="#ctx0" brushRef="#br0" timeOffset="150">9003 14362 1055 0,'0'0'348'0,"0"0"-41"0,0 0-43 0,0 0-31 16,0 0-35-16,0 0-25 0,23 0-11 16,-23 4-11-16,0 2-22 0,-1 11-26 0,1-7-6 15,-10 20 0-15,8-8 13 0,-3 1-17 0,1 0-22 16,0 3-7-16,2-1-32 0,-1-1-34 0,1 0-27 15,-1-2-35-15,2-1-31 0,1-1-56 16,0 1-8-16,0-12 13 0,0 3-253 0,0-1-30 16,0-1 30-16,0-3 25 0,10 5 36 15,-7-12 24-15,2-2 7 0</inkml:trace>
  <inkml:trace contextRef="#ctx0" brushRef="#br0" timeOffset="151">9662 13975 298 0,'6'-21'444'0,"3"2"-88"0,-4 3-6 0,1 1-35 16,-2 5-22-16,-2 2-39 0,1 2-31 0,-2 1-25 15,1 1-37-15,-1 1-4 0,-1 3-22 16,2 0-19-16,-2 3-12 0,2 5 12 0,-2-1 14 15,0 12 2-15,1 2-15 0,-1 3-5 0,1 1 2 16,-1 1 0-16,0 1-11 0,3-1 3 0,-1 1-6 16,0 0-13-16,1-1 2 0,1 2-6 15,0-5-14-15,-1 4 1 0,2-5-15 16,-1-1 8-16,-3-1-1 0,3-5-10 0,1-4-16 16,-4-1 3-16,3-3 5 0,-4-1 3 0,1-1 27 15,0-2 13-15,2-2-8 0,1-1-12 16,-4 0-5-16,0 0-15 0,27-15 1 0,-10-2-4 15,0-1-4-15,0-2-11 0,2-2 10 0,-1 2-11 16,1-4-2-16,2 2-9 0,-1 2 4 0,-1-3 7 16,3 1-15-16,-2 1 2 0,-2 1-8 15,-1 2 3-15,1 2 3 0,0-1 2 0,-6 3-15 16,0 2 3-16,-2 3 5 0,-2 1-4 0,0 2-5 16,-3 2 4-16,-1 1-3 0,-1 3-4 15,-3 0 4-15,0 0 9 0,7 0 4 0,8 21 2 16,-7-9 6-16,0 2 5 0,-1 3-13 15,-2 2 2-15,-1 1 17 0,1 1-15 0,-1 3-1 16,0 0 1-16,-1 1 1 0,3 1-3 0,-2 1 1 16,-1 2 0-16,-3 0-12 0,2-2-39 0,-2 0-41 15,0-12-37-15,0 8 11 0,-12 27-131 16,3-25-38-16,2 1-47 0,-1-1-34 16,-3-1 32-16,3-3-234 0,7-2 45 0,1-4-9 15,0-15 44-15,0 8 31 0,10 3 60 0,0-11 42 16,-2 0 23-16,9-9 15 0,-1-4-15 15</inkml:trace>
  <inkml:trace contextRef="#ctx0" brushRef="#br0" timeOffset="152">10461 14409 700 0,'14'-9'446'0,"-1"0"-72"0,-5 4 3 0,-3-2-47 16,1 3-32-16,-2 1-41 0,0 3-17 16,-1-3-24-16,-3 3 8 0,0 0-12 0,0 7-22 15,0-1-10-15,0-1-24 0,1 12-12 0,-1-8-14 16,12 18-9-16,-1-6-17 0,3-2-10 15,4 1-5-15,-1-6-12 0,3 1-11 0,1-1 2 16,-1 0-8-16,7-6-6 0,-4 2-11 16,-2-5-6-16,0-1 8 0,-3-2-9 0,-8-2-2 15,4 0-12-15,12-14 3 0,-15 3-6 0,-3-6 7 16,-3 2-17-16,0-9-7 0,-5 12 12 16,0-7-5-16,0-1-1 0,-20-24-10 0,8 21 4 15,-3 2 2-15,-3 5-12 0,-1 1-24 0,-7 5-30 16,5-1-19-16,-7 4 6 0,4 1-110 15,0 4-36-15,1 1-32 0,13 1-40 0,-3 0 30 16,-11 11-265-16,16-2 35 0,8-4 44 0,3-1 33 16,1 1 38-16,15 2 17 0,0-1 28 15,6 2 13-15,4-3-47 0</inkml:trace>
  <inkml:trace contextRef="#ctx0" brushRef="#br0" timeOffset="153">11223 13987 477 0,'-9'-10'329'0,"0"0"-22"16,3 1-9-16,-3-3-23 0,5 4-24 0,2-1 14 15,-2 4-32-15,2 0-27 0,2-2-17 16,0 7-21-16,0 0-18 0,0 0-17 0,0 0-14 16,15-10-12-16,-9 12 5 0,14 3-12 15,2 6-42-15,4 0 4 0,-6 1-4 0,7 2-8 16,1-1 2-16,0 4-9 0,3-2-4 0,1 4-5 16,0-1-3-16,1 0 5 0,0 0-4 15,4 0-13-15,-2-1-5 0,-2-1-1 0,-3-2-13 16,-1 1-3-16,-4-2-13 0,-1-3 10 0,0 1 22 15,0 0-20-15,-4-2 1 0,0-1 2 16,-5-4 1-16,1-2-6 0,-3-1 25 0,-4-1-24 16,-9 0-19-16,7 0 36 0,-1 0-2 0,-6 0 21 15,9 0 3-15,-9 0-4 0,7 0 20 16,-7 0-4-16,14-12-1 0,-12 12-23 0,2-3 16 16,-1 3-17-16,-1 0 5 0,-1 0-17 0,-1 0 9 15,0 3-4-15,-3-1 2 0,1 1-18 16,-12 11 14-16,0 0 10 0,-6 3 9 0,-1-1-3 15,-1 2-7-15,-6 0 9 0,3 5 6 16,-3 1-8-16,-2-2-1 0,-2 0 3 0,3 1-5 16,-3 0-9-16,1 2 6 0,-2-4-3 0,5 1 5 15,0 2-4-15,2-2-30 0,-3 0-15 0,7 2 3 16,3-3-77-16,-3-1-16 0,5 0-45 16,2-1-19-16,0 1-28 0,2-2-37 0,8-1 21 15,1-6-151-15,4-5 31 0,0-6-119 0,11 7 31 16,0-7 28-16,8-4 39 0,-8 4 24 15,28-15 15-15,-16 5 13 0</inkml:trace>
  <inkml:trace contextRef="#ctx0" brushRef="#br0" timeOffset="154">12404 14412 310 0,'-1'-3'404'16,"-1"2"-81"-16,-4 0-35 0,0 2-12 0,-10 5-26 15,-4 5 6-15,1 0-8 0,-4 2-30 0,2 1 11 16,-1 3-18-16,0 0-30 0,-1 4 1 16,0 2-19-16,0-1-15 0,1 2-19 0,1 2-19 15,1-1-16-15,0 1 4 0,-1 1-7 0,5-1-6 16,-2 0-20-16,2-1 2 0,2-1-20 15,2-1-27-15,-1-2-2 0,1 1-61 0,2-3-41 16,3 0-54-16,-1-3-35 0,1-2-38 0,4-6 19 16,3-2-288-16,0-6 12 0,0 0 35 15,3 1 37-15,1-4 46 0,3-9 2 0,4-5 19 16,-1 0 10-16</inkml:trace>
  <inkml:trace contextRef="#ctx0" brushRef="#br0" timeOffset="155">12589 14002 806 0,'5'-19'423'0,"-1"1"-63"0,2 3-35 16,-2 6-42-16,-2 3-59 0,-2 6-26 0,-2 0 19 15,2 4-8-15,-6 11-3 0,2 3-9 16,0 4-10-16,-1 2-20 0,3 3-15 0,0 4-3 15,-1-2-25-15,3 3-3 0,0-15-10 16,0 7-21-16,0 5-7 0,0-2 8 0,13 29-12 16,-8-26-8-16,1-3-9 0,0-1-13 15,-1-3-2-15,-3-2 6 0,1-1-11 0,1-9 6 16,0-4-10-16,-1 2 24 0,-2-4 14 0,2-3-19 16,-3-2 2-16,0 0 0 0,27-12-10 0,-11 0-5 15,4-7-3-15,-2 0-8 0,0-1 1 0,3-3-13 16,-1 2 6-16,1 0 4 0,0-3-9 15,-3 3-12-15,-1 2 5 0,-1 3 4 16,2 1-1-16,-3-2-2 0,-1 2-3 0,-4 3 7 16,-1 3-1-16,-4 1 11 0,2 3-15 0,-5 0 5 15,2-1-5-15,-1 4 2 0,-1 0-4 0,0 0 0 16,1-2-2-16,0 2 2 0,-2-1-8 16,0 0-23-16,-1 3-34 0,0-4-25 0,0 4-45 15,0 0 10-15,-11-3-110 0,4 3-39 0,1 0-36 16,-2 0 28-16,0 2-183 0,-3-2-91 15,0 0 40-15,-1 0 37 0,3 0 42 0,0 0 37 16,1 0 43-16,-4 8 24 0,8-6 20 0,0-2 11 16,0 0 5-16</inkml:trace>
  <inkml:trace contextRef="#ctx0" brushRef="#br0" timeOffset="156">12860 14033 359 0,'0'-9'396'16,"5"1"-72"-16,-5 1-20 0,0 2-25 0,0-1-28 15,1 2-25-15,-2 1-25 0,1-1-12 0,-5 4-11 16,1 0-20-16,-12 5 32 0,0 4-1 0,-6 3 8 16,-1 0-6-16,4 6-1 0,-3 1-12 15,2 2-9-15,0 3 4 0,0 2-9 0,5 0-13 16,-1 3-8-16,6 0-6 0,1 4 1 0,4-1-6 15,5-17-6-15,0 7-18 0,17 33-5 16,1-26-8-16,1 2-18 0,6-3-11 0,1-2 1 16,1-2-10-16,5-6 7 0,-2 1-4 15,4-4-18-15,-1-4-3 0,-1-2 0 0,1-4-6 16,4-5 12-16,-22 0-14 0,28-14-13 0,-16 0-1 16,-2-6-8-16,-1-9 4 0,-3-1-7 15,-1-6-6-15,-3-3-3 0,-4 0 13 0,-6-1-16 16,-1-1 10-16,-5 3-3 0,-1 18-5 15,-10-35 9-15,-3 21-6 0,-3 2-4 0,-2 4 1 16,-3 2 1-16,-2 2 8 0,-1 3-3 0,-3 3-4 16,2 3 4-16,0 3-11 0,0 3-2 0,-5 4 4 15,2 3 1-15,15 2-1 0,-9 0-1 0,-24 14 8 16,22-1-6-16,1-1 6 0,0 5 1 16,-3 2-3-16,6 3 4 0,1 2 1 0,1 5 7 15,4-2 4-15,2 6-4 0,3-2 4 16,3 3-13-16,5 1 6 0,1-18 0 0,11 36-3 15,3-19 11-15,2 0-1 0,8-3-8 0,5 0-2 16,2-4 2-16,0-3 9 0,2-3-10 16,0-3-5-16,0-4 4 0,3-4 0 0,-4-4-1 15,1-5-1-15,-17-1-4 0,8 0 5 16,31-22-9-16,-28 6 2 0,2-4-17 0,0-4 1 16,-1-7-6-16,-4-1 1 0,4-4-8 0,-6 0 10 15,-2-1-1-15,-2-1 4 0,-5 2 0 16,-1 0 2-16,-5 1 0 0,-2 3-4 0,-5 16 8 15,0-8 3-15,-17-25-8 0,2 23 12 16,-3 4-5-16,-8 3 1 0,1 3-2 0,-5 2 6 16,0 3 1-16,-2 6-4 0,0 0 1 0,13 5-5 15,-6 0-4-15,-36 13 13 0,23 0 7 16,0 3 3-16,3 3 4 0,-2 5 14 0,1 4-10 16,2 1 9-16,2-1 13 0,6 7-15 0,3-1 10 15,4 2-4-15,10 3-1 0,4-2 12 0,5-17-5 16,15 39-4-16,5-21-5 0,6-3 0 15,5-1 6-15,3-3-17 0,1-4 9 0,3-5-2 16,3-2-16-16,1-6 19 0,0-2 0 16,3-7-7-16,1-3-13 0,-25-2 3 0,37-21 5 15,-23 1-6-15,-7-6-14 0,0-6-4 16,-4-6-12-16,-8-2 2 0,0-5-19 0,-5 1-2 16,-8-7 1-16,-3 3-11 0,-11 2-1 15,-6 2 1-15,-6 5-20 0,-6 1-10 0,-7 6-49 16,-2 6 15-16,-6 4-84 0,-4 6-24 15,-1 3-35-15,-2 8-38 0,-3 4 26 0,25 1 30 16,-49 15-317-16,27-2 40 0,-1 4 85 0,5 2 37 16,3 4 7-16,3 7 33 0,3 0 25 0,7 5-20 15,4 6 7-15</inkml:trace>
  <inkml:trace contextRef="#ctx0" brushRef="#br0" timeOffset="157">5343 15702 605 0,'0'0'253'15,"0"0"-37"-15,0-15-1 0,-23-6-16 0,22 17-24 16,1 0-16-16,0 0-17 0,0 0-27 16,0 0-11-16,-2 2-23 0,1 0-5 0,-1 1-3 15,-2 2-5-15,0 2-22 0,-5 8 0 0,-7 4 7 16,-4 1-3-16,4 4-2 0,-1 0-7 15,-5 7 19-15,1-3-13 0,1 3 2 16,-3 1 6-16,-1-2-14 0,1 3 0 0,1-3-5 16,-1 0 17-16,3-3-8 0,2 3-10 0,0-5 6 15,2 0-11-15,4-1 4 0,-2-3 16 16,1-2-6-16,4-4-6 0,3-3 3 0,0-1 0 16,2 0 7-16,2-3 9 0,-1 0-6 15,2-2-15-15,1-2-11 0,0 0 2 0,0 0 16 16,14 0-19-16,-8 0-5 0,12-2 4 0,-7 2-2 15,3 0-7-15,3 0-4 0,2 0 27 0,22-5-15 16,-18 5-15-16,0 0 5 0,3-1-13 16,2-1 3-16,-2-1 0 0,0 3 6 0,1-2-7 15,-5 0 17-15,-3 2-19 0,0-3 19 16,-3 1 2-16,-2 0-20 0,-3 0 3 0,-2 2 7 16,-5-2 1-16,3-2-15 0,-2 1 8 0,-1 2-10 15,-1-2 7-15,-2 0 3 0,2-1-5 16,-1-1 16-16,-2 5-13 0,0-5 16 0,0-7-14 15,0-3-6-15,0 1 32 0,-15-18-12 16,11 18-1-16,0 2 36 0,0 4 10 0,2-1-7 16,2 3-4-16,-3 2-14 0,0 0-5 0,1 4-13 15,1-3 9-15,-3 6-7 0,0 1 6 16,-10 6 12-16,4 5 6 0,-1 3 4 0,-1 3 5 16,0 1 13-16,1 1-5 0,2 0-12 15,4 3 5-15,-3-2-11 0,3 3 2 0,0 0-8 16,2 1-2-16,1 1 2 0,-1 0-8 0,3 3 7 15,-2-3-8-15,2 0-22 0,-2 0-31 16,0-2-40-16,-1 2 7 0,-1-2-92 0,2-1-25 16,-8-4-33-16,3-1-43 0,0 3 25 15,3-6-124-15,-6-2-142 0,1-3 37 0,3-4-16 16,1-2 31-16,1-4 27 0,-1-3 12 0,5 0 18 16,0-5 5-16</inkml:trace>
  <inkml:trace contextRef="#ctx0" brushRef="#br0" timeOffset="158">5813 15974 507 0,'2'-8'354'0,"-1"-1"-54"15,0 4-32-15,-1 0-34 0,0 0-37 0,2 3-10 16,-2 2-4-16,-2 1 9 0,-3 12-17 15,1 3 9-15,-2 3-17 0,0 4-15 0,2 3-17 16,-3 2 5-16,2 1-4 0,1 0-6 16,1 1-22-16,2-2-1 0,-1 1-9 0,-2 0-12 15,4-5-8-15,0 0-9 0,-2-1 2 0,2-14-6 16,0 7-1-16,0-1-28 0,0-2 11 16,0-2 5-16,0 0 15 0,12 3 1 0,-8-12-14 15,-1 0-7-15,3-5-5 0,8-4-7 16,2-2 6-16,-2-6-8 0,1-2-5 0,3-4 3 15,-1 1-5-15,6-4 0 0,-2 0-8 0,2 0 5 16,0-1-7-16,0 4 0 0,-1 0-8 0,-3 3 6 16,0 3-1-16,-2-1-4 0,-4 4-8 15,1 2 1-15,-4 5 4 0,0 3 10 16,-3 1-2-16,-7 1 15 0,0 0 9 0,15 10-10 16,-9 2 1-16,-2 3 1 0,-2 1-5 0,3 2 7 15,-5-1-6-15,0 4 0 0,1 1 2 0,-1-2-13 16,1 1 3-16,3 2 1 0,-4 0-6 15,2-4-34-15,0 4-35 0,2 0-40 0,-3 0 10 16,3-3-111-16,-3 1-33 0,2-2-60 16,1-3 30-16,-4-5-189 0,1-7 35 0,-1 0-98 15,2-4 49-15,-2 0 39 0,0 0 18 0,16-16 24 16,-7-2 76-16,2-4-13 0,2-1-19 0</inkml:trace>
  <inkml:trace contextRef="#ctx0" brushRef="#br0" timeOffset="159">6469 15680 320 0,'-4'-4'276'0,"2"-1"-24"0,-2 3-8 15,2-1-5-15,-2 0-17 0,1 1-28 0,-1 1-20 16,3-1-4-16,0 0-15 0,-2 0 5 16,2 0-24-16,-1 0 5 0,-1 2-10 0,3-3-12 15,-1 2-11-15,1 0 6 0,-2-2-10 16,1 1-32-16,1 0 14 0,0 1-15 0,0-2 19 16,0-1-27-16,0 1 8 0,0 1-8 0,0-3-1 15,0 3-7-15,0-1 6 0,0 3-6 16,0 0-7-16,0 0 10 0,0-10-10 0,0 5 0 15,0 5-18-15,11-15 17 0,-8 9-21 16,9-4-6-16,-1 0 2 0,3 2-8 0,-1 1 20 16,6 0-13-16,0 3-3 0,-2 4-2 0,1 0-10 15,-8 0-1-15,5 0-20 0,16 17-17 16,-17-8-15-16,-1 7 1 0,-7 2 4 0,-2 1-13 16,-4-8-14-16,-15 20-1 0,4-9 4 15,0-3-5-15,-7 2 19 0,4-3-6 0,-3-2 6 16,1 3 14-16,-1-4-5 0,3 1 0 15,4-3 11-15,0 2-6 0,2-4 5 0,2 2-2 16,3-3 5-16,3 1 5 0,0-11 7 16,0 10 7-16,20 13-5 0,-8-9-2 0,1-4 6 15,0 0 5-15,0 0-10 0,1 0 12 16,2 0-5-16,-2 1 13 0,0-2-14 0,-5-1 12 16,-3-3-5-16,0 0-6 0,-4-1 4 0,-1 0 6 15,-1-4-1-15,0 0 12 0,-11 8-15 16,-7-3 12-16,-1-4-9 0,-1 0-8 0,-1 0-20 15,7-1-15-15,-5 0-32 0,-4 0-31 0,-3 0-23 16,-2 0 11-16,1 0-89 0,2 0-100 16,0 0 23-16,3 0-109 0,5 0 28 15,4-7 16-15,1 7 12 0</inkml:trace>
  <inkml:trace contextRef="#ctx0" brushRef="#br0" timeOffset="160">6835 16179 374 0,'-6'1'415'0,"-1"-1"-58"0,2 1 3 0,0 0-47 15,0 3 7-15,1-3 2 0,-2 0-32 16,2 0-15-16,0 1-16 0,0-2-27 0,3 0-19 16,1 0-24-16,1 0-24 0,5 0-19 0,12-4-23 15,5 1-9-15,9-1-5 0,3 3-19 0,-1-3-22 16,5 3-32-16,-1-1-44 0,7 2 2 0,-24 0-72 16,13 0-27-16,3 0-37 0,2 0-28 15,2 0-35-15,-1 0-35 0,-2 0 23 16,-6 0 19-16,35 10-315 0,-39-8 35 0,-8 2 31 15,-8-1 29-15,-1 0 48 0,-6-2 27 16,-2 0-25-16</inkml:trace>
  <inkml:trace contextRef="#ctx0" brushRef="#br0" timeOffset="161">7275 15988 454 0,'-11'-25'381'15,"-1"3"-22"-15,1 3-40 0,2 3-18 0,2 1-29 16,-1 3-15-16,6 2-42 0,-1 3-29 0,-1 2-19 16,0 3-11-16,4 2-20 0,0 0-15 0,0 0-12 15,-19 26-6-15,14-8-11 0,1 6 16 16,0 5-3-16,-1 0-16 0,4 2 3 0,-3 0-5 16,4 1-13-16,-1 2-14 0,0 0-2 15,1 2-5-15,0 0-5 0,0 3-4 0,-3-2-26 16,3 1-2-16,0 0-80 0,-4 0-43 0,-1 0-34 15,1-2-41-15,-1 1 16 0,0-8-164 0,1 7 27 16,-1-7-179-16,4-5 11 0,1-14 30 16,0-1 26-16,0-1 24 0,18 1 73 0,-9-6 31 15</inkml:trace>
  <inkml:trace contextRef="#ctx0" brushRef="#br0" timeOffset="162">7783 16125 282 0,'-5'-9'390'0,"-4"-3"-40"0,0-1-34 15,3 1-25-15,-2-1-19 0,2 1-8 0,-2-1-33 16,6 3 7-16,2-1-24 0,0 1-21 0,0 10-30 15,0-7-10-15,0-3-13 0,21-12-22 16,-8 14-5-16,6 1-16 0,-2 0-13 0,7 3-10 16,-2 4-15-16,-12 0 1 0,25 10-7 0,-12-2-16 15,-2 4 4-15,-5 6 2 0,0 1-4 16,-4 4-4-16,-5 4-18 0,-5 1 8 16,-2-13-3-16,-17 28 8 0,3-16-14 0,-8 1 2 15,1 1-3-15,-5-2-9 0,-1-5 13 0,4 2-17 16,-1-3 14-16,1-3-19 0,1-1 30 15,4-3-12-15,-3-2 1 0,5 2 10 0,2-6-3 16,5 2 5-16,-2-3 20 0,8-2 4 0,3-2-5 16,0-3 9-16,0 0 5 0,14 8-15 15,9-5-1-15,-1-3 7 0,8 0-23 0,-15 0 11 16,12 0-9-16,3 0-4 0,2 0 3 16,1 0-2-16,34-11-3 0,-34 8 0 0,2 1-17 15,-3 0-19-15,1-2-43 0,1 2 6 0,-3 2-103 16,-5-2-44-16,-5-1-59 0,1 3 26 15,-10-2-185-15,0 1-111 0,-4 0 38 0,-7-2 19 16,1 0 21-16,-1 1 22 0,-1 0 41 16,0-2 19-16,0 4 38 0,0 0-6 0</inkml:trace>
  <inkml:trace contextRef="#ctx0" brushRef="#br0" timeOffset="163">8444 16129 401 0,'4'-4'437'16,"-3"2"-81"-16,1-1-57 0,-4 2 4 0,1 1-17 15,-3 2-35-15,4 2 22 0,-9 7-38 0,3 5-21 16,-3-1-12-16,2 6-30 0,5-1-14 0,-4 4-13 16,1 1-20-16,5-1-3 0,-3-1-18 15,-1-1-21-15,4 0-2 0,0-14-13 0,0 8-5 16,0-2-2-16,0-2-13 0,0-2 3 15,0-2 4-15,0-1-1 0,0-7-2 0,0 0-2 16,18 10 4-16,-6-15-11 0,3-7-10 0,0-3-13 16,4-1-13-16,-2-6 4 0,3 0-9 15,-2-4-4-15,5 4 3 0,1-2-5 0,-2 4 0 16,-2 1 5-16,-3 3 8 0,0-3-10 16,-3 6 8-16,-1 4-5 0,0 1-14 0,-7 5 31 15,-1 2 3-15,-5 1 9 0,0 0-4 0,9 11-5 16,-9-4 8-16,0 0-3 0,-1 10 3 15,1-7-11-15,0 6 5 0,0 3-1 0,0 3-37 16,0 3-39-16,0-1 5 0,0 1-131 0,0 1-60 16,0-1 24-16,9 25-240 0,-3-28 37 15,1-1 33-15,3-6 29 0,1-1 30 0,1-4-94 16,6-2 39-16,0-3 24 0,2-1 23 16,3-4 12-16,-11 0-46 0</inkml:trace>
  <inkml:trace contextRef="#ctx0" brushRef="#br0" timeOffset="164">9276 16274 265 0,'-5'0'445'0,"-1"-1"-46"0,1-1-29 0,0 1-47 16,2 1 33-16,-1-1-25 0,2-2-16 0,-3 3-15 15,3-2-36-15,0 0-29 0,2 1-27 0,0-3-15 16,5 3-27-16,9-3-26 0,8 1-15 16,3 1-16-16,5-1-28 0,0 0-35 0,6 2-50 15,6-2 2-15,2 3-109 0,1 0-34 0,-22 0-45 16,10 0-52-16,9 0 23 0,-2 0-261 16,-1 0 10-16,-2 0 34 0,-2 0 28 0,-2 0 26 15,23-10 10-15,-38 8 17 0,-5 2 39 16</inkml:trace>
  <inkml:trace contextRef="#ctx0" brushRef="#br0" timeOffset="165">9494 16063 911 0,'-9'-9'300'0,"0"5"-40"16,4-1-40-16,0 3-22 0,1 0-39 0,4 4 12 15,-3 0-13-15,3 2-3 0,2 0-9 0,-1 1-20 16,3 12-11-16,1 2-8 0,0 3-20 0,2 0 10 16,1 2-24-16,-2 3 12 0,1 2-20 0,-3-3-16 15,1 6-21-15,-3-3-35 0,0 5-24 16,-2-17-35-16,0 6-29 0,0 3-52 0,0 2 11 16,0-1-157-16,-13 24 23 0,12-29-184 15,-2-8 28-15,3-3 81 0,0-11 17 0,0 8-45 16</inkml:trace>
  <inkml:trace contextRef="#ctx0" brushRef="#br0" timeOffset="166">10060 16102 397 0,'-5'-8'327'0,"4"-1"-39"0,-3 2-24 0,1 1-22 16,2 0-13-16,0 2-5 0,0-2-40 15,-1 1-13-15,1 0 7 0,1 2-22 0,0-2-15 16,0 5-20-16,0 0 8 0,0-6-23 16,0 6-7-16,0-5-12 0,0 5 10 0,0-7-10 15,0 7-9-15,0-8 9 0,0 8-12 0,0-7-5 16,0 7-6-16,0-7 12 0,9-5-6 15,-4 7-14-15,0 0-10 0,4-5 12 0,5 1-11 16,-1-1-19-16,1 3-2 0,-4 0-2 16,7 3-4-16,-1-3 9 0,0 3 4 0,-9 4-17 15,4 0-5-15,5 0 2 0,-2 0 5 16,18 16-10-16,-17-6-2 0,-3 3 4 0,-3 4 0 16,-4 0-2-16,-2 4-1 0,-3-10-14 15,0 4-1-15,-22 22 3 0,11-17 2 0,-1 1 8 16,2-4-5-16,-3 0 0 0,4-2-5 0,-1 0 2 15,-2-4 1-15,5-4 9 0,0-1-5 16,1 1 0-16,0-4 0 0,3 1 1 0,2-2 4 16,-1 1 3-16,2-1-2 0,0-2 2 15,0 0-9-15,13 5 0 0,1 0-7 0,4 0 16 16,0 0-8-16,1 2-5 0,3 0 10 0,0-2-4 16,2 5 2-16,0 0-4 0,-1 1 0 15,-2-1 0-15,-2 3 11 0,-4 0-22 0,-2 2 1 16,0 0 1-16,-8-1 7 0,-4 1 0 0,-1-8 1 15,-13 15-2-15,-3-7-19 0,-7-2 12 16,-2-2 2-16,0-1 1 0,-2-1-1 0,-1 0 2 16,-4-1 0-16,0-3 25 0,3 2-3 0,-2-2-24 15,-1 1-10-15,4-3-6 0,1-3-30 16,17 0-27-16,-6 0-41 0,-14-12-39 0,17 7-42 16,13-2 18-16,-5-1-185 0,5-1 28 0,0 2-126 15,13-15 17-15,-2 6 25 0,2 2 73 16,6-2 18-16,1 2 12 0,1 1-31 0</inkml:trace>
  <inkml:trace contextRef="#ctx0" brushRef="#br0" timeOffset="167">11414 16100 478 0,'0'0'318'0,"0"0"-29"0,-13 0-13 0,13 0-19 15,-22-16 6-15,18 14-7 0,2 0-31 16,-1 2-25-16,1 0-23 0,-1-2-19 0,3-1-18 16,5 3-3-16,-2-3-8 0,3 1-13 15,12-5-5-15,4 0-11 0,2 4-11 0,6-4-8 16,0 2-25-16,2-1-40 0,5 2-10 0,3 2-43 16,1 0-42-16,1 0-33 0,-2 1-55 15,-19 1 16-15,10 0-183 0,4 0 25 16,0 0 26-16,0 0 23 0,-1 0 19 0,34 11-115 15,-39-5 24-15,-1-1 18 0,-8 5-8 0</inkml:trace>
  <inkml:trace contextRef="#ctx0" brushRef="#br0" timeOffset="168">11660 16300 822 0,'-36'3'350'0,"20"-3"6"0,-8 0-39 0,-2 0-39 16,1 0-8-16,5 0-34 0,-8-8-13 15,27 3-42-15,9 1-2 0,13-1-41 0,9 2-15 16,2-1-79-16,4 3-27 0,7-2-36 16,3 2-31-16,0 1-35 0,-19 0-26 0,12 0 10 15,6 0-124-15,3 0-135 0,0 0-58 0,-1 0 27 16,-3 0-10-16,-2 0 16 0,-4 0 9 0,0 0 36 16</inkml:trace>
  <inkml:trace contextRef="#ctx0" brushRef="#br0" timeOffset="169">12976 16247 326 0,'0'0'349'0,"0"0"-67"0,-15 0-44 16,15 0 10-16,0 0-12 0,0 0-21 16,0 0-20-16,0 14-10 0,-22 3 9 0,23-11-30 15,0-1-10-15,1 1-14 0,0-1-18 0,7 7-13 16,3-2 9-16,-1-2-20 0,1 0 11 16,6-2-9-16,-2-2-18 0,5-1-13 0,-12-3 0 15,7 0-17-15,1 0-5 0,19-13 11 0,-12 5-7 16,-6-2-5-16,-2-2-5 0,2-3 5 15,3-1 3-15,-8-4-1 0,3 0-14 0,-2-3-7 16,-1 0 4-16,0-3-2 0,-3-6-3 0,0 3 9 16,1 0-11-16,0-8-8 0,-2 3 2 0,0-4-8 15,0 1 6-15,2-1-4 0,1-2 1 16,1 0 3-16,3 2 6 0,1 0-14 0,1 3 1 16,5-3-2-16,1 6-13 0,-1 3 24 15,4 3-19-15,-1 1-1 0,-3 4 1 16,1 2 0-16,0 1-4 0,-5 6-1 15,3 2 1-15,-2 6 11 0,-5 1-2 0,-8 3 2 16,11 17-7-16,-9-1 7 0,-4 6 0 0,-4 1 20 16,-1-6 10-16,0 4-2 0,-11 34 16 0,4-18 6 15,0 4-5-15,-2-2 20 0,0 1-1 16,2 2-5-16,1 0 5 0,-3 1-2 0,4-2 1 16,3 0-3-16,0 0 2 0,2-3-10 15,0-18-1-15,0 9-7 0,14 37-9 0,-1-32 3 16,4 0-10-16,2-5-3 0,4 0-17 0,5-1-34 15,0-6-40-15,1 2 6 0,1-4-147 16,-2-3-53-16,0-1-80 0,-6-1 31 16,4-5 29-16,-1-2-274 0,-2-2 41 0,-5-5 50 0,-11-1 22 15,5 0 41-15,20-18 28 0,-13 7 24 16,-1-5 18-16,-1-5 10 0</inkml:trace>
  <inkml:trace contextRef="#ctx0" brushRef="#br0" timeOffset="170">14687 15426 664 0,'0'-9'311'0,"0"1"-50"15,-2 4-33-15,-3 3-10 0,-3 2 2 0,-11 6 19 16,-4 5-27-16,1 4 1 0,-5 10-24 16,-1 7 48-16,-2 1-17 0,0 2 0 15,0 3-11-15,0 3-7 0,3-1-6 0,4 5-15 16,4 0-13-16,1 0-12 0,9 0-3 0,-2 2-21 16,8-2-11-16,3-24-5 0,0 11-14 0,23 43-8 15,-4-33-9-15,5-4-12 0,6-1-36 16,7-2-15-16,4-2-28 0,5-4-41 0,3-1 4 15,2-3-120-15,2-3-39 0,-3-5-60 16,2-3 23-16,-1-1-315 0,0-7 30 0,-2-5 39 16,-22-2 35-16,9 0 35 0,49-18 25 0,-37 3 30 15,2-2 26-15,1-5-3 0,0-1 26 16</inkml:trace>
  <inkml:trace contextRef="#ctx0" brushRef="#br0" timeOffset="171">15476 15612 649 0,'2'-8'369'0,"0"1"-37"0,1 3-51 15,-2-2-27-15,0 3-34 0,0-2-21 0,1 5-19 16,0 0-15-16,1 5 16 0,-1 2-17 0,2 10-19 16,1 7 27-16,-5 2-21 0,3 2-14 15,-2 1-11-15,2-1 5 0,0-1-26 0,1 5-3 16,2-3-1-16,0-2 1 0,0 0-5 16,4-1-8-16,2-3-9 0,-3 0 3 0,2-6-19 15,1 0 2-15,-2-1-9 0,2-1-8 0,1-7-7 16,-2-4 7-16,-2-1-3 0,0-3-5 15,5 0-3-15,19-15-2 0,-16 0-8 0,2-1-2 16,1-4-2-16,-2-4 0 0,7-3-10 0,-3-2 3 16,4-3-5-16,-2 4 6 0,-4-1-8 15,3 4 7-15,-7 6-5 0,2-1 9 0,-5 2-8 16,2 3-3-16,-3 3 5 0,-4 6-7 0,-7 5 17 16,-1 1 6-16,4 5 11 0,-6 2 16 15,0 0 8-15,-1 9 0 0,3-4 6 16,-5 20 2-16,5-22 3 0,0 6-18 0,0 4 0 15,0 0 1-15,18 26-6 0,-8-23 1 0,4 0-5 16,0-4-16-16,5 2 8 0,2-3-9 0,5-1-2 16,-1 0-32-16,2-3-31 0,1-2-45 0,-2 0-51 15,0-1 12-15,0-2-135 0,0-2-53 16,-3 0 27-16,-14-7-291 0,5 0 52 0,11-12 42 16,-15 1 36-16,-3-4-41 0,4-3 19 15,-2-6 29-15,0 0 73 0,3-2 24 0,2-2 13 16,4-1 20-16</inkml:trace>
  <inkml:trace contextRef="#ctx0" brushRef="#br0" timeOffset="172">16399 15283 320 0,'-7'0'292'0,"3"-1"-35"16,0 1-15-16,0 0-11 0,3 0-12 0,-4 0-23 16,3 0-21-16,0 0 1 0,-1 0-7 0,1 0-27 15,-2-3-15-15,3 1-3 0,1 0-9 16,-2 1-1-16,0-2 0 0,2 1 0 0,-3-1 17 15,1 0-10-15,0 2-9 0,1-4-12 16,0 2 23-16,1-1-18 0,0-1-4 0,-3 2-2 16,3-1-5-16,0 0 0 0,0 0-25 15,0 0 9-15,0 1-12 0,0 0-4 0,0 3 0 16,0 0-2-16,0 0-13 0,0 0 6 0,0-8-11 16,0 8-15-16,0 0 18 0,0-5-10 15,0 5-9-15,0 0 2 0,0-7-7 16,0 7 6-16,0 0-11 0,0 0-2 0,0 0 8 15,0-7 0-15,0 7-22 0,0 0 6 0,0-6-1 16,9-2 13-16,-4 6-9 0,2 0-12 0,-1 2 18 16,2 0-18-16,-3 0 8 0,8 0 2 0,1 0-9 15,0 0-10-15,4 0-12 0,10 12-6 16,-17-7-2-16,-3 7-9 0,-3-1 8 0,-1 4 5 16,-4-9 6-16,0 6 2 0,-12 15-18 15,1-14 5-15,-2 4 3 0,-1 1-6 0,0-4-9 16,-1 0 5-16,3 0 4 0,-1-3 10 15,1 0 8-15,1-3-12 0,1 3-2 0,2-4-2 16,3 0-6-16,0-1 8 0,5 0-2 0,-2 0 6 16,2 1 0-16,0-7 21 0,0 10-16 0,23 14 8 15,-9-11-9-15,2 3 1 0,3-2-3 16,2 0 7-16,2 0 5 0,-1 1 12 0,1-1-15 16,-1 3 21-16,0-2-8 0,-2-1-19 15,-2-2-4-15,-6 1 15 0,0-3 22 0,-8 0 5 16,-4-10 5-16,0 8-12 0,-21 5 1 15,0-4 5-15,-3-4-13 0,-6-1 6 0,-2 2-1 16,-1-5 5-16,-2 4-2 0,-1-2 19 16,-1-2-19-16,-1 3-37 0,1-2-19 0,4 0-23 15,-1-1-36-15,4 0-29 0,3-1-56 0,6 2 19 16,7-2-278-16,14 0 32 0,-7 0-15 16,7 0 29-16,0-8 24 0,13 2 23 0,9-2 51 15,5-2-17-15</inkml:trace>
  <inkml:trace contextRef="#ctx0" brushRef="#br0" timeOffset="173">17114 15375 581 0,'31'-7'378'0,"-15"7"-22"0,7 0-11 16,0 0-36-16,31 18-39 0,-29-6 1 15,3 7-18-15,1 5-14 0,-1 5-15 0,-2 5-29 16,0 0-11-16,-2 5-14 0,-3 4-26 15,-1-1-25-15,-6 1-3 0,-5 1-12 0,-6-1-14 16,-3-19-3-16,-10 40-14 0,-9-19-37 0,-3-4-15 16,-12 1-21-16,-5-4 1 0,-6 3-66 15,-6-4-16-15,-9 0-25 0,-8-3-28 16,-6-2-35-16,-5-3-33 0,1-1 18 0,-4-5-130 16,1-1 28-16,-3-5-188 0,0-2 32 0,3-4 50 15,2-3 29-15,7-2 25 0,38-6 11 16,-16 0 9-16</inkml:trace>
  <inkml:trace contextRef="#ctx0" brushRef="#br0" timeOffset="174">5297 15349 491 0,'0'0'257'0,"-16"0"-33"16,16 0-21-16,0-12-33 0,-24-5-15 0,22 14-26 15,2 2-8-15,-3-2-18 0,6 1 1 16,-1 2-15-16,2-3-11 0,1 0-15 0,14 2 15 16,2-3-16-16,4 2-9 0,4 0-8 0,2-3 1 15,2 4-17-15,1-1 5 0,4 1-2 16,-4 0 1-16,0 1-16 0,3-1 8 0,2-1-1 16,0 1 0-16,1-2-17 0,-22 3 9 15,15 0 2-15,0 0-8 0,7 0-5 0,0 0 7 16,3 0 2-16,-2 0-15 0,2 0 13 0,6 0 1 15,-2 0-6-15,1 0-2 0,3 0 2 16,1 0 0-16,2 0 9 0,3 0-14 0,65-4 1 16,-57 1-6-16,5 0 8 0,3-4-8 0,1 2 13 15,3 2-16-15,-3-1 10 0,0 2 3 16,2-1-5-16,-1 0 3 0,-2 2-3 0,2-3-6 16,0 3 4-16,1-1 5 0,0 1-5 0,1-2-13 15,3 2 6-15,-39 1-2 0,19 0 3 16,10 0-8-16,5 0 5 0,2 0-4 0,2 0-9 15,-2 0 9-15,2 0-9 0,76-10-3 16,-77 7 13-16,-2 0-15 0,-2-1 16 0,1 2 0 16,-7-3 4-16,2 2-19 0,0-3 19 0,-2 0 6 15,-1-1-4-15,-2 2-12 0,1-3 15 0,1 2 6 16,-5-1-1-16,4-1-7 0,-2-1-4 16,-2 1-5-16,-2 1 8 0,2 1 9 0,-2-3-3 15,5 2-3-15,-1-1 8 0,-4-1-5 16,4 2-11-16,-4-3-7 0,4 3 12 0,-2-1 10 15,1 3-12-15,-2-5 1 0,1 3-7 16,-1-2 9-16,0 4-7 0,-3-2 11 0,2-1-6 16,0 2 13-16,0-2-10 0,-2 1-12 0,1 3 24 15,-4-3-9-15,2 4 0 0,-1-3 4 16,2 3-4-16,-1-1-16 0,1 2 14 0,-1-1 2 16,0-1-4-16,-1 3-9 0,2-3 21 0,-1 3-11 15,-1-2 11-15,2 2-10 0,-1 1 2 16,1 0-10-16,-1-3 21 0,1 3-21 0,-1-3 21 15,5 3-8-15,-2 0 12 0,3-2-6 16,-5 2-3-16,8-2 4 0,-1-1 4 0,-3 3-4 16,-31 0-4-16,18 0-9 0,6 0 4 0,5 0-8 15,1 0 10-15,0 0 5 0,3 0-3 16,0 0 4-16,0 0-9 0,68-11-2 0,-63 10-1 16,0 0 3-16,1-5-15 0,0 4-5 15,-1-1 15-15,3-1-17 0,-7-1 7 0,3 0 5 16,-2 0 10-16,0 1-11 0,-1 1 1 0,0-1 4 15,-1 0 9-15,-2 0 10 0,0-1-31 0,2 2 17 16,-4-3 3-16,5 3 5 0,-1 0-16 16,0-1 12-16,5 2 0 0,-1-1 1 0,1-2-3 15,1 2-4-15,2 0 12 0,-3 0-12 16,0-1-3-16,0 0 1 0,1 0 10 0,-5-1-21 16,2 2 8-16,-3-2 10 0,2 1 0 15,-1-2-12-15,-3 3 24 0,1-1 0 0,1-1 1 16,-2 3-2-16,2-1-6 0,-2-1-7 15,-2 2 4-15,2-4 4 0,0 4 1 0,-1-3-1 16,1 2 3-16,0-2-17 0,-2 2 8 16,-3-1-1-16,2 0-7 0,-2 2-11 0,3-1 14 15,1-1 4-15,1 0-6 0,0 3-16 0,-2-1 17 16,0 1 14-16,-1 1-15 0,-2-4 12 16,-29 4-1-16,13 0-3 0,5 0-5 0,3 0-3 15,-1 0 1-15,-2 0 6 0,0 0-6 0,-2 0 4 16,2 0 10-16,42 12-20 0,-46-11 16 15,1 2-4-15,0-1-3 0,0 1 9 0,-3-1-1 16,1 1-7-16,-1 0 15 0,-2 0-1 0,-1 0 7 16,-1 1-11-16,-3 2 14 0,-2-4 0 15,1 2 4-15,0 0-13 0,-4 2 4 0,-3-3-2 16,-2 2 5-16,-5-1-5 0,-1 2 0 0,-2-2-3 16,-2 2-9-16,-5-1 7 0,1-1 3 15,-3 2 4-15,-1-2-9 0,-3 2 11 0,1 1-8 16,-3 0 6-16,4 9 12 0,-3-2-5 15,-1 5-6-15,0-10-3 0,0 5 1 0,0 4-3 16,0 1-1-16,0-1 6 0,0 2 12 0,-12 24-3 16,9-18-9-16,-1-3-4 0,-2 5-3 15,0 1 23-15,-1 0-14 0,-2-3 11 0,0 3-4 16,0 3-8-16,-4 2 0 0,3 3 2 16,-3 1-4-16,-2 2-2 0,5 0-17 0,-5-1 23 15,4 6-16-15,2-4 15 0,-4 3-17 0,2-2 14 16,-3 1-12-16,6 0-12 0,-6-4 8 15,4-1-4-15,0 2 6 0,3-3-7 0,-3-3 2 16,0 1 13-16,-1-1-11 0,0-2 6 0,2-2 14 16,-1 2-9-16,1-3 1 0,0-4-7 0,0 5-1 15,-2-2 16-15,2 0-17 0,1-3-2 16,-1-1 15-16,0 0-1 0,-1-1-19 0,-1-2 2 16,0 1 5-16,2 0-12 0,-6-3 17 15,3-2-12-15,2-3 18 0,-3 1-9 0,-1-1-4 16,-1-3-6-16,1-1 13 0,-3 1-14 0,3-3-8 15,-2 1 10-15,-1-2 10 0,-4-1-6 16,6 2-1-16,-5-3-3 0,-1 0 21 16,2 0-25-16,-3 0 5 0,-3-2-5 0,-1 1 6 15,-1 0 0-15,1-1-1 0,-4 0 11 0,-2-1-5 16,2 3-9-16,-5-3 2 0,2 3 6 0,-1-2 5 16,2-1-12-16,0 2 14 0,2-1-25 15,-2 0 8-15,-3 1-5 0,2 0 13 0,1 1-8 16,-4-4 21-16,-1 2-16 0,0-1 11 15,-1 0-9-15,-4-1-3 0,-4 3 18 0,0-4-9 16,0 3-13-16,-3-3 17 0,2 0-17 16,-4 2-6-16,5 0 27 0,-2 0-6 0,-1-2-15 15,0 3 10-15,-1 2-3 0,3-2-5 16,-1 0 13-16,-3 1 0 0,4-2-17 0,-3 3-10 16,-1-2 29-16,-2 1-24 0,0-1 8 0,1 2-5 15,-5 0 18-15,2 0-14 0,1-1 3 16,-3-1 6-16,-2 2 2 0,0-1-12 0,0 1 5 15,2-1 4-15,1 2-9 0,0-1 18 16,3 2-15-16,-2 0 4 0,0-2-9 0,-1 2 16 16,1 3-13-16,3-2 13 0,-5-2-16 0,1 2 1 15,1-1 5-15,-5 0 5 0,3-1-1 0,-1 2-2 16,-3-1 0-16,2-1 1 0,-2 4-1 16,1-5-1-16,-2 2-2 0,1 0 5 0,-2 0-6 15,-1 0 13-15,2-2 0 0,2 2-22 16,-5 0 24-16,2-1-17 0,-5-1 3 0,4 2 4 15,-4-2 15-15,2 2-4 0,1-2-23 0,-3 2 11 16,-2-3-1-16,-1 2 11 0,0-2-3 16,-5 0-2-16,2 0 14 0,0-1-19 0,4 1 10 15,-2 0-17-15,3-1 21 0,0 0-12 0,0-1 8 16,0 1-25-16,4-2 1 0,-3 2 12 16,1 0 12-16,-3-2-17 0,1 0 27 0,1-1-27 15,-2 0 13-15,2 0 0 0,1 2 2 0,4-2-14 16,-1 1-5-16,31-1 22 0,-15 0-20 15,-5 0 4-15,-7 0-5 0,0 0 11 0,0 0 6 16,-2 0-12-16,1 0 4 0,-1 0 0 0,1 0 1 16,-58-13-1-16,59 10 4 0,3 0 5 0,0 2 5 15,5-2-5-15,-3-1 6 0,-2 1-3 16,5 2 0-16,-2-2-12 0,-1-2 31 0,5 2-15 16,-4 0-9-16,3 1 14 0,1 0-15 0,0 2 9 15,0 0-13-15,0-2 9 0,24 2 5 16,-12 0-10-16,-9 0-6 0,0 0-6 0,-3 0 13 15,0 0-3-15,-1 0 4 0,0 0-11 0,-3 0 5 16,2 0 2-16,-3 0 5 0,-56 14-9 16,54-14-1-16,1 3 12 0,-3-1-11 0,3 0 12 15,4 1-12-15,-6 1-3 0,4-4-7 0,0 3 21 16,-4 1-13-16,1 1 2 0,-4-2 11 0,4 0-4 16,0-1 1-16,-1 1-8 0,-4 1 8 15,1-1 6-15,1-1-19 0,-1-1 4 0,0 1 8 16,1-2 3-16,0 0 4 0,0 2-12 0,1-1 2 15,-3-1-7-15,32 0-9 0,-14 0 9 16,-6 0 11-16,-8 0-19 0,2 0 17 0,-3 0 10 16,-2 0-3-16,1 0-17 0,-3 0 2 0,2 0-6 15,-2 0 14-15,2 0 16 0,-2 0-17 0,2 0-1 16,1 0 1-16,0 0-6 0,0 0 6 16,1 0-3-16,0 0 22 0,-1 0-24 15,1 0 29-15,-1 0-26 0,0 0 11 0,1 0-15 16,-1 0 25-16,1 0-35 0,2 0 3 0,-2 0 14 15,2 0 10-15,-1 0 11 0,0 0-33 16,1 0 18-16,2 0 12 0,-1 0-12 0,1 0-2 0,1 0 26 16,0 0-24-16,1 0 5 0,-2 0-8 15,-1 0 5-15,0 0 2 0,3 0 7 16,-2 0-19-16,-49 2-6 0,54-1 13 0,4 0-11 16,5 1 10-16,-3 1 7 0,-1-3-13 0,4 2 7 15,-1 0 3-15,2-1 10 0,1 0-10 0,0 2-8 16,-2-3 0-16,7 1-1 0,-3-1 4 15,19 0 12-15,-9 0-2 0,-1 0 0 0,1 0 1 16,-2 0-5-16,-25-13-1 0,28 10 3 0,6-1-1 16,-1-1-1-16,1 0 6 0,2-2 7 15,1 0 2-15,1-2-2 0,1-1 5 0,-1 0-5 16,3-3 3-16,0 0 3 0,0-5-15 16,1 2 6-16,-1-1-2 0,3-2 2 0,-1 0-17 15,0 0 12-15,2-2-3 0,-1 2-16 0,3-3 26 16,-1-1-11-16,0 0 0 0,-2-1-7 0,6-2-3 15,-2-1-14-15,2-1 16 0,-2-3-1 16,3 3-7-16,-2-3 16 0,1 1-4 0,2-4 2 16,2 0-19-16,0 17 18 0,0-9-18 15,0-5-3-15,0-1-14 0,0-3 18 0,0 1-2 16,0 1-6-16,0-1 6 0,0 1 16 16,0 1-11-16,0-1-6 0,0 3-8 0,0 1 15 15,0 3-6-15,-3-19 10 0,3 22-14 16,-1 3 12-16,-1 2-15 0,2 10 12 0,0-7-1 15,0 1-1-15,0 2 10 0,0-1-5 0,0 4 2 16,0-2-13-16,0 4 9 0,0-1 2 0,0 1 1 16,0 0-17-16,0 7 12 0,0-8 9 15,0 8-4-15,0-8-3 0,0 3 0 0,0 5 2 16,0-8 5-16,0 8-12 0,0-8 3 16,0 8 10-16,0-6 4 0,0 6 7 0,12-14-31 15,-11 11 15-15,2 1-5 0,-1-3-4 0,0 1-4 16,8-4 9-16,0 0 4 0,0 2 4 15,6-2-16-15,0-1 6 0,2 1 4 0,2 1-14 16,1-1 18-16,6-1 0 0,-2 2-2 16,2-1 4-16,1 0-13 0,4 2 10 0,6 0-2 15,-2 0-5-15,5 2 19 0,0 0-2 0,4 0-8 16,-4 2 2-16,9-1-13 0,5 3-5 16,-1-3 19-16,6 3-16 0,8-1 1 0,-2-1-60 15,0 0-38-15,3-2-30 0,7-1-44 0,0-2-57 16,4 2 21-16,3-5 19 0,1 0-314 15,2-1 36-15,1-4 61 0,5 1 29 0,0-1 53 16,-3 2 22-16,6 2 15 0,2-1 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31T04:37:00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1275 1451 334 0,'30'0'63'0,"20"0"-4"0,7 0-40 16,58 13-17-16,-57-10-21 0,-4-2 9 0,-1 0-124 15</inkml:trace>
  <inkml:trace contextRef="#ctx0" brushRef="#br0" timeOffset="1472.41">1320 1267 448 0,'0'-12'314'0,"0"12"-50"0,-6-29-21 0,1 24-23 16,-3-2-16-16,-1 4-15 0,0 2-6 0,1 0-19 15,1-2 9-15,2 3-32 0,5 0-11 16,0 0-7-16,-8 0-39 0,-6 11-1 0,5-2 4 16,2 2-2-16,2 2 5 0,-5 0 5 15,5 5 5-15,-3 0-11 0,1 3 24 0,-2 3 8 16,1 5-10-16,0-4-17 0,3 4-3 0,0 0-4 15,0 4-1-15,3-4 3 0,2 5-2 16,0-19-7-16,0 7-15 0,14 28-3 0,-7-26 6 16,4 1-13-16,3-6 8 0,-1 3-11 0,4-5-4 15,0-3-2-15,5 3-11 0,1-5 7 0,1-4-15 16,0 0 9-16,1-7-8 0,-11-1 5 16,4 0-12-16,6 0-2 0,26-12 6 0,-24 2-18 15,-5-1 13-15,1-2-4 0,1 1 2 16,-4-2-12-16,0-4 6 0,3-1-2 0,-4-1 0 15,1 2 6-15,-1-2 2 0,-5-1-14 0,1 1 5 16,-4-4 3-16,-2 2-9 0,1-6 2 0,-6 1 1 16,1-3 9-16,-4 11-8 0,0-13 1 15,-18-37-8-15,7 34 2 0,-7-1-2 0,1 2 5 16,-1 9-5-16,-5 2-4 0,0 5 13 0,-2 4-8 16,-4 3-2-16,-1 6-11 0,13 5 16 15,-11 0-14-15,-25 19-2 0,21-7 3 16,4 2 2-16,6 4 6 0,5-3-8 0,5 0 5 0,4 3-6 15,3 1 3-15,5-1-1 0,0-6 3 16,12 21 6-16,-1-13 1 0,2 4-2 0,5 0 0 16,5 0 0-16,4 2-6 0,3 0 2 15,2 0 9-15,-3 0-9 0,4 1-4 0,-1-1 14 16,-1-1-5-16,0 1-2 0,-5-2 8 0,1 2-13 16,-7 1 12-16,1-2 3 0,-3-2 9 15,-4 2-13-15,-4-2 0 0,-3 3 3 0,-6 0 4 16,-1-14-8-16,-11 25 3 0,0-15-4 0,-5-2-25 15,-2-2-33-15,0-1 6 0,-1-2-99 16,-4-1-40-16,0-3-30 0,-1-1-58 0,4-4 29 16,1 1-274-16,1-4 27 0,5-1 32 0,3-1 31 15,0-1 30-15,10 0 24 0,-6 0 10 0,6 0 16 16,-10 0 44-16</inkml:trace>
  <inkml:trace contextRef="#ctx0" brushRef="#br0" timeOffset="1813.66">924 2429 409 0,'-40'16'510'15,"10"-2"-100"-15,0-3-9 0,7 0-34 0,-1-4-47 16,8 3-39-16,8-4-31 0,8-6 11 16,15 1-17-16,14-8-27 0,11 2-27 0,14-2-18 15,8-3-24-15,6-3-11 0,3-1-11 16,6-1-4-16,4 2-21 0,0 1 3 0,-1 2-10 15,2-1-25-15,-5 3 1 0,-3-2-11 0,-3 3 1 16,-4-1-19-16,-5 1 4 0,-5 5-5 0,-5-3-3 16,-7 2-15-16,-7-1 10 0,-2 1-5 15,-6 1 4-15,0-5-12 0,-7 4-5 0,-1 1-3 16,-4-1 3-16,-8 2 3 0,-10 1-5 16,8 0-10-16,-8 0-32 0,0 0-17 0,8-2-37 15,-10 2 9-15,-3 0-84 0,2-2-50 0,-2 0-47 16,1 0 25-16,-1-2-322 0,0 1 38 15,2-2 50-15,-7-4 33 0,4-5-4 0,1-2 43 16,5 1 26-16,0 6 64 0,0-5 15 16,18-18 2-16</inkml:trace>
  <inkml:trace contextRef="#ctx0" brushRef="#br0" timeOffset="2113.55">2580 1496 592 0,'-6'-27'568'0,"-4"-11"-55"16,-4 4-69-16,4 5-68 0,-1 5-45 0,5 5-37 16,-4 4-36-16,5 1-81 0,4 4-21 15,-1 8-188-15,4 3-36 0,-1 6-36 0,4 2-38 16,1 8-10-16,8 4 16 0,3 0-55 16,3 4-1-16,1 4 0 0,2 1 7 0,0 3 36 15,0-1-22-15,0 2 26 0,-9 0 30 0,3-3 25 16,-5 2 27-16,0-4 47 0,-3-4 2 0,0-1 98 15,-5 3 21-15,-3-8 32 0,3 1 19 16,-1-6 42-16,-3-14-23 0,0 12-11 0,0-3-3 16,0-2-40-16,-12 4-31 0,11-9-60 0,-3 1-40 15,2-1-91-15,0-2 9 0,-2-3-304 0,2-1 27 16,-5-8-27-16,2-5 27 0,2 2 27 16,1-2 12-16,2-2-6 0</inkml:trace>
  <inkml:trace contextRef="#ctx0" brushRef="#br0" timeOffset="5159.64">4351 1266 394 0,'-15'0'338'0,"15"0"-20"0,-30-2-42 16,23 2-3-16,3-1-27 0,0 2 3 15,0-1-38-15,3-1-6 0,0-2-23 0,-1 3 9 16,6-1-20-16,-1 1-18 0,4-1-18 0,5-2-38 16,6 0-8-16,7-4-8 0,3 1 17 15,7-1-14-15,-2-1 1 0,7 1-11 0,0-1-8 16,-2 0-6-16,2 1-7 0,2-2-22 0,-9 1 1 16,-3-1-18-16,2-2-15 0,-6 0 0 15,-7 6-11-15,0-5-15 0,-4-2 5 16,-4 0-13-16,-5-1 4 0,-3-5-6 0,-2 2-13 15,-1 8 6-15,0-5 11 0,-18-21 1 0,6 13 5 16,1-3-13-16,-3 4 26 0,3-3-19 16,-2 8 14-16,3 2-11 0,-3 4 19 0,2 3-11 15,2-2 7-15,-1-2-3 0,4 8 8 16,-4 1 2-16,10 1 8 0,-12 0 23 0,-7 12-6 16,9-5 4-16,-1 2 4 0,6 4 15 0,-2-1-28 15,-2 5 27-15,0 2 17 0,2 3-10 16,1 2-5-16,3 5 35 0,3 1 5 0,0 6-5 15,0-17 12-15,0 6-6 0,0 1-4 16,11 30-4-16,-7-26 10 0,3 0 2 0,0 2-2 16,-1 2-9-16,0-1-7 0,4 4-5 0,-4 2-13 15,0 1 1-15,1 0-6 0,-1 2 10 0,-1-1-15 16,-1 0-36-16,1 3-39 0,-3 2 3 16,-2-21-134-16,0 8-71 0,0 6-63 0,-25 53 32 15,9-43 23-15,-5-8-309 0,0-3 47 0,-1-4 53 16,3-3 31-16,2-9 25 0,0-4 25 15,-4-3 80-15,3-4 4 0</inkml:trace>
  <inkml:trace contextRef="#ctx0" brushRef="#br0" timeOffset="5370.09">4246 1763 838 0,'-1'-24'396'0,"2"1"-38"16,-1 12-63-16,14-23-24 0,-1 14-49 15,1 2-19-15,5 2-4 0,6 1-27 0,1 1-22 16,6 0-13-16,0 1-65 0,4 2-18 0,5-1-44 16,-1 2-42-16,3 0-49 0,1 1-45 0,-1 2 11 15,-2-3-128-15,1 1 21 0,-1 1 17 16,1-2 19-16,-3 1 15 0,-4-1-216 0,3-1 25 16,-4 4 20-16,-1-2 21 0,-1-2-4 0</inkml:trace>
  <inkml:trace contextRef="#ctx0" brushRef="#br0" timeOffset="5650.98">5370 1059 386 0,'-12'-3'352'0,"-5"3"-44"0,1 4-34 15,-3 2-36-15,4 4 13 0,-6 4-21 0,-4 8-11 16,0 0-8-16,5 6-25 0,0-1 15 15,5 0-14-15,3-5 4 0,3 2-5 0,-5 0-15 16,4 4-22-16,2 2 2 0,1-1-11 0,2 3-15 16,1-3-13-16,4 1-5 0,0-14-12 15,0 9-12-15,16 29-9 0,-8-25-24 0,8 0-44 16,2-2 1-16,6-4-140 0,2-2-46 16,-1-4-65-16,5-5 22 0,-1-3-295 0,0-4 38 15,3-2 8-15,-17-3 40 0,24-11 27 0,-14 2 68 16,1-3-9-16,0-7 11 0,1-2 1 15</inkml:trace>
  <inkml:trace contextRef="#ctx0" brushRef="#br0" timeOffset="6048.31">5747 1325 374 0,'3'-15'488'0,"-5"6"-96"0,2 0-15 0,0 1-56 16,2 5-36-16,-6 6-3 0,0 1-24 0,-1 2-15 15,0 1-3-15,0 6-31 0,-3 3-24 0,2 3-6 16,3 1-31-16,-1 1-3 0,4 3-14 15,0-14-17-15,0 8-7 0,0 3-11 16,17 22-7-16,-10-18-30 0,-1-5-36 0,1-2-31 16,1 1 2-16,0-5-42 0,-3-1-27 0,3 2 7 15,-2-6-10-15,-1-7 2 0,1-2-2 0,-6 0-2 16,19-11 11-16,-6-4-5 0,1-2 4 16,2-4-6-16,-2 1 19 0,-2-2 9 0,4-1 0 15,-2 0 26-15,0-1 4 0,-1 7 18 16,0-7 29-16,-2 7 6 0,-1 2-4 0,-2 1-21 15,0 3-2-15,-1 4 4 0,-2 3-2 0,0 4 14 16,-5 0 19-16,0 0-4 0,13 12 30 16,-9-6-5-16,2 13 13 0,1 2 3 0,-1-1-6 15,1 2-6-15,-1 0-3 0,-2 5 7 0,4-6-12 16,-1 6-11-16,-2 0 2 0,0-2 1 0,0 0-5 16,2 1-30-16,-5 3-2 0,1-3-111 15,-2-3-58-15,-1-11-69 0,0 5 24 0,-13 19-285 16,6-17-18-16,-3-6 37 0,-1-5-3 0,2-1 44 15,1-7 25-15,8 0 75 0,0 0 15 0,-13-16-39 16</inkml:trace>
  <inkml:trace contextRef="#ctx0" brushRef="#br0" timeOffset="6271.28">6462 1367 215 0,'17'-3'483'0,"-4"5"-84"0,0 0-39 0,2 6-33 15,1 5-39-15,2 3-35 0,-2 1-2 0,1 2-23 16,-3 0-25-16,0 1-27 0,-1 2 0 16,-3 2-19-16,-2 1-27 0,1 3-7 0,-7 1-14 15,-2-15-16-15,0 8-19 0,-19 24-8 16,5-19-68-16,-1-1-26 0,-7-2-64 0,0 0-46 16,-3-2-69-16,-4-4 19 0,3 1-292 0,-2-5 34 15,2-3 32-15,5-2 25 0,1-5-11 0,20-4 24 16,-9 0 86-16,-1-12-3 0</inkml:trace>
  <inkml:trace contextRef="#ctx0" brushRef="#br0" timeOffset="6673.12">7275 1369 456 0,'-2'4'393'0,"1"-1"-26"0,0-1-19 0,-2 1-46 16,3-1 20-16,-1 0-35 0,0 0-32 0,1 0-14 15,-2-1-22-15,2 1-17 0,0-1-28 16,2 0-29-16,3 2 0 0,1-3-22 0,22-1-15 16,-10 1-11-16,8 0-125 0,11 0-88 15,4 0-115-15,48-11 18 0,-38 9 21 16,-3-1 15-16,-1-3 19 0,-4 5-335 0,-8 1 33 15,-15 0 70-15,6 0 38 0,2 0 39 0,24 14 16 16,-37-1-54-16</inkml:trace>
  <inkml:trace contextRef="#ctx0" brushRef="#br0" timeOffset="10221.84">7254 1852 416 0,'-18'-2'413'0,"2"0"-57"0,4 1-8 15,6 0-32-15,6 1-40 0,-10-6-35 16,10 4-33-16,6-1-29 0,13-6-26 0,9 1-3 15,4-1-25-15,12 1-13 0,0-1-30 16,10 2-63-16,4-1-52 0,0 1-75 0,2 0-61 16,-2-1 17-16,3 1 12 0,-2 2 13 0,-2-4-301 15,4-2 28-15,-5 2 5 0,-1-3 30 0,-3 0 12 16,5 2 42-16</inkml:trace>
  <inkml:trace contextRef="#ctx0" brushRef="#br0" timeOffset="10963.7">8736 1352 401 0,'-4'-1'280'0,"0"-2"-30"0,0 0-17 0,0 2-24 15,-1-2-5-15,2-1-15 0,0 2 3 0,-2-1-33 16,2 1 6-16,-7-9-21 0,1 2-14 0,1 0 8 15,2 2-2-15,0 1 5 0,3-1-37 16,-1 3 8-16,0 0 1 0,3 0-5 0,-1-1 0 16,-2 5-22-16,4-5-9 0,0 5 11 0,0 0 9 15,0-7-9-15,0 7-10 0,0-10-7 0,14-6-22 16,-8 11-7-16,6-2-3 0,2 2-3 16,0-2-12-16,7 3 5 0,-4 0-2 0,4 4-3 15,-2 0-12-15,-10 0 6 0,18 10-2 0,-11 0-1 16,-1 2-7-16,-3 2-1 0,-4 1-14 15,-6 2 5-15,1 3 1 0,-3-11-10 16,0 4 15-16,-19 25-18 0,8-16 5 0,-1-2-14 16,-2 0 27-16,-3-3 0 0,0 0-5 0,-1-2-6 15,2 2 5-15,-3-3-12 0,0 1 12 0,4-7 0 16,2 1-1-16,0 3 1 0,4-3 7 16,2-4-20-16,0-2 11 0,1 0-3 0,6 1 11 15,0-4-22-15,0 0 14 0,0 0 12 0,29 7 0 16,-10-5-17-16,3-2 11 0,0 1 3 0,5 4 1 15,3-2-11-15,-1 5-16 0,0-3 21 16,-3 3-6-16,4-1 8 0,-4 3-11 16,2 2 5-16,-7-3-2 0,-3 0-2 0,-3 2 9 15,-3-1 0-15,-2 1 18 0,-6-3-21 0,-4-8 1 16,0 7 0-16,-24 12 11 0,2-9-16 16,-5 0 5-16,-5-1 0 0,-4 0 0 0,-5-1 0 15,-2 3 9-15,-2-5-6 0,1-1 2 16,3 2-3-16,1-2 13 0,0-2-26 0,3-1-16 15,4 0-18-15,-2-1-33 0,20-1-23 16,-6 0-54-16,0 0-41 0,-18-15 17 0,27 8-200 16,9 0 28-16,3-2-108 0,3 0 30 15,6-8 26-15,7-5 9 0,-2 2 14 0,4 0-3 16</inkml:trace>
  <inkml:trace contextRef="#ctx0" brushRef="#br0" timeOffset="11451.82">9356 1229 272 0,'3'2'400'0,"4"-2"-75"16,-4 8-28-16,0 0-10 0,-1 0-10 15,-2 3-19-15,0 1-19 0,0-12-24 0,0 15-23 16,0 2 17-16,0 0-17 0,0 4-23 0,0 0-25 15,11 20-3-15,-6-20-23 0,-1 3-5 0,1-3-33 16,-2-1 5-16,1 0-3 0,-3-10-8 0,4 9-3 16,-5-7 4-16,0-2-18 0,1-4 1 15,0 1 4-15,-1-3 10 0,2 0 31 16,-2-3-4-16,0-1-13 0,0-1-8 0,1-3-4 16,2-1-9-16,2-10-18 0,5-7 0 0,1 3 4 15,0-6-13-15,6 4-1 0,-2 2-12 0,0 2-4 16,0-2 10-16,2 2-10 0,-2 4-14 15,1-1 8-15,-5 3 0 0,3 0-2 0,0 3-6 16,-6 4 0-16,3-1 4 0,-2 1-4 16,-1 3-7-16,0 1 0 0,-8 0 0 0,12 0 10 15,17 15 6-15,-15-5 8 0,0 4-4 16,0 0-12-16,1 1 4 0,-2 4-3 0,-1-1 12 16,-2 1-2-16,0 1-12 0,-5 3 5 15,4-1-23-15,-1 0-29 0,-6-1-61 0,2 2 10 16,-3 2-145-16,-1-12-63 0,0 7 28 0,-13 25 26 15,6-21 23-15,0-4 22 0,5-5-327 16,2-3 41-16,0-12 33 0,9 9 30 0,1-9 47 16,11-2 42-16,-10 2 24 0,27-13 12 15,-13 2 6-15</inkml:trace>
  <inkml:trace contextRef="#ctx0" brushRef="#br0" timeOffset="11644.78">10288 1551 493 0,'2'-4'532'0,"4"-1"-116"0,5-6-39 0,2 3-58 16,4 1-45-16,5 1-37 0,5 0-22 15,6 0-26-15,-1 2-18 0,4-1-18 0,1 1-101 16,8 1-54-16,-6-1-55 0,5 2-51 0,3-1 11 16,-6 2-218-16,4-3 26 0,-7 0 23 0,1 0-132 15,-9-1 25-15,0-1 26 16,-2 1 16-16,-5-1 18 0</inkml:trace>
  <inkml:trace contextRef="#ctx0" brushRef="#br0" timeOffset="11919.69">10657 1250 933 0,'-13'-6'363'16,"6"2"-36"-16,-1-1-18 0,2 3-51 0,0 4-40 15,1 2-24-15,3 1 3 0,-2 6-23 16,0 3 9-16,4 1-5 0,-3 7-10 0,2 2-10 16,1-1-5-16,0-9-10 0,0 8-7 0,0 5-23 15,12 30-6-15,-10-26-13 0,1 0-5 16,1 3-6-16,-3-2-11 0,2 0-7 0,0-1-48 16,-3-14-30-16,0 9 2 0,0 1-134 15,0 2-70-15,0 0 21 0,0-3-257 0,0-5 35 16,0 0-70-16,0-6 19 0,0-6 32 15,9 3 26-15,-5-12 57 0,5-5 30 0,5-5 5 16</inkml:trace>
  <inkml:trace contextRef="#ctx0" brushRef="#br0" timeOffset="12415.25">10983 1252 320 0,'0'-26'479'0,"5"3"-52"0,3 2-73 0,-3-1-45 0,3 4 4 15,1 4-26-15,3 3-44 0,4 6-19 16,5 5-23-16,-10 0-7 0,25 16-15 0,-11 2-14 16,2 4-17-16,-3 2-8 0,-5 0-19 15,-4-1-19-15,2 4-8 0,-5 0-10 0,-3 3-6 16,-2 3-3-16,-7-4-5 0,0-12-16 15,-11 29 4-15,3-14-18 0,-3-3 8 0,-4 0-6 16,-1-3 6-16,1-3-14 0,2 0-5 0,-4-3-3 16,2-2-4-16,0 0-1 0,4-4-7 15,5-2 3-15,-3-2 6 0,8-2 5 0,-3-2-14 16,4-6-8-16,0 0 2 0,22 14 16 16,-2-13-8-16,6 2-14 0,3-1 9 0,4-1-11 15,3 0 10-15,-1-1-8 0,0 0-1 0,-18 0-4 16,7 0 13-16,6 0-6 0,2 0-4 15,-2 0 12-15,1 0 7 0,-4 0 19 0,-2 0 10 0,-3 0 8 16,-3 0 5-16,-3 0 7 0,-5 0-1 16,-1 0 1-16,-2 0-4 0,-8 0-10 15,8 0 2-15,-8 0-13 0,7 0-3 0,-7 0-10 16,0 0-3-16,7 0-35 0,-7 0-47 0,6-7-50 16,-8 10 9-16,0-3-148 0,-2 0-85 15,-1 2 30-15,-1 0 26 0,-2-2-314 0,3 1 40 16,-1 1 28-16,-2-4 35 0,3 1 32 0,5 1 27 15,-8 0 87-15,8 0 15 0,-9 0 56 0</inkml:trace>
  <inkml:trace contextRef="#ctx0" brushRef="#br0" timeOffset="23871.41">2780 3123 959 0,'0'0'265'16,"0"0"-26"-16,0 0-32 0,0 0-23 0,0 0-27 15,0 0-6-15,5 19-26 0,14-22 1 16,-8 3-28-16,21-5-10 0,-8-2-8 0,0 5-1 16,-2-4-17-16,1 1-8 0,-1-2 0 0,2-1-6 15,-3 0 3-15,0-2-20 0,-2-1-1 0,-4 1 11 16,0 0-19-16,-3-3 2 0,1 0-8 16,-4-1-5-16,0 3 11 0,-5-4-16 0,1-4-2 15,-3 0 11-15,-2 0 2 0,0 8-6 0,0-5-8 16,0-4 3-16,-15-22 13 0,10 22 5 15,0-2 4-15,0 4 14 0,-1 2 17 0,-1-1-20 16,1 3 36-16,4 4 0 0,-1 3-15 0,-1 0 2 16,2 3-19-16,1 0 17 0,1 1-31 15,-1 3 11-15,1 0-15 0,0 0-2 16,-5 14 39-16,1 7 29 0,2 4-1 0,-2 3-3 16,0-2 4-16,1 8-12 0,1-2 14 0,-2 2 4 15,4 2 4-15,-3 1-11 0,3 3-14 16,0 3 8-16,0-24-8 0,0 14-10 0,0 5-12 15,0 3-8-15,0 0 5 0,13 44 2 16,-10-41-8-16,2-2-18 0,-2 1-38 0,0-2-45 16,2 3 4-16,-2-4-123 0,-3-19-61 0,0 11-52 15,0 2 26-15,-13 41-276 0,4-36 46 0,-4-7 45 16,-1-1 35-16,0-5-10 0,-1-7 27 16,1-4 58-16,0-4 50 0,2-7-19 0,3-4 16 15</inkml:trace>
  <inkml:trace contextRef="#ctx0" brushRef="#br0" timeOffset="24232.22">2744 3566 507 0,'-10'-20'450'0,"5"1"-47"0,1 0-64 0,4 9-43 16,0-3-38-16,16-17-30 0,1 9-21 0,5 4-20 16,7 3-29-16,3-2-18 0,3-1-15 15,7-1-14-15,-2 4-18 0,2-4-25 0,1 4-8 16,0 0-42-16,0 2-21 0,-3 0-10 15,-2 0-22-15,-2-1-9 0,1 1-5 0,-8 0-1 0,1 1 15 16,-6 0-6-16,-1-2 7 0,0-2 9 16,-6 5 6-16,-1-1 32 0,-7 0 8 15,4-1 17-15,-5 5-4 0,-2 3 17 0,-2-1 9 16,-2 2 23-16,0 1-27 0,2-1-5 0,-1 2-14 16,0 0 4-16,-2 1-16 0,-1 0 21 15,0 0-3-15,0 0 39 0,5 17-7 0,-3 0 3 16,0 6-18-16,-1 1 6 0,1 1-9 15,-1 4-8-15,2 4 7 0,-2-2-5 0,-1 3-22 16,4-4-3-16,-3 1-102 0,3 1-42 0,-3 2-44 16,0-5-51-16,-1 6 19 0,0-20-207 0,0 7-73 15,0 3 53-15,-11 20 29 0,11-32-3 16,-1-4 20-16,1-2 10 0,0-7 15 0,0 0-6 16</inkml:trace>
  <inkml:trace contextRef="#ctx0" brushRef="#br0" timeOffset="24366.99">3633 3088 440 0,'-3'-19'314'0,"-1"2"-80"15,-2 4-65-15,1 6-72 0,-3 1-60 16,3 6-2-16,0 2-90 0,4-1-30 0,-2 2-96 16,3 2 11-16,3-2-190 0</inkml:trace>
  <inkml:trace contextRef="#ctx0" brushRef="#br0" timeOffset="24729.7">3745 3182 421 0,'5'16'375'0,"-1"0"-49"0,1 4-26 0,-5-3-19 15,3 4 14-15,-2-1-50 0,-1 1-31 16,4 4 19-16,-2-4-18 0,1 1-21 0,2 0-38 16,0 0-5-16,2-2-22 0,0-3 1 0,0-4-26 15,-1 3 1-15,-1-7-15 0,2-2-19 0,-3-3 6 16,4-1-9-16,-3-3-4 0,-5 0-2 15,22-9-11-15,-5-3 0 0,-2-6-29 0,-2 2 8 16,6-6-12-16,-1 1-8 0,-4-3 6 16,4-1 4-16,-4 4 8 0,0 1 6 0,0 3 17 15,-1 0-5-15,-3 3 2 0,-3 7-20 0,0-1-6 16,-2 2 19-16,-1 2-19 0,0 2 10 0,1 1 10 16,-1 1 10-16,-4 0 7 0,10 16-2 15,-1-2-10-15,1 2 7 0,-2 0-11 16,0 3-4-16,0 0-9 0,3-3 3 0,-4 5-33 15,3 1-39-15,-2-1-31 0,1 0 9 0,4-1-103 16,1-2-16-16,-5 0-19 0,0-3-28 0,4-3-31 16,2-3 24-16,-2-6-192 0,-3-1-58 15,-2-2 50-15,10 0 29 0,14-14-18 16,-8 2 43-16,-5-2 23 0,4-2 13 0,0-6-28 16</inkml:trace>
  <inkml:trace contextRef="#ctx0" brushRef="#br0" timeOffset="24967.94">4691 3196 514 0,'4'-12'303'0,"-3"3"-37"16,-3 3-23-16,-3 5-11 0,-2 2-11 16,-13 10 14-16,-4-2-25 0,4 4-1 0,-5 2 5 15,0 5-25-15,2 0-24 0,1 0-17 0,1 4 15 16,1 0-10-16,3 1-18 0,2 2-20 16,3-4-3-16,1 0-6 0,4 3-23 15,-1-4 10-15,3-1-25 0,4-2 16 0,0-4-15 16,1-15-5-16,0 8-7 0,0 0 4 0,14 1-41 15,-8-7-2-15,1-3-118 0,9-5-26 16,-2 1-50-16,-1-6-40 0,1-1 19 0,0-1-128 16,-5 0-71-16,-1-1-37 0,2 3 24 0,-6 0 28 15,0 2 23-15,2-4 17 0,2 0 13 16,2-2 7-16</inkml:trace>
  <inkml:trace contextRef="#ctx0" brushRef="#br0" timeOffset="25481.75">4751 3132 282 0,'1'-12'331'0,"-2"6"-46"16,-4 4-19-16,-3 2-18 0,-11 2-10 0,8-2 9 16,-26 18-7-16,15-5-20 0,-2 4-27 0,-1 3 48 15,0 0-17-15,-2 1-23 0,6-1-11 0,0 5-24 16,2-1-18-16,3-2-12 0,2 6 0 16,1-4-6-16,6-1-25 0,0 5-1 15,6-3-8-15,1-13-13 0,13 22-11 0,1-17 11 16,6-2-13-16,2-1-7 0,7-7-3 0,-1-3-14 15,4-3-6-15,-16-1-4 0,29-12-27 0,-15 0-14 16,-3-3-4-16,0-7-14 0,-3-4-14 16,1-5-6-16,-5-5 4 0,-2-6-15 15,1-2 4-15,-2-5-15 0,-3-3 17 0,-1-2 3 16,1-4 5-16,-5 0 1 0,0-2 13 0,-1 6 2 16,-2 6 55-16,0 5 26 0,-1 3 10 15,-2 6 20-15,1 6-11 0,0-3-17 0,0 9-6 16,-4 22 10-16,0-7 23 0,-8-1 6 0,-1 18 11 15,-3 5 3-15,1 11 8 0,-2 6 13 16,-1 5-8-16,2 8-1 0,1 1-2 16,1 3-13-16,3 1-10 0,2 4-9 0,2 0 28 15,3-29-6-15,0 14-19 0,0 3 5 0,0 4-10 16,18 45-18-16,-8-50 20 0,2-1-21 0,1-5-8 16,0-4 3-16,2-3-22 0,2-4 9 15,2-5 3-15,0-2-10 0,3-6-15 0,4-3-21 16,6-5 0-16,-16-3-56 0,31-11-45 15,-17-1-32-15,0-5-36 0,0-4 14 0,3-4-113 16,-3-8-53-16,-1-1-63 0,-1-2 33 0,-1 2 31 16,-6 3-294-16,-3-1 55 0,0 6 47 15,-4-1 36-15,0 5 33 0,-2-1 47 0,6 4 20 16,-4-3 15-16,2 4 73 0,2 2 10 0,1 4-92 16</inkml:trace>
  <inkml:trace contextRef="#ctx0" brushRef="#br0" timeOffset="26679.4">5817 3135 593 0,'4'-2'361'0,"-2"1"-39"0,-2-1-36 0,3-1-44 16,-1 3-40-16,-5 0 8 0,1 0 1 15,0 5-2-15,0-2-26 0,-2 3 18 0,-3 9-7 16,1-2-20-16,-3 3-13 0,5-1-13 0,2 4-35 16,2-8 5-16,0 3-6 0,14 20-9 15,-8-15-26-15,8-3 9 0,7-1-7 16,0-4-8-16,4 2-5 0,-2-6-10 0,5-4-1 16,0-2-11-16,-3-1-2 0,-14 0 4 15,23-13-8-15,-11 1 7 0,-1-3-17 0,-8-3 5 16,3-3-4-16,-6 0 2 0,0 1-26 0,-7-4 19 15,-1 2-3-15,-3 10-11 0,0-4 7 0,-15-19-12 16,6 17 10-16,-4 2 0 0,-1 0-8 16,-3 2-4-16,2 4 9 0,3 0-1 15,4 3-10-15,0 1 4 0,3 2-6 0,1 0-21 0,0 1-17 16,4 0 10-16,0 3 3 0,0 0-29 16,22-7-14-16,1 1-9 0,5 2-26 0,4 1 10 15,-1 2-4-15,-1-3 31 0,0 1-10 16,7 0 2-16,-7 2 32 0,2-1-20 0,-3 0 10 15,-3 0 23-15,-3-1 5 0,-1 1 9 16,-10-1 25-16,1 3 0 0,-5 0 69 0,0-2 9 16,-2 0 2-16,-3 1 1 0,3-1-9 15,-2 1 1-15,-1 0 4 0,3 1-1 0,-3-3-7 16,-2 2-11-16,4 1-4 0,-4-1-5 0,2 1-1 16,-3-1-4-16,4 1-6 0,-3-2-3 15,1 2 2-15,0 0-6 0,-1-1-10 0,0 0-8 16,1 1-2-16,-1 0 8 0,1 0-4 0,-2-1-5 15,2 1-4-15,-1 0 4 0,-1 0-4 16,0 0-7-16,0 0 2 0,0 0-5 0,0 0 2 16,0 0-2-16,0 0-11 0,1 10 15 15,-2-5 3-15,-2 11 2 0,3-6 5 0,-7 23 6 16,3-12 4-16,-2 5-6 0,3 0-10 0,-2 2 6 16,5-1 0-16,0-11 3 0,0 5-3 15,0 0 6-15,9 28-9 0,0-27 3 0,0-1-2 16,-2-4-11-16,7 0 7 0,3-5-16 15,6-5-27-15,-1-2-25 0,2-2-25 0,-11-3-16 16,24-13 2-16,-14 3 9 0,1-5-15 0,4-1 2 16,-1-3 1-16,-2-1 24 0,0 0-11 0,-2 0 30 15,-3 0 2-15,-1 3 59 0,0-1 10 16,-5 4-3-16,0 1 16 0,-4 0-22 0,-1 6 13 16,-3 5-14-16,-4 2 8 0,-2 0-9 0,0 0 5 15,5 11-2-15,-4-3-18 0,-1-1 19 16,5 16 1-16,3-3 3 0,7 4 2 0,-2-4-2 15,2-3 3-15,3 0 4 0,0-1-7 0,4-3 10 16,1-1-11-16,1-1 1 0,-1-5-12 0,7-2 7 16,-1-1 4-16,-16-3-7 0,6 0 8 15,29-15-6-15,-26 3 11 0,0-1-4 16,-2-4-6-16,1-5 2 0,-4-2-5 0,-1-4 12 16,2-2-15-16,-4-3 6 0,-1-5-12 0,-2-2 10 15,-2-4 0-15,-2 2 13 0,-1-3-6 0,-1 0 23 16,0 1 2-16,-1 4 17 0,2 4 12 15,-4-1 14-15,1 4 15 0,-1 3-12 0,-2 1 5 16,4 6 6-16,-3 3-21 0,-1 10 1 0,0 0-9 16,0-2-20-16,0 5 2 0,0 7-14 15,-3-5-8-15,1 9 4 0,-1 14 0 0,2 5-3 16,0 6-6-16,1-13 15 0,0 10-2 0,0 8-25 16,13 48-56-16,-6-33-58 0,2 7-71 15,-1-3 17-15,-6 5-190 0,1-5 29 0,-3-28-317 16,0 10 54-16,-13 40 47 0,3-42 43 0,2-5 41 15,-1-4 31-15,-5-5 3 0,5-7 26 16,-2-4 51-16,-1-8 17 0,12 0 9 0</inkml:trace>
  <inkml:trace contextRef="#ctx0" brushRef="#br0" timeOffset="26835.58">7406 3081 658 0,'4'-9'441'0,"-4"-1"-73"0,0 0-47 0,9-3-43 16,9 0-33-16,2 1-29 0,7 2-25 0,5 2-42 15,9-1-38-15,4-1-61 0,2 3-46 0,4-3-75 16,0 3-73-16,3-2 13 0,-3 0 12 16,-1 0-336-16,-1-1 40 0,-6-4 24 0,-2 0 51 15,-3 0 17-15,-1-1-13 0</inkml:trace>
  <inkml:trace contextRef="#ctx0" brushRef="#br0" timeOffset="27236.09">8632 2641 334 0,'-2'-5'470'0,"2"1"-68"0,-2 0-80 0,2 1-7 16,-1 0-63-16,1 2-16 0,-1 0-27 0,1 1-23 16,0 4 42-16,0 1-8 0,0 2 3 15,1 15-13-15,-1-11-6 0,0 9-17 0,0 6-26 16,0 3-4-16,10 31-18 0,-7-22-11 0,-1 0-3 15,0 1-16-15,3 5-10 0,1-1-16 0,3 3-59 16,-4 1-63-16,2-1 3 0,-1 1-137 16,0-5-52-16,-1 2 23 0,-5-5-179 15,0-22-133-15,0 8 28 0,-15 26 38 0,5-27 35 0,0-6 31 16,-6-8 18-16,4-4 44 0,2-6 12 16,10 0-15-16</inkml:trace>
  <inkml:trace contextRef="#ctx0" brushRef="#br0" timeOffset="27984.85">8350 3202 612 0,'-18'-18'520'0,"1"0"-57"0,5 0-32 0,1 0-47 15,4 2-51-15,0-2-40 0,7 3-37 0,0 8-20 16,18-17-32-16,3 9-19 0,1 1-48 16,8 2-37-16,2-1-42 0,4 2-30 0,4-1-2 15,1 2-60-15,0 0-38 0,7-1-5 0,-7 0-26 16,-2-1 1-16,1 0-5 0,-3-1-1 15,-1-1 14-15,-2 1 0 0,-4 0 11 0,3 0 18 16,-9-1 1-16,2 4 23 0,-7-4 17 16,0 3 24-16,1-3 20 0,-4-1-2 0,-3 4 14 0,-2 1 17 15,0-1 20-15,-7 3 7 0,2 3 16 16,-1 0-1-16,-1-1-11 0,2 4 39 0,-4-2-5 16,1 0 5-16,1 1 2 0,-3 1-5 0,0-1 4 15,1 1-8-15,0-3 2 0,0 3-3 16,-1-1-2-16,0 3-15 0,0-2 3 0,1 0-11 15,-2 1 2-15,2-1-10 0,-2 2 1 16,2-2-4-16,-2 0-11 0,3 1-13 0,-3 1-10 16,0 0-1-16,0 0-12 0,3 12 7 0,-3 12 5 15,0-10-1-15,0 8-1 0,0 5 6 0,-15 43-4 16,8-26-2-16,2 1 5 0,0 4-6 0,2 2 2 16,0-1-1-16,3-27-14 0,0 13 1 15,13 42-1-15,-6-37 13 0,2-3-16 0,2-4-1 16,-2-4 9-16,3-7-15 0,3-1 6 15,4-3-18-15,-1-11-8 0,5-3-19 0,-11-5-22 16,4 0-8-16,23-22-8 0,-16 7-6 0,1-6-7 16,0-1 16-16,-1 3 12 0,-2-2 9 15,-2 8 9-15,-1-4 8 0,-2 0-6 0,0 4 9 16,-4 2 3-16,-1 3-9 0,-2 3 5 0,-3 2 2 16,-6 3 5-16,8 0-9 0,10 11 11 15,-4 1-2-15,3-3 5 0,4 5 8 0,1 0-5 16,3-3 3-16,-2 1 4 0,4-5-8 15,-2 0 7-15,3-6 2 0,0 3-3 0,-14-4-9 16,9 0-7-16,23-19-11 0,-20 9 9 16,-2-6-1-16,-1-1 3 0,0-3-9 0,-4-4-12 15,1 2 15-15,-1 0-5 0,-3 3 12 0,0 0 20 16,-3 0 4-16,-1 2 2 0,-2 5-1 0,-5 4 2 16,-1 3-7-16,-4 5-5 0,0 0 1 15,-10 2 5-15,6 1 2 0,-7 9-8 0,1 4 5 16,4 2 7-16,6 3-8 0,0-9 9 0,10 25-7 15,7-10-1-15,10-1-5 0,1 1-28 16,14-2-51-16,3-1 8 0,6-2-110 0,2-6-68 16,0-1-64-16,0-7 30 0,0-3 26 15,-27-5-288-15,12 0 46 0,50-19 37 0,-39 5 57 16,-2-7 26-16,3-8 26 0,-6-5 26 0,5-4 25 16,3-1-18-16</inkml:trace>
  <inkml:trace contextRef="#ctx0" brushRef="#br0" timeOffset="30760.65">12043 2670 256 0,'-13'-19'347'0,"-4"-20"-33"0,17 29-19 0,-4-16-17 16,-1 10 4-16,5 3-35 0,-1 4 9 16,1-2-33-16,0 6-39 0,0-1-35 0,-1 3-7 15,1 3-20-15,0 0 6 0,1 0-22 16,-1 9-7-16,1 11 2 0,-1-7-10 0,0 8 23 15,0 5-17-15,0 6-2 0,0-1-18 0,0 3 23 16,9 36-22-16,-9-34-19 0,6 1 15 0,-2 0-10 16,2 1-11-16,2-1-1 0,-1-2-26 0,4 2-2 15,-2-3-102-15,0 0-48 0,0-1-47 16,2-4-65-16,-4-1 21 0,0-3-283 0,0 0 36 16,-6-8 32-16,2-5 29 0,-3-7 23 15,0-4 24-15,-1-2 19 0,-1-3 7 0</inkml:trace>
  <inkml:trace contextRef="#ctx0" brushRef="#br0" timeOffset="30984.65">11825 2968 337 0,'-19'-6'489'0,"1"3"-70"16,2-2-63-16,5 2 41 0,2 0-33 0,2 1-35 15,3-1-28-15,2-1-21 0,-1 0-45 16,7 0-17-16,6-4-25 0,10-1-26 0,6 4-45 15,1-4-44-15,6 2-34 0,0-2-5 0,2 1-99 16,3 0-31-16,0 0-32 0,2-5-30 0,0 5-25 16,1-1-22-16,1-2 17 0,-4 2-44 15,0-2-32-15,-6-3-66 0,0 0-71 0,-1 1-3 16,-3-2 33-16,-5 0 19 0,0 1 36 16,-5-3 129-16</inkml:trace>
  <inkml:trace contextRef="#ctx0" brushRef="#br0" timeOffset="31343.78">12462 2668 670 0,'13'-15'69'15,"-3"2"85"-15,-2-3-19 0,-3 6 17 0,0 2 19 16,-2 0 0-16,1 0-10 0,-2 5 10 0,-1-1-20 15,2 0-5-15,-3 3-14 0,2-1-21 16,-1-1 3-16,-1 1-21 0,0 2-12 0,0 0 14 16,0 0 17-16,6 28-1 0,-6-7 5 0,2 10 6 15,-2-14 3-15,0 7-14 0,0 7-3 16,0 4-4-16,0 1-7 0,0 3-25 0,0-1 9 16,0-1 2-16,0-1-7 0,8 32 5 0,-1-38-20 15,-1 0 10-15,-1-3-12 0,1-1 2 16,1-4-11-16,0-3 10 0,-2-7 2 0,6-2 11 15,0-7-6-15,-1-3-17 0,-2 0 4 0,18-15-4 16,-7 3 5-16,0-5-5 0,3-3-19 16,-2-1-1-16,1-4 2 0,3 3-2 0,-3 1 3 15,-1 1 14-15,-4 5-12 0,1-3-3 16,-6 5 4-16,4 1-11 0,-5 3-4 0,-4 6-2 16,1 1 6-16,-7 2 2 0,0 0-12 0,12 12 9 15,-9 5-12-15,1-1 6 0,-2 3-12 0,1 3 4 16,-3 1-18-16,0-12-22 0,0 8-44 0,0 3 9 15,13 27-87-15,-7-24-35 0,2-4-43 16,3-1-31-16,2-1 27 0,0-5-139 0,-4-3-119 16,5-5 39-16,0-6 31 0,-14 0 23 15,11 0 27-15,1 0-29 0,17-17 27 0,-15 5 49 16,3 0 1-16</inkml:trace>
  <inkml:trace contextRef="#ctx0" brushRef="#br0" timeOffset="31860.22">13178 3171 412 0,'11'-8'307'0,"-2"-3"-31"0,3 0-25 0,-1 0-11 16,-2 0-12-16,3 1-29 0,2 0-12 0,0 0-30 15,3 0-11-15,-1 0-3 0,2 0-18 16,2 1-1-16,2-3-33 0,-1 2 1 0,3-2-18 16,-6-2 21-16,0-3-28 0,-2 0 1 15,0-3-34-15,-1-1-5 0,-3-1 1 0,0 0-3 16,-4 1-9-16,0 1 0 0,-3 3-3 16,-3 0 4-16,-2 5-16 0,0 12 5 0,0 0 0 15,-15-12 31-15,9 13-2 0,-11 10 17 16,0-1 15-16,-1 7 6 0,-1 1-7 0,4-3 17 15,-4 5 16-15,5 1-4 0,1 2 4 0,1 1-20 16,2 1 6-16,4 4-8 0,1-1 1 16,5-15 0-16,0 7-15 0,20 24 0 0,-2-24-7 15,0-1 5-15,5-2-18 0,5-5 5 16,0-3-11-16,7-5 1 0,-2-1-12 0,-1-2 10 16,-17-1-9-16,29-12-2 0,-16 2-6 0,0-5-13 15,-1-9-9-15,-3-4-22 0,-3-4 24 16,2-1-13-16,-3-9 1 0,-3 1-3 0,3-2-7 15,-2-1 13-15,-3-2 0 0,-3-2 6 0,-2 3 2 16,-2 0 33-16,-7 3-8 0,4 3 16 16,-4 6 14-16,-1-1 5 0,0 17 12 0,0-7-1 15,0 0-10-15,0-1-6 0,0 6-4 16,0 3-8-16,0 5-5 0,-10-4-12 0,6 14 16 16,2 2-3-16,-5 3 0 0,-2 10 11 0,-1 3-4 15,0 5 3-15,1 3-16 0,3 2-8 0,-2 5 1 16,4 3-1-16,3 7 1 0,-2 3 1 15,3 3-28-15,0-25-30 0,0 17-42 0,0 3-60 16,16 52 12-16,-13-49-130 0,0 0-42 16,-3-25-59-16,0 8 29 0,0 3-228 0,0 0 39 15,0-4 41-15,0-8 32 0,0-7 32 0,0-5 4 16,0-1 23-16,0-11 26 0,1-3 14 16,2-12 22-16</inkml:trace>
  <inkml:trace contextRef="#ctx0" brushRef="#br0" timeOffset="32270.81">13909 2951 383 0,'0'-5'393'16,"1"-3"-58"-16,1 4-20 0,-2-2-49 0,2 2-11 0,1 0-48 16,1 1-22-16,12-2-12 0,5 0-67 15,3 3-3-15,4 2-42 0,-15 0-28 0,12 0-27 16,32 14-17-16,-27-9-10 0,4 2-13 16,-2 1-13-16,-3-1 8 0,3-2-3 0,-4 2 12 15,0-3 15-15,4-1-10 0,-6 0 6 0,-1-1 4 16,-13-2 21-16,6 0 19 0,-3 0 12 0,16-13 12 15,-21 10 16-15,4-5-2 0,-8 1-5 16,-1 3 7-16,-2 0 5 0,-6 1 4 0,-3 2-25 16,1-2 8-16,-3 2-8 0,0 1 18 15,-13 1-6-15,9-1-21 0,-4 0-2 0,2 0 1 16,-23 13-9-16,22-8 13 0,5-1 6 0,0 0-19 16,4-3 1-16,-1 2 2 0,2-2-11 15,1 2 15-15,4-1-20 0,0-2 8 0,7 2 12 16,-1-1 2-16,9 4-6 0,5-1-16 0,-1 4 3 15,-1-3 16-15,-2 2-26 0,-3 3 7 0,1 1 1 16,-3 1 19-16,4 5-19 0,-5 0-13 16,-2 2 12-16,-3-1 19 0,-1 6-22 0,1 1 9 15,-5-11-9-15,0 8-9 0,0-1-44 16,-14 32-62-16,8-25-72 0,3-1 18 0,-3-2-178 16,4-1 29-16,-4-3 24 0,4-5 24 15,1-3-190-15,1-6 28 0,0-7 74 0,0 0 18 16,0 0 37-16,13 6 5 0</inkml:trace>
  <inkml:trace contextRef="#ctx0" brushRef="#br0" timeOffset="33533.43">15648 2833 227 0,'0'-14'396'0,"0"14"-85"16,0 0-50-16,0 0 7 0,-20 6-43 0,11 14-11 15,2 3-1-15,-2 3-17 0,1-1-2 0,0 2-19 16,2-1-20-16,0 1 0 0,-2 3-25 16,2 0-9-16,4 0-14 0,2-1-9 0,0-3-9 15,0-14-9-15,0 6-10 0,11 18-5 0,-5-20-7 16,2-4 21-16,-5-4-3 0,4-4 14 16,2-5-12-16,0-2-17 0,7-2-2 0,2-6 0 15,0-5-12-15,-1-1 7 0,2-4 2 16,-1-2-5-16,2 0 5 0,1 1 3 0,-5 1 0 15,3 1 1-15,-2 3 16 0,-2 2-1 0,-3 1-20 16,-2 3-2-16,-2 4-10 0,0 3-6 0,-5 3-5 16,-3 1-3-16,0 0 6 0,11 12-11 15,-9-6-3-15,5 10 7 0,2 4-3 0,0 0-9 16,2 1-24-16,3 0-16 0,3 0-37 16,1-1 6-16,2-1-86 0,3-5-25 0,5 0-20 15,1-2-21-15,1-5-13 0,1-1 4 0,2-3-19 16,-19-3 23-16,7 0 14 0,28-21 28 15,-26 10 20-15,-1-3 49 0,-4-1 26 16,-5 2 59-16,-3-1 33 0,0 2 34 0,-5 2 32 16,-2 4-8-16,-3 0 1 0,0 6 9 0,0 0-4 15,-13-7 15-15,7 7-3 0,-1 2-10 0,-11 4 12 16,2-2-15-16,2 5 11 0,0-1-16 16,5-1-9-16,1 5 2 0,2 2-3 0,3-1-7 15,2-2 6-15,1-2-25 0,0 2 14 16,18 16 3-16,-7-15-13 0,4-5-2 0,0-1 5 15,4-2-8-15,-13-4-13 0,7 0 25 0,2 0 15 16,20-20 5-16,-22 11-12 0,-1-4-8 0,-4-3-10 16,-3-1 7-16,-2-2-9 0,-3 12-7 15,0-7-9-15,-16-20-41 0,6 13-26 16,-3 2 5-16,-1 2-81 0,-2 3-47 0,0-1-29 16,4 5-37-16,-1-2 21 0,3 2-94 15,6 2-154-15,1 0 4 0,1 0 35 0,2 0 27 16,12-12 9-16,-1 5 55 0,5-1-2 0,5 0 13 15,-4 1-2-15</inkml:trace>
  <inkml:trace contextRef="#ctx0" brushRef="#br0" timeOffset="33721.1">16547 2738 320 0,'17'-17'468'15,"0"3"-33"-15,-3 2-68 0,0-1 10 0,-8 6-25 16,1 2-55-16,-2 3-27 0,-1-1-36 0,-4 3-6 16,0 0 14-16,7 10-7 0,-7-3-14 15,-3 17-17-15,3-11-26 0,0 6-14 0,-10 32-13 16,7-15-18-16,1-2-13 0,0 7-3 0,2-22-15 15,0 13-51-15,0 6-59 0,13 49 1 0,-9-40-177 16,2-1-76-16,-1-2 24 0,-4 0-314 16,0-4 25-16,1-6 49 0,-2-18 35 0,0 4 30 15,0 0 33-15,0-5 28 0,0-3 24 0,0-5-32 16,0-7 5-16</inkml:trace>
  <inkml:trace contextRef="#ctx0" brushRef="#br0" timeOffset="33886.98">16609 3089 215 0,'-10'-20'562'0,"3"3"-51"0,2 2-66 0,1-1-55 16,4 9-52-16,0-1-52 0,18-13-20 0,0 11-60 15,9 0-21-15,5 5-135 0,-4 0-40 0,6 1-70 16,0 1-52-16,-14 3 11 0,7 0-181 0,5 0-136 16,1 0-1-16,2 0 28 0,-2 0 24 15,30 12 35-15,-35-7 20 0,0 3-16 16</inkml:trace>
  <inkml:trace contextRef="#ctx0" brushRef="#br0" timeOffset="34534.83">17196 3135 415 0,'-3'0'305'0,"-2"-1"-40"0,4 0-44 0,-2-2-20 16,-1 0-17-16,1 1-18 0,2 0-29 15,-1-2-17-15,2 3-16 0,-3-3-5 0,2 2-13 16,0-1-14-16,-1 1 10 0,0-1-14 16,2 0-1-16,-1 1-11 0,-2-1 3 0,-1 1-17 15,0 2 1-15,-3-1-10 0,-11 0-1 16,-5 0 9-16,12 1-5 0,-6 0 15 0,-26 13-27 0,22-8 6 16,3 0 0-16,0-1-7 0,3 3-7 15,2-5-8-15,5 6 10 0,3-2 9 16,4 0-10-16,-2-1-2 0,3-5-1 0,13 7 1 15,4 0-10-15,2-5 4 0,6 3 5 0,-1-4-8 16,4 1 11-16,-4 2-1 0,1-3-6 16,-2 0 3-16,-6 1-3 0,3-1-12 15,-7 2 3-15,-3 0-6 0,-3 0-3 0,-1 1-2 0,-2 0 12 16,-1 3 7-16,-1-2 11 0,2 0-16 16,-3 2 10-16,6 9 14 0,-3-5-12 0,-2-1-8 15,5 2 16-15,1 0-9 0,3 2 8 0,0-6 0 16,4 1-17-16,2-6 29 0,2 1-20 15,6-1 1-15,-1-3 1 0,-14 0 4 0,7 0-5 16,29-12 1-16,-22 1 14 0,-5-2-20 16,3-2 6-16,-4-3-13 0,-1 2 1 0,-1-6 5 15,-1-3 4-15,-2-3-14 0,0-3 0 0,2-2 15 16,-2-1-5-16,-4-1 48 0,2-1 5 0,-1 1-7 16,-4 1 30-16,0 1 5 0,1 3 44 15,-4 2 14-15,3 1 2 0,-3 1-2 0,0 4 9 16,0 5-16-16,-2 0-18 0,0 8-10 0,1 1-9 15,-2 8-19-15,0 0-11 0,-8-3-12 16,0 16-5-16,-6 4-4 0,5 5-4 0,0 5 2 16,4-1-13-16,-1 4 5 0,3 5-6 15,3-1 2-15,0-14-7 0,0 10-14 0,14 46-28 16,-7-32-55-16,0-3-52 0,3 0 11 0,-2-2-148 16,-2-3-80-16,-3-5 30 0,-3-1-283 15,0-14 47-15,0 4 26 0,-13 18 36 0,1-27 60 16,3-6 24-16,1-2 22 0,0-5 24 15,8 2 35-15,-16-12 32 0</inkml:trace>
  <inkml:trace contextRef="#ctx0" brushRef="#br0" timeOffset="34808.15">17521 3127 738 0,'-7'-15'403'0,"1"1"12"0,2 0-54 16,4 7-21-16,0-3-48 0,14-12-42 0,1 9-26 15,7 0-37-15,1 0-8 0,5 2-20 16,8 1-22-16,-1-2-24 0,3 4 1 15,0 3-31-15,-1 0 5 0,-3 3-9 0,1 0-23 16,-20 2 0-16,8 0-2 0,27 13-17 0,-29-4 13 16,-1 3-7-16,-3 2-15 0,-2 3 8 15,-6 2 9-15,2 3-5 0,-5 0 6 0,-1 6-7 16,-1 2-13-16,-2-1 6 0,1 3-1 16,-3 0-26-16,0 1-1 0,5-4-112 0,-5-15-60 15,0 5-61-15,-14 23 20 0,9-21 20 0,-2-2 17 16,-2-6 16-16,3-6 15 0,0-4-328 15,-1 1 35-15,5-4 30 0,2 0 53 0,0 0-2 16,-11-12 31-16,10 6 8 0,1-15 7 16</inkml:trace>
  <inkml:trace contextRef="#ctx0" brushRef="#br0" timeOffset="34936.97">18035 2835 499 0,'-5'-22'415'0,"0"5"-87"16,3 6-64-16,-3-4-89 0,3 7-66 15,1 2-50-15,1 6-34 0,5-1-3 0,2 4-151 16,9 3-203-16,6 2 23 0,-3 6 17 0,8-4-28 16</inkml:trace>
  <inkml:trace contextRef="#ctx0" brushRef="#br0" timeOffset="35503.21">18522 3026 403 0,'0'-2'329'15,"0"-1"-30"-15,0 3-22 0,0-3-48 0,0 2-11 16,0-2-37-16,0 1-20 0,-1 2-23 16,-3 0-16-16,1 1-11 0,-12 5 8 0,-6 3-7 15,3 3-1-15,-9 0 13 0,5 0-22 16,-1 3 27-16,-3 2-9 0,4 1-12 0,1 2-11 15,0-2-9-15,1-1-9 0,4 1-13 0,2 2-6 16,1-1-6-16,3-2 25 0,3-3-20 16,2-3-7-16,5-4 4 0,0-7-7 0,0 0-4 15,26 12-5-15,-7-7-17 0,-10-5-1 0,22-12-3 16,-10 3-2-16,2-3-1 0,-1-3-2 16,-4-1 6-16,2 0 8 0,-2 1-3 0,3 0-27 15,-1-1 5-15,-5 2 1 0,5 1-2 0,-5 4-8 16,-5 1 12-16,-3 4 0 0,0-1-1 15,-3 4-7-15,-1 1 1 0,-3 0 12 16,0 0 4-16,0 0 18 0,14 10 7 0,-12-7-11 16,3 2 17-16,-2-1-20 0,7 7 1 15,-5-3-1-15,0-2 5 0,-1-1-4 0,-1-1-8 16,1 1 3-16,-2-2 1 0,1 1-2 0,-2-2-19 16,2 0 19-16,-1-1-9 0,2 2-1 0,0-2 9 15,0 1-20-15,1 0 6 0,1-1-14 16,1 1 17-16,8 4-12 0,-5-3 0 0,5 5 10 15,-3 1 1-15,2-1-16 0,1 1 1 16,0 1-7-16,2 0-3 0,-4 0 23 0,4-1 2 16,-1-2-5-16,2 2-1 0,1-1-125 15,-2-4-46-15,1-1-91 0,-2-3 27 0,-7 0-298 16,3 0 39-16,12-15 36 0,-10 5 31 16,0 1 28-16,-5-3 40 0,7-1 25 0,0-2 14 15,0 2 14-15</inkml:trace>
  <inkml:trace contextRef="#ctx0" brushRef="#br0" timeOffset="35647.74">19324 2944 307 0,'6'-9'523'0,"1"0"-101"0,-4 2-75 0,-1 1-32 16,-2 2-37-16,-2 0-63 0,-3 1-70 0,0 3-114 16,1 0-120-16,-1 0 10 0,-1 0-330 15,1 3 26-15,-3-3 2 0,3 0 21 16,0 2 46-16,5-2-5 0</inkml:trace>
  <inkml:trace contextRef="#ctx0" brushRef="#br0" timeOffset="36076.82">19359 3657 835 0,'0'3'729'0,"0"-2"-123"16,-3 1-10-16,3 1-8 0,0-2-33 15,-1 0-51-15,1 1-37 0,0-1-39 0,-2 0-51 16,2 0-35-16,-1-1-44 0,0 2-28 16,1-2-31-16,0 1-29 0,-1-1-59 0,1 0-64 15,0-1-96-15,0-2 1 0,0-1-230 16,0-1 24-16,1 1-228 0,1-13 39 0,1 3-265 15,-3 4 51-15,0-6 54 0,-14-23 46 0,2 15 39 16,2 5 31-16,-5-6 33 0,2-2 26 16,0 1 57-16,-5 1 8 0,2 0 11 0,0-3 15 15</inkml:trace>
  <inkml:trace contextRef="#ctx0" brushRef="#br0" timeOffset="36594.87">18701 3103 898 0,'2'-3'336'0,"-1"1"-54"0,-1-2 2 16,0 2-49-16,0-1 6 0,0 1-13 0,0 0-28 15,0 1-22-15,0-2 13 0,0 3-13 16,0-2-17-16,0 0-21 0,0 2-10 0,0-3-12 16,0 3-9-16,0 0-31 0,0 2 2 15,-1 0-9-15,-1 4 10 0,-1 9-6 0,-4 5 2 16,1-4-8-16,1 5 11 0,1-1 1 0,0 2-13 16,0-3 7-16,-1-1-13 0,5-10-5 0,0 4-2 15,0 0 7-15,0-2 13 0,0 0 1 16,0-1-5-16,17 11 3 0,-8-16-4 0,8 1-2 15,3-2-5-15,-8-3-7 0,3 0 3 16,29-14 1-16,-17 6 11 0,-1-1-3 0,-2-6-5 16,0 4 2-16,2-3-4 0,-2 1 12 15,-5 0 10-15,4 3 12 0,-4 1-21 0,-6-1-4 16,3 4-10-16,-9 1-20 0,1 1 19 0,-2 2-23 16,-2 2 10-16,-4 0-19 0,0 0 5 15,6 15-9-15,-4 6 1 0,-2 0-7 0,2 0 6 16,-2 4-23-16,4-3-59 0,-1 2-62 0,5-1 12 15,-2-1-210-15,1-1-88 0,1-1 36 0,0-4-268 16,-5-4 59-16,-3-1 50 0,0-8 45 16,0-3 38-16,0 0 39 0,0 0 36 0,-12 9 24 15,9-9 26-15,1 0 20 0,0 0 10 16,1 0 11-16</inkml:trace>
  <inkml:trace contextRef="#ctx0" brushRef="#br0" timeOffset="38463.75">1163 4182 397 0,'0'0'400'0,"0"-15"-62"16,-4-7-62-16,-3 16-25 0,-2-1-17 16,1 4-39-16,1 0-11 0,-1 2-31 0,8 1 2 15,-12 0-16-15,-19 16-38 0,14-3 7 16,5 0-29-16,-1 3-17 0,4 1-2 0,2 4 0 15,1 0-14-15,6 1 3 0,0-12-7 0,0 8 15 16,16 27-19-16,-6-22-5 0,2 0-11 0,7 0-3 16,-5 1 6-16,4-1 17 0,1 1-29 15,0-4 23-15,1 4 3 0,-5-7 15 0,4 1-23 16,-6-4 16-16,-3 0-1 0,-3-2-7 0,-3-3 37 16,-3-1 20-16,-1-8-12 0,-22 17-9 15,-1-10-3-15,-6-2 2 0,-5-1-15 0,-5-1-3 16,-3 0-9-16,-4-3-11 0,23 0-16 0,-11 0-3 15,-3 0-71-15,-39-12-34 0,43 3-46 16,3-1-46-16,9-2 15 0,3-7-243 0,9-1-61 16,9 6 33-16,20-24 31 0,0 16 16 15,5-1 43-15,7 0 24 0,3 0 18 0,4-2-5 16</inkml:trace>
  <inkml:trace contextRef="#ctx0" brushRef="#br0" timeOffset="38770.07">1425 4331 767 0,'6'15'379'0,"-4"2"-3"0,-10-1-47 0,8-7 8 16,-13 23-37-16,4-12-30 0,-1-2-36 16,1 4-28-16,1-2-13 0,3 3-23 0,3-4-15 15,2-9-21-15,0 3-6 0,9 22-22 16,-2-19 10-16,9-2-29 0,-1-4-4 0,9 0-3 16,1-5 0-16,3-5-13 0,-15 0-5 0,8 0-1 15,22-18-13-15,-21 6-5 0,0-2-1 16,-4-5-5-16,-1-3 4 0,-6-3-6 15,-5 1-9-15,1-5-10 0,-7 17 9 16,0-7-16-16,-23-20 8 0,3 23-6 0,-5 4 8 16,-5 2-3-16,-4 2-10 0,-4 5-20 0,-2-3-21 15,0 6 4-15,22 0-103 0,-9 0-32 0,-1 0-39 16,-30 11-23-16,33-5-33 0,10 1 24 16,7-6-153-16,5-1-87 0,3-1 49 0,4 1 35 15,3-5 34-15,9-2 20 0,4-5 27 0,1 2-3 16,-1-2 5-16</inkml:trace>
  <inkml:trace contextRef="#ctx0" brushRef="#br0" timeOffset="39095.87">1773 4075 456 0,'23'-13'456'0,"-5"2"-80"16,-4 2-48-16,0 3-39 0,-6 4-31 16,-8 2-33-16,0 0 48 0,8 0 0 0,5 23-29 15,-8-5-24-15,3-1-28 0,-4 5-16 16,2-2-6-16,1 0-23 0,2-1-9 0,-1 0-16 15,2-4-8-15,4 2-11 0,1-5-10 16,-2 0-5-16,5-5-9 0,3-4-7 0,-12-3-11 16,10 0-9-16,1 0 2 0,27-17-4 0,-24 5-1 15,-2 0 14-15,0 2 20 0,1-5 9 16,-4-2 21-16,1 5-7 0,-6 1 22 0,-1 2-10 16,0 0-4-16,-4 7-11 0,-2-4-23 0,-1 4-9 15,-1-1 3-15,-3 2-21 0,-1 1 0 0,0 0-14 16,3 12-32-16,-3-6-36 0,0 14-37 0,0-10-29 15,0 8-41-15,0 5 11 0,-12 30-156 16,7-27-80-16,-1 2 33 0,-1 1-279 0,-4-3 56 16,-3-1 24-16,1 0 39 0,-12 0 34 15,1-1 21-15,-5 1 39 0,-2-2 25 0,-3 1 51 16,-8 1 24-16</inkml:trace>
  <inkml:trace contextRef="#ctx0" brushRef="#br0" timeOffset="39283.37">1056 5054 1203 0,'-52'18'513'0,"6"1"-54"16,5-6-51-16,7-1-48 0,7-2-39 0,8 2-47 16,11-4-14-16,8-8-36 0,41 7-13 0,5-6-30 15,14-1-14-15,9 1-33 0,-28-1-49 16,25 0-61-16,17 0-2 0,7 0-151 0,6 0-67 16,3 0-86-16,-2 0 24 0,97-9 24 0,-107 6 21 15,-1 1-267-15,-10 0 58 0,-2-1 28 16,-4 0 28-16,-7 1 6 0,-2-4 19 0,-3 5 18 15,2-2 9-15</inkml:trace>
  <inkml:trace contextRef="#ctx0" brushRef="#br0" timeOffset="42243.03">3709 5166 734 0,'0'0'263'0,"0"0"-26"0,0 0-14 16,0 0-3-16,0 0-24 0,0 0-1 0,0 0 3 16,0 0-41-16,0 0-12 0,-12 0-12 0,-4-7-27 15,16 6 4-15,-1 1-23 0,1 0-7 16,-1 0 2-16,-1 0-25 0,4 0-1 0,0 1-6 16,-1 0 7-16,2 2-15 0,2-1 7 15,3-1-9-15,9 5 4 0,1-1-14 0,3-1 2 16,2-1-10-16,1 0 11 0,-11-3 2 0,8 0-10 15,4 0 12-15,5 0-5 0,0 0-23 0,33-13 14 16,-34 9-21-16,-1-3 23 0,-2-1-10 16,1 0 9-16,-4-3-16 0,0 0 2 0,-3 0 6 15,1-3-9-15,-6-3-23 0,-3 0 24 16,-1 0-22-16,-3-1 8 0,-3-3 0 0,-3-3 19 16,0 4-18-16,-2 10 5 0,0-6-18 0,0-5 22 15,0 2 2-15,-11-19-2 0,3 20-11 0,1 3 14 16,3 0 11-16,-1 4-15 0,1 3 8 15,2 3 3-15,-1-2-12 0,0 2 17 0,1 2-8 16,1 1-18-16,-2 2 11 0,3 0 0 16,0 0-10-16,0 0 16 0,-15 19 30 0,6-2-11 15,1-2-4-15,1 7 14 0,0 5-6 0,3-1 27 16,-2 5-4-16,1-4 20 0,0 4-19 0,2 1 17 16,2 2-8-16,0 2 11 0,-2-2-5 15,2 5 11-15,-2-1-17 0,-1 3-4 0,2-1 1 16,0 1-8-16,0 0-5 0,1 4-6 0,-2-1-6 15,3-1 1-15,-1-2 0 0,-4 1-29 16,2-1-36-16,3 0-25 0,0-2 6 16,-4-1-89-16,2-4-57 0,-2 2-47 0,-1-2-27 15,0-5 27-15,0 0-288 0,-2-3 35 0,1-3 54 16,-3-4 28-16,0-6 27 0,-4-6 24 0,3-5 24 16,10-2 19-16,-13 0 5 0</inkml:trace>
  <inkml:trace contextRef="#ctx0" brushRef="#br0" timeOffset="42439.66">3634 5704 553 0,'-15'-21'438'0,"0"4"-50"0,4 0-48 15,2-3-44-15,2 3-26 0,7 1-20 16,0 8-23-16,12-21-28 0,3 12-22 0,6 0-19 16,3 2-25-16,11 0-13 0,2-1-14 0,1 4-19 15,4 0-8-15,2 3-58 0,3-2-40 0,-1 3-36 16,0 0-40-16,0 2-39 0,0 2-48 15,0-1 17-15,-1-1-120 0,2 3-141 0,2-2 31 16,-6 0 1-16,-1-2 27 0,-3 1 37 0,-1-3 22 16,-1 0 30-16</inkml:trace>
  <inkml:trace contextRef="#ctx0" brushRef="#br0" timeOffset="42754.28">4982 5005 328 0,'-2'-7'323'0,"0"0"-59"0,-1 5-24 0,-1-3-8 15,2 2-27-15,-2 1-18 0,-1 2-4 16,-2 0 1-16,-11 7-30 0,1 3-6 0,-2 1 15 16,-1 4 10-16,5-1-14 0,-4 7-16 15,-1 2 13-15,4 3-10 0,1 0-24 0,-1 2 19 16,2 3-16-16,2 0 3 0,3-3-6 15,3 3-12-15,0 0-19 0,5 2 10 0,1 0-22 16,0-19 1-16,0 7-8 0,17 23-1 0,-5-17-8 16,3-2-44-16,-2-4-41 0,4 3 1 0,-2-4-127 15,4-3-44-15,3-3-47 0,-3-4 21 16,7-1 20-16,-3-9-314 0,-13 0 37 0,24-13 57 16,-13 1 31-16,-2-3 33 0,-1-5 24 15,5-2 15-15,0-3 37 0</inkml:trace>
  <inkml:trace contextRef="#ctx0" brushRef="#br0" timeOffset="43240.52">5316 5121 1085 0,'3'-8'374'0,"-3"1"-3"0,0 1-35 16,0 3-25-16,1 1-54 0,-2-1-22 0,1 3-12 16,-2 3-14-16,0 0 1 0,1 3-14 0,-8 9-16 15,2 4-14-15,0 1-9 0,-5 6-17 16,4-2-10-16,-2 2-21 0,5-1-13 0,-2 2-6 15,-1 0-3-15,3-2-7 0,0 3-14 0,-2-1-1 16,3 4-9-16,2-1 0 0,1-5-2 16,1-1-8-16,0-4-7 0,0-11-2 0,0 4-28 15,0-2-26-15,0-3 8 0,0 2-7 16,0-5 6-16,0-5-26 0,0 0-7 0,0 10-3 16,0-13-12-16,0-4 7 0,1 2 14 0,4-13-14 15,-1-3 0-15,5-1 10 0,0-3 6 16,2 0 1-16,1 5 3 0,1-2 5 0,2 2 15 15,-2-1-1-15,3 1 6 0,0 1 1 16,1 2-2-16,1-2 13 0,2 3-1 0,-1 2 2 16,-1 2-9-16,2 5-2 0,-1 0 11 0,0 3 0 15,-2 4 7-15,-9 0 8 0,20 11 7 16,-10-3 13-16,-2 6-1 0,1 3-3 0,-6 0 18 16,2 3 1-16,-3 2 2 0,-1 2-3 0,-1 0 0 15,3 0 5-15,-7 3 1 0,-3-1 2 16,1-1-7-16,-2-13-8 0,0 7 5 0,0 2-5 15,-18 26-11-15,8-25-2 0,-3-1-9 0,-4-1-38 16,-4-5-52-16,3 3-51 0,-5-2 11 16,0-3-152-16,-2 0-62 0,0-1 27 0,-1-3-263 15,-1-1 32-15,5-3 36 0,13-5 37 16,-2 0 37-16,-8-17 54 0,13 4 5 0,3-8 2 16,3 10 43-16,0-7 13 0</inkml:trace>
  <inkml:trace contextRef="#ctx0" brushRef="#br0" timeOffset="43477.16">5823 5312 988 0,'17'-2'373'0,"4"4"-33"0,-14-2-43 16,19 11 0-16,-11 0-16 0,2 6-18 0,-4 0-20 16,2 2-9-16,0 0-35 0,0 3-9 15,-1 0-17-15,-3 3-29 0,1-4-26 0,-3 6-2 16,-6 1-12-16,0 2 0 0,-3-15-13 0,0 6-32 15,-22 28-45-15,4-25-12 0,-5 2 0 16,-5-1-111-16,-1 1-43 0,-4-3-38 0,2 0-50 16,-2-5 22-16,6 0-269 0,0-3 44 0,5-3 20 15,2-5 43-15,10-4 11 0,10-3 26 16,-2-8 19-16,7 1 31 0,11-7 3 0</inkml:trace>
  <inkml:trace contextRef="#ctx0" brushRef="#br0" timeOffset="43880.68">6445 5284 451 0,'-4'4'445'0,"-2"-4"-65"0,5 0-30 0,-2 0-36 16,2-4-38-16,1 3-30 0,1-1-28 16,2-2-24-16,13-4-23 0,4 0-16 0,2-3-17 15,9 8-28-15,11-3-75 0,8 2-53 16,8-3-72-16,3 5-79 0,3-3 14 0,2 4-292 16,-2-1 31-16,-5-2 10 0,-5 4 25 15,-30 0 52-15,11 0 23 0,36 14 15 0</inkml:trace>
  <inkml:trace contextRef="#ctx0" brushRef="#br0" timeOffset="44061.37">6961 5559 702 0,'-33'8'439'0,"10"3"-60"0,-5-6-50 0,5 0-14 16,6-1-32-16,-3 0-35 0,10 3-22 16,1-7-48-16,9 0-21 0,0 0-12 0,9 1-15 15,16 2-85-15,-10-3-41 0,11 0-47 16,5 0-61-16,42 8-51 0,-50-8 15 0,13 0 12 15,6 0 12-15,3 0-312 0,4 0 32 0,54-12 35 16,-47 6 43-16,-1-3-23 0,1 0 35 16,-1 1 48-16</inkml:trace>
  <inkml:trace contextRef="#ctx0" brushRef="#br0" timeOffset="45030.77">7897 5234 584 0,'-6'-2'271'0,"1"-1"-24"16,-6-5-10-16,5 1-23 0,-3 4 2 0,4-1-29 16,1 1 14-16,0-2-17 0,0 2-8 15,2 2-19-15,-1-2 15 0,-1 0-35 0,0 1-19 16,2-1 15-16,1 0-14 0,-2 1-5 15,2-2-13-15,-1 2 12 0,1-1 4 0,0 0-13 16,0 1 2-16,0-3-5 0,1 3-10 16,-2-1-14-16,2 0 14 0,-1-1 0 0,1 2-8 15,0-3 1-15,0 5-3 0,0 0-1 0,0-7-17 16,0 7-3-16,0-6 13 0,0 6-9 16,0-7-12-16,0 0 6 0,0 7-6 0,10-15 2 15,-10 13-13-15,3-3 1 0,-2 1 1 16,1-1-5-16,2 1-1 0,0 0-17 0,-1 1-3 15,7-8 10-15,-1 6-7 0,4-2 2 0,-2-1-15 16,3 1 2-16,-1 7 2 0,-4-3-5 16,1 3-1-16,-10 0 2 0,9 0 1 0,3 0-6 15,16 18 6-15,-17-10-7 0,-3 3-3 16,-3 3-3-16,0 2 3 0,-5 2 13 0,0-9-3 16,0 5-5-16,-19 22-8 0,6-15 13 0,-1-3-7 15,-2 0 5-15,0-1-12 0,1-2 3 0,-2 3 12 16,3-4-5-16,1-3-1 0,1-1 6 15,4-4-3-15,0 2-5 0,3-5-4 0,1 1 7 16,2 2-10-16,-2-4-9 0,3 1 10 16,1 1 6-16,0-4-10 0,0 0 3 0,16 17 4 15,1-8-6-15,6 0 0 0,3 0-7 0,-2 0-1 16,1 1 5-16,6-2-10 0,1 4 7 0,-4-1-5 16,0-1 12-16,-5 1-3 0,4 0-5 0,-2 1 2 15,-8 0-10-15,-4-4-5 0,1 4 18 16,-7-3 7-16,-4-1 4 0,-3-8-13 0,-10 19 2 15,-5-7 10-15,-8 1 6 0,-5-5-13 16,0 0 0-16,-4-1 8 0,-3-1-7 0,-3-6 6 16,3 2 8-16,-1 0-13 0,0 1 8 15,19-3-9-15,-9 0 13 0,-3 0-36 0,-2 0-26 0,-26-15-25 16,36 10 6-16,2 0-105 0,1-2-45 16,9 3-52-16,4-3 26 0,5 1-275 0,0 6 32 15,14-20 36-15,3 7 15 0,3-3 29 16,3 3 78-16,-1 0 0 0,0-1 41 0,2 2-9 15</inkml:trace>
  <inkml:trace contextRef="#ctx0" brushRef="#br0" timeOffset="45453.99">8312 5256 796 0,'17'-4'342'0,"-7"0"-52"0,1 3-48 15,-5 1 1-15,0 1-20 0,-6-1 15 16,0 0-28-16,19 18 2 0,-11-5-5 0,-4 3-10 15,5-1-21-15,0 4-13 0,-4-2-20 0,-4 3-16 16,5 1-16-16,-3-2-17 0,3-1-2 16,-3-3-9-16,4 3-12 0,-6-2-12 0,-1-10 4 15,0 3-6-15,0-1-17 0,0 0 13 0,0-8-2 16,0 9 13-16,0-9 4 0,9 10 3 16,-8-11-4-16,3-1-12 0,6-11 2 0,6-5-13 15,-2 1 2-15,3 0-11 0,3 0 0 16,-2-5-10-16,2 3 9 0,2 1 4 0,-3 2 7 15,1-1-5-15,-2 3 6 0,2-2 3 0,-7 3 8 16,4 1-15-16,-4 4 8 0,-2 0-9 16,-2 4-5-16,-2 2-11 0,0-1 5 0,-1 3 11 15,-6 0 9-15,0 0 4 0,19 16-4 0,-10-5-4 16,0 3-1-16,-3 2-1 0,2 3 9 0,-3 2-17 16,0 4-2-16,0-1 7 0,0 5 0 15,-1 0-10-15,1 0-31 0,-1 0-42 0,0-3-61 16,-2 4 11-16,1-3-152 0,-1-2-71 15,2-2 26-15,-2-3-255 0,-2-6-22 0,4-5 37 16,4-4 39-16,-3-3 36 0,3 0 47 0,1-2 48 16,0 0 8-16,17-16 41 0,-10 4-4 15,-1-1 8-15</inkml:trace>
  <inkml:trace contextRef="#ctx0" brushRef="#br0" timeOffset="45634.98">9146 5482 1041 0,'3'-5'448'0,"0"0"-14"0,0 3-38 0,0-3-46 15,0 1-43-15,1 1-40 0,4 0-23 16,11-2-33-16,2 2-23 0,7 2-22 0,7 1-11 16,-1 0-28-16,-13 0-50 0,13 0-68 15,5 0-1-15,3 0-121 0,1 0-72 0,-2 0-48 16,37 9 18-16,-41-7-276 0,-7 1 51 0,3-3 33 16,-20 0 11-16,4 0 35 0,1 0 25 0,-4 0 20 15,-3 0 13-15,5-12 4 0</inkml:trace>
  <inkml:trace contextRef="#ctx0" brushRef="#br0" timeOffset="45896.83">9557 5208 403 0,'-10'-15'476'16,"-1"3"-58"-16,1 3-59 0,1-4-46 0,4 9-41 15,-2-1-32-15,2 3-22 0,5 2-26 0,0 0-20 16,0 0 20-16,-14 12-18 0,9 5-6 0,0 2-16 15,2 5-3-15,1-2-8 0,1 7-21 16,1 0-5-16,0-13-9 0,0 7-6 0,0 4-14 16,0 4-9-16,12 29-8 0,-11-26 3 15,3-3-31-15,0 1-40 0,-1 2-1 0,-1-5-112 16,-1 0-54-16,-1 4-51 0,0-17 22 16,0 4-311-16,-10 23 18 0,5-24 37 0,0-4 54 15,2-2 28-15,3-5 24 0,0-8-13 16,0 0 51-16,0 0 12 0</inkml:trace>
  <inkml:trace contextRef="#ctx0" brushRef="#br0" timeOffset="46369.65">9815 5234 1057 0,'12'-20'434'0,"5"2"-55"0,-2 3-58 15,2 4-18-15,-4 4-26 0,2 3-24 0,-7 4-18 16,19 14-20-16,-9 0-22 0,-2 0-27 16,1 7-10-16,-4 2-9 0,-4 2-22 0,-2 2-8 15,-1 0-20-15,-3 2-3 0,-3-16-6 16,0 8-19-16,-13 24-9 0,7-23-2 16,-4 1 0-16,1-4-4 0,0-1-10 0,1-3-6 15,3-2-4-15,0-1-3 0,2-5 6 16,0-1-3-16,1-2-12 0,0-1 9 0,2 1 3 15,0-4-6-15,0 0-12 0,0 0 4 0,18 8-2 16,1-6-5-16,4 1 1 0,2-1 0 0,0 0-1 16,4-1 2-16,3-1-3 0,0 0 6 0,0 4-9 15,0-4-3-15,0 3-2 0,-1-2 4 16,-1-1-7-16,0 3 3 0,-4 1 6 0,1-4 3 16,-3 1-5-16,-13-1-8 0,8 0 1 15,-5 0 5-15,0 0 9 0,-1 0 0 0,-3 0 3 16,-2 0 6-16,-2 0-6 0,-6 0 3 0,9 0-5 15,-9 0-3-15,5 0 5 0,-5 0-14 16,0 0-15-16,9 0-33 0,-9 0-32 0,0 0 8 0,6 0-107 16,-6 0-40-16,0 0-47 0,0 0 24 15,0 0-273-15,7 0-14 0,-7 0 39 0,15-12 36 16,-11 9 62-16,8-6 3 0,-1 0 16 16,7 1 47-16,1 4 16 0,2-4 49 15</inkml:trace>
  <inkml:trace contextRef="#ctx0" brushRef="#br0" timeOffset="56627.71">13359 5375 301 0,'0'0'290'16,"0"0"-43"-16,0-12-29 0,0 12-27 0,0 0-12 15,25-26-5-15,-25 21-14 0,1 2-9 0,0-4-34 16,3 2 3-16,-4 0-13 0,0-2-7 16,0 2 2-16,0-2-15 0,1 2 12 0,1-1-13 15,-2-2-7-15,2 3-18 0,-2-2 0 0,0 1 3 16,0 6-19-16,0 0 2 0,0-11 5 16,0 4 3-16,-15-11-32 0,6 11 13 0,-1-5-16 15,-7 7 0-15,-2-2 12 0,-4 5-5 0,-1 2 8 16,8 0 10-16,-6 0-22 0,-31 12 8 15,23-4-1-15,2 1 15 0,-1 0 0 0,0 3-14 16,2-2-12-16,1 2-6 0,6 0 18 0,-2 1-20 16,3 3 0-16,5-1-2 0,1-1 1 0,4 1 8 15,9-5-7-15,0-10-11 0,0 10 27 16,20 13-20-16,-4-15 7 0,7-4 13 0,0 1-13 16,5-5-2-16,-18 0 1 0,12 0-4 15,28-11 12-15,-25 4-20 0,1-4 10 0,-2 0-1 16,0-2-8-16,-4-1-6 0,0-1 13 0,-2 1 10 15,-3 3 9-15,-2-2 18 0,-3 4-5 0,-6 3-4 16,4 0-11-16,-3 2-19 0,0 1 11 16,-3 3 4-16,-2 0-26 0,0 0 9 15,0 0 14-15,16 26-12 0,-14-8 4 0,2 11-1 16,-1-1-2-16,2 5-1 0,-1 6-11 0,1 5 14 16,-3 11 0-16,1 3 19 0,1 5-7 15,-2 4 23-15,2 4-6 0,-4-1-3 0,3 2-22 16,-3-2-2-16,0-36 0 0,0 15 11 0,-18 64 9 15,4-53 18-15,-4-4 8 0,-4-2 1 16,-3-6-7-16,-1-4 17 0,-2-7 11 0,-9-6-1 16,4-5-10-16,-1-7 11 0,0-4-5 15,-3-8-13-15,5-4 6 0,12-3 4 0,-27-20-17 16,18 0 7-16,3-6-2 0,5-8-13 0,3-7-8 16,8-7-6-16,4-9 1 0,6 26-14 0,0-19-9 15,25-72-17-15,-4 47 4 0,8-1-24 16,6-1 0-16,4 5 0 0,7-2 4 15,1 6-20-15,0 0 6 0,2 6-4 0,-3 4 2 16,-2 5-25-16,0 4-22 0,1 7 10 0,-4 2-49 16,0 5-28-16,-4 1-17 0,-4 7-15 0,2 4-21 15,-2 1-14-15,-1 4-35 0,1 5 25 0,-2 3-132 16,-4 3-98-16,7 3 20 0,-8 1 31 16,-2-1 20-16,-14 4 35 0,5 0 46 0,15 16 6 15,-20-10-14-15</inkml:trace>
  <inkml:trace contextRef="#ctx0" brushRef="#br0" timeOffset="56977.55">14015 5225 504 0,'-1'0'326'16,"-3"-2"-20"-16,-2 2-44 0,-1 2 5 0,-15 6 3 15,2 0-14-15,-2 3-31 0,2 1 23 0,-1 2-23 16,1 1-12-16,2 3-13 0,-2 0-27 16,1 2 1-16,2 3-14 0,3-2-16 0,-2 6-23 15,9-1 2-15,2 1-25 0,5-9-1 16,0 5-2-16,18 33-7 0,-1-30-22 0,4 0-21 15,3 1-58-15,3-4 0 0,0-3-92 16,-2-3-33-16,1-4-16 0,-3-6-39 0,5-1-43 16,-1-3 23-16,-14-3-197 0,17-18-52 15,-13 2 32-15,-3-6 30 0,-2-2 25 0,4-3-9 16,-3-4 23-16,1 1 1 0</inkml:trace>
  <inkml:trace contextRef="#ctx0" brushRef="#br0" timeOffset="57327.33">14246 5352 504 0,'8'-18'328'16,"0"1"-19"-16,1 4-53 0,-5 4-21 0,-3 2-40 15,3 2 19-15,-4 5-4 0,0 1-15 16,-4 3 15-16,4 1-22 0,-3 2-12 0,-3 9 2 16,2 2-3-16,-3 2-27 0,4 1-4 0,-1 2-5 15,4 0-27-15,0 1-11 0,0-15-9 16,0 9-5-16,0 1 3 0,14 18-18 0,-10-20-9 16,1-5-5-16,-1-2 7 0,1 6-18 0,3-11-3 15,-1 0 14-15,2-5-11 0,-9 0-15 16,13 0-3-16,19-16 2 0,-10 3-8 0,-2 0 10 15,2-5-8-15,1 2-15 0,1 0 0 16,-3 2-1-16,-1-1 22 0,-1 0 11 0,-3 4 1 16,0 1-9-16,-3 1-2 0,-3 3-9 15,-3 1-4-15,-3 2 5 0,1 3-8 0,-5 0 15 16,0 0 4-16,0 0-13 0,5 13 9 0,2 3-6 16,-7-4-7-16,0-1-1 0,0 5 10 0,0 6-20 15,0 0-9-15,0 4-40 0,0 1-27 16,0 0 6-16,0 2-126 0,0 0-44 0,0 0-16 15,-17 25 25-15,10-33-143 0,-3-4-149 0,-3-5 58 16,3-5 15-16,5-5 30 0,5-2 43 16,0 0 37-16,-10-16-1 0,10-5 13 0,0 7 34 15</inkml:trace>
  <inkml:trace contextRef="#ctx0" brushRef="#br0" timeOffset="57521.64">14900 5379 848 0,'23'-11'302'0,"5"6"-14"16,-3 2-15-16,-16 3-24 0,21 15-18 15,-14-2-25-15,0 8-29 0,-2-2 8 0,-3 6-24 16,-2 1-31-16,0 1 5 0,0 7-30 16,-5 0 6-16,-3-3-11 0,-1-14-8 0,0 7-3 15,-11 37-18-15,-6-32-22 0,-4 5-16 0,-5-5-31 16,-7 2-40-16,-6-4-53 0,-2-1-38 16,-3-3-52-16,-4-3 17 0,6-1-292 0,1-6 31 15,4-1 32-15,6-8 26 0,3 0 50 0,12-4 17 16,16 0 17-16,-4-8-10 0</inkml:trace>
  <inkml:trace contextRef="#ctx0" brushRef="#br0" timeOffset="57877.84">15711 5412 581 0,'-3'1'446'0,"-3"-1"-76"0,4 0 22 0,1 0-31 15,-7-1-7-15,7 1-31 0,0 0-14 16,-2-3-34-16,2 3-30 0,1-2-21 0,2-1-33 16,2 3-52-16,20-7-53 0,8 3-48 0,5 1-2 15,9 0-158-15,4 1-75 0,7 0 18 0,-29 2-332 16,12 0 39-16,7 0 37 0,1 0 32 16,44 14 15-16,-54-7 46 0,-4 2 21 0,-7 6-37 15,-8 0-7-15</inkml:trace>
  <inkml:trace contextRef="#ctx0" brushRef="#br0" timeOffset="58034.73">16080 5652 343 0,'-32'9'497'0,"1"-3"-98"0,4 1 39 16,2 0-20-16,3-2-43 0,3-1-44 15,3-1-26-15,4-1-36 0,3 2-35 0,5-3-20 16,8 1-41-16,-4-2-51 0,30 5-50 16,1-3-8-16,3 1-134 0,5 0-67 0,5 1-70 15,7-4 19-15,2 3-293 0,5-3 33 0,-31 0 34 16,17 0 27-16,9 0 24 0,54-10 26 0,-51 5 26 15,1-3 34-15</inkml:trace>
  <inkml:trace contextRef="#ctx0" brushRef="#br0" timeOffset="58647.59">17073 5300 929 0,'0'0'330'0,"2"-2"-37"0,0 2-2 0,-2 0-56 0,2 0-2 16,1 0-58-16,-3 2-2 0,2 1-19 16,0 1 39-16,-1 2 8 0,5 12 3 0,-3 3-6 15,-2 2-25-15,3 6-13 0,-4-17-18 16,0 11-8-16,0 4-17 0,0 3-8 0,0-1 1 15,0 2-5-15,0-1-10 0,0-3-8 0,0-2 7 16,0 0-4-16,0-6-2 0,0-2 3 16,0-4 3-16,0-3 14 0,0-3 6 15,9 5-17-15,-4-12-13 0,3-3-6 0,12-4-5 16,4-7-5-16,-1-1 7 0,4-6-31 16,8 1 6-16,-2-3 1 0,-1 2-15 0,1 0 8 0,-2 3-20 15,-2 2 10-15,-2 2 11 0,-5 3-12 16,-3-1-1-16,0 1-13 0,-2 6 9 15,-4 3-6-15,-13 2-3 0,9 0 0 0,11 18 0 16,-14-6 0-16,1 3-7 0,-2 0 5 0,0 4-2 16,0-1 0-16,2 2-8 0,-1 1-28 15,2-3-88-15,4 4 9 0,0-3-209 0,-1-6-112 16,1 3 38-16,1-4 34 0,-1-8 30 0,0-4-240 16,1 0 47-16,-3 0 38 0,13 0 0 15,0 0 37-15,-9 0 26 0,8 0 81 0,1 0 17 16,34-16 6-16,-28 7 9 0</inkml:trace>
  <inkml:trace contextRef="#ctx0" brushRef="#br0" timeOffset="65988.03">1299 6655 291 0,'13'0'245'0,"-13"-14"-29"0,0 14-17 0,0 0-20 0,0 0-13 15,15-13 1-15,1-4-21 0,-15 15-9 16,1-3-13-16,2 3-7 0,-4-2 1 0,1 1-18 15,1 0-5-15,0 0-13 0,0-1 14 0,-2 3-1 16,2-3-24-16,-1 2-1 0,0 1-11 16,-1-3-4-16,2 1-1 0,-2 2 12 15,0-3-21-15,0 0 7 0,0 4-8 0,0-4 5 16,1 0-18-16,-1 1 0 0,0 3 10 0,0 0-11 16,0 0-4-16,0-7 6 0,0 0-14 15,0 7 7-15,0-8-15 0,0 8 14 16,0-8-18-16,0 1 0 0,-11-4 21 0,8 4-9 15,-5-2-12-15,-3-2-4 0,-1 4-6 0,-3 0 20 16,-1 3-13-16,-2 0-7 0,3 3 16 0,9 1-23 16,-8 0 14-16,-1 0-7 0,-2 0 12 15,-18 16-16-15,19-8 8 0,1 0-5 16,-2 3 12-16,6 0-16 0,0 3 12 0,-1-2-4 16,3 2 9-16,2 1-1 0,-1 1-20 0,4-1 24 15,3-3-12-15,1-12-6 0,0 13 15 16,0-1-9-16,16 17-5 0,-3-17 5 0,1 0 1 15,0-3 4-15,4-1 11 0,-1-4-16 16,-1 1 11-16,3-2-12 0,-6-3 9 0,0 0 14 16,-13 0-10-16,14 0-8 0,-1 0 7 0,17-15-11 15,-17 8 24-15,0-1-17 0,-1-3-2 0,3 1 7 16,-4 3 4-16,-1 0 5 0,-1 2-13 16,-4 0 16-16,-1 3-19 0,2 0 15 0,-2 0-23 15,-4 2 10-15,0 0 0 0,0 0-13 0,6 0-3 16,1 14 16-16,-4-9 9 0,3 11-17 15,-2 1-11-15,2 3 5 0,-2-3 1 0,1 4 3 16,-1 0 5-16,-2 4 2 0,1-3-12 16,1 1-32-16,-2-1-13 0,6-1-28 0,-1 0-44 15,-1 0-33-15,3-4 15 0,-3-1-224 0,1-5-54 16,-1-1 28-16,-6-5 25 0,2 1 52 16,2-5 20-16,-3 1 8 0</inkml:trace>
  <inkml:trace contextRef="#ctx0" brushRef="#br0" timeOffset="66631.48">1893 6578 631 0,'1'-3'221'16,"0"-3"-26"-16,-1 0-12 0,0 4-14 0,2-4-25 16,-2 4-8-16,0-4-14 0,0 4-12 0,-2-1-19 15,0 0-14-15,-1 0-10 0,-1 2-9 16,0 2 6-16,-3-1-4 0,-6 5 2 0,-3 1-19 15,0 2 12-15,-2 2-4 0,6 2-7 16,-4-2-12-16,0 3 0 0,2 1 1 0,1 0-4 16,4 2 6-16,1-1-21 0,1-1 9 0,5 4-2 15,0-5-4-15,2 1 8 0,0-5-6 16,0 4-5-16,19 15 3 0,-9-13 4 0,2-1-8 16,3-1-2-16,-2-1-2 0,-2-2-1 0,1-1-1 15,-5-4-1-15,-2 2 12 0,2-2 4 16,-5-2 4-16,3-1 13 0,-3 1-8 0,-1-1 11 15,-1-2-18-15,0 0 9 0,0 0-11 0,-17 4 9 16,-4-4-14-16,-4 2 9 0,-1-1-11 16,-4 1-3-16,0 1 10 0,-2 2-15 0,5 0-6 15,-3-3-5-15,4 1-24 0,1 1-27 0,6-1-31 16,-1-1-44-16,10 1 12 0,4 0-92 16,1-3-140-16,4 0-57 0,3-1 27 0,5-2 5 15,6-4 19-15,6-2 42 0</inkml:trace>
  <inkml:trace contextRef="#ctx0" brushRef="#br0" timeOffset="67058.53">2564 6589 783 0,'-5'-4'315'0,"4"1"-58"0,-2-1-22 16,-2 4-36-16,4 0-1 0,0 5-10 0,-5 8-5 16,0 7-6-16,0 0 14 0,0 7-28 15,-1-1-5-15,0 4-11 0,0 1-17 0,-1 2-14 16,0 1-11-16,1 1-12 0,2 3-23 16,-2-1 8-16,2 1-8 0,-1 0 10 0,6 1-7 15,-3 0-87-15,-2 0-43 0,0-1-46 0,1-1-33 16,-1 0-61-16,0-4 16 0,-5 1-288 0,-2-2 33 15,-1-7 30-15,-2-4 25 0,2-7 27 16,2-5 19-16,4-1-21 0,3-8-9 0</inkml:trace>
  <inkml:trace contextRef="#ctx0" brushRef="#br0" timeOffset="67349.53">2495 6745 526 0,'9'-32'471'0,"-1"4"-83"0,3 2-54 16,-1 3-42-16,2-1-18 0,4 4-30 0,1 5-27 16,4 1-39-16,0 10-29 0,2 0-15 15,0 4-16-15,-10 0 0 0,23 16-26 0,-15-2-1 16,-2 3-6-16,-6 1-23 0,-1 5-6 16,-4 4 12-16,-3-2 16 0,-3 3-28 0,-2-14 13 15,-15 24-7-15,3-15 3 0,-5-1-23 0,-2 0 11 16,-3-1-3-16,-5-2-18 0,1-1 15 0,-3 0 0 15,-3-3-13-15,1 1-3 0,2-2-70 16,1-3-63-16,0-3-47 0,2 2-65 0,2-6 21 16,4-1-307-16,13-3 37 0,-14-12-5 0,16 2 50 15,5 0 27-15,7-8 54 0,6-4 53 16,6 4-29-16,2-1 40 0</inkml:trace>
  <inkml:trace contextRef="#ctx0" brushRef="#br0" timeOffset="67842.69">2959 6769 646 0,'1'-1'416'0,"1"0"-50"0,-2-2-44 0,2 0-28 16,1 1-33-16,-1-1-31 0,1 0-14 0,3 0-26 15,6-5-19-15,-2-1-29 0,5 0-15 16,-1 0-34-16,5-2-21 0,1 1-8 0,-1 0-17 15,0-3-18-15,-1 4-2 0,1-5-22 0,0 4 2 16,-2-2 2-16,-3 0-9 0,-4 2 4 16,-3 1 2-16,-1 4 11 0,-5-1-9 0,-1 2-16 15,0 4 14-15,0 0-12 0,-11-2 16 0,-5 11-20 16,-2 0 26-16,-2 4 11 0,1 2-2 0,1 0 10 16,-1 1 16-16,0 4 5 0,0 0-6 15,0 3 6-15,2-3 16 0,4 1-22 0,0-1 16 16,4 3-21-16,0-3 23 0,8 0-6 15,1-10 12-15,0 2-7 0,18 16-8 0,-3-16 5 16,6-3-4-16,4-1-17 0,5-2 3 0,-1 0-10 16,0-3-10-16,5 0 4 0,-2 1-1 15,-3 0-11-15,3-2 8 0,-5-1-2 0,-3 1-4 16,-2-1-15-16,-6 2 11 0,-3-2-9 0,-3 0 5 16,-2 1-7-16,-1-2-3 0,-1 2 15 15,-2-1-18-15,-2 3 9 0,2-1-1 0,-1-1-18 0,-1 1-6 16,1 1-33-16,-2-1 6 0,-1 1-92 15,4 1-6-15,-1-1-38 0,0 0-28 0,1-1-38 16,-1 1 21-16,-1 1-177 0,2-2 33 16,1 1 29-16,-2-1-90 0,3 0 38 0,-2 0 31 15,13 1 24-15,-5-1 18 0,-1-1 31 0,-1-2-21 16</inkml:trace>
  <inkml:trace contextRef="#ctx0" brushRef="#br0" timeOffset="68353.75">3564 6686 272 0,'2'-5'321'0,"1"-1"-52"0,-2 2-34 16,3 3-39-16,0-2-3 0,-2 3-3 0,3 0-4 16,8 8-32-16,-4 2 0 0,1 5 6 15,-1 3-12-15,-1 1-20 0,-2 0-12 0,3 4-15 16,-3 2-2-16,0-1-5 0,0 1 0 15,2-3 2-15,-4-2 7 0,-2 2-13 0,1-11 4 16,-2 0-8-16,3-1-10 0,-3-5 36 0,-1 1 21 16,2-1 9-16,-1-3 3 0,0-2-18 0,3 3-6 15,-4-3-11-15,20-12-11 0,-4 0-20 16,3-2-9-16,0 0 6 0,0-2-10 16,3 1-12-16,0 2 3 0,2-2-7 0,0 0-18 15,-2 3-1-15,-1 0-13 0,4 2 1 16,-6 2-4-16,0-1-17 0,-1 2 1 0,-4 2-25 15,-2 1-11-15,-1 2-12 0,-2 1 4 0,-2 1-69 16,-7 0-21-16,0 0-14 0,6 0-24 0,-6 0-27 16,0 0-62-16,10 12 23 0,-11-12-266 0,-2 4 38 15,2-1 33-15,0-2 42 0,1 0 19 16,1 2 25-16,3-3-18 0,1 1 15 0</inkml:trace>
  <inkml:trace contextRef="#ctx0" brushRef="#br0" timeOffset="69105.57">3229 6709 397 0,'14'0'321'0,"27"-27"-21"15,-30 23-44-15,8-1-30 0,-3 2 4 0,-2 3-47 16,-5 0-17-16,-9 0-18 0,10 0-12 16,-4 0 6-16,-6 0-9 0,9 0-22 0,-4 12 15 15,-6-9-17-15,0 4 1 0,-12 5-19 0,-2 0 23 16,-2 0-37-16,2 0-1 0,-7 1-11 15,-1 1 1-15,3-3-5 0,-3 0-31 0,1 2-14 16,-2-5-24-16,4 2-27 0,3-2-49 16,-2-1-27-16,2 1-56 0,5 1 16 0,2-4-223 15,2-1 28-15,3-2-85 0,5-2 28 0,0-2 83 16,3 2 3-16,13-7 12 0,2 2-26 0</inkml:trace>
  <inkml:trace contextRef="#ctx0" brushRef="#br0" timeOffset="69690.33">5466 6644 627 0,'-5'-8'376'0,"5"2"-55"16,-2 2-48-16,0 2-42 0,1-1-17 15,-3 3-19-15,2 4-15 0,-9 7-3 0,0 3-10 16,-2 6-4-16,-1-1-7 0,4 3-17 0,0 2 17 16,-2 1-41-16,3 4-10 0,0 2-3 15,-1 1-18-15,2 1-9 0,5 1-8 0,1 0-56 16,-1 0-65-16,3 1-53 0,0-17-45 15,0 9-38-15,0 2 16 0,0 2-282 0,0-1 48 16,0-1 28-16,-9 21-27 0,2-30 25 0,-1-6 63 16,4-5 7-16</inkml:trace>
  <inkml:trace contextRef="#ctx0" brushRef="#br0" timeOffset="70582.23">5066 7000 1013 0,'-14'-13'477'0,"3"1"-38"16,0-1-29-16,3 3-50 0,0 1-31 16,3 2-32-16,4 2-44 0,0-2-24 15,1 7-43-15,13-15-34 0,1 5-37 0,10 1-28 16,2-1-52-16,6 4-4 0,5 1-70 0,0-3-18 16,4 3-36-16,-2-2-6 0,0 0-8 0,0-1-5 15,-4 2 1-15,-1-2-5 0,-1 0 0 16,-2-1 9-16,-4 0 1 0,0-2 20 0,-3 2 15 15,2-1 15-15,-6 2 42 0,2 0 25 16,-8 2 16-16,-3 1 16 0,-3 3-24 0,0 0-4 16,-4-1 4-16,-4 3 29 0,0 0 16 15,5 15 4-15,-8 6 10 0,3-10-12 0,0 6 16 16,-12 28-7-16,7-19 11 0,1 4-11 0,4 0-5 16,-1-3 12-16,1-12-18 0,0 9-15 0,0-2-5 15,13 28 18-15,-6-24-17 0,0-4-1 16,-3-5-3-16,4 1-4 0,-2-4 16 0,-1-8 9 15,3 0-5-15,0-3 15 0,-1-3-20 16,0 0 8-16,20-14-6 0,-8 2-8 0,0-3 0 16,1-1-1-16,1 1-13 0,-3-2 16 0,-1 2 20 15,4-2 12-15,-6 5 6 0,0 3-14 16,-4 0 3-16,-5 3-13 0,1-1-9 0,-1 4 2 16,-2 3-12-16,0-2 1 0,-4 2-13 0,0 0 6 15,18 14-7-15,-7-5-11 0,-1 4 12 16,3 1-3-16,1 1-3 0,2 0 4 0,-1 3-15 15,7-2-6-15,-3-2-19 0,3 1-11 0,-1-3-13 16,0-2-4-16,-1-3-16 0,-1-2-11 0,-1-3-16 16,3-1-6-16,-14-1 18 0,7 0 6 15,16-15 15-15,-16 5 1 0,0-5-6 0,0-2 4 16,0-3 10-16,-2-3 11 0,-2 0 7 16,0 2 24-16,-1 7 25 0,-4-3 8 0,2 6 7 15,-4 0-13-15,1 3 6 0,-3 4-4 16,-1 4-9-16,0 0-10 0,0 0-4 0,-10-7 7 15,5 10-1-15,4 1 4 0,-3 0-14 16,-2 8-5-16,0 4 14 0,3-4 4 0,3 9-7 16,0-13-9-16,16 20 4 0,-2-9 10 0,3-4-2 15,2 2-1-15,0-4-9 0,6-5 2 16,-1 2 2-16,3-2 8 0,-2-8-11 0,0 2-18 16,-11-2 5-16,24-10-8 0,-12 0-3 15,-1-2-6-15,-6-2 14 0,1-3-7 0,-3-4-6 16,-1-2 3-16,0-3 10 0,0-3 5 0,-5-2-7 15,1-3 24-15,-3 0 9 0,-1-1 11 16,-1 3 16-16,0-1 6 0,-7-2 19 0,5 6 24 16,-3 0 7-16,1 7-22 0,-3 5 1 15,6 0-9-15,-5 1-2 0,-1 6-23 0,0 2 2 0,0 8-7 16,0 0-4-16,-5 0-5 0,3 4-4 16,-1 12-5-16,1 5 0 0,-1 6-1 0,3 2 6 15,0-12-18-15,0 7-28 0,0 7-53 16,14 40-48-16,-8-27 14 0,-1-1-173 0,-2 0-74 15,4-2 30-15,-7-19-302 0,0 7 56 16,0 3 38-16,-11 31 34 0,5-36 35 0,2-2 45 16,-5-7 24-16,4-3 25 0,3-6 52 0,0-3 16 15,2-4 4-15</inkml:trace>
  <inkml:trace contextRef="#ctx0" brushRef="#br0" timeOffset="70974.33">6826 7103 684 0,'-1'-10'400'15,"2"0"-71"-15,5-3-34 0,3 0-44 0,4 3-41 16,6 1-34-16,4 0-17 0,4 2-54 16,6 1-31-16,-3 1-39 0,-1 1-29 15,4 0-5-15,2 1-17 0,-2-1 2 0,-4 0-20 16,-2-1 16-16,-5 0 14 0,0 1-3 16,-4 1 14-16,-4-2 11 0,0 5 4 0,-8-3 17 15,-2 1 11-15,-3-1-7 0,-1 3 24 0,0 0-7 16,0 0 22-16,-11-2 5 0,6 4-16 0,-4-2 12 15,5 3-4-15,-3-1-3 0,2-2-11 16,0 3-6-16,-7 5 3 0,4 0-9 0,3-1 1 16,1-1-21-16,0 1 11 0,4-2 24 0,0 0-34 15,0-5 8-15,0 0-21 0,17 26 11 16,-7-14-6-16,4 1 5 0,-1-3-13 0,2 1-9 16,-3 1 28-16,4-1-21 0,-8 0-7 15,1 1 2-15,-4 0-14 0,4 3 5 0,-7-6 10 16,2 3-1-16,-4-2 5 0,0-10-3 0,0 14-14 15,0 1-3-15,-15 18-29 0,9-17-18 16,-2-1-24-16,3 2-32 0,-2-9-42 0,1 0-30 16,2-1 18-16,2-4-264 0,-1 2-16 0,2-3 22 15,-2 0 37-15,2-2 25 0,-2 0 28 16,3 0 17-16,0 0 7 0</inkml:trace>
  <inkml:trace contextRef="#ctx0" brushRef="#br0" timeOffset="72027.1">8233 6820 306 0,'-1'0'386'0,"0"3"-35"0,1 1-21 0,-2 0-9 16,2 3-41-16,-3 11 29 0,3-9-40 0,-7 24-15 15,7-10-23-15,-4 3-17 0,4 0-27 16,0-3-15-16,0-10-18 0,0 5-19 16,0 4-9-16,0-1-15 0,14 18-3 0,-11-20-12 15,1-1-4-15,0-3-12 0,0-4-12 0,-3-1-2 16,-1-2 7-16,1-3 11 0,0-2 20 0,-1 1 6 15,2-3 14-15,0 0-13 0,-1-3-18 16,3-1-2-16,7-9-20 0,0-3-10 0,0-4 6 16,2-2-16-16,2 0-4 0,1 0 4 15,-2 2-9-15,0 2-13 0,-2 3 11 0,0 3-8 16,-4 0 2-16,1 4 2 0,-2 0-8 0,-4 2-7 16,1 2-10-16,0 2 6 0,-1 1-3 15,-3 0-1-15,0 0 3 0,0 0-6 0,21 13 5 16,-13-5 6-16,3 8-18 0,6-1 1 0,-4 1 11 15,6 0-11-15,-1 1-38 0,-1-2-33 16,3 1-43-16,-1-1 13 0,2 0-115 0,2-1-26 16,-3 0-29-16,2 0-21 0,-1-3 26 0,1 0-111 15,3-5-22-15,-1-5-47 0,-13-1-4 16,5 0 45-16,20-16 78 0,-18 3 122 0,1-3 106 16,-5-4 9-16,1 2 106 0,-3-4 25 15,2 3 56-15,-1-1 36 0,-2 0 66 0,-2 5-2 16,-2 0-23-16,-3 4-19 0,-1 2-19 0,-3 9 31 15,0 0-16-15,0 0 15 0,-19-10-12 16,3 15 11-16,0 0-29 0,2 3-10 16,0 2 4-16,1 0-18 0,3 4-13 0,1 1-13 15,5 2-1-15,4-2 2 0,0-7-16 0,0 3-8 16,18 16 1-16,-4-15 1 0,2 1-9 0,4-2-12 16,0-3 2-16,4 0-1 0,-2-6-4 15,2-1 0-15,-3 2 0 0,-12-3 14 0,5 0 8 16,18-12 7-16,-18 4 5 0,-3-1-18 15,-2-3-3-15,-4-2-6 0,-3 0-9 0,-2 14 2 16,0-13-13-16,-12-16 0 0,2 17 3 0,-3-1-13 16,-5 1-25-16,0 2-22 0,-3 1-42 0,2 2-36 15,2 1 12-15,2 1-103 0,4 1-40 16,3 4-30-16,3-2-8 0,1 1-3 0,4 1 27 16,0 0-130-16,0 0 30 0,26-9 29 15,-5 2-139-15,2-4 33 0,-3 0 30 0,4-4 49 16,1-1-13-16,3-2 43 0,1-3-3 15</inkml:trace>
  <inkml:trace contextRef="#ctx0" brushRef="#br0" timeOffset="72228.2">9269 6812 620 0,'24'-24'331'0,"-2"-1"-6"0,0 4 35 16,-3-1-48-16,-3 4 41 0,3-2 1 0,-6 5-8 15,-1 0-16-15,-1 2-39 0,-2 2-23 0,-1 3-32 16,-4 0-25-16,1 6-26 0,-5 2-14 0,0 0-4 16,0 0-14-16,2 16-7 0,-4 4-5 15,2-8-30-15,0 8-7 0,-9 30-7 0,6-18-4 16,1 2-7-16,2 1-12 0,0-15-40 15,0 9-47-15,13 43-52 0,-6-27 7 0,1-3-193 16,2 0-84-16,0-1 29 0,-3-3 28 0,-4-4 27 16,3-5-287-16,-3 3 43 0,3-9 58 0,-4-3 4 15,1-8 45-15,2-3 14 0,-1-3 56 16,0-4 10-16,2-2 13 0,-6 0-3 0</inkml:trace>
  <inkml:trace contextRef="#ctx0" brushRef="#br0" timeOffset="72393.06">9506 7088 540 0,'-10'-18'598'16,"1"1"-73"-16,3 0-47 0,3 1-51 0,1 2-58 0,2 7-49 16,0-6-45-16,20-13-46 0,1 14-49 15,4 0-71-15,1 4-62 0,4 1-5 0,2 3-139 16,2-1-46-16,3 3-51 0,0 1 16 16,-1 1-194-16,-17 0-82 0,6 0 31 0,5 0 30 15,0 0 23-15,33 12 3 0,-33-9 16 16,-1 1 27-16</inkml:trace>
  <inkml:trace contextRef="#ctx0" brushRef="#br0" timeOffset="72912.42">10101 6953 237 0,'-6'0'331'0,"-11"-1"-12"0,-2-1-38 0,5 2 10 15,-6 0-16-15,-4 0-27 0,-3 0-3 16,-26 13-27-16,26-9-20 0,4-1-14 0,0 2-13 16,3 1-34-16,8-3-18 0,-6 5-22 0,9-1 18 15,4-4-31-15,0 4-11 0,3-2-4 16,2-5-9-16,0 0 25 0,18 15-7 0,2-10-24 15,-1 3-5-15,4-5-7 0,-1-1-11 0,3 1-13 16,-7-1 2-16,2-1 3 0,-3 0-14 16,-5-1 2-16,-4 3-4 0,3-3 2 0,-5 2 10 15,-2 2-25-15,0 0 17 0,0-1-2 0,-3 1 21 16,5 8-5-16,-2-1 2 0,-3-4 7 16,1 2-9-16,-1 0-2 0,1-2-3 0,2 9-3 15,4-1 5-15,-1-2 16 0,1 0 2 16,4 0 5-16,-3-8-7 0,10 2 0 0,-4-1-8 15,3-4-6-15,0-2 2 0,-9 0-1 0,4 0 5 16,22-17-3-16,-15 5-10 0,-1 0 0 16,-2-5-1-16,0 0 5 0,-1-7-2 15,3-1-18-15,-2-4 7 0,-2-3 3 0,2 0-11 0,-3-3 13 16,1 0 3-16,-3-2 24 0,-1 3 24 16,-1 0 23-16,-2 1 21 0,-4 3 12 15,1 1 14-15,0 1 14 0,0 5 3 0,-2 2-21 16,-2 3-16-16,0 5-3 0,-1 6-10 0,0 7-11 15,0 0-8-15,-10-8-10 0,5 10-5 16,-4 8-24-16,1 5 5 0,1 4-2 0,2 3-2 16,2 7-4-16,3-11-2 0,0 6-3 15,14 37-2-15,-3-24-55 0,5 4-53 0,0-3-67 16,4 3-63-16,0 1 21 0,-2-1-176 0,-2-3 32 16,-7-1-298-16,-5-5 52 0,-4-15 16 15,0 4 42-15,0 1 55 0,-20 17 34 0,13-26 29 16,1-6 30-16,-2-4 24 0,2-3 22 15,1-1 14-15,5 1 3 0</inkml:trace>
  <inkml:trace contextRef="#ctx0" brushRef="#br0" timeOffset="73159.67">10417 7077 477 0,'-10'-20'460'0,"-2"3"-4"16,7-2-14-16,0 2-56 0,0 0-23 16,5 2-45-16,0 8-40 0,16-19-25 0,-2 11-34 15,7 0-30-15,3 3-25 0,4 3-16 0,5 0-13 16,2 2-1-16,-1 1-36 0,-2 1 8 0,2 3-29 15,3 0 5-15,-23 2-18 0,10 0-11 16,0 0-1-16,24 14 3 0,-27-6-10 0,-4 5-13 16,0-2-3-16,-6 5 12 0,-6 1-14 15,2 5 6-15,-2-1 4 0,-5-7-5 0,0 4-4 16,0 4-52-16,-17 29-34 0,12-20 6 16,-1-5-151-16,-2 1-91 0,-5-3 28 0,5 3 27 15,-1-4-315-15,1-5 42 0,1-2 88 0,1-4 10 16,3-4 30-16,3-1 24 0,0-7 25 15,0 0 8-15,0 0 4 0</inkml:trace>
  <inkml:trace contextRef="#ctx0" brushRef="#br0" timeOffset="73303.34">11010 6809 264 0,'-3'-23'452'0,"-1"5"-117"0,4 7-67 0,-5-9-81 16,5 11-83-16,0 4-47 0,0 5-30 15,5 1-3-15,-1 2-203 0,0-2-165 0,9 13 20 0,2 0 9 16,2-1-7-16</inkml:trace>
  <inkml:trace contextRef="#ctx0" brushRef="#br0" timeOffset="73959.47">11295 7042 431 0,'2'-2'300'0,"2"-2"-29"0,0 1-21 16,-1-2-14-16,1 2-28 0,-2-1-4 16,1 1 0-16,-2-2-19 0,0 3 16 0,2-2-24 15,-3 0-30-15,-1 3-33 0,-2-2 0 16,-2 0-10-16,-2 3 10 0,-13 3 6 0,8-3-10 15,-25 10-13-15,12-1 31 0,-1 1-10 0,3 0-7 16,4 5-2-16,-1-1-13 0,-1 2-8 0,2 0-10 16,1 0-9-16,5 6-2 0,3 1-4 15,5-5-9-15,1 1 11 0,4-10-19 0,0 2 0 16,12 14-14-16,-6-14 15 0,3-2-7 0,3-3 0 16,3-2-15-16,0 0-6 0,-15-4 9 15,14 0 0-15,18-15-13 0,-14 4-13 0,-3-1 16 16,6-5-8-16,-5 0-3 0,2-1-14 15,-5 0 4-15,5-1 2 0,-4 1 0 0,-1-1-5 16,1 3 23-16,-2 2 9 0,0 2-7 0,-7 5-10 16,1 1-7-16,-1 1 10 0,-3 2-17 15,4-1 19-15,-6 4-4 0,3 0-13 16,-3 0 9-16,0 0-16 0,0 0 12 0,0 0 7 16,5 11-4-16,-1-5 0 0,-3 0-6 0,2 0 10 15,3 6-14-15,2-2 3 0,-2 2 7 16,1-2 4-16,0-1 13 0,0-2-18 0,4 1 15 15,3-4-10-15,2 2 9 0,0-4-5 0,5 1-15 16,0-2-1-16,-10-1 13 0,5 0-14 16,28-20 6-16,-22 10 5 0,6 0-13 0,-3 0 1 15,0 1-3-15,-1 0 14 0,-6 3 8 16,0-1-8-16,-6 4-1 0,-3 0 9 0,-1 3-15 16,-8 0 30-16,0 0 10 0,9 0-10 15,5 19 4-15,-5-5 0 0,0 2 2 0,-4-2-1 16,1 2-8-16,3-1-10 0,-1 2-47 0,4-2 3 15,-2 1-164-15,1-2-88 0,-6-1 25 16,7-3-310-16,-6-2 36 0,1-4 41 0,-5 1 33 16,2-2 33-16,0 0 27 0,-2 0 10 15,5-1 26-15,-3 2 83 0,1 0-24 0</inkml:trace>
  <inkml:trace contextRef="#ctx0" brushRef="#br0" timeOffset="74165.08">12131 7449 1277 0,'3'3'669'0,"-1"-3"-104"0,-1 0 6 16,2 1-28-16,-3-1-35 0,4 0-37 16,-3-1-48-16,0 1-56 0,0-3-32 0,-1 3-46 15,1-3-29-15,-1 3-43 0,2-2-63 0,-1 0-91 16,1-1-7-16,-2 1-197 0,2 0 15 16,-1-1-229-16,1 0 32 0,0 0-330 0,0-3 58 15,-1 1 40-15,-1-2 46 0,0-12 37 0,0 0 34 16,0 7 41-16,0-4 23 0,0-1 3 15,0 2 83-15,0-1-9 0,15-16 9 0</inkml:trace>
  <inkml:trace contextRef="#ctx0" brushRef="#br0" timeOffset="77101.84">4272 8321 712 0,'0'0'288'0,"0"0"-22"0,14-13-18 0,0-7-5 16,-13 13-22-16,-1 2-13 0,0 1-12 16,2-1-7-16,-1 2-9 0,-1-1-49 0,0 4-7 15,0 0-17-15,0 0 4 0,0 0-30 0,-4-8 18 16,1 13-2-16,-9 10-1 0,-2 4-9 16,2 4 13-16,-1-2 3 0,3 2 0 0,-2 3-18 15,2 0 18-15,-1 0-8 0,4 1-12 0,3 3-4 16,4-16-6-16,0 7 8 0,13 26-9 15,0-25-1-15,5-2-5 0,3-1-4 0,7-3-5 16,2 0-12-16,3-3 4 0,3-4-11 16,1-6 2-16,2 2-1 0,-19-5 0 0,7 0-2 15,4 0-8-15,31-14-4 0,-31 4-10 0,-5 0 1 16,-4-7 5-16,-3-3-1 0,-2-1-1 0,-5-6-17 16,-4 0 7-16,-4-3-10 0,-4-2 4 0,0 16-14 15,0-7 12-15,-18-30 1 0,2 24-7 16,-2 2-2-16,-5 3-6 0,-1 2-33 0,-8 3-19 15,2 2 6-15,-3 7-43 0,1 2-18 16,1 1-31-16,-3 6-21 0,1 1-54 0,17 0-36 16,-5 0 24-16,-25 16-244 0,30-9 24 0,6 3 35 15,4-3 31-15,3-1 13 0,3-6 49 0,0 0 0 16,26 19 16-16,-6-12 7 0</inkml:trace>
  <inkml:trace contextRef="#ctx0" brushRef="#br0" timeOffset="77821.48">6052 8047 458 0,'-2'-2'316'0,"2"1"-58"0,-7 4-25 0,-10 4-43 0,-8 3-9 16,3 0-34-16,-7 2-5 0,0 6-12 0,-9 0-22 16,2 3-19-16,0 1 0 0,-4 0-17 0,1-1 6 15,4 4-14-15,0-5-3 0,2 1 8 16,3-4-15-16,3 1-10 0,5-3 9 15,0-2 18-15,2 0 18 0,5-2-16 0,1-2 6 16,1-1 8-16,8-3-26 0,2 0 9 0,2-1 4 16,1-4-29-16,0 0 10 0,11 7-13 15,-4-4-1-15,9 5 4 0,5 2 22 0,-3 2-31 16,4-3 13-16,2 3-17 0,-1 2-6 0,2 0-1 16,1-1 43-16,0 1-7 0,2 4-40 15,0-4-5-15,0 3 9 0,3 1 1 0,-3 0-13 16,2-1-12-16,0 1-37 0,-1-3-40 15,-1 0-36-15,-2 1-56 0,1 0 17 0,-6-1-144 0,0-2-162 16,2 2 34-16,-9-4 28 0,-3 1 27 16,-4-3-14-16,-5-4 21 0,1-2 9 0</inkml:trace>
  <inkml:trace contextRef="#ctx0" brushRef="#br0" timeOffset="78108.35">5580 8840 247 0,'-30'0'497'0,"17"0"-109"0,-4 0-61 0,-1 0-17 16,2 0-73-16,-9 8-20 0,21-3-12 0,3-2-22 15,6 1 16-15,13 5-20 0,7-3-33 16,3 5-17-16,9 1-12 0,3-2-13 0,4 0 4 16,0 2-15-16,1-3-2 0,-2 1-10 0,0-1-9 15,-3 2-13-15,-2 1-7 0,-6-3-4 0,-3-1-6 16,2 0-19-16,-7-1-31 0,-2 1-20 15,-3-7-2-15,-4 5 7 0,-2-3-8 0,-7 1 2 16,1 0 1-16,-4-4-25 0,0 0-17 16,-3 0-31-16,0 0-29 0,-3 0-36 0,1-3 16 15,1 3-220-15,-3-5-67 0,0 1 44 0,1-1 16 16,-2-10 25-16,1 5 45 0,2 0 13 16,2 10 10-16</inkml:trace>
  <inkml:trace contextRef="#ctx0" brushRef="#br0" timeOffset="79537.72">7585 8193 348 0,'0'0'252'0,"0"0"-23"0,0-14-35 16,0 14-7-16,8-22-19 0,-12 18-13 15,0 0-13-15,2 0-8 0,-2 0-18 0,1 1-13 16,-3-2-11-16,-8 2-2 0,2-1-7 0,-2 4 3 16,5 0-3-16,-5 0 7 0,-25 18-6 15,14-6 17-15,1 2-12 0,1 1 26 0,-4 3-4 16,2 3 8-16,0 1-5 0,2 4-8 0,-1-3 0 16,0 2-13-16,5-1 23 0,1 1-7 0,1-1 9 15,6 1-8-15,0-2 23 0,6 4-2 16,4-2-10-16,1-12 11 0,17 19-7 0,-1-14-9 15,6-2-6-15,9-2-13 0,2-1-9 16,9-3-10-16,0-1-16 0,-1-2 2 0,1 0-4 16,-3 1-13-16,0-6 1 0,-4 2-9 0,-3-1-15 15,1-2-13-15,-4 0-29 0,-3 2-24 16,-7-3-29-16,0 2 8 0,-5-1-83 0,-2-1-47 16,-6 0-33-16,-6 0-62 0,0 0 29 0,8 0-267 15,-8 0 27-15,6 0 36 0,-6 0 33 0,12-8 40 16,-7 5 36-16,-1-1 41 0,12-3 21 15,-1-1 12-15,2 1 5 0</inkml:trace>
  <inkml:trace contextRef="#ctx0" brushRef="#br0" timeOffset="79760.42">8111 8533 454 0,'3'0'425'0,"1"-2"-46"0,-1 2-60 15,-2 0-17-15,4 0-34 0,-5 0-31 16,3 2 21-16,-3 1 4 0,-1 1-24 0,-1 3-18 15,1-1-35-15,-3 15-21 0,4-12-14 0,-4 23-8 16,3-12-20-16,1 3-10 0,0-10-22 16,0 4 5-16,0 2-50 0,10 25-44 0,-5-17-1 15,4-1-93-15,-6-2-59 0,-1 0-58 16,4-4 20-16,-4-1-286 0,-2-9 13 0,0 0 34 16,0-1 29-16,0-1 26 0,0-8 34 0,1 10 24 15,6-10 13-15,0-3 21 0</inkml:trace>
  <inkml:trace contextRef="#ctx0" brushRef="#br0" timeOffset="81623.89">8779 8236 295 0,'0'0'208'0,"0"0"-13"0,0 0-19 0,13-13-32 15,-13 13-3-15,0 0-20 0,23-26-9 0,-20 21 10 16,-1 2-20-16,1-4-7 0,-2 3 2 0,2-1-14 16,-3 2 5-16,2-2-22 0,-1 0 1 15,1 1-6-15,-2-1 3 0,0 2-8 0,0 3-3 16,0 0-9-16,0-8-2 0,0 8-8 0,0-9 3 16,0 2-8-16,-12-6 3 0,10 9-7 15,-2 0 2-15,-5-4-2 0,-1 1-6 0,0 2 6 16,0 4 2-16,1 1 6 0,0 0-10 0,-7 0 11 15,-22 21-9-15,13-12 14 0,2 3 4 16,-2 2-12-16,4-3-3 0,2 4 6 0,2-1-6 16,1 0-9-16,3 0 9 0,6 1-2 15,2-1-6-15,3-3 11 0,2-11-17 0,0 8-5 16,17 12 6-16,-1-11 2 0,-1-3-6 0,6-4-11 16,-11-2 3-16,8 0-14 0,3 0 7 15,21-16-8-15,-18 5-3 0,-4-5 4 16,1 4 18-16,-1 0 3 0,0-1 15 0,0 1 21 15,-3 2 8-15,-6 0-15 0,-2 4 1 0,-4 3 0 16,-1-2-20-16,4 4 6 0,-3 1-6 16,-5 0-6-16,15 11 1 0,-3 6 5 0,-3-1 1 15,-2 9-18-15,0 2 1 0,-2 6 12 0,-2 4-9 16,3 4 16-16,-2 3-3 0,1 6-5 16,-1 0 22-16,0 4-8 0,2 2-1 0,-1 0-13 15,1 2 1-15,1 2-4 0,-3-2 9 0,2 2-11 16,-2-4 21-16,-3-2-13 0,1-3-8 15,-2-27-5-15,0 10 24 0,0 2-18 0,-11 36 22 16,3-38-8-16,-1-9 9 0,-4-2-3 0,0-5 41 16,-5-2-14-16,-2-7-3 0,-1-6-6 15,10-3-12-15,-6 0 13 0,-23-22-11 0,22 4-1 16,0-9-10-16,0-4 15 0,2-6-11 0,2-3-7 16,2-1-13-16,2-4 7 0,2 2-2 15,4 2 5-15,3 0-5 0,1 19-7 16,0-5 0-16,13-39 7 0,-2 28-10 0,2 4-3 15,6-2-15-15,2 4 2 0,6-1-15 0,-2 1-14 16,5 2-21-16,5 0 1 0,-1 3 4 0,3-3-38 16,0 5 2-16,-4 0 1 0,2-1-6 15,-2 2 4-15,-3 1 1 0,-3 4 2 16,1-3 9-16,-3 3 15 0,-4 3-2 0,-5 1-3 16,4 0 12-16,0-4 3 0,0 4 11 0,-7-2 4 15,5 5 0-15,-3 0 5 0,-2 1 8 0,1 3 0 16,-2-4 6-16,0 4 5 0,1 1-3 15,-7 1 2-15,2-1 15 0,-4 3 0 0,1-1 13 16,0 1 12-16,-3 1-5 0,1-2-1 0,0 5 6 16,-2-2 12-16,1-1 4 0,0 0-20 15,0 2-3-15,-2 1-3 0,0 0-2 0,-6 0 13 16,2 1-3-16,-4 1 10 0,-3 9 21 0,-7 4 17 16,1 4-1-16,1-2 7 0,0 4-6 15,-3 2 29-15,4 2-4 0,-2 3 8 0,2-2-4 16,4 4-17-16,1-4 15 0,1 3-9 15,4 0 10-15,3 0 2 0,-2-2-5 0,4-15-11 16,13 27-2-16,-2-18-17 0,6-1-7 0,0-4 0 16,4-6-3-16,5 4-5 0,2-8-1 15,0 0-18-15,7 0-18 0,-5-6-3 0,-15 0-4 16,9 0-7-16,23-18-7 0,-23 4-9 16,-3-1 0-16,-2-3 3 0,-4-2-7 0,2-3-11 15,-3-2 20-15,-3-2-2 0,0 4 0 16,-1-5-9-16,-1 4 14 0,0 2 20 0,-3 4-2 15,1 2 11-15,-1 1 1 0,-1 4-15 0,-5 4 9 16,2-1-1-16,0 6 0 0,-2 0-2 16,0 2-8-16,-2 1 6 0,0 2-1 0,-1 1 11 15,-4 9 3-15,2 3-7 0,0 1 4 0,1 0 4 16,0 3 3-16,4 0 2 0,0-10-11 16,0 6 2-16,0 0-5 0,0 2 4 0,10 14 2 15,-3-15-13-15,-1-2 13 0,3-3-7 0,1-1 2 16,3 0 1-16,0-4-11 0,2-2 4 15,-4-1 4-15,-11-4-4 0,12 0-5 0,3 0 2 16,16-18-7-16,-14 5-6 0,-1-2-7 0,1-5-8 16,-1 1 6-16,-1 2-2 0,2-4 8 15,-4 5-12-15,0 2 9 0,-4 3-2 0,1 1 5 16,-4 1-5-16,-1 4-3 0,-1 2 10 0,-1-1-1 16,-1 4 5-16,-2 0-2 0,0 0-9 15,0 0 19-15,6 12-2 0,-6-4-9 0,2 11 14 16,1-1-3-16,-1 6-5 0,0-4 12 15,-1 1-9-15,1 3 6 0,1-4-2 0,3 5-10 0,0-2-43 16,0-3-31-16,2 1 8 0,-6-1-122 16,-1-1-45-16,-1-10-46 0,0 1 27 0,-12 15 25 15,4-16 20-15,3-4 20 0,1-3-328 16,-2-4 37-16,2-1 70 0,0-1 27 0,2-10 22 16,-1-2 33-16,3 7 42 0,0-9-13 0,16-30 2 15</inkml:trace>
  <inkml:trace contextRef="#ctx0" brushRef="#br0" timeOffset="81819.63">10376 8299 385 0,'12'-1'406'0,"-2"4"-67"15,2 2-51-15,1 6-18 0,-1 4-30 0,0 7 12 16,-3 2-41-16,3 2-23 0,-2 2-40 0,-5-2 1 16,3 5-19-16,-3-2-15 0,-2 2-1 0,-3 2-18 15,0-18-11-15,-13 28-20 0,0-12-40 16,-5-4-6-16,-6 0-51 0,0 2-46 0,-5-3-41 15,0-2 11-15,-3-4-337 0,0 1 31 16,3-4 29-16,1-7 25 0,3-1 22 16,5-4 4-16,6-5 35 0,14 0 14 0</inkml:trace>
  <inkml:trace contextRef="#ctx0" brushRef="#br0" timeOffset="82652.88">11701 8159 329 0,'2'1'322'15,"-1"2"-45"-15,-1-3-39 0,0 0-4 16,-31 30-25-16,11-16-26 0,-5 3-1 0,-3 1-17 15,-4 0-17-15,-3 3-12 0,0-1-8 16,-1-3-10-16,3 1 24 0,-1 1-16 0,0-4-31 16,5-1 7-16,3 0-8 0,2-2 1 0,1 0 5 15,4-2-19-15,2-2-11 0,3 0 13 16,-1 0-18-16,9-1-22 0,0-3 17 0,1 2-2 16,5-6-5-16,0 0 39 0,14 21-9 0,3-8-2 15,1-2 5-15,6 2-10 0,4 1-15 0,6-2 17 16,1 5-9-16,-3-2-2 0,3 0 1 15,-1 3-5-15,1 0-6 0,-5-1-11 0,0 0 4 16,-2-1 1-16,-4 1-12 0,2 0-7 16,-3-2 0-16,-3 2-8 0,-2 0 7 0,3-1-8 15,-2 1-21-15,-1-1-35 0,-3-4 3 16,-1 2-82-16,0-2-11 0,-4-1-53 0,-2-3-45 16,-1-1-10-16,0-3 22 0,-3 3-187 15,-1-6-90-15,-1 2 38 0,-2-1 32 0,-1-4 26 16,0 2 47-16,-5-2 14 0,2 1 18 0,-2 0 11 15</inkml:trace>
  <inkml:trace contextRef="#ctx0" brushRef="#br0" timeOffset="82945.1">11277 9002 692 0,'-28'10'385'0,"1"0"-72"15,4 0-19-15,6 2-18 0,2 2-7 16,6-2-30-16,5-1 13 0,4-11-8 0,17 22-34 15,2-11-16-15,7 3-27 0,4-5-3 0,5-1-17 16,3 3-20-16,2-1-29 0,-1-2 1 16,-3 3-5-16,3-3-13 0,-2-1-10 0,-4 1-6 15,-1-1 4-15,-4 1-14 0,1 0-12 0,-4-1 0 16,-2-1-18-16,-4-1-6 0,-6 2-14 16,-1-2-5-16,-3-2 10 0,-2-1-23 0,-2 1 0 15,2 0-51-15,-7-1 4 0,4-1-40 16,-1-1-14-16,-1 1-18 0,1-1-55 15,-3 0 17-15,0 0-158 0,0 0-160 0,17-17 44 16,-10 5 39-16,1-4 2 0,4-3 71 0,2-1-19 16,-2 0 44-16,4-2 9 0</inkml:trace>
  <inkml:trace contextRef="#ctx0" brushRef="#br0" timeOffset="83943.72">12338 8294 707 0,'-1'-1'345'0,"-1"-1"-47"15,1 1-11-15,0 0-40 0,0 0-2 0,-2-1-35 16,3 2-30-16,0 0-10 0,0 0-17 0,0 0 2 15,0 0-39-15,0 0-27 0,0 0 5 16,0 0 1-16,40-6-23 0,-17 2-5 0,1 3-1 16,4 1-14-16,2-1-9 0,2-1-3 0,1-1-34 15,-3 1-9-15,-1-1-17 0,-1-1 9 0,-1 1-29 16,-3-4 8-16,-4 3 4 0,-2-3-16 16,1 1 2-16,-2-1 10 0,-4-1-6 0,0-2-7 15,-3 5 18-15,-1-6-6 0,-5 1 11 16,-1 1 2-16,-1 0-1 0,-1-2 1 0,0 2-5 15,-1 1 7-15,0-2 6 0,0 0 9 16,0-4 9-16,-11-14-4 0,8 17 1 0,-1 1 12 16,2 2-5-16,-1 2 17 0,2-1-7 15,-5 3-5-15,4-1 9 0,0 3 12 0,-1-1-11 16,2 0-18-16,-2-1 26 0,1 1-1 0,-2 3-13 16,4-1 13-16,-5 0-5 0,5 1 7 0,0 0 7 15,0 0 3-15,-8 0 1 0,-7 19-3 16,8-4-1-16,-2 2-7 0,-1 2-2 0,1 3 73 15,-3 2-14-15,4 0 7 0,0 3-2 16,-1 6 3-16,2 1 9 0,0 2-8 0,1 1 5 16,0 0-4-16,0 2-11 0,1-2 1 15,0 2 1-15,1-4-9 0,3 3-6 0,-2-2-10 16,3-17 0-16,0 10-11 0,0 5 0 16,0 0-9-16,0 4-8 0,11 34-40 0,-6-35-10 15,-3-5-41-15,2 0-34 0,2 2 8 0,-4-3-118 16,0 0-28-16,-2-18-38 0,0 8 27 15,0-3-159-15,-15 22-115 0,7-28 38 0,1-7 48 16,0 0 9-16,-2-5 41 0,2 0 27 0,-13-12-5 16,10 1 72-16,4-4-18 0</inkml:trace>
  <inkml:trace contextRef="#ctx0" brushRef="#br0" timeOffset="84161.21">12446 8743 893 0,'-12'-11'421'0,"2"0"-34"0,2 2-30 16,0-4-17-16,4 4-17 0,3 0-42 0,1 9-26 16,0-12-23-16,18-14-19 0,-3 15-25 0,5-3-22 15,2 2-24-15,3 1-2 0,-1 2-26 16,3-1-30-16,4 4-41 0,-2 0-5 0,3 2-111 16,0 0-39-16,3-2-44 0,-1 4-29 0,2-3-57 15,0 2 20-15,-2-3-234 0,-1 3 7 16,-1-2 33-16,-2-1 23 0,-2-1 32 0,1 0 30 15,-3 0-11-15,3-2 7 0</inkml:trace>
  <inkml:trace contextRef="#ctx0" brushRef="#br0" timeOffset="84864.06">13468 8177 291 0,'-6'0'370'0,"-13"2"-60"0,-2 1-21 0,-2 4-19 15,1 1-26-15,2 1-14 0,-2 3 1 0,3 1-27 16,-1 2 6-16,2 1-22 0,0 2 7 0,5 3-4 15,-2-1-11-15,3 1-10 0,2 1-18 16,5 0-27-16,1 2 10 0,4-10-14 0,0 2-13 16,19 26-16-16,-5-20-1 0,7-2-7 15,2 1-11-15,1-2-20 0,4-1-37 0,-1-2-3 16,-2-3-54-16,5-1-30 0,-5-3-51 16,5-1-20-16,-2-2-33 0,-3-5-14 0,-13-1-13 15,2 0 17-15,20-17 16 0,-18 2 16 0,0-1-8 16,0-2 14-16,-3-7 14 0,-3 0 8 0,1 1 16 15,0-1 19-15,-1 0 26 0,1 1 54 16,1 1 24-16,-1 1 18 0,-1-1 22 0,-1 5 23 16,-2 3 11-16,-1 3 8 0,2 1-10 0,-6 3-5 15,1 5-21-15,-1 1 8 0,-2 2 10 0,0 0 44 16,2 10 9-16,-2-2-18 0,0 13-12 16,0-11 25-16,0 8 6 0,0 3-12 15,0 2-12-15,0 3-21 0,0 0-4 0,0 0-12 16,0-3 2-16,0 0 0 0,5 18 4 0,-2-24-7 15,2-8-19-15,-3 1 2 0,2-3-10 0,2 0-10 16,1-5 8-16,-1-1-9 0,-6-1 1 16,13 0-12-16,15-10 7 0,-11 1-4 0,1-6-5 15,0-1 13-15,-1 1-8 0,-1-2-2 16,2 2-9-16,-5 3 15 0,0 3-6 0,-3 1 15 16,-4-1-11-16,1 5-7 0,-1 0 1 0,-3 4-8 15,0 0 2-15,-3 0 5 0,0 0 16 16,0 0 6-16,12 13-1 0,-11-7 2 0,5 13-7 15,-2 1-6-15,1 0 0 0,-1 1-2 0,1 1-29 16,-1 3-44-16,3-1 5 0,-4 2-165 16,-3-2-81-16,0-2 27 0,0-13-291 0,-11 23 45 15,0-15 38-15,1-6 27 0,1-4 55 0,3-1-16 16,2-5 52-16,4-1 19 0,0 0 26 16,-5-13 12-16,5 6 3 0</inkml:trace>
  <inkml:trace contextRef="#ctx0" brushRef="#br0" timeOffset="85079.32">14397 8329 785 0,'13'-4'410'0,"0"4"-49"15,1 5-47-15,0 4-1 0,-1 4-29 0,0 6-14 16,-1 3-26-16,-1 4-31 0,-2 3-23 16,1 2-21-16,-4-2-9 0,-2 5-23 0,-4-16-8 15,0 8-17-15,-13 35-45 0,1-27-27 16,-5 0-4-16,-6 0-89 0,-7-1-39 0,-4-1-61 15,-5-1 15-15,-3-5-177 0,-1-1 27 16,-2-4 23-16,3-1 22 0,2-5-201 0,2-3 29 16,6-3 23-16,1-3 28 0,6-4 72 0,16-2 9 15</inkml:trace>
  <inkml:trace contextRef="#ctx0" brushRef="#br0" timeOffset="86281.17">15858 8269 852 0,'0'0'314'0,"14"0"-31"15,-14 0-22-15,0 0-4 0,0 0 4 0,0 0-30 16,-23 17-7-16,3-4-27 0,-3 2-12 0,-2 3-12 16,-6 1-26-16,2 1-10 0,-3-1-8 15,3-2-15-15,0 1-16 0,3 0 5 16,2-4-11-16,2-1-10 0,2 2 0 0,1-3-9 16,3-2 2-16,3-2-1 0,5-1-13 15,-1-3 15-15,2 1-16 0,3-2-10 0,1 1-11 16,3 1 10-16,-2-1 6 0,2-4 11 0,0 7-6 15,20 13 8-15,-5-5-7 0,0 2 2 16,2-1 4-16,2 0 3 0,2 2-9 0,1-1-2 16,3 2-4-16,-1 2-15 0,7-1 5 15,-4 3-3-15,3 3-10 0,1 0 3 0,2-1-28 0,-2 2-43 16,-1 2-50-16,4-3 9 0,-8-1-151 16,0 0-69-16,-1-2 27 0,-3-1-302 0,-2-3 69 15,-2-2 38-15,-8-2-12 0,-7-6 32 0,0-2 79 16,-3-7 8-16,0 0 37 0,0 0 42 15,-16 8 14-15</inkml:trace>
  <inkml:trace contextRef="#ctx0" brushRef="#br0" timeOffset="86468.57">15696 9047 801 0,'-22'-1'413'16,"5"-1"-63"-16,9 2-21 0,-1 0-12 16,0 0-32-16,3 0-46 0,6 0-25 0,-8 0-18 15,0 4-1-15,9 2-30 0,12 10-18 0,4 1-5 16,1-1-27-16,6 2 11 0,3 1-12 15,1-2-46-15,1 3-7 0,-1-1-98 0,3-2-53 16,-1 1-71-16,-6-2-69 0,-4-2 19 16,2-1-238-16,-2 1-12 0,-4-5 51 0,-3-1 56 15,-4-3 23-15,-3-2-38 0,0-1 16 0,-6-2 46 16</inkml:trace>
  <inkml:trace contextRef="#ctx0" brushRef="#br0" timeOffset="87217.51">17124 8294 267 0,'4'-5'304'0,"-2"-1"-56"16,1 2-20-16,-3-1-17 0,0 1-21 0,-1-1-17 15,-2 1-12-15,2 0-9 0,-3 0-16 0,-1-1 14 16,-7 0-28-16,-5 1 21 0,-3 3-8 0,9 1-22 15,-3 0 10-15,-27 12 37 0,16-2-19 16,0 2-2-16,-3 2 16 0,-3 1-5 16,2 5 17-16,2-1-17 0,-1 5 3 0,2 1 0 15,3 0-7-15,3 1-8 0,1-1-5 16,5 2-14-16,0-3-14 0,8 3-3 0,4 2-11 16,2-17 4-16,14 27-13 0,-1-16-14 15,6-4 1-15,3-1-10 0,6-1-11 0,0 0 0 16,3-3-18-16,-1-5-29 0,2 0-35 0,-1 1 4 15,0-4-140-15,-2 1-54 0,2-5-84 0,-1-1 28 16,-16-1 28-16,3 0 24 0,3 0-265 16,19-10 37-16,-21 5 33 0,-6 1 16 0,0-1 32 15,-3 2 1-15,-1-1 70 0,-2 1-39 0,1 1 37 16</inkml:trace>
  <inkml:trace contextRef="#ctx0" brushRef="#br0" timeOffset="87569.25">17458 8684 857 0,'6'3'317'0,"8"0"-6"0,3 4-4 16,-4 2-41-16,0-1-32 0,-5 3-9 0,0 3-20 15,-3 1-26-15,-4 1-25 0,-1-6-17 0,-14 17 27 16,3-8-30-16,-6 0-4 0,-1-2-22 0,-1-2 2 16,0-2-4-16,0 3-1 0,-2-3-20 0,2-4-12 15,5 2 13-15,0-1-4 0,4-3 10 16,2-2-1-16,4 0 4 0,-2 0 0 15,4-3-18-15,2-2-3 0,0 0-12 0,0 0 3 16,27 6-8-16,-5-4-4 0,2-2-5 0,7 2-14 16,-16-2 2-16,11 0-20 0,6 0-20 15,0 0-1-15,0 0-2 0,4 0-1 0,-6 0-1 16,-1 0-20-16,-4 0-2 0,-2 0-6 0,18-12-17 16,-26 6 5-16,-2-1-35 0,-4 3-21 15,-1-1-7-15,-3 3-31 0,-1-3-22 0,-1 2-2 16,0-1-36-16,-3 1-39 0,3 1 22 0,-2-3 20 15,5 2 17-15,-6-2-265 0,3 3 28 16,1-2 33-16,6-9 28 0,4 4 25 0,-3-5 20 16,2 3 17-16,6-3 14 0</inkml:trace>
  <inkml:trace contextRef="#ctx0" brushRef="#br0" timeOffset="89141.79">18364 8296 394 0,'17'-6'208'0,"-6"4"-30"0,-1 0-9 15,-3-1-4-15,-1 0-19 0,1-1-21 16,-1 2 13-16,-1 0-5 0,-1-2-25 0,0 3 12 15,1-2-9-15,-1-1-8 0,0 1 8 16,-2 0-15-16,2-1-7 0,-2 1-15 0,1-1 7 16,-2 0-8-16,2-1-7 0,-1 2-2 15,-2-2-17-15,2 0 2 0,-2 0-10 0,0 5 5 16,0 0-12-16,0-11-1 0,-12-7-1 0,3 13-4 16,-2-4 8-16,0 6-4 0,-5-2 9 0,0 5 0 15,-5 0-15-15,8 0 12 0,-5 0-6 16,-6 0-8-16,-27 17 13 0,21-7-19 0,5-1 13 15,0 3-7-15,4-1 0 0,0 0-7 16,5 0-10-16,2 0-1 0,2-1 2 0,4 0 3 16,3-1 8-16,2-4-2 0,3 2 3 0,0-7 5 15,0 0-13-15,12 5 5 0,-4-7-21 0,-2 2 12 16,17-2 0-16,-12 2 1 0,25-10-9 16,-14 9 8-16,5-1-7 0,-4-1-13 0,-11 3 6 15,8 0 14-15,26 18-13 0,-23-4-2 16,-1 6 19-16,1 2-6 0,-6 9 12 0,3 5 26 15,-4 0-13-15,-5 6 13 0,-2 4 25 16,-3 4-23-16,3 2 7 0,-6 5 0 0,-2 1-4 16,0-1 11-16,-1 0-7 0,0-30-3 0,0 14-5 15,0 2-5-15,0 6 19 0,-16 40 6 16,9-48 11-16,-3-4 15 0,-1-4-13 0,-4-4-2 16,-2-3-3-16,1-5 5 0,-2-5 7 0,-2-1-1 15,-3-7-16-15,0-5 7 0,16-3-5 0,-19-10-14 16,13-5-2-16,1-7-3 0,7-7-13 15,4-1 0-15,1 10 2 0,13-40-24 16,3 14-6-16,5-2-9 0,3-1-4 0,4 2-18 16,2-2-4-16,2 3 3 0,2 0-6 0,3 3-17 15,0-1-29-15,3 3 8 0,1 1 7 0,1 0-16 16,1 3-7-16,3-1 7 0,-2 4 12 0,0-2 1 16,-1 5 5-16,-1-1-9 0,-5 3 8 15,-1-1 22-15,-2 2-3 0,-2 4-7 0,-4 0 30 16,-2 3 4-16,-1 1-2 0,-8 3 0 15,2 0-2-15,-3 2 26 0,-2 2 6 0,-5 4-26 16,-4 2 6-16,-3 5-3 0,-5 2 22 0,-4 2-1 16,-6 6 34-16,-6 6 7 0,0 1-4 15,-2 2 35-15,0 4-1 0,-3 2-3 0,-1 3-8 16,5 1 13-16,-1 1-16 0,0 1-3 0,4 0 5 16,2 3-9-16,10-3 6 0,2 2-10 15,3-16 0-15,0 5-1 0,20 27-7 0,-3-27-6 16,2 3-5-16,3-5 3 0,2-3-5 15,3-1-7-15,0-6-2 0,1-3-19 0,5-1-4 0,-15-4-5 16,5 0-3-16,27-16-11 0,-21 1-10 16,-3-2 0-16,1-6-10 0,0-4 16 0,-4 2-5 15,-4 2 12-15,3-3-10 0,-6 5 8 0,0 1 25 16,0 2 6-16,-4 1 4 0,1 2-14 16,-6 5-6-16,-3 2 4 0,-3 8 3 0,-2 0 3 15,-4 3 26-15,-1 2-8 0,-3 5 5 16,-3 3-5-16,2 2-2 0,1 3 10 0,1 1-4 15,4-1-8-15,3 5 4 0,1-11 0 0,0 5 0 16,13 20 7-16,-3-19-20 0,4 2 11 16,-1-3 4-16,2-3-11 0,4-1-8 0,1-4 2 15,-1-2 9-15,3-2-8 0,1 0-5 0,-2-5 6 16,-11 0 0-16,10 0-7 0,21-18-8 16,-18 5 19-16,0 3-19 0,-2-5 8 0,1 4-1 15,2-2-9-15,-3 3 4 0,-3 1 1 0,-4 0 12 16,-5 2-21-16,0 3 2 0,-4 1-1 0,2 2 6 15,-7 1-4-15,0 0 8 0,0 0 3 16,10 12 0-16,-7-5 5 0,4 9-14 0,-3 3 12 16,3 2-3-16,-1 1-27 0,2-1-48 0,1 3-61 15,4-1 13-15,-4-2-139 0,-1-1-56 16,2-1 28-16,-5-10-177 0,-4-2-114 0,2-2 47 16,-3-4 38-16,0-1 43 0,0 0 30 15,0 0 29-15,14-23 47 0,0 4 26 0,-5-3-4 16,9-4 13-16</inkml:trace>
  <inkml:trace contextRef="#ctx0" brushRef="#br0" timeOffset="89343.38">20457 8371 720 0,'25'-10'333'0,"-2"7"-21"15,-11 3-3-15,2 0-27 0,16 23-35 16,-18-5 29-16,-1 7-26 0,-4 2-20 0,-2 3 5 16,-3 2-38-16,-2 3-14 0,0-18-15 0,0 13-30 15,-21 41-11-15,1-30-8 0,-6 3-17 0,-6-1-33 16,-10 0-20-16,-2-1-6 0,-9-1-87 15,-4 0-69-15,-4-5-70 0,-7 2 16 16,-1-5 18-16,-4-2 11 0,2-2 16 0,-2-5 9 16,5-2-327-16,7-5 33 0,7 0 29 0,3-3 27 15,6-1 22-15,5-4 2 0,7-4 33 16,3 2 37-16</inkml:trace>
  <inkml:trace contextRef="#ctx0" brushRef="#br0" timeOffset="91592.43">4552 10011 739 0,'0'-14'232'0,"0"14"-22"0,-10-29-20 15,-2 26-18-15,-1 3-18 0,13 0 9 0,-13 0-21 16,-20 14 0-16,13-1-7 0,1 0-6 16,2 2 0-16,1 3 8 0,0 1-14 0,2 3-5 15,2 0-16-15,3 2 2 0,2 1-6 16,6 1 8-16,1-14-10 0,15 26 2 0,-1-19-10 15,4 1-10-15,7-5-8 0,4-1-8 16,2 1-16-16,7-9-2 0,0 0-11 0,5-1-3 16,-2-5-2-16,-22 0-3 0,39-11 17 15,-22 4-4-15,-6-7-3 0,-4 0 6 0,-3-3-2 16,-4-2-5-16,-5-6-8 0,-2 1-3 0,-2-1-21 16,-6-3 9-16,-4-6-1 0,0 20-2 0,-14-28-18 15,1 14 17-15,-4 4 1 0,0 2-4 16,-7 3-3-16,-1 3-37 0,-2 2-23 0,-4 4-19 15,3 1-14-15,-2 4-16 0,-2 3-31 16,4 1-27-16,15 1 15 0,-16 10-89 0,14-3-79 16,6 0-124-16,8-1 30 0,2-1 29 0,4 2 22 15,14 0 23-15,7 1 15 0,5-3 2 16</inkml:trace>
  <inkml:trace contextRef="#ctx0" brushRef="#br0" timeOffset="92141.69">6211 9753 310 0,'3'-3'392'0,"2"0"-68"0,-3 4-36 16,-2 2-49-16,-1 0 0 0,-8 8-32 15,-5 3-25-15,-5 3-17 0,-5 0-5 0,1-1-30 16,-8 2-4-16,-7 3-15 0,0-1-13 0,-2-3 17 16,1 0-1-16,1 2-19 0,1-1 5 0,2-4-26 15,6 0-6-15,5-2 0 0,-3 0-27 0,4-3 5 16,4-1 3-16,3 6 13 0,8-3-19 16,1 0 5-16,7-1 0 0,0-10-3 15,13 27 12-15,2-10-10 0,2 0 13 0,2-2-13 16,5 4-5-16,-1 0-12 0,7 3 1 0,-4-3 4 15,4 5-1-15,0-2 2 0,-1 0 18 16,0 2-10-16,0 0-2 0,1-2-8 0,-2 0 5 16,-3 0-17-16,0 2 13 0,-5-3-7 15,3-1-25-15,-1 2-1 0,-4-3-85 0,0-1-41 16,-3 0-35-16,2-1-44 0,-2 3 17 0,-2-6-230 16,-3-9-48-16,-6 3 35 0,0-4 30 15,-3-1 31-15,-1-1 5 0,0-2 36 0,0 0 44 16,0 0 12-16</inkml:trace>
  <inkml:trace contextRef="#ctx0" brushRef="#br0" timeOffset="92418.48">5849 10686 1084 0,'-24'3'340'0,"5"0"-11"0,10-3-47 0,-8 7-32 0,13-2 25 15,3 0-29-15,4 1-5 0,12 4-24 16,8 0-30-16,4 1-18 0,2 0-13 0,5 1-21 15,7 0-12-15,2 1-9 0,-1 0-17 16,0-1-4-16,0 1-13 0,-4-2-5 0,-3-1-27 0,-3 1-8 16,-4-1-17-16,-2-1-27 0,-3 1 4 15,0 0 0-15,-6-2 0 0,-2 2 0 0,-5-3-29 16,-2 0 3-16,-5-2-2 0,-2-2-38 0,-1 1-11 16,0-4-24-16,0 0-22 0,0 0-26 15,-7 4-15-15,6-5-53 0,-4-2 17 0,4-1-264 16,-1 0 35-16,1-2 31 0,1-12 48 15,0 9 24-15,0-8 23 0,0-3-9 0,17-22 15 16</inkml:trace>
  <inkml:trace contextRef="#ctx0" brushRef="#br0" timeOffset="93318.09">7655 10068 625 0,'13'0'198'0,"-13"-14"-3"0,0 14-7 16,0 0-10-16,23-28-17 0,-21 22-14 16,-1 0-10-16,-1-1-9 0,0 2 1 0,0 5-16 15,0 0 3-15,0-9-7 0,0 2-20 0,0 7 3 16,-17-23-8-16,8 16-3 0,-2 2-15 0,1 0 10 16,-1 3 4-16,0 2 2 0,1 0 18 15,-7 0-10-15,-25 16 9 0,20-6-12 16,-2 1 36-16,0 2-11 0,1 4 15 0,0 0-5 15,2 2-8-15,-1 3 4 0,3 3 0 0,0-2-1 16,6 4-4-16,0-2 3 0,4 1-7 0,3 3-4 16,0 0-4-16,6-15-18 0,0 5 4 15,16 26-6-15,-3-24-5 0,5-4-15 0,5 3 5 16,5-6-10-16,2 1 1 0,3-3-9 16,1 0-10-16,3-4-2 0,-3 1-33 0,-2-3-35 15,1 0-55-15,0-1 6 0,-1-1-124 16,-1-1-56-16,-1 0 25 0,-14-3-254 0,4 0-37 15,-1 0 40-15,4 0 37 0,-2 0 29 0,20-12 33 16,-21 7 8-16,-5 0 74 0,5 1 21 16,-3-4-16-16,4 0-5 0</inkml:trace>
  <inkml:trace contextRef="#ctx0" brushRef="#br0" timeOffset="93547.42">8296 10307 356 0,'5'-7'501'0,"-1"1"-17"0,-1 5-61 0,0 0-66 15,0-5-29-15,0 5-49 0,-3 1-31 16,0 1-1-16,0 2-1 0,0 2-21 16,-2 2-30-16,-2 12-10 0,4-9-19 15,-3 21-19-15,0-9-15 0,0 1-18 0,3-11-7 16,0 6-10-16,0 3-16 0,0 0-51 0,0 1-43 16,13 24 1-16,-11-24-110 0,1-2-49 15,-2 0-39-15,5-2 20 0,-6-6-231 0,1-1 33 16,-1-11 31-16,0 0 28 0,0 6-115 0,0-6 29 15,-1 8 54-15,2-11 31 0,0 0 11 0,0-1 45 16</inkml:trace>
  <inkml:trace contextRef="#ctx0" brushRef="#br0" timeOffset="94059.65">8644 10118 1165 0,'0'-7'397'16,"0"2"-27"-16,0 0-54 0,0 2-39 0,0 0-28 15,0 2-27-15,0 1-11 0,0 1 18 0,0 2-32 16,-2 2-16-16,4 13 2 0,2-2-21 16,-4-4-9-16,0 4-13 0,7 24-23 0,-3-12-3 15,1-2-9-15,0 0-6 0,0-3-15 0,2 0-15 16,0-1-6-16,-3-1 3 0,3-2-12 15,-3-4-5-15,1-5-8 0,-3 0 7 0,0-2-8 16,-2-1 16-16,3-3 8 0,-3-1 9 16,4-3-12-16,-4 0-5 0,0 0-4 0,14-18-12 15,-5 4-1-15,1-5-7 0,1-3-3 16,1 2 2-16,0-1-5 0,-1 0-3 0,2 3 0 16,-4 3 1-16,3-2-14 0,-2 3 2 0,-4-1 6 15,1 6-8-15,-3 1 3 0,-1 4 0 16,-1-1-14-16,3 2 0 0,-4 0 1 0,3 2 7 15,-4 1-17-15,0 0 10 0,0 0 0 0,19 15-9 16,-7-6 10-16,-2 5 1 0,0 1 4 0,0 2-5 16,2 2 8-16,-4 0 3 0,4-2-14 15,-4 2 8-15,2 1 2 0,3-2-3 0,-3 0-5 16,1 1 13-16,-2-3-4 0,-1 2-35 16,-1-3-27-16,-1 0-31 0,-2 2-40 0,-2-5 12 15,-1-2-117-15,-1-10-52 0,0 8-59 0,0-2 31 16,0-6 29-16,-15 14 27 0,13-11-244 0,-3-1 16 15,1-2 48-15,0-2 16 0,3 1 26 16,1-1 25-16,1-2 26 0,10-6-6 0,2-3 7 16</inkml:trace>
  <inkml:trace contextRef="#ctx0" brushRef="#br0" timeOffset="94975.57">10878 10060 480 0,'0'0'283'0,"0"0"-49"0,0 0-10 16,0 0-16-16,0 0-13 0,4 1-16 16,-26 13 5-16,-1-3-35 0,-1 4-4 15,-6 1-16-15,-1 2-7 0,-1-2-13 0,-3 2-1 16,2-1 6-16,1 1-17 0,3-3-2 15,1 0-11-15,2 0 15 0,4-3-26 0,-2 1-9 0,3-2 2 16,5-2-6-16,1-1-8 0,3 1 17 16,4 6-4-16,1-8-2 0,4 0-6 0,3-7 40 15,0 12-3-15,18 11 7 0,-4-9-12 16,6 0-4-16,1 0-7 0,2-1-4 16,5 1 8-16,-1 1-9 0,4 0-3 0,-2-1-5 15,3 1-6-15,-2-1-11 0,0 2 3 0,0-2-1 16,0-1-27-16,0 1 14 0,0-3 1 0,-3 1-21 15,-1 1-15-15,-2 1-56 0,0-1 5 16,-1 0-111-16,0-3-35 0,-4 1-64 0,-4-1 25 16,-4-2-248-16,-2-3 17 0,-3 0 34 15,-4-3 31-15,-2-2-8 0,0 0 49 0,0 0 3 16,0 0 16-16,0 0 43 0</inkml:trace>
  <inkml:trace contextRef="#ctx0" brushRef="#br0" timeOffset="95231.14">10542 10798 680 0,'-28'5'355'0,"4"-1"-23"16,4-4-26-16,4 3-21 0,2 2-35 15,5 1-30-15,9 0 39 0,5 2-41 16,10 4-8-16,4-1-18 0,8 0-34 0,4 0-17 16,1 2 1-16,5-2-18 0,-2 0-15 15,0 0-37-15,-4 2-14 0,-2 0-5 0,-3-1-19 16,3 1-4-16,-4-1-37 0,0 0-9 0,-2-1 3 15,-6-1-28-15,-2 1-13 0,-1-2 6 0,-5-4-3 16,-4 0-3-16,-1 0-26 0,-3-2-23 16,-1-3-18-16,0 0-25 0,0 0 15 0,0 0-182 15,0 0-146-15,-10 7 33 0,10-7 26 16,-4-6 50-16,4 4 23 0,0-5 16 0,2 2 8 16</inkml:trace>
  <inkml:trace contextRef="#ctx0" brushRef="#br0" timeOffset="96095.53">11641 10382 409 0,'-2'-3'303'0,"-1"0"-40"0,3-1-27 0,-2 1-21 16,0 2-12-16,1-2-24 0,0-1-16 0,-1 0-7 15,2 1-19-15,0 2 6 0,0-2-11 0,0-2-4 16,2 3-13-16,-2-5 18 0,1 5-17 0,-1 2-15 16,0 0 7-16,0-6-12 0,0 6 11 15,0-8-33-15,5-3 3 0,-1 6-8 0,-3 0-29 16,2 0 10-16,1 0-19 0,-2 1-5 0,11-4 12 16,-3-1-4-16,4 0 4 0,0 1-5 15,1 2-15-15,5 1 11 0,0 1-24 0,5 2 11 16,-6 1-9-16,3 1 25 0,-13 0-35 15,4 0 21-15,2 0-20 0,13 16 2 0,-19-9 6 16,2 5-15-16,-11-1 11 0,5 4 7 0,-5-5-8 16,-14 20-14-16,1-10 27 0,1-2-12 15,-6 1 6-15,-1 0 0 0,0-2-13 0,-2-1 6 16,6 0 2-16,-5-3-8 0,3 1 25 16,4-1-24-16,2-2 12 0,-1-2-8 0,5-2 7 15,2 0-14-15,0-1 15 0,5-2-9 0,0-4-12 16,14 11 11-16,1-5 14 0,5 2-15 15,0 2 2-15,3 0 0 0,0 1-6 0,2-1 5 16,-2 0 2-16,-1 2 9 0,0 0-16 16,1 2 11-16,-2 1-16 0,-6-1 17 0,3 1-4 15,-6-4-4-15,0 2-8 0,-7 0 34 16,-2-4-3-16,-1 0 16 0,-2-9 17 0,0 5-5 16,-19 10 6-16,3-5-7 0,-6-4-10 0,-2-1-2 15,-6 0-3-15,-2-4 16 0,0 1-27 16,-2-2 7-16,17 0-3 0,-7 0 3 0,-4 0-28 15,1 0 0-15,-1 0-63 0,-20-11-37 16,28 7-25-16,1 1-42 0,3 1-35 0,6-4 19 16,1 3-305-16,3-2 47 0,3-1 14 0,3 1 31 15,0 5 6-15,0-11 70 0,16-14 22 0,-4 10 12 16,7-1-9-16</inkml:trace>
  <inkml:trace contextRef="#ctx0" brushRef="#br0" timeOffset="96560.3">12274 10314 607 0,'9'-5'384'0,"0"0"-63"16,-2 3-38-16,-3 4-56 0,1 0-8 0,-1 2-31 16,12 7 5-16,-12 4-17 0,5 2-13 15,-3-1 9-15,4 1-36 0,0 2-20 0,1 1-19 16,0-2-17-16,-2 0 10 0,0 2 6 0,-2-3-10 15,0-2-23-15,-2-2-5 0,-2-3-26 16,3-2 11-16,-5-1-3 0,2-2 17 0,0-1-13 16,-3-1-5-16,2 1 60 0,0-3 11 15,0-1-25-15,-2 0 4 0,0 0-10 0,21-14-20 16,-4 3 3-16,1-3-15 0,4 0 6 0,0-1-6 16,3-1-9-16,-4 1-1 0,2 0 1 15,-3-1 1-15,1 3-10 0,-1-1-8 16,-1 6 12-16,-6-1 0 0,1 1-9 0,-5 3-4 15,-2 1 8-15,-2 3-12 0,-5 1 6 0,0 0 33 16,21 14 5-16,-14-5 5 0,-3 5 12 16,-2-3-4-16,2 7-1 0,0 0 2 0,-2 1-3 15,-2 2-6-15,1 1-6 0,-1-11 4 0,0 7-20 16,0 1 1-16,0 5-2 0,0 1-9 16,0 0-31-16,0 2-57 0,0-2-55 0,0 1 10 15,0-2-154-15,0-1-80 0,0 1 30 16,0-3-278-16,0-3 51 0,0-6 39 0,0-3 35 15,0-1 42-15,0-8 29 0,12 7-9 0,-7-10 26 16,9-6 61-16,2-3 8 0,3-3-7 16</inkml:trace>
  <inkml:trace contextRef="#ctx0" brushRef="#br0" timeOffset="96743.12">13081 10617 504 0,'5'-7'536'0,"-1"0"-93"16,-2 1-27-16,3 2-63 0,6-7-45 15,3 4-50-15,5 0-10 0,1 4-39 0,6-2-22 16,2 4-22-16,6-3-59 0,2 4-12 0,-1-1-72 16,4 1-64-16,-21 0-40 0,13 0-46 15,2 0-45-15,4 0 14 0,2 0-265 0,-4 0-1 16,0 0 25-16,-2 0 27 0,-3 0 24 0,-7 0 22 16,-4 0 11-16,-7 0 2 0</inkml:trace>
  <inkml:trace contextRef="#ctx0" brushRef="#br0" timeOffset="97009.33">13495 10365 334 0,'-10'-15'453'0,"0"0"-74"0,2 1-34 16,3 4-24-16,-1 3-41 0,1 2-24 15,2 0-31-15,-1 4-29 0,1 1-23 0,3 0-19 16,0 0 15-16,-18 17 5 0,9-1-24 0,2 1 2 15,-1 2-4-15,0 5-23 0,3 0-7 16,1 1-12-16,1 1-13 0,0 1-10 0,2 3 8 16,-1 1-16-16,2 0-2 0,0-17-61 0,0 11-1 15,0 3-112-15,0 2-31 0,0-1-33 16,0 0-64-16,0 0 20 0,0-4-288 0,-6 22 38 16,0-28 32-16,-1-5 30 0,2-3 28 0,5-6 25 15,0 2 24-15,0-7 13 0,13 4-42 0</inkml:trace>
  <inkml:trace contextRef="#ctx0" brushRef="#br0" timeOffset="97499.58">13781 10423 394 0,'17'-20'500'0,"-1"1"-62"0,-1 3-76 16,-3 3-28-16,4 7-38 0,-3 2-12 15,-13 4-12-15,13 0-30 0,16 16-22 0,-18-3-32 16,-1 3 3-16,-2 4-28 0,-6 2-17 0,-2-10-19 16,0 5-24-16,-13 29-2 0,2-20-5 15,-3-3-14-15,-4 1-4 0,-1 0-12 16,0-2-3-16,1 0-7 0,-2-3 5 0,3-3-10 16,0 0-8-16,3-1-6 0,0-2 19 0,5-5 0 15,2 0 27-15,1-2 5 0,3-3-10 16,3-3-3-16,0 0-12 0,0 0-2 0,15 8-5 15,5-8-9-15,-8 0 4 0,7 0-21 0,6 0 7 16,4 0-5-16,0 0-5 0,3 0 1 16,4 0-8-16,-2 0-3 0,1 0-2 0,-3 0 2 15,0 0-4-15,32 5 0 0,-39-3-2 0,2 0-2 16,-3 0-5-16,-2-2 0 0,0 2 6 16,-8-1-2-16,-1 1-5 0,-13-2 5 0,8 0-10 15,-1 0 9-15,-7 0 5 0,9 0-7 0,-9 0 5 16,7 0-4-16,-7 0 2 0,7 0 0 0,-7 0-6 15,8 0-12-15,-8 0-23 0,0 0-14 16,8 0-6-16,-8 0-29 0,0 0-26 0,0 0 10 16,6 0-85-16,-6 0-38 0,0 0-45 15,5-5-42-15,-5 2 29 0,-2-1-243 0,0 1 19 16,0-1 37-16,-2-1 35 0,0 2 34 0,0-2 48 16,-7-4-20-16,3 4 30 0,0-1 39 15,1 1 3-15</inkml:trace>
  <inkml:trace contextRef="#ctx0" brushRef="#br0" timeOffset="98583.65">15804 10302 506 0,'0'0'307'0,"0"0"-37"0,0 0-41 0,-25-5 7 16,1 17-42-16,1-1-14 0,-3-1 6 15,0 3-17-15,-4 1-4 0,1 1-22 0,-1-1-6 16,2-1-9-16,-2-1-18 0,1 1 0 0,1-2 4 16,5-2-17-16,-4-1 4 0,0 4-15 15,8-5-9-15,4 0 7 0,0-2-18 0,4-3-7 16,1 1 18-16,5 1-9 0,0-3 27 15,1 1-10-15,-1 2 12 0,5-1 21 0,0-3-4 16,0 0 14-16,19 17 1 0,-2-9-16 16,5 4-2-16,-3 0-11 0,3-1-9 0,2 2-5 15,3 0-13-15,1 2-3 0,2 0-7 0,1 0-7 16,1 2-8-16,3-2-5 0,-3 2 2 16,0 2 1-16,-1-5-9 0,0 3 2 0,-1 0-8 15,-5-1-10-15,-1 2-27 0,-3-3-23 0,-1-3-15 16,1 4-47-16,1-2 9 0,-7 0-113 15,-5 0-28-15,1-5-57 0,-4 3 24 0,-6-7-158 16,-1 3-109-16,0-8 36 0,0 0 44 16,-10 9 49-16,6-6 9 0,-1-3 36 0,0 1 22 15,0 1 0-15,0-1 11 0</inkml:trace>
  <inkml:trace contextRef="#ctx0" brushRef="#br0" timeOffset="98872.01">15425 10977 1228 0,'-28'1'435'0,"4"-1"-25"0,11 0-42 16,3 0-44-16,-2 0-24 0,3 0-29 0,9 0-7 16,-11 11-21-16,16-8-24 0,11 6-14 15,5 0-24-15,8-1-11 0,2 2-18 0,9 0-25 16,-2-2-12-16,3 5 1 0,1-4-14 0,-2 1-13 16,-1 0-14-16,0 0-16 0,-6-1-17 15,-3 1-13-15,-1-2-25 0,0-1-3 0,-7 0-13 16,0-2 4-16,-3 1-6 0,-6-3-12 15,-3 1-14-15,-1-1 0 0,-4-2 19 0,-1 0-9 16,-2 0-10-16,0 1 3 0,-2-2 3 16,0 0-77-16,0 0-36 0,0 0-21 0,-3 0-41 15,2-2-71-15,-2 0 26 0,1-1-255 0,2-2 33 16,-2 3 24-16,1-3 45 0,1-2 7 16,0 0 58-16,4-8 23 0,4-2 19 0,4-1 10 15</inkml:trace>
  <inkml:trace contextRef="#ctx0" brushRef="#br0" timeOffset="100754.79">17288 10479 675 0,'0'-12'212'16,"0"12"-30"-16,0 0-10 0,0 0-12 15,0-15-3-15,28-2-10 0,-27 12-18 0,-1 2-3 16,0-2-21-16,0 1-17 0,-1-3-1 0,1 7-2 16,0 0 2-16,-18-17 7 0,6 12-6 0,-3-1-11 15,0 2 1-15,-4 2 10 0,7 2 16 0,-6 0-2 16,-20 16 19-16,11-8-16 0,1 0 12 15,0 1-11-15,-1 5 32 0,-4-2-2 0,3 5-3 16,1 0-13-16,-1-2 4 0,0 6-23 16,5 0 18-16,0 2-24 0,4-1 7 0,3 1 3 15,6 3-17-15,5 0 0 0,1 5 0 16,4-18-7-16,12 28-10 0,-1-20 0 0,7 1-19 16,4-3 2-16,0-2-5 0,8 0-10 0,2-2 2 15,4-1 6-15,-3-2-14 0,3-4-1 16,-2 0-13-16,-2-2-9 0,-2-3-4 0,0 2-11 0,-1-5-23 15,-20 0 12-15,8 0-21 0,-1 0-22 16,16-15 8-16,-22 8-27 0,-2 2 8 0,-2 1-55 16,-1-1-10-16,0-1-35 0,-3 2-22 15,0-1-54-15,-1 0 2 0,2 2 23 16,-1-2-279-16,0 1 32 0,-2 1 41 0,4-1 33 16,-1-1 27-16,3 2-7 0,5-6 25 0,-1 7 47 15,-2-1 6-15</inkml:trace>
  <inkml:trace contextRef="#ctx0" brushRef="#br0" timeOffset="101575.32">17648 10786 210 0,'-3'-1'273'0,"1"-1"-64"0,1 2-3 0,-1-2-35 15,1 2-6-15,-1-1-11 0,0 1-4 16,1 0-8-16,1-1-15 0,-2 0 12 0,-1 1-11 16,3-2-14-16,0 2-7 0,-1-2-3 15,-2 2 10-15,2-1-14 0,0-1 16 0,-1 0-6 16,0 1-21-16,2 0 2 0,0-1-22 0,0 1 32 16,0-2-35-16,0 0-4 0,4 1 5 15,-2-1-6-15,2 0-22 0,2 0 7 0,11-4-17 16,1 2-12-16,1 2 7 0,0 1 6 15,-1 0 3-15,-8 2-1 0,4 0-25 0,20 12 21 0,-18-6-24 16,0 5 10-16,-5 0-9 0,-2 4-3 16,-3 0-3-16,-3 4 2 0,-3-10 17 0,0 5 20 15,-18 23-39-15,4-15 26 0,-1-3-4 16,-2-1 7-16,0 1-3 0,-3-2 2 0,0-3 18 16,-1 1 3-16,2-1-15 0,-1-1-3 0,1 1-2 15,3-4-4-15,3-1 17 0,-1-2-3 16,6 1 23-16,2-5 1 0,3 3-4 0,3-4-7 15,0-2 24-15,0 0-10 0,12 7 12 0,5-1-9 16,1-1-11-16,1-3 0 0,2 1-1 16,1-1 1-16,-8-2-4 0,3 0-7 0,5 0-25 15,0 0 7-15,4 0 0 0,-4 0 2 16,0 0-13-16,-1 0 12 0,-1 0 3 0,-4 0-19 0,-3 0 6 16,-2 0-4-16,-2 0-37 0,-1 0 8 15,1 0-20-15,-9 0-35 0,14-5 7 16,-9 1-47-16,-1 2-51 0,-4-1-13 0,4-1-36 15,-2 0-16-15,0 0 20 0,0 0-177 0,-2-2-108 16,2-1 58-16,0 2 20 0,1 0 27 16,0-10 24-16,3 1 30 0,-1 2 18 0,4-5 12 15</inkml:trace>
  <inkml:trace contextRef="#ctx0" brushRef="#br0" timeOffset="102875.78">18409 10399 870 0,'-14'0'279'0,"14"0"-17"0,0 0-43 16,0-14-30-16,0 14-31 0,0 0-18 15,0 0-13-15,0 0 1 0,0 0 16 0,-27 9 3 16,19 8 20-16,2 7-28 0,-3-2 13 0,2 4-20 16,1 1-15-16,0-1 24 0,2 6 5 0,1-4-4 15,2 4-13-15,1 0 0 0,0-18-20 16,0 6 0-16,0 5-2 0,0-1-4 0,10 21-10 16,-7-28 7-16,4-3-16 0,-3 2 7 0,0-7 1 15,1-2 4-15,3 4-5 0,1-5-6 16,1-5-13-16,0-1 1 0,-10 0-11 15,16 0-3-15,21-18-16 0,-16 6 0 0,-1-3 7 16,1-4-10-16,2 0-10 0,0-6 3 0,0 3 0 16,2-2-5-16,-1 3-11 0,-4 1 4 15,-2 3-10-15,0 0 10 0,-2 3-13 0,0-1 5 16,-3 5-5-16,-2 1-1 0,-4 2-16 16,-2 7 16-16,-4 0 6 0,-1 0 8 0,0 0 5 15,5 11 9-15,-5-3 2 0,0 12-10 0,0-10-1 16,0 8 10-16,0 2-10 0,0 4 2 15,0-1-10-15,-10 27 1 0,10-23 13 0,0-13-6 16,0 7-5-16,0 1-47 0,0 2-55 16,12 24-62-16,-8-25 12 0,-4-11-196 0,0 4 29 15,0 0-315-15,0 0 49 0,-12 15 43 0,7-23 29 16,2-2 61-16,-1 1 32 0,1-6 27 0,3-1 56 16,0 0 22-16,11 3-59 0,6-6 10 15,4 1 64-15</inkml:trace>
  <inkml:trace contextRef="#ctx0" brushRef="#br0" timeOffset="-200601.06">7498 10832 285 0,'0'0'63'15,"0"0"-5"-15,0 0-12 0,0 0 6 0,0 0-13 16,0 0 4-16,0 0-19 0,0 0 20 0,0 0-19 16,0 0 6-16,0 0-18 0,0 0 26 0,0 0-14 15,0 0 0-15,0 0-11 0,-12 0 20 16,12 0-3-16,0 0-26 0,0 0 13 0,0 0 21 15,0 0-14-15,0 0 9 0,0 0-19 16,0 0 0-16,0 0 11 0,0 0-2 0,0 0 14 16,0 0 7-16,0 0-14 0,0 0-3 15,0 0-22-15,0 0 12 0,0 0-11 0,0 0-1 16,0 0 18-16,6-13-3 0,12 16-18 0,-8-3-3 16,19 6 0-16,-6-2 3 0,2-1 0 15,0-2-1-15,0 3 0 0,3 0 0 0,0-1 5 16,-1 1-10-16,-2-2 2 0,1-1 0 0,-1 1 0 15,-7-2-7-15,1 4-2 0,-3-3 23 16,-2-1-1-16,-6 1 0 0,2 1-17 0,-3-2-9 16,-2 1 20-16,-2 2-37 0,1-3 27 0,-3 0-4 15,1 0 6-15,-2 0-1 0,0 0 2 16,0 0-2-16,-15 1-2 0,-4-1 2 0,0 0 11 16,-1 0-26-16,7 0 4 0,-8 0 1 0,-2 0 26 15,-5 0-20-15,-1 0 2 0,-3 0 11 16,-29-13-13-16,28 10 5 0,0 1 19 0,4-3-3 15,-2 1 15-15,3 1-3 0,5-1-35 0,3 0 1 16,3 4 1-16,8-2 1 0,0 1 30 16,9 1-3-16,0 0-1 0,0 3 0 0,8-2-3 15,12-1-1-15,-7 0-7 0,9 0 15 16,6 0-3-16,33 7 2 0,-25-7 0 0,8 0-5 16,0 0-1-16,7 0-9 0,2 1 16 15,-28-1 1-15,16 0-12 0,6 0-3 0,-2 0 4 16,2 0-19-16,-3 0-6 0,-4 0 6 15,-3 0 22-15,30 11-5 0,-40-11-16 0,-6 2 28 16,-1-1-17-16,-6 0-3 0,-2-1 11 0,-4 1-26 16,-2-1 29-16,-1 0-12 0,1 0-8 15,-2 0 12-15,-3 2 0 0,-1-2 5 0,2 0-30 16,-2 2 32-16,0-2-9 0,-2 1-15 16,2-1 0-16,-2 1 2 0,-1 1-1 0,1 2-51 15,-2-1-36-15,-1 0-14 0,0 0-66 0,1-2-151 16,-1 3 12-16,-7 4 2 0</inkml:trace>
  <inkml:trace contextRef="#ctx0" brushRef="#br0" timeOffset="-198645.89">11603 11043 241 0,'0'0'133'0,"-18"-15"-21"15,-9-2 22-15,21 14-42 0,-1-1 30 16,2 1-16-16,0 3 7 0,1-1-20 0,1-1-15 15,0 1-21-15,0-2-4 0,0 2 4 16,1 1-2-16,2 0-16 0,2 0 11 0,1 1-21 16,4-1 8-16,11 3-2 0,3 0-25 15,-8-3 19-15,24 5-7 0,-6 1 2 0,-2-3-1 16,1 2 3-16,-2 1-8 0,5-4 13 0,-1 3-33 16,-1-2 19-16,0 1-11 0,1 0 3 15,-6 0 0-15,-1-1 1 0,-6 0-3 0,-3 0-4 16,-10-3-1-16,4 0 4 0,-4 0 1 0,-6 0 3 15,6 0 13-15,-9-2-16 0,-4 1 4 16,-11-1-30-16,-3-2 18 0,-4-1 17 0,-5 0-8 16,-1 1-31-16,-2-1-9 0,-2 4-2 15,3 1 3-15,17 0-76 0,-9 0-84 0,-3 0-150 16,-28 16 18-16,30-15 10 0</inkml:trace>
  <inkml:trace contextRef="#ctx0" brushRef="#br0" timeOffset="-185048.18">4623 12138 431 0,'0'-15'192'0,"0"15"-19"16,-15-14-35-16,0-3 21 0,12 12-11 16,0 0-5-16,3 1-12 0,-1 0-10 0,1 1-14 15,-2-2 3-15,1 2-11 0,1 3 1 16,0 0-7-16,0 0-12 0,0-8-12 0,0 8-8 15,0-7 8-15,0 7-4 0,0-7-9 0,0 7-1 16,0-8-13-16,0 8 22 0,0-8-19 16,0 8 4-16,0-7 7 0,-11-3-23 0,7 6-1 15,1 0 7-15,-10-5 2 0,-3 3 13 0,-4 0-1 16,-1 3-8-16,-2-1 18 0,-1 3-12 16,-4 0 21-16,14 1 19 0,-8 0-19 0,-5 0 7 15,-26 15-8-15,25-7 41 0,-2 4 0 0,2 0-16 16,1 3 19-16,0-1-2 0,-1 4-6 15,4 0-7-15,2 0-3 0,3 3 3 0,-3 1-1 16,7 2-4-16,2-1 0 0,4 0 0 16,-1 2 1-16,4 1-6 0,6-4-9 0,0-9-9 15,16 22-6-15,-3-15 4 0,6-1-6 0,7-2-6 16,4 0-12-16,5-1-3 0,3-1 4 0,3 0-13 16,1-4-12-16,2 0-22 0,-3-4-14 15,-2 1-32-15,-3-1-30 0,-1-3-23 0,-2 1 9 16,-1-3-95-16,-3 1-38 0,-15-3-32 0,5 0 25 15,3 0-191-15,18-12-115 0,-23 5 39 16,-6 2 36-16,0-2 50 0,1-1 39 0,1-1 16 16,2 1 11-16,-2-1 39 0,4 0 8 15</inkml:trace>
  <inkml:trace contextRef="#ctx0" brushRef="#br0" timeOffset="-184830.27">4924 12366 911 0,'6'-2'335'0,"-2"1"-1"0,-1 0-31 16,-1-1-38-16,2 0 14 0,-1 0-24 0,-1 2-35 15,0-1-22-15,2 0-38 0,-1 1-8 0,-2 1-19 16,-1 2-15-16,2 1 4 0,-2 0-16 16,-2 4-6-16,0 12-20 0,2-10 6 0,-9 21-28 15,4-9 7-15,1 3 1 0,-1-3-10 0,0 4-12 16,1-1-5-16,-2 0-94 0,3 2-46 16,-4 2-38-16,4-1-41 0,0 3-46 0,-1-5 19 15,2 1 19-15,2-3 17 0,0-5-283 16,0-5 29-16,0-14 55 0,0 8 25 0,0-2 23 15,12 3-13-15,-5-7 32 0,0-2 15 0</inkml:trace>
  <inkml:trace contextRef="#ctx0" brushRef="#br0" timeOffset="-184576.83">5364 12348 328 0,'-6'-6'439'0,"4"3"-64"0,-3-3-34 0,3 3-14 15,1 0-42-15,-1 1-8 0,2-1-22 0,-3 2-28 16,6-1-40-16,-1 0-18 0,3 0-9 16,15-2-15-16,5 1-38 0,7 3-10 0,-14 0-99 0,9 0-47 15,6 0-65-15,3 0-77 0,2 0 15 16,42 9-280-16,-38-7 32 0,0 0 30 0,-6-1 23 15,-3 2-1-15,-1-2 18 0,-2 5 58 16</inkml:trace>
  <inkml:trace contextRef="#ctx0" brushRef="#br0" timeOffset="-184387.44">5550 12572 971 0,'-32'4'332'0,"4"1"-14"0,1 2-40 16,4-4 19-16,3 2-34 0,3-3-35 0,8 0-31 15,6 1-2-15,9-1-28 0,12 3-17 16,5-2-17-16,5 4-13 0,5-5-93 0,3 4-59 16,3-2-50-16,-1 1-37 0,3-2 11 15,1 1-130-15,-3-1-140 0,-1-2-39 0,-3 0 9 16,1-1 47-16,-21 0 50 0,8 0 18 0,-1 0 13 16</inkml:trace>
  <inkml:trace contextRef="#ctx0" brushRef="#br0" timeOffset="-182211.91">6394 12332 584 0,'-14'0'195'0,"14"0"-23"0,0 0-1 15,0 0-19-15,0-13-9 0,0 13-17 16,0 0 1-16,-15 0-15 0,15 0 2 0,0 0-3 16,0 0-9-16,-19-26-9 0,17 24-16 15,1 2 1-15,0-2 2 0,-1-1-13 0,1 3 9 16,1-1-7-16,-1-1-13 0,1 2 9 15,-3-2-15-15,3 1 12 0,-1 0 3 0,1 0-10 16,-1-1-3-16,1 2 0 0,0-3-19 0,0 3 9 16,0-1-2-16,0-2 4 0,0 1-3 15,1 1-20-15,-1 1 8 0,0 0 16 0,0 0-8 16,0 0-14-16,0 0-5 0,0 0 1 0,0-6-6 16,0 6 6-16,9-10-6 0,-6 7 18 0,0 0-23 15,1-1 2-15,1 3 0 0,8-5 16 16,1-3-11-16,0 6-13 0,4-2 1 0,-3 2 0 15,4-2-6-15,4 2 14 0,-2 2-12 0,-11 1 7 16,5 0 2-16,1 0-19 0,3 0 13 16,13 14-8-16,-16-8-4 0,-4 3 1 0,-1 2-3 15,-3 2 12-15,-4 2 0 0,-1-2-6 16,-3-5 5-16,-12 24 4 0,-1-11-10 0,0-3 6 16,-4 1 0-16,-4 2-2 0,-2-3 11 15,1-1 0-15,-3-1-10 0,0 0 14 0,0-1-18 16,-1-4 0-16,1 0 5 0,1 0 1 0,0 0 11 15,3-3-15-15,4 0 5 0,4-2-4 0,1-1 0 16,4-4 11-16,3 3 7 0,0-2-6 16,5-2 12-16,0 0 6 0,0 0 1 0,25 8-21 15,-4-6-9-15,6 3 4 0,2-3-6 0,3 3 7 16,-1 0 15-16,1 2-16 0,1 0 11 16,3 0-14-16,-2 2 1 0,-3 2-2 0,-1-3-2 15,0 3 14-15,-6 2-12 0,-2 1 15 16,-4-3-17-16,-5 3 11 0,-10-3-4 15,-3-11-12-15,0 10 15 0,-24 12 1 0,2-13-11 16,-3 0 22-16,-7-1-2 0,-1 0-1 0,-6 1 9 16,-2-2-2-16,-3-2 2 0,3-1-1 0,0 3-9 15,5-3 19-15,0-1-16 0,6 1 3 0,-1 0-17 16,5-3 1-16,3 1-34 0,3-2-21 16,6 3-37-16,5-3-30 0,-1 1-53 0,5 2 16 15,3-2-182-15,2-1-109 0,0 0 31 16,0 0 29-16,13 1 22 0,-7-1 27 0,12 2 36 15,1 0 28-15</inkml:trace>
  <inkml:trace contextRef="#ctx0" brushRef="#br0" timeOffset="-181550.97">3667 13251 707 0,'-20'0'230'0,"6"0"-15"0,2 0 0 0,12 0-10 15,-10 0-14-15,3 0 2 0,7 0-25 0,-7 0-23 16,7 0-1-16,0 0-27 0,-9-4-15 15,10 4-14-15,6-1 2 0,-1 1-19 0,22 0-9 16,-11 0 1-16,7 0-22 0,14 0 18 0,6 0 8 16,8 0-12-16,68 12-19 0,-34-7 9 15,10 3 2-15,10-2-11 0,5 2-18 0,8 4-3 16,6 0 27-16,5 1-26 0,5 1 5 0,-1 1 0 16,-3 0-8-16,-2 1 10 0,-1 1-21 15,-4-1 5-15,-4-1-3 0,-6 2 9 0,-4 0 4 16,-5-2 3-16,-5 2-3 0,-4-3 18 0,-6-1 5 15,-3-2-12-15,-6 4-7 0,-6-4 13 0,-7 0 13 16,-6-2 4-16,-6 2 1 0,-7-4-4 16,-7 1 14-16,-4-2 36 0,-6-1 0 0,0 0 13 15,-5-1 1-15,-5-1-13 0,-2-1 2 16,-8-1-10-16,-1-1-16 0,-11 0 0 0,0 0-8 16,0 0-11-16,9-6-34 0,-14 6-28 15,1-5-5-15,-1 4-28 0,-1 1 2 0,1-3-79 16,-1 2-27-16,3-1-46 0,-1 0-42 0,1 2 22 15,2-3 19-15,1 3-335 0,1-2 26 0,6-1 36 16,7-6 59-16,9 0 44 0,1-1 25 16,3 0 23-16,5 3 24 0,3-1 8 0</inkml:trace>
  <inkml:trace contextRef="#ctx0" brushRef="#br0" timeOffset="-177965.38">8534 13084 301 0,'0'0'280'0,"13"0"-45"0,-13 0-11 0,0 0-22 16,0 0-16-16,0 0-12 0,0 0-23 16,0 0-2-16,0 0-33 0,0 0-9 0,0 0-15 15,26-17-8-15,-25 18-14 0,-1-1 2 0,0 3-13 16,0 1 2-16,0 0-26 0,0 3 8 16,-2 11-36-16,2-8-16 0,0 6-59 0,-10 21-39 15,6-15 10-15,-4 1-280 0,1-3 25 16,-2-1 22-16,1-2 15 0,3 0 13 0,1-10-50 15</inkml:trace>
  <inkml:trace contextRef="#ctx0" brushRef="#br0" timeOffset="-156218.12">21654 12410 565 0,'-2'0'212'15,"-1"-2"2"-15,2 2-10 0,-3-1-23 0,3 1 5 16,0 0-14-16,-2-2 10 0,3 1-7 16,-1 0-33-16,1 1-16 0,1 0-3 0,2-2-27 15,2 2-11-15,1-1 8 0,12 1-26 0,5-3 1 16,3 3-2-16,5 0-31 0,-13 0-17 16,7 0-36-16,5 0-50 0,6 0-48 0,42 13 12 15,-35-8-165-15,2 1 22 0,-2-4-170 0,0 1 36 16,-5 1 24-16,-4 1 28 0,-4 1 4 15</inkml:trace>
  <inkml:trace contextRef="#ctx0" brushRef="#br0" timeOffset="-113773.85">8537 13077 419 0,'0'0'365'0,"32"-37"-47"0,-27 28-12 16,2 4-9-16,-3 1-33 0,-1 0-12 16,0 0-48-16,0 4-13 0,-6 0-30 0,3 4-17 15,-2 2 30-15,-6 13-10 0,-5 0-23 0,-3 3 8 16,-2 3-6-16,-4 4 0 0,-4 1-20 0,0 3-14 15,-5 0 8-15,-1 1-5 0,-2 0-18 16,1 0-8-16,0 0 2 0,3-2-3 0,0-1-15 16,-1 0-6-16,7-2-2 0,1-3 2 15,6-1-6-15,-3-5-6 0,9-1-13 0,-5-2 11 16,7 2 4-16,-2-7 17 0,3-2 14 16,0-3 8-16,5-1 1 0,-1-5-19 0,2-1-4 15,2 0 2-15,0 0-10 0,0 0-23 0,-7-12-20 16,7 7-27-16,0-2-31 0,0 2-55 15,0-2 9-15,0-3-107 0,0-2-35 0,13-17-53 16,-3 13 27-16,1 1-303 0,4-3 21 0,4 0 75 16,-3-1 34-16,9 1 30 0,0-5 18 15,1 3 17-15,6-1 42 0,2-2 26 0,5 1 3 16,-1-1 34-16</inkml:trace>
  <inkml:trace contextRef="#ctx0" brushRef="#br0" timeOffset="-113143.22">10400 12527 510 0,'-9'-14'274'0,"-2"2"-50"0,-3 0-12 0,-4 2-4 0,-2 2-14 15,-1-1-15-15,-6 4-14 0,4 1-19 16,0 4 9-16,9 0-19 0,-26 10 3 0,15-2 7 15,-2 3-1-15,0 5 5 0,-5 2 5 16,4 3-24-16,0 3-15 0,1 1 26 0,4 1-2 16,-1 1-4-16,2 5-9 0,4-3-2 15,1 1-10-15,4-1-4 0,3 1-16 0,4-1 2 16,1 0-12-16,5 3-2 0,0-18-9 0,0 6-5 16,17 23-8-16,-6-22 1 0,4-2-10 0,3-3-5 15,1 1 6-15,2-3-19 0,2-2 6 16,2-2-4-16,-3-2-6 0,-3-2-16 15,2-3-18-15,-5-1-32 0,1-2-31 0,-11 0 8 0,6 0-81 16,2 0-36-16,-4 0-49 0,16-18-18 16,-14 15 22-16,-5-2-178 0,-2 2-87 0,1-1 54 15,1 0 14-15,-1 0 21 0,-2 1 32 16,8-5 31-16,-2 0 21 0,5 2 10 0</inkml:trace>
  <inkml:trace contextRef="#ctx0" brushRef="#br0" timeOffset="-112626.77">10435 13036 756 0,'1'-7'353'0,"9"-4"-34"16,-5 5-32-16,4 0-34 0,-1 2-10 15,2 0-6-15,-1 3-52 0,0 1-9 0,1 0-20 16,17 10-15-16,-10-3 12 0,-3 5-21 16,-2 2-12-16,-3 1-38 0,-6 5 3 0,-3-1-13 15,0-7-8-15,-19 20-6 0,4-13-1 0,-6 0-9 16,-5-2-5-16,-3 0 4 0,0 0 26 0,-2-2-2 16,1-3-2-16,3 2-14 0,3-2-2 15,-1-1-6-15,7-2 6 0,0 0 6 16,5-1-11-16,0-3 21 0,7-1-14 0,1-1 12 15,5 2-2-15,0-5 3 0,11 5-5 0,9 2 0 16,3-5-21-16,1 4 13 0,8-5-16 16,-1 3-6-16,4-1 11 0,0 0-5 0,-1-1-6 15,1 3 5-15,1-5-1 0,-4 3-6 16,4-1-15-16,-1 1 5 0,-4-2 4 0,-8-1-12 16,-1 1 2-16,-3 1 0 0,-6-2 4 0,-3 0-2 15,-1 0-7-15,-3 0 5 0,-2 0 3 0,1 0-8 16,-1 0-1-16,1 0-2 0,-2 3 4 15,0-3-14-15,0 0-3 0,0 0-13 16,-1 0-37-16,-1 0-8 0,2 0-28 0,0 0 8 16,-3 0-117-16,0 0-37 0,0 0-68 0,15-20 32 15,-10 11-275-15,4-3 41 0,2-5 38 16,-2 4 70-16,4-3 16 0,1 1 24 0,6 1 25 16,-1-3 24-16,0-1 10 0,0 4-28 15</inkml:trace>
  <inkml:trace contextRef="#ctx0" brushRef="#br0" timeOffset="-112330.29">11259 12798 262 0,'-13'-7'465'16,"2"-2"-83"-16,-1 2-2 0,5-1-49 0,1 0-22 15,1 2-28-15,5 1-35 0,0 5-27 0,0 0-25 16,18-17-31-16,3 10-2 0,11 4-43 0,2 0-13 16,6 0-49-16,3 3-56 0,5 0-56 15,-24 0-55-15,16 0 12 0,6 0-224 16,2 0-118-16,44 14 22 0,-52-12 37 0,-7 5 31 15,-4-1 31-15,-3 3-2 0,-9 6 8 0</inkml:trace>
  <inkml:trace contextRef="#ctx0" brushRef="#br0" timeOffset="-112143.4">11449 13024 724 0,'-28'7'352'0,"2"0"-23"0,1-1-8 15,5-2-43-15,3 3 14 0,9-4-24 0,4-1-19 16,10 0-47-16,2 1-23 0,18 2-18 0,6-3-12 15,0 1-28-15,5 0-12 0,3 0-76 16,2 2-27-16,-1-4-43 0,2 1-36 0,-5 1-58 16,1-1-40-16,0 0 15 0,-2-2-297 15,-6 1 32-15,-12-1 30 0,5 0 31 0,3 0 21 16,28-13 22-16,-29 8 9 0,1 1 12 0</inkml:trace>
  <inkml:trace contextRef="#ctx0" brushRef="#br0" timeOffset="-110416.79">12683 12558 448 0,'15'-13'260'0,"11"-13"-16"16,-18 13-9-16,-2 5-15 0,-1 0-9 0,-1 1 8 15,0 3-21-15,1 0-15 0,-1 1-26 16,-4 1-17-16,2-1-28 0,0 1-17 0,-2 2-4 16,0 2 6-16,-4 2-14 0,-9 7-9 15,-2 5-3-15,-4 2-9 0,1 1-9 0,-8 1-19 16,-1 1 13-16,-3 1-15 0,-2 2 0 0,-2 2-2 16,4 0-1-16,-2 0 6 0,0-2 0 15,2 0 1-15,2-5-12 0,3 1-17 0,3-2 5 16,3-2-11-16,-2-3 12 0,4 0 4 15,1 1 4-15,3-4 1 0,3-2-21 0,4-1 8 16,0-4 8-16,3 2 2 0,-5-1 9 0,7-1-2 16,0 1 1-16,1-1 1 0,0-3 10 15,0 0-12-15,19 15 2 0,-4-8 19 0,7 2-19 16,4-4 4-16,-1 5-10 0,5-5-8 16,1 1 0-16,-1-2-5 0,2 3 20 0,0-3-22 15,-1 0 10-15,3 2 10 0,-1-3-21 0,3-1 12 16,0 0-16-16,-5 1 18 0,1-3-15 15,-6 0 5-15,-13 0 1 0,5 0-6 0,0 0 4 16,1 0-9-16,15-10 1 0,-20 3-1 0,-2 1 0 16,-6 0 9-16,-1 0-10 0,-1 0 13 15,0 1-1-15,-3-3 0 0,1 1 0 0,-2 4-3 16,0-3 14-16,0 6 7 0,0 0 1 16,0-7-12-16,0 7 6 0,-13-15-6 0,8 12 17 15,-4 3-2-15,2 0-6 0,-5 0 20 0,-17 15-2 16,7-5 3-16,2 6 12 0,2 1-7 15,-2 3 2-15,3 6-9 0,-2-1 10 0,0 4-4 16,2 0 11-16,0 1-10 0,4-2-7 0,-1 3 6 16,2-4-8-16,0 2 11 0,4 0-14 15,-1-3 15-15,0-1-20 0,2 1 6 0,-3 1-8 16,6-5-3-16,-2 0 2 0,3-3-2 0,-3-2-2 16,2-1-2-16,2-3-11 0,-3-1 6 15,2 5-7-15,0-9-42 0,1-1-37 0,0-1-35 16,-1-1 10-16,3 0-126 0,-3-2-36 15,2 1-62-15,-2 1 27 0,0-2-269 16,3-3 56-16,0 0 38 0,6 0 36 0,-1 3 51 16,3-4 4-16,13 1 36 0,-10 0 22 0,12 0 15 15,5 0 3-15</inkml:trace>
  <inkml:trace contextRef="#ctx0" brushRef="#br0" timeOffset="-110175.3">13345 13489 445 0,'22'-17'479'0,"-7"7"-89"16,-1-2 17-16,-2 0-43 0,-3 7-29 0,-3-2-38 15,-1 3-43-15,-1 3-33 0,-1-2-18 0,-3 3-21 16,-2 3-7-16,0 1-18 0,-7 9-15 16,-5 4-17-16,1 3-16 0,0 1-1 15,2 3-18-15,1 2-9 0,-2 3-52 0,4 1 0 16,2 1-89-16,1 1-52 0,0 2-44 0,-1 2-42 15,3 3 18-15,-1-4-338 0,3-1 40 16,-2-2 33-16,3-17 29 0,0 7 11 0,17 21 25 16,-3-26 76-16,1-5 13 0,6-5-3 0</inkml:trace>
  <inkml:trace contextRef="#ctx0" brushRef="#br0" timeOffset="-88309.28">7296 12148 509 0,'0'-17'266'0,"-15"-10"-18"0,18 17-19 16,0 1-18-16,-1 2-33 0,0 0-10 15,1 2-6-15,-1 0-8 0,-2 2-14 0,3-1-33 16,-3 1-11-16,2 0-12 0,2 3 1 0,-2 0-7 16,-1 3-17-16,0 2 5 0,6 10 1 15,-1 3-10-15,-1 2 3 0,-1 2 2 0,1 1 7 16,0 0-1-16,3 1 0 0,2 0 24 0,3-4-12 16,1 0-2-16,-1-2 6 0,6-2-8 0,5-1 27 15,4-2 9-15,4-1-4 0,1-7-7 16,8-1-6-16,0-1-10 0,8-3-11 0,-24 0-13 15,14 0 7-15,59-12-21 0,-38 3 10 16,2-2-6-16,-4-1-19 0,4-4 11 0,0-2-8 16,-2 0 2-16,-1 1-8 0,0 0 2 15,-6 0 1-15,0 0-8 0,-6 2-3 0,-1 1 5 16,-6 2-25-16,-1 0 9 0,-6 1 5 0,-3 4-2 16,-4 0 4-16,1-1-1 0,-6 1-6 0,-1 3-5 15,-4-1-4-15,-5 0 8 0,-1 1 3 16,-1 2-9-16,-3 2-5 0,-1-3 2 15,1 3 6-15,-3-3-6 0,0 1-6 0,1 2 7 16,-4 0 0-16,0 0-1 0,0 0 3 0,0 0 4 16,0 0-7-16,5 0 0 0,-5 0-4 15,0 0 1-15,0 0-10 0,7 0 4 0,-7 0 1 16,0 0 3-16,0 0 17 0,0 0-19 0,0 0-1 16,0 0 9-16,0 0-2 0,12 0-4 15,-11 0 15-15,-1 0-7 0,1 0-6 0,-1 2 10 16,1-2-1-16,-1 0 3 0,0 3 4 0,0-3-12 15,0 0 3-15,0 0-5 0,-1 0 4 16,1 0 2-16,0 2-16 0,0-2 14 0,0 0-8 16,0 0 15-16,0 1-5 0,0-1-1 0,0 0-8 15,-1 1 4-15,0-1 8 0,1 3-7 16,-2-5 0-16,1 4-4 0,-1-1-8 0,2 0 17 16,-3 1-11-16,1-1-13 0,2-1-41 15,-3 2 5-15,1 0-43 0,-1 0-26 0,-1 1-41 16,-8 5-23-16,2 1-23 0,-3 5 18 0,0-4-185 15,1 0-112-15,-3 1 41 0,3-4 14 0,1 1 36 16,-1-5 23-16,3 0 14 0,0-2 6 16,1 2 4-16</inkml:trace>
  <inkml:trace contextRef="#ctx0" brushRef="#br0" timeOffset="-86967.41">11262 12005 343 0,'0'0'285'0,"0"-14"-37"0,0 14-31 0,0 0-14 15,-21-25-32-15,21 24-23 0,0-2-20 0,-1 0-20 16,1 4-4-16,0-1-7 0,0 2-12 0,0 2-5 15,0 3 6-15,2 11 3 0,-2-1-5 16,0-7-11-16,0 5-4 0,0 5-3 0,0 1 12 16,8 25-8-16,-4-23 0 0,2 1-3 0,2-4 14 15,0-1-3-15,-1-1 6 0,5 0 8 16,1-5-5-16,2 1 12 0,3-3-8 0,4-3 23 16,4-3-11-16,4-1-24 0,-15-4 1 15,11 0-1-15,3 0-1 0,40-18-6 0,-27 8-21 16,4-4 3-16,0-2-11 0,4-2-17 15,4-5 8-15,-3 5 3 0,5-1 2 0,-4-1 5 16,-3 0-16-16,-2 0-4 0,1 4-4 0,-6-3-4 16,-2 4-1-16,-4-2-6 0,-1 5 6 15,-4 0 4-15,-2-1-1 0,-2 2-1 0,-1 1-10 16,-2 0 2-16,1 2-9 0,-4 0 11 0,-2 0-7 16,-1 2 2-16,-1-1 10 0,-2 2 0 15,-1-1 1-15,-3 4 0 0,-4-1 8 0,3 0 7 16,-3 1 0-16,-3 2-3 0,-2-2 10 0,-2 0-8 15,5-1-3-15,-2 3-4 0,0 0-9 0,-1 0-1 16,0-3 5-16,0 2-2 0,-1 0-8 16,2 1 8-16,-2-1-15 0,0 1 3 0,-1 0-11 15,1 0-28-15,-2 0-2 0,0 1 5 16,0 4-61-16,1-5-48 0,-2 4-18 0,0-1-39 16,-1 2-46-16,-1 10 23 0,-2-5-225 0,1-4-42 15,1 1 35-15,-2-2 31 0,2 1 43 0,-9 2 30 16,1 2 25-16,-4-2 15 0,2 4 20 15</inkml:trace>
  <inkml:trace contextRef="#ctx0" brushRef="#br0" timeOffset="-83672.98">15343 12615 943 0,'-4'-17'311'0,"2"5"-37"16,-1 2-42-16,2 5-23 0,-3 2-11 0,4 3 3 16,0 4-20-16,0 3-1 0,0 12-20 15,0-7 20-15,0 8-21 0,0 6-7 0,0 3-14 16,0 1 2-16,0 6-14 0,9 34-17 0,-2-32-2 15,0-1-22-15,1-3-4 0,3 2 8 16,-2-4-6-16,5-1-13 0,-5-5-13 0,4 0 0 16,-3-3 13-16,4-1-7 0,0-3 16 0,3-5-17 15,1-4 5-15,3-4-19 0,4-6 1 16,-11 0 4-16,27-14-12 0,-15 1-5 0,2-5 0 16,0-4-1-16,5-5-11 0,2-3 3 15,-3-2-2-15,2-2 1 0,-1 0-2 0,-1 4-2 16,-6 2 0-16,1 1 7 0,-6 4 6 15,-4 3-17-15,0 2 7 0,1 2-10 0,-4 2 1 16,-5 4-1-16,-2 7-10 0,-2 1 3 16,-5 2-3-16,0 0-1 0,4 12 9 0,-4-5-5 0,-3 12 2 15,3-8-2-15,0 8 5 0,-10 27-3 16,8-15 0-16,1 1 1 0,-1 2-3 16,2-3-8-16,0-16 0 0,0 9-22 0,0 5-42 15,0 2-26-15,0 1 11 0,0-1-76 0,0 2-26 16,0 1-32-16,0-2-22 0,0-2-40 0,14 30 24 15,-9-41-72-15,3 0-167 0,-1-6 46 16,3-6 39-16,-1-4 16 0,-9-3 25 0,12 0 25 16,22-17 23-16,-14 1 5 0,3 1 5 15</inkml:trace>
  <inkml:trace contextRef="#ctx0" brushRef="#br0" timeOffset="-83362.78">16307 13254 510 0,'16'-13'337'0,"-1"2"-35"0,-2 1-56 0,-4 0-37 15,1 5-29-15,-6 3-7 0,-4 2 3 16,0 0-10-16,0 0 12 0,9 13-21 0,-9-7-5 15,1 2-38-15,4 9 29 0,1 4-43 0,2-1 16 16,3 4-9-16,5-7-23 0,3 4 6 16,3-3-7-16,1 1 1 0,2-2-8 0,0-3-17 15,8-2 2-15,-5 2-9 0,0-4-6 0,0-5 32 16,2 2 5-16,-3-4 4 0,-15-3-8 16,4 0-5-16,19-19-8 0,-18 6-9 0,-4-6-16 15,-2-4 13-15,-7-4-11 0,-1-1 5 0,-3 12-8 16,0-8-6-16,-21-26 0 0,7 22-16 15,-6 2 8-15,-2-1-4 0,-2 5-4 0,-3 1 5 16,1 1-14-16,1 3-1 0,0 5-13 16,3 0-34-16,0 2 5 0,3 5-85 0,4 2-30 15,15 3-25-15,-10 0-28 0,-2 15-49 16,14-7 22-16,6 6-248 0,6-1 20 0,4-4 37 16,9 1 27-16,-3-4 32 0,4 2 27 15,4-4 37-15,0 0-1 0,4-2 12 0</inkml:trace>
  <inkml:trace contextRef="#ctx0" brushRef="#br0" timeOffset="-81235.24">17413 12737 412 0,'0'0'219'0,"-14"0"-29"0,14-14-29 16,0 14-12-16,0 0-2 0,-14 0-27 0,0-16 8 15,12 16-3-15,0-2-15 0,-1 2 8 16,1 0-18-16,1-1-5 0,-2 1 0 0,3 0-5 16,-1 0-9-16,-1-1-14 0,0 1 2 15,2 0-13-15,-1 0-1 0,-1-1-10 0,0 1-1 16,2 0-4-16,0 0-1 0,-2-2-12 0,2 2 4 16,-1 0-12-16,0 0 1 0,1 0-5 15,0 0-4-15,-1 0 16 0,1 0-13 0,-2 0 6 16,2 0-7-16,-1 0 7 0,1 0 13 0,0 0-12 15,0 0 2-15,0 0 10 0,0 0-17 16,0 0 11-16,0 0 11 0,-2 0-16 0,2 2-1 16,0-4 5-16,-1 2 2 0,2 0-1 0,-1 0-7 15,-1 0 0-15,1 0 16 0,0 0-8 0,0 0 24 16,0 0-29-16,0 0 11 0,0 0 6 16,1 0-11-16,-1 0-13 0,0 0 15 0,-1 0-6 15,1 0 12-15,0 0-2 0,0 0-9 16,0 0-6-16,-1-3 11 0,1 3-12 0,1 0 20 15,-1 3-9-15,0-3-3 0,0 0-12 0,-1-3-6 16,2 6 26-16,-1-3-33 0,0 0 13 16,0 0 4-16,1 0 0 0,-1 0-2 0,2 0-6 15,-2-3 13-15,0 3-21 0,0 0 11 0,0 0-7 16,0 0 24-16,0 0-2 0,0 0-24 16,0 0 14-16,0 0-7 0,0 3-7 0,-2-3-2 15,2 0 1-15,0 0 0 0,2 0 6 0,-2 0-8 16,0 2 12-16,0-2-10 0,0 0 8 15,0 1-6-15,0-1 16 0,0-1-12 0,0 1-3 16,0 0 2-16,0 0 1 0,0 0-13 0,0 1 5 16,0-2-1-16,0 1 0 0,-2 0 7 15,2 1 4-15,2-1-7 0,-2 0-13 0,-2 0 16 16,4 0-4-16,-2 0 8 0,0-1-10 16,0 2-2-16,0-1 0 0,0 0-9 0,0 0 15 15,-2 0-12-15,2 0 7 0,0 0 0 16,0-1 1-16,-1 1-11 0,1 0 20 0,0 0-2 15,0 0 0-15,0-2-7 0,0 4-8 16,0-2 15-16,1 0-14 0,-2 0 6 0,1 0 8 16,0-2-15-16,0 2 10 0,0 0 0 0,0 0-1 15,0 2-8-15,0-4 2 0,0 4 18 16,1-2-1-16,-1 0-22 0,0 0 10 0,0 0 2 16,0 0 0-16,0 0 1 0,0 0-1 0,2 0 1 15,-2 0-1-15,-2 0 2 0,2-2-3 0,0 2 2 16,2 0-1-16,-2 0 0 0,0 0 0 15,0 0 8-15,0 0 3 0,0 0-15 0,4 0 13 16,0 0-14-16,5-3 16 0,19 6-5 16,-12-3 5-16,9 0-3 0,3 0-35 15,5 0-1-15,4 0-31 0,3 0-44 0,41 14-31 0,-37-13-47 16,6 6-43-16,-4-5 21 0,4 3-273 16,-2-4 20-16,-3 3 33 0,2 0 29 0,-6-1 35 15,-4 0 17-15,-1-1 15 0,-6 3 31 16</inkml:trace>
  <inkml:trace contextRef="#ctx0" brushRef="#br0" timeOffset="-81013.27">17601 13081 787 0,'-33'5'277'15,"3"0"4"-15,0 0-19 0,9 0-36 0,2-2-5 16,-1-1-20-16,10 1-40 0,5 0 10 15,7-1-21-15,5 2-9 0,18 0-30 0,7 2-14 16,2 0-15-16,8 0 3 0,6 1-59 0,3-1-38 16,0 0-31-16,4-1-39 0,0 2-60 15,2-3 13-15,1 0-265 0,-3-2-11 0,-1 0 27 16,-6-2 25-16,-22 0 12 0,7 0 34 16,44-11 8-16</inkml:trace>
  <inkml:trace contextRef="#ctx0" brushRef="#br0" timeOffset="-80307.92">18693 12891 262 0,'-8'-4'288'0,"1"-1"-43"15,2 2-20-15,-1 0-15 0,1 1-15 16,2 0-22-16,-1-1-2 0,1-2-14 0,0 5 6 16,0-5-10-16,1 3-5 0,-2-2-9 15,2 1-27-15,0 0-3 0,-1-2 21 0,3 0-43 16,0-2-5-16,0 7 3 0,12-17-16 0,-8 8 2 15,6-2-3-15,-1 0-19 0,9 4 12 16,0 0-39-16,4 3 19 0,5 3-16 16,-1 1-4-16,-11 0-8 0,9 0 1 0,26 19-13 15,-24-9 27-15,0 3-11 0,-5 3-11 0,-1 2 1 16,-4 5 5-16,-5 2 8 0,-6 1-10 16,-5 5-13-16,0-16 24 0,-22 30-26 0,4-13 9 15,-7-1-1-15,-5-1 6 0,1-1 0 16,-3-3 13-16,-4 1-14 0,3-4 28 0,-2-2-15 15,3 0 8-15,2-2 11 0,2-3-3 16,6-4-5-16,-2 2 19 0,3-3-4 0,3-1 8 16,4-2 28-16,5-1 14 0,3-5-8 0,3 1-11 15,3-3-4-15,0 0-9 0,32 8-8 16,-5-7-14-16,6 3 14 0,-1 0-30 0,7-1 15 16,2 1-4-16,6-2-17 0,-1 1 4 0,0 2 3 15,2 2-12-15,-1-3-2 0,0 1 6 0,-4 0-1 16,2 0-8-16,-3-2 7 0,-6 2-12 15,0-1 6-15,-5-1 0 0,3 1 18 0,-8-3-1 16,-4 3 0-16,-2-4-9 0,-2 5 5 16,-2-4 3-16,-5 0-7 0,-6-1-4 0,-5 0-3 15,0 0 1-15,10 0 5 0,-10 0 0 0,7 0-7 16,-7 0 0-16,7 0 3 0,-7 0-9 16,0 0-22-16,10-1-27 0,-10 1 5 0,-2 0-71 15,-1 0-38-15,0 0-34 0,1 0-34 16,-2 0-30-16,1 1 26 0,-4-1-186 0,2 0 33 15,-3-1 30-15,-7-2-100 0,7 3 37 0,-3 0 22 16,-18-8 23-16,17 5 27 0,-8 2 28 16,8 1 1-16</inkml:trace>
  <inkml:trace contextRef="#ctx0" brushRef="#br0" timeOffset="-76720.69">16758 13159 724 0,'0'0'287'0,"0"0"-53"16,0-16-18-16,0 16-17 0,7-20 2 16,-24 15-27-16,2 1-12 0,-4 2-25 0,3 2-10 15,5 0-8-15,-3 0-27 0,-21 13-7 0,15-4 9 16,1 4-26-16,3 2-8 0,2 2-39 16,0 0-45-16,-1 4-45 0,2 1-50 0,3 2 10 15,0 0-295-15,1-2 29 0,0-2 23 0,5-1 24 16,1-1 19-16,2 0 11 0</inkml:trace>
  <inkml:trace contextRef="#ctx0" brushRef="#br0" timeOffset="-74957.22">15782 13745 568 0,'-58'-8'245'0,"35"7"-20"0,12 1 14 0,-2 0-9 16,-11-6-17-16,15 5-18 0,2 1 10 0,1 0-23 15,3 0 0-15,0-1-10 0,-1-2-11 0,1 3-21 16,3 0 6-16,1-1-38 0,5-2-2 0,13 3-18 16,7-3 9-16,6 0-30 0,-13 3-8 15,19 0-17-15,9 0 15 0,71 11-6 0,-39-4-13 16,17 5 5-16,8-2-9 0,7 4-6 15,5-2-2-15,5 0-5 0,11 0 0 0,2 1-12 16,4-1 9-16,0 0 13 0,-3 0-16 16,4 2-9-16,-5 1-1 0,-3-3-14 0,-7 2 12 15,-6-3 9-15,-4 2 7 0,-5 0-28 0,-3-5 4 16,-8 0 12-16,-4 2-2 0,-7 0-1 16,-4-5 7-16,-8 2-16 0,-5-2-3 0,-8-2 11 15,-5-1 10-15,-7 0 15 0,-6 0-4 16,-6-1 47-16,-20-1 10 0,6 0-3 0,3 0-6 15,-1 0 0-15,-2 0-8 0,-3 0-1 0,-8 0-7 16,3 0 0-16,-7 0-6 0,0 0-14 16,-1 0 8-16,-8 0-8 0,8 0-7 0,-8 0-7 15,7 0 0-15,-7 0-13 0,0 0-27 0,0 0-28 16,0 0 5-16,11-1-54 0,-12 2-26 16,-3 0-35-16,1-1-23 0,-3 1-33 0,-8 9 21 15,1-8-124-15,-5 0-164 0,-2 1 35 0,-3-2 33 16,14-1 30-16,-8 0 19 0,1 0 16 0,-4 0 23 15,-1 0 9-15,1-6 1 0</inkml:trace>
  <inkml:trace contextRef="#ctx0" brushRef="#br0" timeOffset="-74078.49">10105 13826 315 0,'-41'-8'214'0,"16"5"-16"0,15 3-28 0,-20-5-21 15,12 3-34-15,4 1 6 0,14 1-20 16,-14 0-6-16,3 0-12 0,2 0-10 0,2 0 11 15,-2 0-9-15,9 0-4 0,-8 0 0 16,8 0 26-16,-5 0 19 0,5 0-10 0,-6 13-3 16,17-6-7-16,19 3-11 0,-1-3-6 15,12 1-4-15,16 1-7 0,13-2-7 0,14 1 2 0,16-1-8 16,9 3-18-16,9-3 16 0,11 1-17 16,7-1-7-16,1 1-3 0,2 0-6 15,3 2 19-15,2-2-9 0,2 1 6 0,-3 2-11 16,-7-1-4-16,-7 0 3 0,-8 0 6 15,-10-1-15-15,-11-1 12 0,-7 0-6 0,-7-2 1 16,-9-1 49-16,-11 3-7 0,-8-6 20 0,-5 3-1 16,-8-4-9-16,-4 0 27 0,-5 1-17 0,0-2 0 15,-6 0-20-15,-4 3 5 0,-4-3-23 16,-14 0-1-16,3 0-24 0,-2 0-3 0,-4 0-75 16,-5 0-22-16,6-10-14 0,-12 8-21 0,-8-3-30 15,-7-2-45-15,-1 0 17 0,-4-1-126 16,-2 0-165-16,3 0 57 0,-3 0 5 0,3-2 27 15,-3 1-8-15,4-4 35 0,3 2 5 0</inkml:trace>
  <inkml:trace contextRef="#ctx0" brushRef="#br0" timeOffset="-72318.47">6724 14937 317 0,'0'0'306'0,"0"0"-60"16,-13 0-11-16,13 0-23 0,0 0-14 16,-27 10-13-16,24-12-12 0,0-1-5 15,-1 1-25-15,3 0-1 0,-2 0 2 0,-1-1-6 16,4 0-23-16,-2 1 0 0,0 0-3 0,1 1-13 16,-3-2-9-16,4-1-8 0,-2 2 7 0,-1 1-7 15,3-2-11-15,0 0 3 0,0 1 4 16,0 2-28-16,0 0 5 0,0 0-5 0,0-8 9 15,9-5-24-15,-4 9 12 0,3-5-9 16,5-2 0-16,3 1-8 0,2 1 2 0,5 0-16 16,4 1 4-16,0 3 5 0,4 0 7 0,3 0-24 15,-1 3-7-15,-15 2 5 0,9 0 10 16,1 0-17-16,27 13 7 0,-24-6-5 0,-6 2 3 16,-2 3 2-16,-2 3-24 0,-6 2 7 0,-3 2-8 15,-7-1-4-15,-4 5 7 0,-1-12-14 16,-23 20 1-16,6-7 9 0,-4-5 17 0,-5 1 2 15,-3-1-18-15,-2 1 2 0,-2-6 15 0,2 6-5 16,0-3-8-16,3-3-2 0,5-2 7 0,-4 0 14 16,6-3-10-16,2 0-10 0,4-1 16 15,4-1-21-15,2 1 6 0,6-1 13 0,3-7-5 16,0 0 0-16,23 22-9 0,-2-11-25 16,2 0 6-16,0-1-2 0,5 3 3 0,2 0 6 15,0 0-10-15,2 3 22 0,3-2 8 0,-3 2-7 16,-3 1-11-16,-1-1-2 0,-1 1 11 0,-7-3 3 15,-3 3-3-15,-2-2 18 0,-6 3 1 16,-4-3-3-16,-5-7 12 0,-22 13-11 0,0-11 15 16,-9 0 0-16,-10-5 15 0,-5 1-6 15,-4-2 21-15,-7-1-25 0,29-3 5 0,-17 0 2 16,-9 0-13-16,-3 0 11 0,-58-18 6 0,62 11-12 16,2 0-6-16,10 1 15 0,0-1-10 15,8 3-34-15,2-6-32 0,5 1-77 0,2 1-51 16,7 1 15-16,5-2-270 0,7 1-10 15,5 8 36-15,0-7 44 0,24-15 24 0,-5 12-27 16,6-2 11-16,-2 3 38 0</inkml:trace>
  <inkml:trace contextRef="#ctx0" brushRef="#br0" timeOffset="-71881.41">7284 15138 421 0,'19'0'346'0,"-3"3"-61"16,-4 0-41-16,-4 1-12 0,-1 3-2 0,2 4-26 16,0 0-15-16,-4 2-17 0,-1 4-23 15,1-3 3-15,3 3-21 0,-5 0-25 0,1 2-8 16,2-2-2-16,-4 0-11 0,2-2 7 0,0-1-3 16,-3-5-30-16,-1-1-17 0,3-2 19 15,-2-3-13-15,0 2-9 0,3-3 0 0,-1-1-2 16,-3-1-17-16,10 0 10 0,19-14 22 15,-6 3-39-15,-2-3 15 0,-3-3-5 0,3-2-10 16,0-2 20-16,-1 0-4 0,1 0-3 16,0 0 48-16,-1 1-1 0,0 3 8 0,-2 0 11 15,-1 0-7-15,0 2-5 0,-6 4-5 0,4 0-17 16,-6 2 11-16,-1 2-26 0,-2 2-1 16,0 2 6-16,-2 3-6 0,-4 0-1 0,0 0-6 15,13 20-7-15,-6-4 2 0,0 0 11 0,-2 3-4 16,-1 5-6-16,-1 2-1 0,-1-1 3 0,-1 5-7 15,2 0-7-15,-2 1 14 0,2 3-8 16,0-5-37-16,1 3-45 0,0 1 4 16,1 1-119-16,-2 0-59 0,0 5 22 0,-3-20-230 15,0 9 36-15,-15 35-122 0,7-32 37 0,1-4 32 16,6-3 29-16,1-15 73 0,10 11 22 16,0-17 13-16,2-3 16 0</inkml:trace>
  <inkml:trace contextRef="#ctx0" brushRef="#br0" timeOffset="-71692.81">8203 15481 419 0,'12'-15'506'0,"-2"0"-99"0,2 2-60 0,1 0-39 16,4 1-40-16,3 3-47 0,4 0-28 0,6 0-21 16,-1 3-9-16,4 2-49 0,6 1-30 0,-1 3-32 15,0-1-45-15,-19 1-52 0,11 0-46 16,2 0-37-16,2 0 11 0,0 0-189 0,30 14 23 15,-32-10 23-15,-4-1 20 0,-5-1-156 16,-3 3 24-16,-6-4 73 0,-2 0 5 0</inkml:trace>
  <inkml:trace contextRef="#ctx0" brushRef="#br0" timeOffset="-71430.95">8568 15129 558 0,'-12'-9'343'0,"5"-3"-49"16,1 4-27-16,-1 3-52 0,1 3-26 0,1-1-26 16,1 4 6-16,1 1-5 0,-1 3-12 15,-1 10-8-15,0 4 12 0,-2 4-31 0,3 2-6 16,3 2-31-16,-5 2 8 0,6 2-13 16,-1 2 11-16,-1-1-21 0,0 1-10 0,2 0-12 15,-1 1-8-15,1-19-28 0,0 11-47 0,0 3-22 16,0-1-40-16,-13 35-46 0,9-31 12 15,2-5-123-15,-6 1 21 0,6 0 20 0,-7-1-208 16,0-1 27-16,4-10 25 0,5 5 21 0,0-11 31 16,0-10 6-16</inkml:trace>
  <inkml:trace contextRef="#ctx0" brushRef="#br0" timeOffset="-71001.56">9009 15262 392 0,'30'-20'409'0,"-3"1"-51"0,-2 3-31 0,0 4-39 15,1 1-30-15,-2 2-4 0,0 6-33 0,-1 3-32 16,-13 0-29-16,17 15-19 0,-12-2 4 16,-5 6-31-16,-5 2-9 0,-5 1-12 0,0-8-1 15,-14 25-16-15,0-14-17 0,-4 3 15 16,-3-3-29-16,-6-1 5 0,-1-1-5 0,-4-2 2 15,5 0-4-15,-1-1-13 0,2-4-4 0,4-1-18 16,3 0 10-16,-1-4 5 0,4 0-4 16,2-2-1-16,7-2 3 0,7-7-2 0,0 0 14 15,19 19-4-15,4-13-3 0,1-4 16 0,4 3-13 16,6-4-2-16,1 0-6 0,0 4 5 16,2-5-3-16,1 2-10 0,-2 0 13 15,5 1-11-15,-1-2-2 0,1 0-3 0,-3 2 8 16,-1 0-9-16,-8-1-3 0,6 1 8 0,-7-2-5 15,-3 2-13-15,0-2 0 0,-9 1-7 16,0-2-20-16,-6 0-22 0,-4 0-4 0,-2 0-5 16,-3 2-41-16,-1-2-10 0,0 0-24 15,0 0-32-15,0 0-9 0,0 0 16 0,-11 0-180 0,8 0 29 16,1-2-153-16,2 0 30 0,0-1 66 16,2 1 20-16,1-2 26 0,15-5 18 0</inkml:trace>
  <inkml:trace contextRef="#ctx0" brushRef="#br0" timeOffset="-70388.41">10563 15338 813 0,'-7'-1'272'0,"2"-3"10"0,2 2-13 16,1 1-33-16,-2 0-13 0,3-1-28 15,-2 1-10-15,2 0-24 0,-1 1 10 0,0-2-34 16,2 2 1-16,2-3-42 0,2 3-2 0,3-3-21 15,13 2-4-15,2-2-6 0,9 2-13 0,2 0 3 16,-15 1-19-16,9 0-32 0,6 0-42 16,3 0-31-16,2 0-28 0,46 12-50 0,-39-4 15 15,1-6-238-15,-4 6-54 0,-1-3 18 16,2 0 39-16,-4 1 22 0,-3-2 20 0,-2 1 30 16</inkml:trace>
  <inkml:trace contextRef="#ctx0" brushRef="#br0" timeOffset="-70163.73">10639 15688 861 0,'-28'2'336'0,"4"-1"-32"0,15-1-24 16,0 0-35-16,9 0-38 0,-5-3-24 0,29 1-10 15,9-1-18-15,4 1-60 0,3 2-59 16,-17 0-58-16,15 0-58 0,5 0 7 0,58 13-354 16,-48-7 30-16,3-5-11 0,3 0 25 15,-4 2 62-15,5-1-4 0</inkml:trace>
  <inkml:trace contextRef="#ctx0" brushRef="#br0" timeOffset="-69144.46">12380 15166 413 0,'-9'-11'242'0,"-3"3"-39"0,-3 1-26 16,-1 1-3-16,-4 4-13 0,-2-1-13 0,10 3 4 16,-26 12-20-16,9-5-5 0,4 3 3 15,-1 2-6-15,2 5-3 0,-3 0-12 0,4 0 7 16,2 4 5-16,-1 0-9 0,2 3-20 15,1 1 0-15,3 0-6 0,-2-1-7 0,5 5 2 16,3-2-9-16,4 1 12 0,-2 0-11 0,5 3-2 16,3-15 10-16,0 7 2 0,14 27-14 15,-2-27-10-15,1-1 0 0,3 0-4 0,9-2-3 16,4-2-8-16,0 0 1 0,7-5-22 0,3 1 10 16,0-4 4-16,9-2-8 0,-1-1-12 0,0-5 5 15,4 3 5-15,-7-5-2 0,-23 0-4 16,14 0 0-16,1 0-4 0,42-17 0 0,-42 10-1 15,-3-3 1-15,0-4-10 0,-2-1 0 16,-6-2 0-16,1-2 2 0,-2-3-6 0,-2 1-17 16,-4-1 6-16,-2-4 7 0,-3 0-8 15,0-3 13-15,-5 1-18 0,-1-1 15 0,-7-1-26 16,0-4 14-16,0 18-15 0,0-7 6 0,-15-27 1 16,2 25 6-16,-2 4-5 0,-2-3 7 15,-3 7 3-15,-3 0-6 0,-4 3-2 0,-4 4 19 16,0 1-16-16,-1 7-5 0,-4 1 3 15,18 1 8-15,-9 0 3 0,-39 11-5 0,31-2 2 16,3 0-8-16,-1 4 21 0,3 2-4 16,4 0 23-16,4 3-13 0,-1-1 4 0,7 1 4 0,2 6 1 15,3-1-7-15,5 3-12 0,6-14 20 16,0 7-8-16,25 22-1 0,-3-21 0 0,10 2-3 16,12-1 0-16,4-1-1 0,7-3-2 0,11-1 0 15,3 1 25-15,6-4-8 0,5-1-5 16,0 0-2-16,3 0-45 0,-2-4-9 0,-7 1-29 15,-1-2-13-15,-3-1-14 0,-6-2-8 16,-5 1-24-16,-4 0-4 0,-5-1-40 0,-6-3-6 16,-1 1 17-16,-5-2-80 0,-21 0-132 15,7 0-59-15,0 0 48 0,-2 0 5 0,-2 0 26 16,12-10 14-16,-24 6 17 0</inkml:trace>
  <inkml:trace contextRef="#ctx0" brushRef="#br0" timeOffset="-68741.49">14245 15191 382 0,'-9'-14'264'15,"-3"2"-26"-15,-4 1-27 0,-6 1 7 0,-1 0-26 16,-5 8 0-16,-2-1-27 0,18 3 3 16,-11 0-1-16,-29 12-3 0,24-3 4 0,-3 3 5 15,3 5-18-15,2 0 5 0,-2 3-18 16,4 5 4-16,0 0-8 0,2 0 3 0,5 7-6 15,1 2-17-15,6-1 9 0,7 2-13 0,-2 1-16 16,5-18-15-16,11 39-11 0,2-19-12 16,7-1 6-16,4-2-14 0,6 0-44 0,3 0-2 15,4-2-111-15,2-5-35 0,0 0-54 0,4-4 19 16,-5-2-286-16,-2-6-22 0,-2-3 41 16,-2-5 28-16,-3-3 30 0,-13-5 17 0,4 0 22 15,26-12 15-15,-23 1 4 0</inkml:trace>
  <inkml:trace contextRef="#ctx0" brushRef="#br0" timeOffset="-68266.22">14728 15400 510 0,'3'-5'292'0,"-2"3"-25"0,2-3-24 15,-2 3-21-15,0-1-13 0,0 0-49 0,-1 2-15 16,0 1 0-16,-1 1 8 0,0 2 10 0,-5 12 2 16,-3-1-20-16,-1 3 5 0,-3 2-11 0,-1 3-12 15,2 3-5-15,2-2-18 0,0 2-12 16,3-1 4-16,2 3 11 0,3-3-8 0,2-12 0 16,0 5-11-16,0 2-12 0,15 18-9 0,-11-17-10 15,7-7-6-15,-4-4 20 0,4 2-17 16,1-5 8-16,2-2-5 0,1-1 3 0,-7-3-6 15,20-11-3-15,-9-2-5 0,3-1-7 16,-4-2-10-16,2-6-1 0,3-2 6 16,-1-1-6-16,0 1-5 0,-3 3 8 0,2 1 10 15,-3 0 0-15,-1 5 5 0,1 0 6 0,-5-1-3 16,-2 5-7-16,-1 0-7 0,-2 4-12 16,-3 2-5-16,-1 2 7 0,-4 3-11 0,0 0 2 15,0 0 7-15,19 21-3 0,-16-5-11 0,3 7 4 16,2 0-1-16,-2 4-4 0,2 0 2 15,1 0-6-15,-2-1 3 0,3 3-52 0,-1 1 6 16,-2 1-119-16,3-3-55 0,-5 4-43 0,-5-3 23 16,0-15-229-16,0 7-58 0,-15 21 38 0,9-24 23 15,1-10 15-15,1-4 23 0,3 0 27 16,-1-5 24-16,2-2 11 0,3-1-8 16</inkml:trace>
  <inkml:trace contextRef="#ctx0" brushRef="#br0" timeOffset="-68070.76">15641 15509 436 0,'29'-7'389'16,"1"2"-56"-16,-15 5-21 0,7 0-45 15,23 23-35-15,-23-6-9 0,-4 8-21 0,-3 1-15 16,3 5-35-16,-9 4-18 0,-4 2-2 0,-4 5-17 16,-1-24-18-16,-15 43-9 0,-5-18-17 15,-6 1-22-15,-9-3-60 0,-7 0-40 0,-7 1-48 16,-6 0-38-16,-7 0 14 0,-6-1-228 0,-6-5 27 15,-7 0-100-15,-6-6 24 0,-1-2 27 0,-1-3 15 16,-1 1 44-16</inkml:trace>
  <inkml:trace contextRef="#ctx0" brushRef="#br0" timeOffset="-66010.38">11983 16812 219 0,'-6'-6'252'0,"4"2"-54"16,2 4-32-16,2-1-13 0,6-1-21 0,1 2-8 15,13-1-1-15,-9 1-37 0,7 0 13 16,7 0-18-16,4 0 4 0,9 0 7 0,7 0-7 15,58 11-11-15,-38-4-4 0,6 0-20 16,10 0 1-16,7 1 4 0,12 5-6 0,10 1-3 16,10 2-23-16,6 3-12 0,11 5 4 0,3-4 1 15,97 23-27-15,-9-7 12 0,-46-6-1 0,-25-4 10 16,-23-6-8-16,1 1 1 0,-3-1-6 16,-2-4 19-16,6-3-5 0,-6 1 17 0,-1-6-17 15,-1-4 7-15,1 0 10 0,-68-4 16 16,31 0 4-16,14 0-3 0,122-16 0 0,-113 2-9 15,1-1 7-15,-8-4-5 0,-1-5 9 16,-8-2 3-16,-7-4 9 0,-4-3-11 0,-6-2 2 16,-6-5 8-16,-6 0-3 0,-6-5-18 15,-6-2 0-15,-5-7 9 0,-8-1-7 0,-8-2-20 16,-2-2 6-16,-10-2-6 0,-2-1-6 0,-7-1-3 16,0-2 8-16,-3 2 0 0,-4-2 5 15,-2 2-8-15,-4 2-3 0,2 3 7 0,-4-1 1 16,1 3-9-16,-2 4-1 0,0-2 3 0,-2 7 15 15,0 1-17-15,0 1 7 0,0 25-12 16,0-10 22-16,0-5-24 0,-11-34 13 0,6 37-21 16,0 1 10-16,-1 0 3 0,-1 4-3 15,0 0 12-15,-6 3-20 0,0 0 12 0,-2 1 5 16,-1 2-17-16,-5 2 10 0,2 2-10 0,-3-1 16 16,-4 3-6-16,-3-5-17 0,-7 3-2 15,1 2 9-15,-3 0 2 0,0-1 0 0,-2 0-6 16,-2 1 6-16,0 1-4 0,1 0 11 15,-5-1 0-15,1-1-9 0,-3 2 0 0,-1-3 10 0,-5 2-10 16,-6-2 9-16,-4 1 7 0,-8-2-10 16,-5-1-8-16,-5 0 6 0,-2-5 11 0,-2 4-2 15,-2-1-16-15,-4-1 6 0,-1 0 8 0,-2-2-18 16,-4 4 6-16,0-3-1 0,-2 2 14 16,0 1-19-16,0-1 1 0,0 5 4 0,0 0 20 15,0 3-7-15,-1 1-23 0,-1 0 11 16,-2 0 6-16,-2 2 1 0,2-1-8 0,-2 1 16 15,-3 0-22-15,2 1 4 0,-3 2-7 0,3-4 28 16,0 3-19-16,1-1 8 0,1-1 4 16,3 1-8-16,-3-1 10 0,2 5-16 0,3-2-2 15,1 4 25-15,5-2-15 0,3 2-4 0,2 3 7 16,48 0-9-16,-21 0 0 0,-11 0-2 16,-2 0 10-16,-81 16 7 0,79-12-8 0,-1 2 1 15,-3-1-9-15,-4-1-1 0,2 1-5 16,0-1 6-16,0-2 10 0,2 1 6 15,-3 0 5-15,-1-1-21 0,1-2-6 0,0 0 4 16,42 0-1-16,-22 0-7 0,-11 0-1 0,-4 0 20 16,-5 0-20-16,0 0 5 0,-86-15 10 0,86 11-10 15,-2 2 3-15,1-1 11 0,-3-1-8 16,2 1 12-16,-4 0-19 0,2-2 2 0,1 1-2 16,-3 1 5-16,4 0 7 0,-5 2-6 15,-3 0 7-15,2 1 9 0,1 0-9 0,46 0-7 16,-21 0-4-16,-11 0 5 0,-87 9-4 0,78-3 0 15,-1-1 12-15,-1-1 4 0,1 2-13 0,-2-2-8 16,2 3 17-16,0-1 0 0,-3 1-16 16,0-2 0-16,3 1 14 0,-3-2-2 0,-1 3-11 15,0-6 1-15,2 2 7 0,0 1-8 16,-1 0 10-16,1-2-9 0,1-2 13 0,47 0-8 16,-23 0-4-16,-6 0-8 0,-77-12-1 0,74 9 7 15,0-1-10-15,6-2 6 0,-2 0 4 0,6 1 9 16,-2 0-8-16,2-1-4 0,0 1 3 15,4 0 9-15,1 3-11 0,0-4 5 16,0 4 10-16,4-3-11 0,0 2-3 0,3 1 13 16,-1 1-9-16,3 0-6 0,5-2 14 0,1 3 1 15,5-5-9-15,3 4 5 0,1 0 5 0,1 1-6 16,1-3 2-16,4 3-4 0,15 0 13 16,-2 0-11-16,-5 0-3 0,1 0 3 0,2 0-3 15,-18 11 4-15,24-8 9 0,-2 3-11 16,2 0 5-16,-2 2 4 0,4 2 8 0,4-1-1 15,0 5 6-15,5-1 13 0,-1 4 5 0,1 1 10 16,1-5-12-16,0 5 5 0,12 30-2 16,-8-20-15-16,4 6 7 0,1 2 7 0,-2 3-2 15,7 4 5-15,-2 7 7 0,5 0-6 0,0 6 5 16,4 1-7-16,2 3-8 0,-1 0 15 16,8 2-25-16,2 2 3 0,2 0 0 0,6-3-4 15,-3 2 8-15,5-3-1 0,3-2-29 16,-2-3 14-16,2 0 6 0,-1-3 9 0,3 0-18 15,-4-4 15-15,2-2-13 0,-2 0 10 0,2-5-14 16,2 0-11-16,1-2-4 0,2 0 19 16,3-5 0-16,2-3-7 0,8-2 7 0,7-4-8 15,6-1 1-15,0-5 12 0,6-1 5 16,-1-6-13-16,3-1-6 0,-1 4-5 0,0-4-10 16,0-1-16-16,-5-1-11 0,-1 2-8 0,-3-3 16 15,-1 0-1-15,0 0-10 0,-3 2 8 16,2-5 2-16,-5 4-5 0,1-2 9 0,0 1 13 15,3-3-4-15,1 0-4 0,1-1 7 0,5-1-1 16,1 2 20-16,7-4-8 0,4 2 2 16,0-3-1-16,10 3-12 0,0-1 16 15,3 2-8-15,-2 2 18 0,-1-1-8 0,-7 0-8 16,-3 2 17-16,-4-2-9 0,-2 2-2 0,-5 0-9 16,-3 0 9-16,-5-2 2 0,2 3-9 15,-3 0 1-15,-2 0 6 0,0 0-7 0,4 4-1 16,0-3 3-16,0 1-3 0,1 2 5 0,3-4 0 15,2 3 1-15,-2-1 0 0,3-2 3 16,3 1 2-16,1-2 13 0,1 1 4 0,-1 1 1 16,-1-1 3-16,1 1-8 0,-4-1-13 15,-2 1 15-15,-2-2-10 0,-5 0-1 0,1-4-6 16,-2 1 16-16,-1 0-11 0,-2-2 18 16,4 0-12-16,-2-2-9 0,5 0 0 0,4 0 1 15,0 3 4-15,3-3-8 0,3 1 4 16,-3 1 16-16,3 0-12 0,2 0 9 0,-3 0 28 15,1 3-22-15,0-2 11 0,-2 2-5 0,-3-1-1 16,-2 1-8-16,-1 2 21 0,-10-1-16 0,-1 0-63 16,-4-1-44-16,-3 2-55 0,0-2 14 15,-5 3 12-15,0-1-382 0,1-5 36 0,-2 0 30 16,-23-2 34-16,51-11 26 0,-20 3 63 16,3-2 11-16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31T04:22:44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1297 1548 443 0,'0'-15'211'0,"0"-14"6"0,-7 14-15 0,3-1-3 16,-7 3-23-16,5 1 4 0,1-2-12 0,2 3-18 15,-3 2-2-15,3 2-2 0,-4 2-4 16,6 0-19-16,-2 0-1 0,0 1-2 0,0 1 0 16,1 0-16-16,-2 2-18 0,2-2-2 0,-2 3-2 15,4 0-19-15,-22 12-7 0,5 0 3 16,-2 5 11-16,4-1 17 0,-3 6-9 0,-1 3 16 16,1 3 7-16,0 1 8 0,2 6 3 15,0 1-14-15,2 5 6 0,5-2-7 0,0 2-11 16,7-1-3-16,1 1 1 0,1-22-10 0,0 7-19 15,14 35 1-15,0-29 5 0,4-4-4 0,3-3-6 16,4 1-21-16,3-7 8 0,1-1-4 16,0-4-10-16,3-5 17 0,3-1-4 0,0-6-9 15,-20-2-1-15,12 0-2 0,34-18-14 16,-25 4 8-16,-2-5-6 0,-2-3-3 0,-2-4-14 16,-1-3 12-16,-3-6-6 0,-4-3-6 0,-3-1-4 15,-4-2-11-15,-2 0 3 0,-6-2 4 16,-3-2 3-16,-4 25-7 0,0-12-7 0,-13-67 10 15,-3 39 4-15,-2 8-11 0,-6 7 6 0,-4 5 19 16,-2 9-18-16,-5 6 14 0,4 10-3 16,-4 7-19-16,0 6 19 0,20 2-3 15,-6 0 1-15,-20 16 14 0,22-4-11 0,3 6 0 16,1-2-11-16,2 6 10 0,7 0 10 0,-1 5 14 16,6 3 2-16,1-14-6 0,0 10 14 15,18 39-1-15,-4-26-10 0,4 5-4 0,2-1 8 16,2 1 3-16,2 1-12 0,2-1-2 0,1 1-4 15,-2-3 1-15,1 0 2 0,-2-3-2 0,0 0-12 16,-2-4-1-16,0 0 14 0,-5-4-4 16,-2-2-6-16,-5-2-16 0,-2-3-15 0,-3 2 3 15,-1-1-141-15,-4-14-83 0,-27 16-57 16,5-10 30-16,-2-2 26 0,-4-4 23 0,-3 2 20 16,-3-1-307-16,0 2 36 0,-2-4 33 0,1 4 30 15,3-2 46-15,-2 0 37 0,4-1 33 0,5 3-12 16</inkml:trace>
  <inkml:trace contextRef="#ctx0" brushRef="#br0" timeOffset="136">1013 2593 643 0,'-16'9'459'0,"3"1"-79"0,5-2-48 0,0 0-44 15,2-4 6-15,6 0-29 0,2-2-11 0,4-2-32 16,18-2-32-16,-6 2-68 0,9 0-13 0,47-16-244 16,-20 10 12-16,4-6 11 0,9 0 11 15,0-2-354-15,5 1 35 0,3 0 30 0,4 1 24 16,0 0 21-16,4 1 22 0,4 1-4 0</inkml:trace>
  <inkml:trace contextRef="#ctx0" brushRef="#br0" timeOffset="313.39">2523 2506 422 0,'22'-5'792'0,"-3"-3"-100"0,-4 3-108 16,-3-2-39-16,-7 0-73 0,1 0-47 16,-3 2-61-16,-3-2-35 0,1 2-46 0,-1 5-20 15,0 0-30-15,0-8-104 0,-15-8-83 16,3 1-61-16,7 8 2 0,-1-5-192 0,-3 7-78 15,0-9 25-15,4 1 23 0,4-3-366 0,1 6 46 16,0-3 80-16,0-3 35 0,19-19 30 0,-5 17 27 16,5-3 24-16,4 0 27 0,5 0 19 15,8-1 42-15</inkml:trace>
  <inkml:trace contextRef="#ctx0" brushRef="#br0" timeOffset="2358.14">3373 1467 481 0,'-15'0'388'0,"15"0"-62"16,0 0 7-16,0 0-71 0,-14 0 13 0,14 0-42 16,-19-11-8-16,19 8-39 0,0-1-28 15,2 1-14-15,2-1-19 0,9-4 13 0,1 2-41 16,6 0-4-16,0 1-2 0,1-2-12 0,1 2-4 15,1 1-17-15,-4 1-22 0,0-3 14 16,-2 1-8-16,-2 1-20 0,2 1 20 0,1-4-24 16,-3 1 24-16,2-1-20 0,-3-1 8 15,0 0 9-15,4-6-38 0,-5-3 3 0,-2 0 10 16,-1 2 2-16,-2-4 15 0,-3-3-32 0,2 3 5 16,-7 9 4-16,0-6 14 0,0-2-4 15,0-1-2-15,0-3-10 0,0 3-16 0,-13-19 27 16,9 22 4-16,-1 5-27 0,1 0 6 0,-1-3 12 15,1 10-7-15,1 1 8 0,2-2-11 16,0 3 0-16,-5 4-1 0,0 6 1 0,-1 0-2 16,-4 6 4-16,1 0 0 0,-1 3 1 15,0 7-1-15,1-1-1 0,0 2 57 0,1-1 5 16,3-2 2-16,-3 3-1 0,5 3 15 0,0 2-8 16,0 1 5-16,3 0-3 0,1-14-8 15,0 8 11-15,0 4-9 0,0 7 6 0,0 1-16 16,0 3-8-16,0 1-5 0,13 43 5 15,-11-39-4-15,2 0-5 0,1 1-2 0,-2-2-14 16,-3 1-61-16,2-2-23 0,0-3 4 0,-2 1-102 16,0-21-43-16,0 8-36 0,-12 36-53 15,6-32 30-15,-6 2 23 0,-2-6-307 0,-1-4 40 16,2-7 34-16,-2-4 41 0,6-6 28 16,0-7 36-16,9 0 21 0,0 0-14 0,-18-22-7 15</inkml:trace>
  <inkml:trace contextRef="#ctx0" brushRef="#br0" timeOffset="2557.38">3373 1877 331 0,'-7'-22'574'0,"0"-3"-107"16,5 1-46-16,-2 3-47 0,4 0-42 0,0 2-48 16,0 8-15-16,0-4-36 0,14-16-28 15,-4 14-24-15,-1 2-29 0,5 1-7 0,5 0-54 16,3 3-48-16,3 2-5 0,6 3-124 0,6 0-38 15,2-1-55-15,8 2 16 0,0 1-140 16,1 3 24-16,4-5-198 0,-6 2 33 0,2-1 15 16,-1-2 32-16,-2 1 29 0,-2-3 11 15</inkml:trace>
  <inkml:trace contextRef="#ctx0" brushRef="#br0" timeOffset="2868.27">4443 1359 442 0,'-2'-3'216'0,"-15"-4"-25"15,8 5-8-15,-4 0 1 0,-9 2-29 16,12 0 9-16,-4 0-9 0,-23 16 4 0,15-4 1 16,1-4-6-16,0 4 18 0,2 4 4 15,-1 5 14-15,3-7-22 0,-2 6 15 0,3 1-8 16,0 4-5-16,0 3-8 0,4-2-8 0,0 3-9 15,4 1-14-15,0-1-25 0,4 2 6 16,1 0-19-16,3-14-8 0,0 8-6 0,15 31-1 16,-3-26-10-16,2 0-28 0,4-1-54 0,1-3 2 15,0-4-100-15,6-2-50 0,-1-4-38 0,4-1-49 16,-1-6 24-16,0-4 19 0,3-2-324 16,-16-3 37-16,28-12 31 0,-20-1 74 15,4-2-16-15,-1-3 11 0,-2-6 41 0</inkml:trace>
  <inkml:trace contextRef="#ctx0" brushRef="#br0" timeOffset="3274.16">4711 1577 357 0,'6'-20'483'0,"-5"1"-93"0,3 5 21 15,-3 3-41-15,0 3-46 0,2 1-36 16,-3 3-35-16,0 1-21 0,-1 4-11 0,-1 1 9 16,-1 2-14-16,-3 11-23 0,-4 0-16 0,5 5-1 15,-3 1-25-15,5 5-12 0,-3 0-11 0,2 1-13 16,4 1-21-16,0-2 2 0,0-12-9 15,0 6-10-15,0 1-7 0,10 23-1 0,-1-22-22 16,-3-6 4-16,3 0-2 0,2-2-9 0,3-2-6 16,0-2-7-16,3-5-7 0,-2-5-7 15,-8 0 5-15,6 0-12 0,19-16-1 0,-14 0-14 16,1-1 0-16,-2-2 7 0,0-3-18 16,1 5 7-16,0-5-2 0,-1 3 11 0,-2 1 3 15,-1-5-7-15,1 4 13 0,-1 2-7 0,-3 1 7 16,-2 2-5-16,-1 5 1 0,-1 3 6 0,-3 1-6 15,-1 1 5-15,0 2-8 0,0 1 4 16,-3 1 9-16,0 0 14 0,0 0-5 16,11 25-2-16,-8-8-6 0,-3 4-1 0,0-10 2 15,0 6-7-15,0 8 3 0,0 0-6 0,0 0 10 16,-18 33-29-16,11-32-41 0,2 5-53 0,-2-3 10 16,-6 3-121-16,3-4-45 0,-2 3 26 0,1-7-195 15,0 2-107-15,0-4 40 0,2-4 37 16,3-7 33-16,3-5-18 0,3-2 27 0,3-6 86 15,-1-2 10-15,6-10 7 0</inkml:trace>
  <inkml:trace contextRef="#ctx0" brushRef="#br0" timeOffset="3505.16">5480 1588 522 0,'13'1'411'15,"-4"3"-70"-15,5 9 9 0,-3 3-44 0,-1 4-24 16,1 1-25-16,0 4-2 0,-2 1-33 15,1 4-19-15,-1 1-33 0,0 0-1 0,-3 3-22 16,0 2-20-16,-2 1-6 0,-4-22-20 16,0 12-10-16,-17 32-13 0,0-25 0 0,-1-1-1 15,-6-2-20-15,-5-3-15 0,-1 1-5 16,-5 0-85-16,-1-3-57 0,-3-3-44 0,1 0-59 16,0-2 20-16,3-1-281 0,-1-6 7 0,9-5 34 15,1-5-19-15,16-4 27 0,1 0 91 16,-4-24-4-16,15 8 22 0</inkml:trace>
  <inkml:trace contextRef="#ctx0" brushRef="#br0" timeOffset="4092">6214 1741 929 0,'-3'-3'307'0,"2"2"0"16,-4-2-62-16,5 0-3 0,-2-1-28 15,2 0-34-15,2-2-11 0,3 3-18 0,10-6-32 16,4-1-2-16,6 0-18 0,1 1-9 16,0 0-72-16,2 1-54 0,4 1-93 0,0 3 12 15,1-2-166-15,7 3 24 0,-3 0-200 0,0 3 56 16,-4-2 0-16,-16 2 60 0,6 0 4 16</inkml:trace>
  <inkml:trace contextRef="#ctx0" brushRef="#br0" timeOffset="4257.18">6430 1925 234 0,'-31'7'382'0,"6"-2"-31"0,4 0-31 0,2-1-35 15,6-4-42-15,3 3-29 0,4-1-31 16,6-1-2-16,6-1-20 0,13 0-60 0,9 2-40 16,-12-2-44-16,9 0-85 0,4 0 7 0,5 0-232 15,8 0 24-15,3 0-161 0,52-15 26 16,-47 10 18-16,4-2 12 0</inkml:trace>
  <inkml:trace contextRef="#ctx0" brushRef="#br0" timeOffset="4959.96">7442 1581 329 0,'-10'-5'314'0,"5"1"-45"16,1-1-13-16,0-1-41 0,3 0-24 16,2 1-11-16,4-10-29 0,4 3-14 0,6-2-16 15,3 2-14-15,4 2-15 0,4 0 7 0,2 2-23 16,4 2 2-16,0 3-21 0,2 1 5 16,-17 2-14-16,6 0 2 0,32 14-17 0,-32-4 14 15,-4 4-6-15,-5 3-16 0,-5 0 13 0,-9 5-12 16,0-10 5-16,-15 29-4 0,-3-16-11 15,-4 4 6-15,-4-3-13 0,-4 3 15 0,-1-4-8 16,0 0 8-16,-1-2 8 0,0-1 16 0,4-1 3 16,0-4 4-16,5-2 2 0,3-1-8 15,1 1 12-15,1-3 9 0,6-5-22 0,-2 1 0 16,8 1-4-16,3-6 6 0,2-1-10 0,1-2-5 16,0 0-2-16,28 7 1 0,-5-7-2 15,-9 0 18-15,8 0-5 0,3 0-4 0,34-9 6 16,-27 6-1-16,0 1-3 0,1-1-16 0,3 2-2 15,-3-3-3-15,-1 1-1 0,-1 2-72 16,-1 1-38-16,0-4-34 0,-6 1-51 0,1 2-39 16,-2-2 20-16,-3 2-234 0,-1-4 33 0,-1 0 28 15,-1-2 26-15,-3-2-64 0,0 1 28 16,-2-2 13-16,1-1 21 0</inkml:trace>
  <inkml:trace contextRef="#ctx0" brushRef="#br0" timeOffset="5436.63">8295 1533 454 0,'3'-5'453'0,"-3"1"-69"0,0 3-38 16,2-4-38-16,-1 4-42 0,-2 0-32 0,-1 2 12 15,2 2-18-15,-1 1-4 0,0 3-18 16,-3 12-23-16,1 5-16 0,0 4-2 0,3 2-23 15,0-15-17-15,0 7-12 0,0 4-14 0,12 28 5 16,-9-21-9-16,4-6-20 0,-5 4-5 0,5-2-15 16,-3-4-1-16,-2-2 1 0,3-3-6 15,-3-3-1-15,1-3-8 0,-3-5-9 0,3-1 21 16,-2-1 25-16,0-3 3 0,0-3-4 0,2 1 8 16,-3-2-16-16,0 0-5 0,13-18-2 15,-3-1-19-15,0-4 5 0,6-2-9 0,-4 0-6 16,5 0-10-16,-2 1 0 0,3 2 1 15,3-2-6-15,-2 0 3 0,0 0-14 0,-1 4 12 16,1 4-6-16,0-1-2 0,-1 4 2 0,-1-1-10 16,-3 7 1-16,-1-1-4 0,-4 5 6 0,-4-1-4 15,2 2 2-15,-7 2-9 0,0 0 15 16,11 0-1-16,7 19-1 0,-10-7-2 0,-2 3 6 16,0 0-2-16,-2 5-7 0,1 0 4 0,-2 0-3 15,-3 4 7-15,0-12-31 0,0 7-24 16,0 2-61-16,0 2 9 0,-11 28-151 0,4-27-87 15,3 1 31-15,-4-2 26 0,2-3-316 16,4-1 50-16,1-7 58 0,1-4 30 0,0-8-4 0,0 0 40 16,14 9 19-16,-5-9 18 0,14-2 2 15</inkml:trace>
  <inkml:trace contextRef="#ctx0" brushRef="#br0" timeOffset="5650.38">9119 1838 267 0,'5'-8'537'0,"-1"-1"-36"0,0 2-72 16,5-5-52-16,-1 1-45 0,-1 0-52 0,7 2-27 15,4 1-22-15,5 1-27 0,7 0-30 16,2 4-16-16,1 1-10 0,1-1-21 16,5 3-54-16,-19 0-6 0,11 0-117 0,5 0-65 15,4 0-62-15,41 11 16 0,-40-7-205 0,-4-4 28 16,1 2-150-16,-3 0 36 0,1-2 29 15,-3 0 23-15,-6 3 20 0,-4-1 63 0</inkml:trace>
  <inkml:trace contextRef="#ctx0" brushRef="#br0" timeOffset="5905.18">9572 1548 403 0,'-12'-9'410'0,"6"5"-82"0,-3-1-49 16,5 1-25-16,1 1-48 0,1 3 6 0,1 0-23 16,-4 3 8-16,5 2-5 0,-3 2-22 0,-1 12-20 15,4 5-19-15,0-10 1 0,0 4-19 16,0 8-12-16,0 2-11 0,0 1-1 0,13 32-7 16,-9-29-27-16,1 2-26 0,1-4-49 0,-2 1-39 15,-2-2-63-15,3 2-53 0,0-4 18 16,-4-2-318-16,3-4 38 0,-2-1 30 0,1-9 3 15,2-4 8-15,3-2 20 0,2-5 3 0</inkml:trace>
  <inkml:trace contextRef="#ctx0" brushRef="#br0" timeOffset="6638.51">9933 1566 293 0,'-11'-13'319'0,"3"2"-35"0,2-1-32 15,1 2-19-15,-3 0-15 0,6 5-21 0,-2-2-6 16,0 3-25-16,1-1-26 0,2 0-9 16,-1 1-11-16,0 0-4 0,1 0-16 0,1 0 1 15,-3-1 1-15,3 2-28 0,-1-2 15 16,0-1-22-16,1 6 10 0,0 0 2 0,0 0-23 15,0-7 18-15,0 0-40 0,0 7 17 0,0-7-6 16,11-4-7-16,-8 6-8 0,10-5 4 0,-6 6-13 16,0-2 3-16,4-1 6 0,5-2-12 15,2 4 3-15,3 0 3 0,4-1-1 0,0 2-8 16,2 4 2-16,1-1 2 0,-1 1-8 0,-13 0-9 16,5 0 20-16,27 12-21 0,-20-5-6 0,-5 2 12 15,-3 0 1-15,-1 1-13 0,-8 5 14 16,-3-1-11-16,-2 4 5 0,-4-7 7 15,0 4 6-15,-19 22-1 0,4-18-6 0,1 0-4 16,-3 0 22-16,-1 0-16 0,0-2 1 0,4 0 13 16,-2 0-4-16,0-1-20 0,0-4 7 0,3 1 23 15,6-5-23-15,-2 4 8 0,3-4-6 16,1 0 6-16,4-5-8 0,-2 4-11 0,3-7 1 16,0 5-1-16,18 15 21 0,-3-8-22 15,2 2 1-15,6-2 31 0,-1 0-3 0,3-2-3 16,-3 5-2-16,3-3-18 0,-2 5 11 0,2-5-12 15,-3 2 11-15,-2 3-10 0,1-1-5 16,-2 0 11-16,-5 0-12 0,-10-1 15 0,-2 1-12 16,-2-8-4-16,-14 12 16 0,-3-4 0 15,-6-5-2-15,-3 0 8 0,1-1-2 0,-10 0-1 16,3-2-2-16,-2-1-2 0,0 1 1 0,1-2-2 16,1-1-5-16,0 0-2 0,2 0 40 0,6-3 7 15,5 1 6-15,1-2-10 0,5 1 8 16,3-1 1-16,5 1-13 0,-2 0-18 0,3-2 16 15,1 0-8-15,1 1-4 0,0-1-4 0,2 2 0 16,0-2-20-16,0 0 14 0,0 0 0 16,0 0-6-16,0 0-15 0,0 0 21 0,0 3-16 15,0-3-15-15,0 0-6 0,0 0-16 16,0 0 4-16,0 0-82 0,0 0-25 0,-1 0-38 16,1 0-32-16,-2 0 19 0,0-3-231 0,2 3 33 15,-2-3-109-15,2-1 39 0,0 0 41 0,2-2 25 16,8-11-1-16,-5 3 51 0,4-8 7 15</inkml:trace>
  <inkml:trace contextRef="#ctx0" brushRef="#br0" timeOffset="8021">1828 3152 371 0,'-9'-3'325'0,"4"1"-39"16,0-3-26-16,2 5-3 0,0-1-18 0,1 1-25 16,-1-3-5-16,2 2-40 0,0 1-15 15,-1-2-16-15,2 1-4 0,0 1-19 0,3-2-19 16,1 3-7-16,4-1-3 0,-1-1-3 0,19-1-12 15,-12 2 5-15,6 0-15 0,7 0-29 16,1 0 6-16,4 0-3 0,-2 0-6 0,35-12 10 16,-33 8-9-16,-1 2-5 0,1-1 6 15,-3-2-8-15,-2 2-9 0,-2-2 23 0,-3 5-17 16,-9-2-9-16,7-3 8 0,-6 0 9 0,-2-1-20 16,-7 2 2-16,4-1-12 0,1-4 17 0,-4 1 1 15,-3-1 6-15,5-2-15 0,-6 0 3 16,1 0-17-16,-3 11 18 0,0-9-23 0,0-4 18 15,0 2-21-15,-18-15 18 0,14 16 10 16,-2-1-19-16,2 4 3 0,0 1-4 0,-1 1-5 16,5 0 14-16,-3 0 29 0,-1 3-23 15,1-3 15-15,0 4-22 0,1 0 7 0,-2 1-23 16,4 0 8-16,0 0 13 0,-22 12-4 0,12 0 19 16,2 2 5-16,0 6 12 0,0 1 4 15,0 2-4-15,-1 3 20 0,5 1 7 16,-4 2 7-16,6 3 1 0,-3-3-13 0,1 2 4 15,1 2 12-15,-1 2-3 0,1 0-9 0,-1 2 2 16,-1 0-6-16,3 1-6 0,2-1-5 16,-1 4 1-16,0-5-21 0,1 3 1 0,0-21 9 15,0 10-18-15,0 6-40 0,0 1-30 16,0 1 6-16,0 1-84 0,0-3-34 0,0 2-20 16,0-2-41-16,-13 33-23 0,8-35 22 0,-6-1-249 15,-1-8 35-15,0-3-28 0,-2-2 32 16,7-13 44-16,7-5 30 0,0 0 22 15,-20-25-17-15,14 5-7 0</inkml:trace>
  <inkml:trace contextRef="#ctx0" brushRef="#br0" timeOffset="8247.54">1886 3602 707 0,'-12'-15'430'0,"0"3"-69"0,2-3-4 16,0 3-19-16,7 1-22 0,1 1-50 15,2 10-11-15,0-13-29 0,17-13-36 0,-2 13-14 16,6 0-34-16,0 0-9 0,6 3-8 0,5 1-19 16,0 0-17-16,5 2-49 0,7 1-4 15,0 1-106-15,-2 0-35 0,8 2-43 0,-3-1-36 16,2 1 16-16,-1-1-111 0,-1-1-149 16,-2 0 31-16,-1 1-35 0,-3-2 30 0,-4 0 25 15,0-2 17-15,-4 1 9 0,-6 2-9 16</inkml:trace>
  <inkml:trace contextRef="#ctx0" brushRef="#br0" timeOffset="8454.65">2809 3263 403 0,'0'-7'293'0,"0"1"-16"0,2 2 3 0,-4 0-28 15,4 0-11-15,-2 0-8 0,0 1-33 16,0 0-38-16,0 2-13 0,-2 0 8 0,1 2-27 16,-1 2-5-16,-4 11-15 0,-1-1 5 15,4 3 2-15,-3 3-27 0,2 1-6 16,-2 3-12-16,2 4-3 0,-5 0-10 0,8 4-19 15,-2 0-2-15,2 3-17 0,1-5-54 16,-5 3-50-16,5 2-74 0,0-1 16 0,-4-3-208 0,0-2 29 16,0-4 25-16,-1-5 22 0,0-3 21 15,1-4-122-15,2-9 38 0,-1-2 13 16,3-1 9-16</inkml:trace>
  <inkml:trace contextRef="#ctx0" brushRef="#br0" timeOffset="8623.48">2944 3197 291 0,'-5'-28'473'0,"5"15"-95"0,-13-18-59 0,8 10-42 15,-5 8-30-15,-2-1-67 0,4 4-59 0,-2 3-43 16,2 4-37-16,1 3-52 0,7 0-23 0,0 0 2 16,-17 21-162-16,16-10-204 0,6 4 25 15,1-1 5-15,6 0 12 0,1-1 16 16</inkml:trace>
  <inkml:trace contextRef="#ctx0" brushRef="#br0" timeOffset="8976.12">3064 3363 348 0,'6'14'336'0,"-3"-2"-17"0,1-1-54 16,-2 6-18-16,1-4-36 0,-3-1-20 0,2-2-24 16,1 8 4-16,1-3-35 0,-3-2-9 0,-1-1-2 15,3-4-26-15,-2 3-18 0,-1-3 13 16,4-3-16-16,-4-1-21 0,1 1-1 0,0-3 1 15,-1 0-12-15,4-1 1 0,-1-2-8 16,-1-3-12-16,11-9 20 0,0-3-27 0,-2-1 2 16,1 0 16-16,3-3-18 0,2 0-6 0,-3 2 9 15,3 1-2-15,-1 0-10 0,-2 2 3 16,-1 4 31-16,-8 2-32 0,5 3 32 0,0-3 4 16,-3 2-10-16,-2 3-13 0,-1 2 10 0,-3 1 16 15,-1 1 1-15,0 0 3 0,0 0-4 16,13 10 31-16,-12-4-15 0,4 8 9 0,-1 3-21 15,-2 0 4-15,1 4-9 0,-1 1-8 16,1 2-12-16,0 1-22 0,2 1-2 0,-1 2-88 16,2-3-33-16,1-3-30 0,3 1-41 0,-1-1-34 15,1-6 19-15,3 0-182 0,2-6 30 16,2-2-98-16,-1-1 27 0,2-6 2 0,-6-1 27 16,4 0 14-16,25-16 3 0</inkml:trace>
  <inkml:trace contextRef="#ctx0" brushRef="#br0" timeOffset="9532.11">3867 3418 304 0,'5'-16'365'16,"-4"3"-61"-16,-5 5-37 0,-6-1-32 0,-7 4-28 15,3 5-23-15,4 0 8 0,-26 10-34 16,13 0-7-16,3 5-5 0,-5 0-6 0,4 4 8 16,0 4-30-16,3-1-24 0,2 2 35 0,0 1-35 15,5 0-20-15,2-2 24 0,0 5-27 16,5-2-5-16,4-3-8 0,0-11 6 0,10 16-39 15,0-13 13-15,2 0-13 0,1-3 9 0,2-3-4 16,3-4 19-16,3-4-16 0,-12-1-14 16,7 0 18-16,21-17-25 0,-16 2-12 0,-7-2 4 15,2-5-15-15,-3-4 13 0,1-3-22 16,-2-5 1-16,-3-9 1 0,-3-3 4 0,4-1-7 16,-1-4 8-16,-2-4 10 0,3 2-10 0,-5-1 11 15,0 0 0-15,-2 4 33 0,-2 4 13 16,3 1 9-16,-4 6-5 0,0-1 63 0,0 24 9 15,0-8-10-15,0-3-10 0,0 5-12 16,0 2-2-16,0 2-11 0,0 9-2 0,-5 3 16 16,2 14 24-16,-2 11 0 0,-1 7 3 0,-1 3 14 15,2 4 0-15,1 2-11 0,2 7 7 16,-1 1 2-16,-1 5-9 0,0 1-7 0,1-3-13 16,-1 0 18-16,3 1-12 0,1 0-13 0,0-25 5 15,0 9-2-15,0 5-13 0,14 38-3 0,-9-39-24 16,4-3 10-16,2-1-5 0,2-3-17 15,7-3 3-15,-3-4 5 0,5-1-11 0,-1-4 8 16,6-4-14-16,1-2-3 0,-2-1-10 0,6-5-11 16,1-1-14-16,3-1-1 0,-21-2-28 15,10 0-23-15,4 0-17 0,27-14-10 0,-32 8-20 16,-3-2-9-16,-1 0-23 0,-4-2-34 0,-5 2 14 16,-6-1-92-16,-1 0-54 0,-2 1-53 15,-2 8 31-15,0-10-303 0,-12-17 63 0,7 12 38 16,5-4 62-16,0 9 32 0,0-7-1 15,21-22 28-15,-8 17 46 0,5 0 23 0,8-2 14 16,0 4 26-16</inkml:trace>
  <inkml:trace contextRef="#ctx0" brushRef="#br0" timeOffset="10712.8">4898 3298 422 0,'-2'-2'286'16,"-1"0"-41"-16,-1 0-16 0,-3 2 6 0,-9 5-23 16,-3 2 7-16,-3-2-7 0,3 6 3 15,-3 0-20-15,3 1-22 0,3 3-11 16,0-1-19-16,6 2-16 0,2 2 16 0,2 1-23 15,6-12-24-15,0 6-18 0,18 16-8 0,-3-11-8 16,5-2 15-16,2-4-33 0,5-1 10 16,-2-3-20-16,-1-1 23 0,-1-1-11 0,-1-3-5 15,-9-1-4-15,-2-2-13 0,-1 0 13 0,4 0-10 16,11-18-5-16,-15 5-2 0,-5-3-2 16,-3-3 1-16,-2-1 1 0,0 8-2 0,-13-20-1 15,6 13-16-15,-5-1 19 0,2-1-11 0,0 1-1 16,-5 3 11-16,1-1 17 0,2 3-13 15,0 3-4-15,1 2 12 0,5 1-1 0,0 1-27 16,5 5 0-16,1-2 1 0,0 5-2 0,0 0-44 16,24-9-9-16,-3 7-6 0,5 1 0 0,-3 1 0 15,-11 0-7-15,10 0 12 0,4 0 2 16,3 0-9-16,0 0 5 0,1 0 16 0,29 10 5 16,-36-9 6-16,4-1 3 0,-3 0 6 15,-15 0 2-15,9 0 3 0,-5 0 25 0,0 0 12 16,-4 0 32-16,2 0-5 0,-4 0 15 0,-7 0 27 15,7 0-6-15,-7 0-5 0,13-11 5 0,-8 11-5 16,-3 0 6-16,1-1-1 0,-3-2 2 16,4 3-18-16,-4-3 0 0,2 3-10 0,-1 0-2 15,1-1-18-15,-1-1 8 0,2 2-12 0,-3 0-22 16,0 0 12-16,0 0-5 0,2 15-1 16,-2-8 9-16,0 12 6 0,0-8 1 0,0 5 2 15,0 5-4-15,0 0-3 0,-10 25-1 0,7-17-9 16,3-17 4-16,0 6-10 0,0 5 11 15,16 22-13-15,-8-22 5 0,0-4-5 0,3 0 0 16,1-3 5-16,0 0-11 0,2-7-9 0,4-1-6 16,-2-3-37-16,-7-5-2 0,7 0-29 15,23-17 13-15,-19 7 6 0,4-3-21 0,-5-5-3 16,-2-4-1-16,2 2 7 0,0-4 16 16,-1 3-7-16,-4 2 12 0,1-4 16 0,0 7 1 15,-4 3 8-15,-5 2 4 0,1 4 2 16,-1 2-1-16,-5 2 4 0,-1 3 3 0,0 0 17 15,0 12 13-15,0-5-1 0,0 11-1 16,0-9 5-16,0 7-11 0,12 23 1 0,-2-14 19 16,5-8-13-16,-2 1 4 0,9-3-8 15,-1 2 14-15,0-5-10 0,3 3 1 0,3-7-7 16,0 0 9-16,0-4-6 0,1-4-2 0,-17 0 6 16,10 0-12-16,25-15 18 0,-23 4-11 0,-3-4 2 15,-3-2-5-15,1-3-4 0,1-2 8 16,-4-7-9-16,0-3-2 0,-2-8-4 0,-2-2-11 15,1-4 27-15,-4 0-5 0,1 0-4 16,-2 0 31-16,-4 0 1 0,0-1-1 0,-3 3 20 16,0 24 15-16,0-8 17 0,0-4 4 0,0 2 6 15,0 0 5-15,-13-26-6 0,12 37-18 16,-2 1-4-16,1 6-1 0,-2 7-18 0,1 4-7 16,-1 4 8-16,-2 10 13 0,-5 4 7 0,2 7-19 15,1 3-7-15,3 1 7 0,0 6-11 16,1 5 2-16,4 5 8 0,0-22-25 0,0 14-21 15,16 53-48-15,-7-37-63 0,2 0-62 0,1 1 17 16,1-2-164-16,4-1 30 0,-3-5-251 16,0-4 46-16,-4-7 44 0,2-5 36 0,-2-4-96 15,-1-4 15-15,-4-7 64 0,-2-5 25 16,-2-3 25-16,-1-6-6 0,-1-4 8 0</inkml:trace>
  <inkml:trace contextRef="#ctx0" brushRef="#br0" timeOffset="10981.34">6180 3292 685 0,'-11'-25'408'0,"2"6"-34"0,1 1-48 0,3 1-21 16,4 6-37-16,1-2-31 0,0 13-30 15,19-18-34-15,-1 6-17 0,7 1-8 0,5 5-18 16,2-1-15-16,2 2-11 0,1 0 3 0,1 3-19 16,-1-1-19-16,0 2 0 0,-4 0-2 15,3 1-11-15,-19 0 4 0,10 0-17 0,0 0-7 16,0 0 0-16,-1 0-7 0,-6 0-1 15,0 0-4-15,-5 0-1 0,-2 0-10 0,-3 0 7 16,-2 0-1-16,-6 0-34 0,7 0-11 0,-7 0-22 16,7 0-19-16,-7 0-28 0,0 0-45 15,5 0-34-15,-5 0 17 0,8-1-121 0,-11 1-110 16,1 1-62-16,-2-2 31 0,4 0 14 16,-4-1 24-16,-2 0 26 0,2-1 11 0,0-2 0 15</inkml:trace>
  <inkml:trace contextRef="#ctx0" brushRef="#br0" timeOffset="12221.07">7914 3018 209 0,'0'-15'475'0,"30"-11"-111"0,-27 14-41 0,-2 4-11 15,-1 0-33-15,2 3-21 0,-1 2-36 16,-1 0-35-16,0 2-7 0,0 2-16 16,4 2-31-16,-4 2 9 0,-4 2-16 0,4 13-14 15,0-8-11-15,0 6 2 0,0 4-10 0,0 5-4 16,0 0-2-16,0 4-16 0,14 35 6 15,-10-29-22-15,2-2-3 0,-1 2-3 0,4 1 1 16,1-2-6-16,-1 1-79 0,-1 0-58 0,-2-3-27 16,2-1-35-16,-4 1-75 0,0-5 21 15,-2 3-266-15,-2-18 33 0,0 3 4 0,0 3 36 16,0-5 25-16,0-4 24 0,0-3 0 0,-9 0-4 16</inkml:trace>
  <inkml:trace contextRef="#ctx0" brushRef="#br0" timeOffset="13321.97">7672 3377 334 0,'-19'-15'433'16,"-4"0"-34"-16,3 2-47 0,5-1-47 0,0 0-5 16,5 0-37-16,5 4-31 0,5-1-23 15,0 11-23-15,15-20-21 0,4 12-23 0,7-1-12 16,3 2-15-16,7 1-50 0,1-2-42 15,2 4-34-15,5 0-29 0,1-1-16 0,1 1-23 16,-1 1-27-16,1-2-21 0,0 0-14 16,-3 0 21-16,-2-2-1 0,3 0-13 0,-5-1 25 15,-2 3 23-15,-3-5-4 0,-5 1 28 0,-1-1-20 16,-2 0 46-16,-4-1 42 0,2 2-3 16,-3-2 26-16,0-3 17 0,-7 4 2 0,2-2 9 15,-4 4 10-15,-2-1 12 0,-3 0 4 0,-1 2 19 16,0 1 3-16,-2 1-17 0,-3-1 2 15,2 2 11-15,1 0-3 0,0 0-11 0,-2-2 14 16,-1 4-9-16,1-3 7 0,2 2-1 16,-3-2 7-16,-1 1 5 0,3-1-11 0,-2 2-6 15,0-1-1-15,0 2-1 0,1-1-9 16,-1 0-2-16,0-1-12 0,1 1-4 16,-2 1-6-16,0 0 1 0,1-1-18 0,0 2 7 15,-1-2-5-15,1 3-15 0,-1-1 8 0,0-1-3 16,4 2-13-16,-4-1-6 0,0 1 11 0,0-2-19 15,1 2 9-15,-1 0 3 0,0-1 3 16,0 1-25-16,0 0 6 0,-1 4 1 0,1 0 12 16,-1 2-5-16,-2-2 8 0,2 14-13 15,1-8 9-15,-9 18-8 0,3-9 1 0,0 4 4 16,3 3-7-16,1-4-5 0,-3 5 3 0,1-4 6 16,4 6 1-16,-2-4-3 0,1-1 14 0,-1 1-9 15,1 0-10-15,-2-2 4 0,2 3 9 16,-3-5-16-16,3 0 10 0,-1 0 4 0,-1-1-13 15,2-4-1-15,-4-3 10 0,1-4 1 0,3-1-4 16,-1-2 2-16,1 1 2 0,0-2-14 16,-1-2 12-16,1-2 8 0,-1 0-7 0,2-1-4 15,0 0-2-15,0 0-8 0,-6-13 5 16,6 7-1-16,-3-10-12 0,0 1 8 0,3 1-9 16,-2 2 15-16,2-1-2 0,0 13 0 15,0-12 2-15,0-4 1 0,0 3-7 0,0 3 2 16,0 0-3-16,0 2 4 0,0 2-13 0,0 6 6 15,0-8 0-15,0 8 14 0,0 0-9 0,5-4-1 16,-5 8-1-16,2 16 8 0,-2-10 2 16,0 10 2-16,0 3-5 0,0 4-3 0,0 5 4 15,0 0-11-15,0 1 5 0,0-2 5 16,0-1 0-16,0-1-5 0,0-4 16 0,0-1-9 16,0-5 15-16,10 18-14 0,-10-26-2 0,4-3-2 15,-1-2-5-15,-1-6-14 0,6 1-16 16,-2-2 6-16,3 1 3 0,23-14 3 15,-5 2-24-15,-4 0 8 0,-3-1 6 0,2 1 6 16,3 0-2-16,-4 0 18 0,-1 3-5 0,-4 0 11 16,0 2-22-16,-1 4 13 0,-1 2-7 0,6-1 17 15,-9 2-2-15,4 0-13 0,30 12 11 16,-15-6 9-16,1 2-1 0,-1-5-7 0,-1 2 12 16,2-1-9-16,-1 1-8 0,-4-3 21 15,-2 0-5-15,-14-2-3 0,4 0 10 0,3 0-11 16,17-12 3-16,-18 3-3 0,-3-2 3 0,-1-2 4 15,-3-2-5-15,-1-3-3 0,0 0 6 0,-3 0-19 16,-1 2 19-16,1 1-2 0,-3 5 4 16,0 2 8-16,0 0-13 0,-2 3 7 0,0 5 6 15,0 0-6-15,-9-3 8 0,3 4-4 16,-5 9 3-16,0-1 4 0,1 5-16 0,1 1 16 16,8 3-4-16,1 2-5 0,0-9-9 15,0 3 18-15,19 21 0 0,-5-16-3 0,4-2-12 16,3-1 6-16,-2-5-32 0,5 0 2 15,0-2-91-15,1 1-24 0,3-5-26 0,1-2-47 16,-14-3-45-16,7 0 23 0,25-12-272 0,-20 1 36 16,-4-3 12-16,-5-2 28 0,1 0 28 0,2-5 14 15,-2-1 34-15,0-1 11 0</inkml:trace>
  <inkml:trace contextRef="#ctx0" brushRef="#br0" timeOffset="13998.02">10188 3048 738 0,'0'-5'323'0,"1"-1"-52"0,0 1-16 0,-3 1-34 16,4 1-37-16,-2 2-25 0,2 2 16 0,-1 2-1 15,0 3-21-15,2 10-2 0,3 4-3 16,-2 3 3-16,-1 3-29 0,3 4-9 0,0 1-18 16,-3-4-2-16,2 3-21 0,1 2-2 15,0 0-7-15,0 2-8 0,0-2-31 0,0 4-54 16,4-1-51-16,-4 1-50 0,-2 0 13 0,-4-4-203 16,3-2 27-16,0 0-188 0,-3-16 39 0,0 2 55 15,0-2 26-15,0-1 18 0,0-6-14 16</inkml:trace>
  <inkml:trace contextRef="#ctx0" brushRef="#br0" timeOffset="14441.54">10254 3449 553 0,'3'-19'354'0,"0"2"-61"15,8 0-12-15,1 5-51 0,4-1-3 16,2 3-43-16,5 1-31 0,5 5 5 0,2 2-32 15,-1 1 2-15,-15 1-18 0,31 14-25 0,-16-1-5 16,-2 2-9-16,1 1-13 0,0 3 8 16,-6 2-13-16,2 0 12 0,-3 3-5 0,-7-4-29 15,-1 3 9-15,-3 2-13 0,-6-1 1 0,-4-12 15 16,0 5-13-16,-17 21-13 0,0-19 8 16,0-4 0-16,0-3-17 0,-5-2-8 0,7-3 14 15,-4-1 8-15,7-4-11 0,12-2-7 16,-13 0 11-16,4 0-10 0,-10-15 11 0,15 4-9 15,4-1 7-15,0 3-14 0,21-19 18 0,-7 11-18 16,8 0 11-16,3-3-7 0,0 3-6 0,4 0 19 16,2 1-21-16,-1 1-5 0,1 2 29 15,-1 0-25-15,0 3-2 0,-1 2 23 0,-1 2 4 16,2 0 3-16,-4 2-3 0,-1 3 16 16,-12 1 15-16,2 0-2 0,22 10-6 0,-19 2-5 15,0-2-3-15,-4 5 20 0,-5 1 9 0,0 4-11 16,-3 4 4-16,-2-1-21 0,-4-10 2 15,0 8-4-15,0 2-119 0,-19 28-73 0,9-24-83 16,-5 0 21-16,0 1-282 0,1-8 37 16,-1 1 32-16,0-3 30 0,1-2 24 0,3-6 53 15,1-3 15-15,7-7-17 0</inkml:trace>
  <inkml:trace contextRef="#ctx0" brushRef="#br0" timeOffset="14609.18">11088 3309 810 0,'-5'-29'412'0,"5"17"-72"16,-10-22-58-16,7 17-37 0,-2 5-79 0,1 4-55 15,-1 3-24-15,1 4-50 0,-2 2-59 0,3 1-62 16,3 6 9-16,0 2-187 0,5 9-118 16,-5-12 25-16,14 21-4 0,-5-10 12 0,4 0 15 15</inkml:trace>
  <inkml:trace contextRef="#ctx0" brushRef="#br0" timeOffset="15290.03">11443 3548 283 0,'5'-2'219'0,"-2"2"-42"0,-1 0 2 0,0 0-5 0,0 0-21 15,1 0 3-15,-1-1-11 0,1 1-10 16,0-2 10-16,-1 2 11 0,1-1-9 0,0 1-21 16,-1 0 3-16,1 0-10 0,0-3-1 0,-2 1-7 15,3 2-23-15,-1-3-4 0,0 0-4 16,3 1 4-16,-2-1-27 0,2-2-4 0,5-4-3 16,-2-1-10-16,2-3 20 0,-1 1-25 0,0-2-14 15,1-1 17-15,1 0-14 0,-2-5-2 16,0 0 12-16,-3-1-8 0,3 1-10 0,-4-4 30 15,-2 5-2-15,0 2-4 0,-4-3-11 16,3 3 13-16,-3 4 16 0,0 13-11 0,0-11-13 16,0-3-2-16,-14-5 5 0,7 14-11 0,1 3-7 15,-1 0-15-15,-3 4 13 0,0-2-13 16,-13 16-5-16,3-2 35 0,2 4-29 0,4 1 12 16,-2 3-5-16,2 4-4 0,3 2 9 15,3 2-13-15,2 4 20 0,3 4-16 0,-1 0 7 16,4-17-15-16,0 11-2 0,12 47 2 0,-2-32 10 15,4 1-12-15,3 1-9 0,-1 1 14 16,0 0 10-16,3-1-4 0,-3-2-5 0,-3-2 6 16,1-4-2-16,-6 0 6 0,-5-4-9 15,-3-20 4-15,0 8 9 0,-26 32-3 0,3-25 0 16,-5-6-7-16,-9-2 7 0,0-2-7 0,-4-3 0 16,-3-2-3-16,-3-2 0 0,1-5-31 0,-4 2-16 15,1-7-37-15,2 0-15 0,0-2-43 16,24-3-53-16,-10 0 17 0,-39-16-304 15,43 4 34-15,5-8-10 0,8 1 51 0,6-5-9 16,6-9 24-16,4 16 8 0</inkml:trace>
  <inkml:trace contextRef="#ctx0" brushRef="#br0" timeOffset="15836.52">12128 3531 532 0,'-2'0'415'0,"0"-1"-74"0,1 0-13 16,0-1-43-16,2 1-47 0,0-3-42 0,5 2-2 15,-2-1-33-15,15-4-28 0,-1-1-11 16,2 4-51-16,6-1-45 0,2 0-39 0,2 0-51 16,1 0-58-16,4 1 11 0,2 1-182 0,-1-2 24 15,-1 1-143-15,2-2 17 0,-5 2 34 16,3-3 10-16,-2 0-1 0</inkml:trace>
  <inkml:trace contextRef="#ctx0" brushRef="#br0" timeOffset="17013.87">12964 3224 287 0,'-14'-7'367'15,"3"4"-54"-15,-2 1-45 0,3 0 3 0,1 2-32 16,-5 0-10-16,-14 16-4 0,8-5-16 0,-1 5 7 16,2 2-31-16,3-1-28 0,1 4-1 15,1 4-18-15,-1-1 0 0,6 2-25 0,3 3-2 16,0 0-9-16,6 6-8 0,0-20-18 0,12 27-4 15,-2-13-12-15,4 0-1 0,3-4-15 16,3-1 19-16,3-3-15 0,0-2-6 0,0-4-4 16,3-1 7-16,-2-6-8 0,3 1-9 15,-3-4-1-15,-5-2 6 0,-10-3-6 0,4 0 8 16,8-18-18-16,-15 2-6 0,-4-1-4 16,-2 5-35-16,0-5 4 0,-16-26-29 0,9 18-41 15,-4 2 5-15,-1 2-28 0,-1-1-19 0,2 1-16 16,-1 3 4-16,0 0-22 0,4 2-13 15,0 2 1-15,6 5 14 0,-3 2-17 0,5-2-22 16,0 9 26-16,0-6 27 0,15-10 7 0,-6 5 44 16,1-3 32-16,3 4 9 0,-2 0 41 15,5-1 28-15,-1 0 12 0,2-3 21 0,-2 4 3 16,4-1 8-16,-3 3 18 0,0 0 13 16,-2 2 3-16,2 1 9 0,0-2 6 0,1 4 12 15,-11 3-7-15,3 0 8 0,3 0-4 0,16 15 12 16,-13-6 9-16,-2 2-13 0,1 3 10 15,0 1 4-15,-1 7-13 0,-2-1 11 0,1 4-20 16,-3 0-8-16,-1 3-19 0,-2 1-1 0,-1-3-8 16,1 2-11-16,-3-1 5 0,-3-14-3 15,0 6-9-15,-13 24-3 0,7-20-15 0,-2-3 7 16,-1-1 4-16,0-3-5 0,3-2-13 0,-3-3-1 16,5-4 21-16,-1-1-8 0,1-5 3 15,4-1-13-15,0 0 4 0,-4-10-5 0,8-6-4 16,2-5 0-16,2-3-14 0,4 2 12 0,0-2-10 15,1 3-7-15,2-1 11 0,1 0-8 16,-2 6-19-16,0-7 19 0,-1 9-5 16,-3 2 0-16,0-1-1 0,0 9 0 0,-2 3-5 0,0-1 10 15,-8 2-4-15,9 0-11 0,15 20 20 16,-10-10-17-16,1 2 3 0,2 1 14 0,-4 1-14 16,3-2 7-16,-1 2-9 0,-2-2 11 15,-2-5-3-15,3 3-6 0,0-1-3 0,-3-4 10 16,0-2 8-16,-2 0-12 0,1-3 11 15,-10 0-1-15,15 0-5 0,17-15-4 0,-16 4 4 16,4-4-9-16,-3-1 14 0,0-2-12 0,1-2 6 16,-1 0-6-16,-1 3 30 0,-1-1 15 15,0 2 16-15,-5 4-8 0,-2 1-10 0,-3 5-2 16,3-1-17-16,-6 3 5 0,1 4 2 0,-3 0-4 16,0 0-3-16,0 0-9 0,0 11-1 15,0-3 4-15,-2 10-3 0,2-6-1 0,-6 26-1 16,1-10-35-16,4 0-39 0,0 0-59 15,1-14 11-15,0 7-106 0,0 1-32 0,0-1-13 16,12 20-30-16,-9-21 10 0,6-6 26 0,-2-1-22 16,1-2 25-16,1-3 29 0,0-4 4 15,-5-2 20-15,5-2 68 0,-9 0 43 0,0 0 52 16,5 0 34-16,-5 0 30 0,10 0 30 16,10-16 17-16,-10 7 14 0,6 0 1 0,-7-3 32 15,4 0-12-15,-1 2 10 0,0-3-14 0,2 1 26 16,-1-4-10-16,3 0-9 0,-1 3-15 0,5-1 2 15,3 0-12-15,-2-1-6 0,4 0-11 16,2 0 7-16,1 0-14 0,1-1-7 0,2 0-20 16,0-3 2-16,-2-1 7 0,-1 1-3 0,-2-1 2 15,-4-2-22-15,-2 4-6 0,-1-1 13 16,-6-2-14-16,-1 3 15 0,-4 5-10 16,-6 1-3-16,-2 12-1 0,0 0 2 0,-17-11-3 15,8 14 7-15,-10 2 20 0,0 6 9 0,-3 0 4 16,-1 4-4-16,5 0 11 0,-1 3-1 0,4 1-8 15,1 0 4-15,1 3-9 0,4 5 1 16,3 1-17-16,4 1 4 0,2-15-7 0,18 23 3 16,-1-13-7-16,7-2-16 0,7-1-45 15,7 0-28-15,7-3 6 0,2 0-120 0,0-3-43 16,-2-4-40-16,0-2-48 0,-3-4 28 16,0-1 28-16,-24-4 22 0,7 0 20 0,33-18-310 15,-28 0 26-15,-4-1 30 0,3-3 30 0,-3-6 60 16,-1 0 26-16,2-6 19 0,3-1 17 15</inkml:trace>
  <inkml:trace contextRef="#ctx0" brushRef="#br0" timeOffset="18213.7">15068 3518 471 0,'13'-7'248'0,"-1"1"-32"0,-1-2-29 0,0-1-10 16,1-1-8-16,2-2-12 0,0-2-18 15,-2 1-9-15,1-1-10 0,-1-1 1 0,0 1-5 16,-2-1-1-16,0-2-14 0,-6 1 3 16,1 1-20-16,-1-1-9 0,-2 0 3 0,-2 6-14 15,0-1-2-15,0 0 12 0,-15-10-13 16,3 12 15-16,-6 1-30 0,-3 3 1 0,-2 0 2 15,-1 5 13-15,-3-2-15 0,13 2-12 16,-5 0-3-16,-4 0-15 0,-21 16 8 0,23-8-2 16,0 0 7-16,6 0-19 0,1 1 12 0,7 0-8 15,5-2-1-15,2-7 22 0,0 7-36 16,19 8 17-16,-1-7-9 0,0-1 2 0,0-3-10 16,4 5 21-16,-1 0-19 0,3 1 17 0,-6 1-14 15,4 2-4-15,-1 1 2 0,-2 3 6 16,2 2 6-16,2 1-13 0,-5 6 10 0,0 8-5 15,-1 4 7-15,-3 2 16 0,-2 5 0 16,-2 5 18-16,-4 4-11 0,-1 0-3 0,-2 3 20 16,-1 3 14-16,0-1-6 0,-2 2-7 15,0-29-21-15,-11 69 2 0,1-38-14 0,1 0 16 16,-2-2-18-16,-5-3 9 0,0-3-13 0,-3-1-2 16,-3-6 41-16,-4-3 16 0,-1-5-6 0,-1-2 0 15,-4-7 12-15,2-4 2 0,-1-7 1 16,0-8-13-16,-1-5-9 0,0-3 6 0,18-4-11 15,-27-11-6-15,22-4-12 0,4-8 2 16,2-5-9-16,9-8-7 0,1-5-13 0,3 17-25 16,16-51-10-16,3 17-31 0,4-1 18 0,4 2-6 15,1-1 10-15,2 2-3 0,0 5 0 0,1-1-9 16,0 3 21-16,2 1 2 0,0 5 6 16,3 2-2-16,-2 0-20 0,4 3 13 0,0 1 2 15,-1 4 14-15,0 0-5 0,0 2 1 16,0 2-37-16,-1 3-13 0,-2-2-2 0,0 4 12 15,0-2 4-15,0 4-5 0,-4 1 23 0,1-3-9 16,0 8 9-16,-5-3-7 0,2 3-5 16,1 1-5-16,-3 2 11 0,0-2-5 0,-1 2-19 15,-1 2 0-15,-1-4 12 0,0 4 8 0,-1 1-5 16,-1-1 3-16,-3 0 22 0,-1-2-1 16,-3 4-12-16,-3-1 12 0,1-2 12 0,-6 6-18 15,-1-1 12-15,2 3 6 0,-7-3-6 0,3 1 15 16,-3 6-2-16,0-7-13 0,-12-9 1 15,1 7-2-15,-6 2 15 0,4 1-8 16,-8 1 0-16,2 3 5 0,10 2 7 0,-7 0-1 16,-2 0 15-16,-24 12 12 0,23-5-1 0,-1 1 2 15,3-2 2-15,0 2-14 0,5 1 4 16,2-2 4-16,2-2 5 0,4 2-5 0,0 0-17 16,2-2 33-16,2-5-27 0,0 13-4 0,10 16 3 15,0-9-7-15,4-1 7 0,1 0 17 0,0 2 0 16,1 1-23-16,0-2 12 0,1 3-20 15,-1 0 26-15,1-1-34 0,-3 0 6 0,-1-1-33 16,-1 1-12-16,-1 2-10 0,-8-6-26 16,0 0-53-16,-3-12-9 0,0 2 13 0,-14 13-194 15,3-12 27-15,3-2 24 0,-3 0-118 0,-1-4 24 16,4-2 26-16,8-1 14 0,0 0 8 0</inkml:trace>
  <inkml:trace contextRef="#ctx0" brushRef="#br0" timeOffset="19125.43">16724 3135 301 0,'4'-8'375'0,"-3"3"-71"0,-1 1-52 15,1 0-27-15,-1 2-23 0,0 2-31 0,-1 2 22 16,-4 2-19-16,-3 11 0 0,1 3-19 0,-4 6 3 16,0 1 1-16,2-3-30 0,1 6-16 0,-1-1-10 15,3 1-19-15,1-2-6 0,0 1 7 16,-1 2-21-16,2-2 4 0,-2 1-15 0,0-7-1 15,2 1-5-15,3-5-9 0,-4-5 0 16,3-2-3-16,-4-5-8 0,5-3 3 0,1-2-3 16,0 0 1-16,-5-14 15 0,3-5-23 0,0-6-7 15,2 11-9-15,0-9 9 0,0-4 1 16,19-27 2-16,-11 22-10 0,3 6-16 0,3 1 26 16,-4-1 9-16,1 7-4 0,-1 1 8 0,-3 3-15 15,3 5-1-15,0 7-1 0,-10 3 3 16,11 0 8-16,15 17-2 0,-13-2 7 0,6 6-5 15,-3 0 10-15,2 1 7 0,5 2-7 0,2 0 9 16,6 1-14-16,1 1 9 0,3-4-6 16,1 1 2-16,-2-2-4 0,2-1-3 0,0-5-9 15,-4-3 6-15,-3-1-1 0,-1-1 32 16,-1-6 7-16,-2-1-13 0,-12-3 5 0,3 0-3 16,17-22-9-16,-15 5-1 0,-8-2 2 0,0-6-12 15,-2-1-2-15,-1-5-7 0,-2-3 3 0,-1-3 1 16,-1-2-14-16,1-2 1 0,-1 0-6 15,-2 3 13-15,-1 1-10 0,0 4-3 0,0 15-3 16,0-6-5-16,0-1 7 0,0 2-32 16,0 1-19-16,0 6 3 0,0 5-52 0,-14-3-22 15,13 14-17-15,-3 3-24 0,3 4-23 16,-1-2-20-16,5 16-24 0,-3-9 20 0,9 19-134 16,1-8 29-16,2 1-166 0,0-5 19 0,5 3 39 15,-1-4 30-15,5 6 6 0,-2-4 15 16,4 0 2-16</inkml:trace>
  <inkml:trace contextRef="#ctx0" brushRef="#br0" timeOffset="20130.54">18742 3052 262 0,'-4'-18'366'16,"4"3"-114"-16,-2 6-63 0,-1 3-70 0,0 4-61 15,3 2-8-15,0 1-151 0,3 2-206 0,-2 1 8 16,7 7-61-16</inkml:trace>
  <inkml:trace contextRef="#ctx0" brushRef="#br0" timeOffset="21173.4">20358 3666 654 0,'17'6'624'0,"-4"-2"-45"0,-3-3-44 15,-1 2-46-15,-3-2-61 0,-2-1-57 0,-1 0-37 16,2 0-39-16,-1 0-13 0,-4 0-50 16,0 0-61-16,0 0-53 0,0 0-66 0,0 0-54 15,0 0-1-15,0 0-191 0,0 0-113 16,11-13 30-16,-12 11 26 0,1-3-298 0,-2-1 52 15,0-11 24-15,2 6 17 0,-9-17 29 0,3 6 69 16,6 2 11-16,-4 0 13 0,0 0 2 16</inkml:trace>
  <inkml:trace contextRef="#ctx0" brushRef="#br0" timeOffset="23393.7">17795 3301 394 0,'-18'0'199'0,"18"0"-22"0,-37-17-19 0,22 20-12 15,-1 2 3-15,-1 4-11 0,1 6-1 16,-2 0-10-16,3 1-8 0,0 4-5 0,2 1-15 16,-1 4-2-16,5-1 4 0,1 1-12 15,3-2-9-15,5 3 1 0,0-14-9 0,0 6-10 16,23 18 11-16,-6-16-13 0,-1-3 12 0,5-3-27 16,2-3 2-16,1 0-1 0,0-4 3 0,3-3-9 15,-1-4 19-15,-16 0-11 0,7 0 23 16,20-19-1-16,-19 5-27 0,0-1-3 0,-4-3 0 15,-3-2-7-15,0-2 16 0,-3-1-22 16,-4-2-4-16,-3 3 16 0,3-2 1 0,-4 11 0 16,0-3-11-16,-14-21-24 0,4 15 5 0,-2 6 14 15,-2-1-11-15,-6 3-2 0,1 7 5 16,-2-4-15-16,-2 7 17 0,7 0-9 0,-1 3-50 16,2 1-31-16,15 0-31 0,-12 0-59 0,4 0 16 15,0 0-133-15,-3 9-148 0,10-6 17 16,1-3 24-16,1-3 28 0,4 2 18 0,-1-2 12 15,14-7-16-15</inkml:trace>
  <inkml:trace contextRef="#ctx0" brushRef="#br0" timeOffset="23644.54">18235 2900 638 0,'15'-21'407'0,"-2"4"-40"16,-3 2-49-16,-2 3 6 0,-2 4-62 15,-3 3-32-15,-2 2-25 0,-1 3-17 0,-2 0-21 16,-9 12-18-16,-1 4-18 0,-3 6-18 0,4-1 4 16,-1 5-13-16,2 1-14 0,0 7-13 0,1 1 2 15,5 5-8-15,3 2-9 0,1 2-5 16,0-20 5-16,17 45-7 0,-3-20-111 0,0-1-23 16,-1 0-59-16,1-2-52 0,-1 0 19 15,-3-2-161-15,-3-5 26 0,-5-5-153 0,-2-18 34 16,0 4 27-16,0 1 27 0,-11 9 5 0,6-25 11 15,2-2-7-15</inkml:trace>
  <inkml:trace contextRef="#ctx0" brushRef="#br0" timeOffset="23823.93">18087 3367 367 0,'-13'-15'373'15,"-1"1"-30"-15,5 1-21 0,4-2-43 0,-1 7-26 0,5-2-32 16,1 10-50-16,12-19 0 0,8 9-26 15,8 3-8-15,8-3-37 0,3 3-49 16,4-1-60-16,0 3-45 0,2 0-74 0,1 3 11 16,1 0-184-16,-3 1 22 0,-2-1-113 0,-21 2-14 15,9 0 41-15,2 0 24 0</inkml:trace>
  <inkml:trace contextRef="#ctx0" brushRef="#br0" timeOffset="24637.47">18796 3398 404 0,'1'0'250'0,"1"-2"-33"0,-1 2-32 15,1 0-17-15,0-1 3 0,0-1-21 16,-2 0-6-16,3 0-14 0,-1 0-3 0,-2-1-17 15,3-1 3-15,-3 1-24 0,1-2-3 16,-1 0-9-16,2 1 2 0,-4-1-19 0,4 0-3 16,-2 5 2-16,0 0-21 0,0-8-1 15,0 1 9-15,0 0-8 0,0 0-12 0,0 1 3 16,0 6-5-16,-11-16-5 0,9 12 2 0,2-2-3 16,-2 3 5-16,0-1 0 0,-1 1-6 15,3-1-8-15,-1 1 1 0,-1 0 1 0,1 2-11 16,1-2 5-16,-5 3 3 0,3-1-8 15,-1-2 6-15,-2 2-8 0,-1 2-2 0,-2-1 6 16,-16 13 6-16,3-3-14 0,-2 4 4 16,4-2 0-16,-1 5 1 0,-1-2 8 0,2 1-2 15,1 2-2-15,5 1-8 0,-1 0 6 16,0 0-1-16,5 1 11 0,4-1-11 0,5-9 4 16,0 1-8-16,13 14 6 0,1-12 3 0,3-5 7 15,1-4-12-15,3-2 8 0,-12-2 2 16,10 0-12-16,22-17-3 0,-18 6-3 15,0-2 4-15,-5-2 8 0,1 0-12 0,-2 2 9 16,-2 0-3-16,-3-1 4 0,-1 2 14 0,-2 3-8 16,-2 2 5-16,-3 1-1 0,-1 1 10 0,0 3-8 15,-1 2-9-15,0 0 7 0,-2 0-12 16,0 0-1-16,0 0 11 0,6 12-1 0,-5-7 3 16,13 5-5-16,-5-3-13 0,4 5 20 15,1-3 0-15,-1-1-13 0,8 0 9 0,-5-4-3 16,3 0 4-16,3-2-3 0,1-1 2 0,-13-1 2 15,8 0-1-15,27-12-20 0,-22 1 4 16,-2 1 18-16,-1-3-15 0,-4-2 10 0,1 0-9 16,3-3-4-16,-7-4-4 0,-1 2 16 15,-2-4-7-15,-1-2 7 0,-3 1-11 0,3-4-3 16,-2 0 25-16,-3-2 8 0,-1 0 34 0,-3 2 3 16,2 2 11-16,-2 14-3 0,0-3-9 0,0-3 30 15,0 2-11-15,0 1 2 0,-11-7-13 16,8 16-5-16,3 2-14 0,-6 2 0 0,4 1 3 15,-2 2-14-15,0 3-4 0,-5 9-1 16,2 2-15-16,-2 5 4 0,1 2-2 0,2 4 5 16,2 4-5-16,2 5-8 0,2-19 7 0,0 11-1 15,12 34-2-15,-1-21-20 0,2 0-2 16,5 1-66-16,0 1-34 0,1-3-48 0,-2 0-53 16,0-1 19-16,-5-3-198 0,1-5-102 0,-7-4 56 15,4-4 10-15,-8-4 29 0,-2-8 25 16,1-5 33-16,-1-4 40 0,0-1-26 0</inkml:trace>
  <inkml:trace contextRef="#ctx0" brushRef="#br0" timeOffset="24925.64">19233 3399 380 0,'-8'-15'370'0,"2"-2"-57"16,2 5-18-16,4 5-40 0,0-3-39 0,20-19-24 15,0 12-6-15,5 7-29 0,0-1-36 16,9 0 8-16,-1 2-18 0,6 2-26 0,1 1 3 15,4 2-19-15,-4-2-15 0,0 0-3 16,-5 1-11-16,-2 4-6 0,3-2 12 0,-7 2-15 16,-2-1-5-16,-6 1-5 0,-2-1-3 15,-5 0 1-15,-2 2-6 0,-12 0-1 0,0 0 11 16,6 0-4-16,3 11-7 0,-9-5 19 0,-4 11 2 16,4-8-13-16,-7 21 7 0,3-7 7 15,-3 1-2-15,4 4-20 0,-1 3 21 0,3-2-26 16,1-14-2-16,0 9-65 0,0 4-65 0,11 29 13 15,-3-30-322-15,-3-3-5 0,1 0 35 16,-3-10 23-16,-2-5 47 0,-1-9 21 0,0 0-41 16,0 7-28-16</inkml:trace>
  <inkml:trace contextRef="#ctx0" brushRef="#br0" timeOffset="25089.79">19750 3044 422 0,'-12'-23'306'0,"1"3"-53"0,6 3-49 16,-2 2-76-16,2 6-26 0,5 4-38 0,0 5-62 15,0 0 0-15,15-2-159 0,7 4 12 0,-10-2 11 16,5 0 11-16,32 10-230 0</inkml:trace>
  <inkml:trace contextRef="#ctx0" brushRef="#br0" timeOffset="25779.05">20284 3234 357 0,'0'-3'227'0,"0"-1"-27"15,1 0-44-15,-2 2 7 0,1-2-16 16,1 1-20-16,-2 1-9 0,1-2-23 0,0 1-18 16,0 0-7-16,0 1 14 0,0-1-25 0,0 2-6 15,0-2 9-15,-1 2-23 0,-2 0-20 16,1-1 6-16,-1 4 20 0,-1 0 5 0,-10 3-11 16,-2 4-13-16,-5 1 15 0,-1 3 25 15,1 1-3-15,0 1-9 0,-2 3 8 0,-1 1-4 16,1 2 9-16,5 1-11 0,-5 0-12 0,5 1-6 15,3-1-4-15,1 0 9 0,5 4-9 16,2-5 1-16,4 1-1 0,3-12-3 16,0 3-6-16,14 13-10 0,-5-15 5 0,1-4-3 15,-1-4 2-15,1 0 0 0,-10-3 6 0,13 0-4 16,17-13-11-16,-13 4 9 0,1-2-15 0,-3-6-2 16,4-1 2-16,-2 1-5 0,0-5-7 0,0 1 14 15,0 0-3-15,0 0-8 0,-2 0 7 16,0 3-5-16,0-1 6 0,-4 3 0 0,1 3-11 15,-5 2 12-15,0 3-6 0,-1 2 1 16,-2 5-2-16,-4 1-4 0,0 0 5 0,5 5 12 16,-3-3-1-16,0 5 4 0,-2-2-11 15,2 1 2-15,1 8 19 0,3 3-11 0,1 1 11 16,-2-3 11-16,3 1 0 0,1-2-6 16,2-3 26-16,-5-3-1 0,1 0-15 0,-1-4 38 15,0 1-39-15,1-5 30 0,-7 0-15 0,10 0 0 16,5 0-25-16,20-17 9 0,-12 5-21 15,-3-3 0-15,5 1 5 0,1 0 5 0,-1-1-13 16,0 2 9-16,-3 1 12 0,-3-1-3 0,2 1-3 16,-8 5-3-16,-1 3 17 0,-4 2-6 15,-2 2-3-15,-6 0-2 0,0 0 7 0,0 0 2 16,11 14-3-16,-14 5-6 0,3-10-13 0,0 7 9 16,0 5-16-16,0 1 0 0,0 2-134 15,0 1-73-15,0 1 17 0,0-2-288 0,0-2 36 16,14 20-51-16,-14-35 35 0,0 3 59 15,0 2 24-15,12 12 10 0,-2-9 2 0,3 0 12 16</inkml:trace>
  <inkml:trace contextRef="#ctx0" brushRef="#br0" timeOffset="25925.19">20832 3695 487 0,'13'8'428'0,"-1"-2"-75"0,-5-2 71 0,-2-1 13 15,2-2-12-15,-5 2-25 0,2-3-20 16,-1 0-16-16,-3 0-30 0,0 0-25 0,0 0-42 16,0 0-21-16,0 0-34 0,0 0-14 0,0 0-78 15,10-7-93-15,-11 4-100 0,-3 2 7 16,-2-2-281-16,-9-3 29 0,-1-3-261 0,0-5 38 15,0-2 45-15,6-6 34 0,1 1 54 0,5-4 30 16,4 12 29-16,0-4 16 0,15-25 16 16,0 21 6-16</inkml:trace>
  <inkml:trace contextRef="#ctx0" brushRef="#br0" timeOffset="27971.26">1561 4775 310 0,'0'-14'234'0,"24"-12"-24"0,-22 11-21 0,-2 5-12 0,8-14 2 15,-5 9-24-15,-1 1-10 0,-2 2-10 16,0 12-10-16,0-12-10 0,0-2-6 0,0 0-11 16,-15-13 0-16,11 16-15 0,-4-1-12 0,-1 1-4 15,-2 1-13-15,1 5-5 0,-4 0-5 16,-2 2-11-16,-1 0 0 0,5 3 6 0,-4 0-11 16,-23 15 2-16,13-6-4 0,1 2-8 0,2 1-1 15,-1 1 6-15,-2 2-9 0,7 3-3 16,-3 1 0-16,3-2 8 0,7 4-20 0,-2 2 11 15,5 3-6-15,3 3 10 0,6-2 1 16,0-13-7-16,16 24-3 0,-1-13 2 0,2 0-1 16,1-1 7-16,5 0 4 0,6 1-18 15,-3-2-1-15,1-1 3 0,0 0 7 0,2-2-7 16,-5 1 3-16,-4-2 1 0,1-2-8 0,-4-2 7 16,1 2-1-16,-3-3 4 0,-2-4 1 0,-6 1 8 15,-7 0 20-15,0-11 9 0,-15 19-17 0,-7-8 1 16,-5 2 0-16,-3-5 9 0,-6-1-8 15,-8-1-21-15,-4 1 19 0,1 0-26 0,-5-5 25 16,2 2-22-16,4-1 8 0,2-1-9 16,9-2 1-16,0 2-46 0,19-2-54 0,-6 0-55 15,-4 0 14-15,-12-13 12 0,29 3-337 16,8-5 38-16,1 6 6 0,23-19 25 0,-5 7 18 16,8-3 22-16</inkml:trace>
  <inkml:trace contextRef="#ctx0" brushRef="#br0" timeOffset="28293.78">1766 4843 249 0,'7'-2'371'0,"-5"9"-77"0,-6 0-44 16,-11 10-19-16,0 0-5 0,-2 2-29 0,2 0-20 16,-4 2-8-16,3-3-37 0,2 2 2 0,3 2-25 15,-2 2-12-15,5 3-15 0,6-1-7 16,0-1-10-16,1 1 14 0,1-14-16 0,0 5-10 15,0-1 8-15,18 12-14 0,-6-19-8 0,-1-5-2 16,4-4 5-16,-7 0 19 0,24-15-6 16,-10 3-7-16,-2-6-7 0,2-2 12 0,-2-4 9 15,-3-2-20-15,-3-1-8 0,-2 3-14 16,-4-1 17-16,-2-2-5 0,-6 12-14 0,0-3-13 16,-19-23 1-16,4 24 3 0,-6 3-1 0,-5 4 1 15,1 5-24-15,-7 2-36 0,0 0-21 0,16 3-46 16,-7 0-39-16,-22 15 15 0,28-9-109 15,3 2-144-15,5-4-21 0,6-1 37 0,4-3 26 16,5-3-36-16,9-5 12 0,4-2-1 16</inkml:trace>
  <inkml:trace contextRef="#ctx0" brushRef="#br0" timeOffset="28510.06">2060 4619 430 0,'14'-8'332'0,"0"3"-54"16,-5 2-44-16,-7 6 27 0,-2 2-12 0,-5 9-6 15,-2 1-20-15,-4 5-16 0,-1 0-13 16,1 3-27-16,-1 1-29 0,1-1 8 0,4 2-8 16,0-1-32-16,1 3-15 0,3 0 2 15,-2 4-21-15,1-2-17 0,4-1-8 0,0-15-51 16,0 4-37-16,0 3-56 0,0-2-30 0,12 19 11 16,-6-29-179-16,-1-4-158 0,2-3 31 15,-1-4 39-15,4-7 12 0,-3-5 24 0,4-8 11 16,-4-1 10-16</inkml:trace>
  <inkml:trace contextRef="#ctx0" brushRef="#br0" timeOffset="28773.08">2234 4667 507 0,'7'-8'322'0,"-3"3"-45"0,0 4-29 0,-2 1-40 16,-2 1-20-16,2 2-13 0,0-1-15 0,-1-1-20 16,-1 1-14-16,0 2-9 0,1 1 11 15,0-3-24-15,0 0-16 0,4 1-1 0,-2-1-7 16,3-1 17-16,13 1-11 0,-9-2 7 0,8 0-36 15,27-15 4-15,-17 8 2 0,-1-4 1 16,-1 1 13-16,0 1 5 0,-6 1 3 0,1 2-16 16,-4 0-6-16,-2 3-4 0,-4 1-6 15,-11 2-5-15,8 0-4 0,5 21 4 0,-13-3-5 16,0-8-17-16,0 8-12 0,-14 29 12 0,6-14-32 16,-2 4-39-16,0 4-48 0,2 1-55 0,-3 3-55 15,-1 0 18-15,-3 1-293 0,1-2 35 16,-6-2 30-16,5-3 28 0,0-3 24 0,-2-5 60 15,1 0-11-15,-1-6 46 0</inkml:trace>
  <inkml:trace contextRef="#ctx0" brushRef="#br0" timeOffset="29025.06">920 6015 1339 0,'-50'12'459'0,"8"-1"-87"16,15-4-50-16,19-6-25 0,16-2-52 0,23-6-11 16,10-1-35-16,12-1-15 0,20-3-19 15,10-1-27-15,8 0-30 0,8 1-28 16,7 2-10-16,6-2-41 0,0 4-2 0,0 3-41 16,-1 1-27-16,-3 4-69 0,-7-3-66 0,-50 3 17 15,88 11-313-15,-58-5 13 0,-7 3 36 0,-7-5 28 16,-4 3-6-16,-3-5 25 0,-6 1 87 15,-1-1-10-15,-6 0-2 0</inkml:trace>
  <inkml:trace contextRef="#ctx0" brushRef="#br0" timeOffset="33706.1">3867 5095 254 0,'0'0'211'15,"0"-15"3"-15,0 15-20 0,12-26-11 0,-10 21 6 16,0-3-20-16,-2 1-3 0,5-7-13 0,-2 2 3 16,-2 4-9-16,-1-3-14 0,3 4 11 15,-2-1-19-15,-1 2 11 0,0-1-10 0,0 2-16 16,3-1-11-16,-3 6 1 0,0-5 9 0,0 5-39 16,0-10 3-16,0 5-5 0,0-2 7 15,0 7-25-15,0-9 5 0,0 9 4 0,0-7-9 16,0-1 5-16,0 8-15 0,0-7 1 15,0 7-8-15,0-7 4 0,0 7 6 0,0-7-11 16,0 7 21-16,0 0-30 0,0-6 1 0,0 6-8 16,0 0-16-16,0 0 13 0,0-6-8 15,6-1-2-15,-6 11 17 0,0 0-23 0,-1 1-8 16,-4 15 12-16,-1 2 2 0,-2 4 17 0,2 1-14 16,1 0-4-16,-1 1-5 0,1 0 17 15,1 2 8-15,0-1-26 0,3-2 21 0,1-1-24 16,-1-4 15-16,1-11-7 0,0 3 1 0,0 5 13 15,17 12-12-15,-10-16 0 0,-1-7-5 0,1-2 11 16,-1-3 1-16,3-1 4 0,1-2-6 16,3 0 21-16,18-18-27 0,-11 6 14 0,-5-4-11 15,3-2 8-15,-2-4-1 0,0 1 22 16,-2 0-3-16,4 2-22 0,-2-2-12 0,-1 5-1 16,-6 2 2-16,1 1 2 0,-4 4-16 0,1 5 11 15,-5 1-6-15,2 3 1 0,-4 0 11 16,0 0-13-16,14 16 23 0,-6-3-22 0,4 1 15 15,0-2-3-15,1 0-17 0,1 2 10 16,4-2 11-16,-4-1 1 0,1-2 14 0,3-1 0 16,-2-2-3-16,-1 0 30 0,-3-2-1 0,-1-3 29 15,-11-1-6-15,14 0 10 0,15-9-12 16,-12 0 0-16,1-4 12 0,-3-1 6 0,2-6-15 16,-4 0-5-16,-3-4-4 0,-2 0-8 15,-1-5-11-15,0 2 1 0,-4-2 2 0,0-1-11 16,-3 1-13-16,0 16-16 0,0-2-29 0,0-5-59 15,-10-13 9-15,4 23-97 0,-4 6-50 16,3 3-33-16,-7 9 24 0,-3 3-167 16,3 4 33-16,1 2-155 0,2 1 36 0,6-2 32 15,3 3 28-15,2-9 26 0,0 4 21 0,13 21 51 16,-4-14 12-16</inkml:trace>
  <inkml:trace contextRef="#ctx0" brushRef="#br0" timeOffset="34239.58">4600 5248 386 0,'6'2'415'0,"-4"2"-61"16,6-4-37-16,-3-2-10 0,1-1-54 0,8-4-30 16,4-1-22-16,2-1-18 0,1-2-27 15,2 0 6-15,1-1-33 0,1 0-23 0,-5 0 14 16,1-1-25-16,2 0-27 0,-5-2-8 0,3 3 2 16,0-5-27-16,-3 2 2 0,-2-1-6 15,4-1 1-15,-1 2-9 0,-6 1 2 0,0-1 1 16,-6 4-1-16,4 3-19 0,-7 1 16 0,1 2-3 15,-4 2-6-15,-1 3-11 0,-1 3-4 0,-1-1 4 16,-5 11 4-16,-6 0-4 0,3 2-13 16,-4 2 14-16,-2 5-13 0,2-5 21 0,-2 2-7 15,2 1-2-15,1 2 13 0,0-1-5 16,-2 1-1-16,4 0 10 0,1 0 8 0,1-1-6 16,1 0 15-16,7-3-10 0,-3 1-6 0,2-1-4 15,2-11 33-15,0 5 2 0,12 14 12 16,-6-14 6-16,6 0 8 0,1-4 7 0,0 1-8 15,3-4-14-15,0-1-2 0,5-4-3 16,-2 3-7-16,-10-3-9 0,6 0-1 0,-3 0 4 16,3 0-8-16,21-12 4 0,-18 5-15 0,-1 2 10 15,-2 0 6-15,2-3-12 0,-6 7 2 0,4-9-9 16,-5 5 13-16,2-1-9 0,-1 0-4 16,-6 1 7-16,6-3 0 0,-2 1-9 15,-1 0-9-15,-3 1-2 0,1 1 6 0,4-5-1 16,-4 3-1-16,1 0-6 0,0 2-7 0,-3 0 9 15,-1 0-1-15,0 2-14 0,-1 1-3 16,0-1-27-16,0 0-27 0,-2 2 4 0,4 0-78 16,-3-1-27-16,-1 2-14 0,2 0-36 0,-4 2-19 15,1 0 24-15,-3-1-198 0,2 4 32 16,-2-3 32-16,-1-2 26 0,2 3 26 0,2-2 23 16,2 1 19-16,1-2-121 0,5-2 25 15,-2 1 17-15,19 1 8 0</inkml:trace>
  <inkml:trace contextRef="#ctx0" brushRef="#br0" timeOffset="35109.18">6636 5174 419 0,'10'-9'277'0,"-4"-1"-31"15,3-2-18-15,-1-2 2 0,-3 1-17 16,1 3-30-16,-6 1 5 0,3 0-39 0,-3 1-9 15,1 1-3-15,-1 7-20 0,0-7-3 0,0-2-37 16,-18-9 2-16,13 11-2 0,-5-2-27 0,-5 6 1 16,5 3-2-16,-1 0-10 0,-4 0 5 0,-25 14-12 15,14-4 3-15,1 0 0 0,1 4 2 16,-3 2-5-16,1 2 4 0,6-1-9 0,-2 2-1 16,3 0 8-16,5-1 4 0,0 3-23 15,1 1-8-15,8-2 9 0,1-1 10 0,4-9-14 16,0 4 1-16,17 15 8 0,-6-17-3 0,2 0 3 15,0-4-3-15,5-1-15 0,-2-3 4 0,2-1 15 16,-10-3-15-16,7 0 9 0,0 0 3 0,20-14 0 16,-20 4-7-16,3-2 17 0,-2-5-9 15,0-3-9-15,-5 0 16 0,4-2-1 0,-3-1 8 16,0 1 19-16,-2 5-10 0,-2-2-5 16,1 6 21-16,-5-1 14 0,3 5-6 0,-3 1-7 15,0 1-8-15,-3 2-4 0,2 1-21 0,-2 2 0 16,-1-1-1-16,0 0 4 0,3 3-5 0,-3 0-1 15,0 0-17-15,0 0 8 0,1 17 3 16,-5 5-18-16,4-12-4 0,0 8 1 16,0 5-77-16,0 2-15 0,0 2-49 0,12 30-30 15,-9-26-33-15,0 0 20 0,-3-2-144 16,1-2 28-16,-1-15 24 0,0 5-148 0,-11 12 18 16,7-21 27-16,0-4 5 0,0-2 9 0,2-4-6 15</inkml:trace>
  <inkml:trace contextRef="#ctx0" brushRef="#br0" timeOffset="35602.42">6785 5275 283 0,'15'-14'409'0,"2"1"-90"16,2 7-40-16,-1 1-28 0,-1 2-42 15,-7 3-9-15,5 0-35 0,20 13-15 16,-16-4-4-16,0 1-20 0,0 3-7 0,3 3-2 16,-4-4-32-16,5 3-5 0,-4 0-9 0,-2-1-13 15,-4-2-9-15,-1-2 5 0,-3-1 0 0,-2-3 0 16,-2-1-12-16,0-1 12 0,-1 0 35 15,-2-1-9-15,1-1 53 0,-3-2 2 0,0 0-16 16,0 0-18-16,22-18-3 0,-11 2-13 16,3-2-8-16,1-2-12 0,3 2-3 0,-2 2-25 15,0 2 3-15,1-1-2 0,-2 6 2 16,-2-1-17-16,-1 3 1 0,0 4-13 0,-1 2-17 16,-11 1 7-16,16 0 6 0,2 0 1 0,24 15-14 15,-15-8 1-15,-1 1-20 0,-1-2-4 0,2 3 10 16,5-4-18-16,-4 2 10 0,2-2-4 15,-4-3-5-15,-2 0 25 0,-12-2-14 0,5 0 6 16,1 0 26-16,20-12-29 0,-20 5 6 0,-3-7 10 16,-2-1-19-16,5-2 19 0,-7-2-6 15,-1-5-8-15,1 4 3 0,-2 0 39 0,-3 0-6 16,-2 2-1-16,0 6-2 0,-4 0-2 0,0 12 0 16,0-7-21-16,-13-6 12 0,7 11 0 15,-2 0-9-15,-10 1-1 0,10 1 1 0,-16 12 1 16,7 1 10-16,6 3 3 0,1 0-11 0,1 1 2 15,1 4-1-15,8-9 1 0,0 4 23 16,19 23-2-16,-3-17-3 0,8-3-53 0,9 2-34 16,2-5-43-16,4-1-33 0,2-3-61 0,8-2 19 15,-6-1 18-15,6-4-336 0,-2-5 35 16,-22 0 56-16,10 0 30 0,51-21 23 16,-40 4 23-16,3-3 26 0,3-3 38 0</inkml:trace>
  <inkml:trace contextRef="#ctx0" brushRef="#br0" timeOffset="36403.17">9190 5189 272 0,'0'2'255'16,"2"-1"-31"-16,1 2-24 0,-3-2-10 0,1-1-22 15,-1 3-6-15,4-2-11 0,-2 2 0 0,1 0-11 16,-2-3 6-16,0 2 2 0,3-1-27 15,-1 3 12-15,-2-3-27 0,2 1 5 0,-1 0 4 16,1 1-3-16,0-2 17 0,3-1-21 16,-1 3 1-16,-1-3-16 0,-4 0-2 0,0 0 0 15,9 0-14-15,-3 0 8 0,11 0-33 0,-1 0 11 16,24-12-20-16,-20 5 16 0,3-6-17 16,0 2-5-16,-1 1-3 0,-2-5-5 0,-2-1-5 15,1-1 13-15,-4-5-4 0,0-1-6 0,-2-3-3 16,0-2 2-16,-3 1-3 0,-3-2-5 15,1 1-5-15,-3 1-6 0,2 2-1 0,-6 3-1 16,3 5 2-16,-4 6-10 0,0 3 10 0,0-2-7 16,-15-2-2-16,9 12-2 0,-9 5-4 15,-2 5 10-15,-3 5-4 0,4 4 14 0,0 5-20 16,2 3 8-16,0 4-8 0,5 3-2 0,-1 0 11 16,-3 4-10-16,10 4 12 0,2 1-11 15,1 0-1-15,0-21 14 0,0 12-9 0,20 47 3 16,-9-36-12-16,3-3 11 0,-1 1 3 15,0-2-11-15,0-3-2 0,-4-4 14 0,1 0 14 16,-4-2-15-16,-5-3-6 0,-1-15 16 0,0 9 7 16,-24 22 0-16,6-23-2 0,-5-3 19 0,-4-2-5 15,-8-1-2-15,-7-5-4 0,-1 1-32 16,-4-7 1-16,-2 1 17 0,-4-3 0 0,2-3-32 16,25 0-16-16,-9 0-29 0,-3 0-36 15,-40-14-44-15,44 2-72 0,11-3 21 0,4-4-288 16,8-1 23-16,11-4 33 0,0 8 37 0,20-25 43 15,2 13-5-15,4-1 34 0,8 0 12 0</inkml:trace>
  <inkml:trace contextRef="#ctx0" brushRef="#br0" timeOffset="36637.65">9853 5136 739 0,'18'-12'442'0,"-4"2"-47"0,-1 3-48 15,-3-1-59-15,-1 4-24 0,-1 1-36 0,-5 3-24 16,-3 0-32-16,0 0-15 0,8 14-14 16,-5 1-5-16,-3 5-16 0,3 4-13 0,0 0-17 15,1 3 3-15,0-1-15 0,0 3-24 0,-1 4-7 16,4-3-6-16,-2-1-108 0,0 1-62 0,0-2-73 16,-1 4 19-16,-3-4 18 0,2-5-332 15,-3-16 35-15,0 3 54 0,0-3 22 0,0-7 26 16,0 5 21-16,0 0 23 0,0-10 0 0</inkml:trace>
  <inkml:trace contextRef="#ctx0" brushRef="#br0" timeOffset="36766.15">10037 5025 251 0,'-7'-34'453'0,"2"7"-84"16,-1 3-84-16,-1-5-70 0,1 7-74 0,3 3-104 15,0 7-64-15,3 7 1 0,0 5-79 16,0 0-151-16,9 2-85 0,-6 2 13 0,13 10-12 15</inkml:trace>
  <inkml:trace contextRef="#ctx0" brushRef="#br0" timeOffset="37773.08">10213 5157 616 0,'-3'2'419'0,"5"-1"-28"15,-1-1-51-15,-1 3 12 0,0-3-31 16,0 2-37-16,0-2-18 0,0 0-30 0,0 0-22 15,-3 0-19-15,3 1-26 0,0-1-25 0,0 1-8 16,2-1-9-16,-2 0-16 0,0 0-10 16,1 0-1-16,-1 0-15 0,0 0 8 0,0 0-12 15,0 0 3-15,0-1-5 0,0 0-4 16,0 1-17-16,-1-2 4 0,1-1-6 0,-2 1-6 16,2-1-8-16,0 2-8 0,0-1 7 0,2 0-3 15,-4-1-7-15,2 3-1 0,0-1-3 0,0 0-4 16,0-3-15-16,0 4 12 0,0 0-16 15,0 0-4-15,0 2 13 0,-3 1-17 0,2-1 6 16,-1 4 8-16,1 10-14 0,-5 2 8 0,6 2 2 16,-4 0-8-16,3 2 11 0,-2 2 1 15,2-1-9-15,1 2 2 0,0-2-5 0,0-14 6 16,0 5-6-16,0 3 0 0,12 15-9 16,-4-14-6-16,4-3-12 0,4-7-30 0,2-1-17 15,4-5 3-15,3-2 6 0,-9 0-18 0,6 0-17 16,26-14 1-16,-20 2 2 0,2 0 16 0,-4 0-8 15,-1-1 19-15,0 2 15 0,1 0 25 16,-3 1 8-16,-5 2 11 0,-1 1 6 0,-6 1 0 16,0 1 2-16,-3 3-16 0,-4 0 11 15,3 2-5-15,-7 0 6 0,0 0-7 0,26 11 2 16,-9-1 2-16,1-2 0 0,1 0-6 0,4 1 12 16,-1-2-2-16,1 0 6 0,1-2 0 15,-5-3-11-15,6 0 4 0,-11-2-7 0,2 0 5 16,5 0 10-16,22-14 8 0,-24 5 8 0,-1-1-22 15,0-5-3-15,-1 1 24 0,-6-1-30 16,2 1 19-16,-3 1 6 0,-1 1 0 0,-7 1 9 16,3 4-2-16,-5 7-5 0,0 0-7 0,-13-11-1 15,6 12 3-15,-10 2 3 0,0 1-4 16,2 5-2-16,-1 1-9 0,2 2 0 0,1 5 18 16,3 0-1-16,5 4-8 0,1-2 0 0,4 4 7 15,0-12 14-15,19 23-7 0,-6-14-1 16,6-3-3-16,-2-2-3 0,5-1 8 0,2-2-4 15,-1 0-10-15,6-7-3 0,2-2-1 16,-2-3-10-16,-16 0-3 0,10 0 1 0,25-16 1 16,-23 8 10-16,1-4-12 0,-2-3 1 0,-1-3-17 15,0-1 21-15,-1-3-12 0,-3 0 2 16,-1-1 1-16,0 1 0 0,-3 3 26 0,-1-1 2 16,-1-1-1-16,-2-1 25 0,-2 2-6 0,-1 1 24 15,2 1-4-15,-2 0 2 0,-3 3-3 0,-1 0-5 16,-2 4 12-16,2 1 2 0,-1 3-9 15,-2 0 7-15,0 2-13 0,-1 0 5 0,2 2-16 16,-2 2 3-16,0 1-11 0,-2 2-9 16,1 3-4-16,-3-1-5 0,0 12 6 15,-2 2 9-15,3 1-12 0,-3-1 4 0,0 0 0 16,4-1-5-16,-1 5-9 0,0-5 13 16,3-10 3-16,0 1-7 0,0 4 15 0,20 12-6 15,-8-12-5-15,4-3-9 0,1-3 5 0,4 0 2 16,3-3 4-16,-13-3 9 0,11 0-17 15,29-12-1-15,-25 5 9 0,2-3-15 0,0 2 7 16,2 1-4-16,-4-2-9 0,-3 4 15 0,-2 0-9 16,-5 0 0-16,-3 3-5 0,-1 1 7 15,-12 1 2-15,7 0-10 0,16 18 15 0,-11-6-11 16,1 3-35-16,-6 6-24 0,8 0 6 16,-4 1-136-16,0 3-35 0,3-6 22 0,1 3-340 15,1-5 33-15,0 0 24 0,5-2 45 16,0-1 35-16,-2-4 34 0,3 0 22 0,-2-1 11 15,3-9 35-15,1 7 14 0</inkml:trace>
  <inkml:trace contextRef="#ctx0" brushRef="#br0" timeOffset="39121.65">4816 6290 475 0,'0'-13'367'0,"-12"13"-46"0,12 0-32 16,-23-28-27-16,17 25-12 0,3 0 9 0,0 0-43 15,-1 0-23-15,2 2 5 0,1-1-21 16,-2 0-20-16,3-1-16 0,0 2-18 15,0 0-8-15,5-2-14 0,3 1-21 0,-2 1-9 0,12 0 6 16,2-3 3-16,2 1-23 0,0 0-6 16,2-2-4-16,-1 2-8 0,3-4 5 0,-2 3-5 15,-1-6-4-15,4 1-3 0,-1-1-27 16,-1 1 2-16,-1-3-21 0,-1-1 17 0,-3-2-6 16,-3 1-9-16,0-1 7 0,0 1 0 0,-4-3 8 15,-1-1-20-15,-3-1-1 0,-2 0 2 16,-1 2-6-16,-4 0 14 0,-2 3-4 0,2 2 3 15,-2 12-10-15,0-8 21 0,0 0-13 16,0 2 9-16,0 6 5 0,-13-16-18 0,12 13 3 0,1-1 22 16,-3 3-23-16,1-2 8 0,-1 3-1 15,2 0 13-15,-4 3-11 0,1 1 13 0,-2 7 0 16,-4 3-3-16,5 3 1 0,-1 2 20 0,1 3-2 16,1 2 26-16,0 1-6 0,2 1 2 15,-1 3 13-15,2 2-17 0,-2 1 0 0,3 1 15 16,-2 1-8-16,-1-6 3 0,0 3-6 15,2 2 4-15,1 1-8 0,-2-1-3 0,0 2 4 16,-3 1-11-16,4 0-10 0,-4-1 10 0,3 2-3 16,0-2-6-16,0 0-10 0,-2 0-43 0,1 3 2 15,-1-3-101-15,-2 1-26 0,0-1-38 0,-1 0-41 16,-4 0 23-16,-4-2-202 0,7-2-83 16,-6-4 32-16,-1-3 37 0,1-5 29 0,4-4 25 15,0-2 33-15,1-6 14 0,4-3 8 16</inkml:trace>
  <inkml:trace contextRef="#ctx0" brushRef="#br0" timeOffset="39313.37">4796 6820 277 0,'-9'-25'504'0,"1"4"-104"16,4-1-27-16,3-3-16 0,1 12-27 16,0-6-13-16,13-23-39 0,-4 19-36 0,4 4-24 15,2 0-19-15,2 2-22 0,2-3-24 0,4 2-39 16,1 3-32-16,4 5-7 0,3 0-122 15,3 1-35-15,4 2-44 0,4 0-41 0,0 4 15 16,1-1-223-16,2 2 29 0,2-3-104 16,-1 1 31-16,-1 2 35 0,-3 0 24 0,-1-2 19 15,-1-3 26-15</inkml:trace>
  <inkml:trace contextRef="#ctx0" brushRef="#br0" timeOffset="39602.93">5913 6154 293 0,'-6'-9'356'0,"-2"4"-65"0,-8 0-40 0,4 5-16 15,-3-2-7-15,6 2 1 0,-7 0-10 16,-23 18-17-16,18-5-11 0,1 1 5 0,1 0-22 16,2 4 3-16,-1 1-3 0,3 1-18 0,-2 1-11 15,4 4-3-15,-1-1-5 0,8 2-24 16,1 3-10-16,0 0-8 0,3-1 3 15,2-2-18-15,0-13-9 0,11 27-7 0,-1-15 12 16,5-2-13-16,-2-4-54 0,5-1-2 0,-1-1-79 16,2-3-34-16,0 0-52 0,4-1-48 15,-1-1 19-15,1-7-214 0,-2-1 32 0,-9-4-99 16,1 0 11-16,22-14 50 0,-18 2 24 0,3-3 25 16,-5-1 27-16,1-5 33 0</inkml:trace>
  <inkml:trace contextRef="#ctx0" brushRef="#br0" timeOffset="39974.71">6105 6319 226 0,'0'-7'376'0,"-1"5"-69"0,-3 1-11 0,3 1-20 15,-4 2-2-15,-3 8-34 0,1 5-7 0,-3-3-28 16,1 3-31-16,3 4-11 0,2-2-12 16,-2 4 11-16,6 1-26 0,0-11-30 0,0 7-5 15,0 1 1-15,15 20-26 0,-11-21 2 16,4 0-8-16,2-1-10 0,-3-4-4 0,-2-4 10 15,6 3-7-15,-4-4-16 0,0-4-5 0,-1-3-3 16,2-1-4-16,-8 0-4 0,10 0-2 16,12-19-2-16,-11 7-3 0,1-4-1 0,0-3 6 15,0 2-5-15,-2 0-1 0,2 3-1 0,-3 2 48 16,-3-1 0-16,3 3-6 0,-3 2-7 16,-4 5-8-16,2-1-7 0,-3 1-2 15,1 1-12-15,1 2-6 0,-3 0 4 0,0 0-11 16,6 10 10-16,2 4-3 0,-2 2 5 0,1 4-9 15,-2 1 1-15,4 1 10 0,-5 3-7 16,3 3-34-16,0 0 1 0,-2-2-96 0,0 3-33 16,-3 0-51-16,-2 3-53 0,0-18 23 15,0 6-276-15,-16 22 36 0,9-21 9 0,-3-7 31 16,4-8 58-16,0-3 23 0,0-3 24 0,6 0 2 16,0 0 10-16</inkml:trace>
  <inkml:trace contextRef="#ctx0" brushRef="#br0" timeOffset="40203.31">6606 6403 631 0,'7'1'336'0,"1"1"-27"0,5 8-49 16,-1-1-3-16,3 4-22 0,-2 2-33 16,2 3-11-16,-2 4-31 0,1-2-19 0,-2 3 15 15,-1 2-43-15,-6-1-5 0,-5 1 0 16,0-14-21-16,0 11-13 0,-20 20-1 0,2-18 1 15,-1 1-25-15,-7-2-4 0,-2 1-27 0,0-3-23 16,-3-1-58-16,0-3-51 0,3 2 9 16,-1-5-183-16,3-3-166 0,1-4 51 0,15-7 27 15,-2 0 23-15,-6-13 13 0,18 2 44 0,8-9 10 16</inkml:trace>
  <inkml:trace contextRef="#ctx0" brushRef="#br0" timeOffset="40452.15">7237 6517 236 0,'-12'-9'523'0,"4"-4"-116"15,2 4 24-15,-1-3-49 0,6 0-49 16,1 12-35-16,0-10-58 0,19-15-14 0,4 9-38 15,4 8-59-15,8-1-14 0,7 2-124 0,2 2-50 16,6 0-78-16,0 2 12 0,4 3-314 16,-31 0 31-16,15 0 29 0,45 12 16 0,-44-3 24 15,-3 0 19-15,-11 7 4 0,1-2 0 16</inkml:trace>
  <inkml:trace contextRef="#ctx0" brushRef="#br0" timeOffset="40604.15">7514 6725 451 0,'-31'8'455'0,"4"-3"-54"0,2 2-57 0,3 0 12 16,1-2-37-16,5-2-51 0,6 0-35 0,6 1-25 16,5-4-90-16,8 0-58 0,15 0-54 15,-7 0-48-15,8 0-90 0,14 0 12 0,2 0 10 16,52-15-349-16,-40 5 28 0,3 2 55 16,1-3 25-16,0-1-26 0,7 1 4 0</inkml:trace>
  <inkml:trace contextRef="#ctx0" brushRef="#br0" timeOffset="41237.64">8616 6437 647 0,'2'-12'360'0,"1"-4"-33"16,2 3-31-16,1 2-25 0,2 0-24 0,2 1-48 15,2 5-10-15,-3-1-34 0,-9 6-23 16,9 0 1-16,7 0-28 0,19 17 12 0,-19-8-32 16,-2 7-14-16,0 2 1 0,-5 6 1 0,-4-2-24 15,-3-1 5-15,-2-7-16 0,-16 24 16 0,2-17-1 16,-2 3-2-16,-4-3-19 0,-1 0-3 16,2-2-16-16,1-2 10 0,-5-1 7 0,7 0-1 15,-2-1-4-15,6-4-3 0,-1-1 38 16,6-3 33-16,1-2 2 0,0 0 4 0,3-3 8 15,3 1-15-15,0-3-11 0,0 0-4 0,11 0-14 16,13 0-4-16,-10 0-11 0,10 0-32 0,39-11-27 16,-25 7 2-16,8 2-59 0,1-3-49 15,-2 0-48-15,5 1-46 0,-1 1 20 0,-2 1-196 16,-1-4 31-16,-2-1-139 0,-4-2 49 16,-3 0 1-16,-7 1 47 0,2-3 24 0,-6 0 49 15,-1-1 2-15</inkml:trace>
  <inkml:trace contextRef="#ctx0" brushRef="#br0" timeOffset="41647.68">9404 6406 997 0,'-2'-3'337'0,"-3"0"-49"0,3 3-32 16,-2 3-32-16,2-1-2 0,-2 4-23 15,1-4-11-15,-5 15-23 0,1 3-15 0,1 2-19 16,1 4-13-16,-2-2 0 0,4 0-10 15,0 0-17-15,2 1-9 0,-1-3-3 0,1 0-11 16,-1-1-11-16,2-2-8 0,-2-5-5 16,2-4 17-16,0-2-12 0,-1-1 10 0,1-7-21 15,0 0 41-15,0 5 14 0,0-5-3 0,0 0-16 16,1 9 3-16,1-13-9 0,7-6-14 0,2-5 2 16,2-1-10-16,3-1-2 0,-2 0 1 15,3-2-27-15,0 3 18 0,-1 1-2 0,-3-3-5 16,2 8 2-16,-4 0 10 0,-5 4-6 15,3 0-1-15,-5 2-6 0,1-1-3 0,-3 4-12 16,1-1 3-16,0-2-1 0,-2 4-10 16,-1 0 0-16,0 0-2 0,0 0 11 0,10 13-9 15,-2 0-3-15,-3 2 11 0,4 3-9 16,-3 4-11-16,2-1-45 0,2 5 4 0,-2-4-104 16,1 7-44-16,-4 0-68 0,0 0 24 0,-4-3-308 15,1-4 39-15,1-1 37 0,3-6 34 16,0-4 56-16,3-3 26 0,0-2 24 0,0-4 9 15,1-2 13-15,-2 0-61 0</inkml:trace>
  <inkml:trace contextRef="#ctx0" brushRef="#br0" timeOffset="41828.54">9899 6728 625 0,'13'-12'463'0,"-2"-1"-81"0,5 1-54 15,0-2-44-15,10 2-13 0,-1 0-40 16,6 5-29-16,4-1-16 0,5 2-18 0,1 0-64 15,3 1-84-15,1 3-41 0,-2-1-51 0,0 3-59 16,0-5 13-16,-23 5 10 0,6 0 10 16,6 0 10-16,-2 0 9 0,-2 0-331 0,-4 0 21 15,-5 0 19-15,-5 0 37 0,6-7 13 0,-19 5 5 16</inkml:trace>
  <inkml:trace contextRef="#ctx0" brushRef="#br0" timeOffset="42043.65">10312 6528 367 0,'-13'-8'454'0,"3"3"-66"16,1 3-22-16,5-1-48 0,-2-1-21 16,2 3-44-16,-2-1-11 0,3 2-38 0,0 0-34 15,3 0-10-15,0 0-16 0,0 0-17 16,-7 12-13-16,5-5-10 0,5 17-2 0,-3-11-28 16,0 6 6-16,8 28-1 0,-4-19-7 0,6 0-7 15,-4 2-104-15,3-1-46 0,-1 0-51 0,-2 0-37 16,3 1 15-16,-2-5 16 0,-2 5-356 0,2-7 47 15,-4-4 30-15,-2-4 26 0,4-3 26 16,-4-4 39-16,6-3 20 0,-2-3 0 16</inkml:trace>
  <inkml:trace contextRef="#ctx0" brushRef="#br0" timeOffset="42598.7">10786 6571 539 0,'-8'-16'339'0,"2"0"-40"0,0-2-4 15,1 5-22-15,-3-2-27 0,3 0-5 0,-1 5-28 16,4 2-29-16,0 1 1 0,-1 1-31 0,2 1-16 16,-2 1-17-16,2 1-10 0,0-1-14 15,1 1-9-15,-3 0 36 0,3-1-17 0,0 3-7 16,-1-1-18-16,-1 0 13 0,1-1-8 15,1 3 6-15,0 0-3 0,0 0-3 0,0 0 3 16,0-8-11-16,0 8-6 0,0-6 2 0,0 6-4 16,0-6-7-16,0 6-13 0,0-8 1 0,0 8-8 15,9-15-10-15,1 8 2 0,2-1-2 16,3 1-13-16,3 0 7 0,-2 2-5 0,6-1 1 16,1 4-15-16,3 2-1 0,-13 0-6 15,7 0 15-15,30 10-10 0,-23 0 1 0,-1-1-32 16,-1 1-13-16,-3 2-15 0,-5 4-2 0,0 2 5 15,-5 0-25-15,-4 5-3 0,-6 2 2 0,-2-14 1 16,-20 27-3-16,3-15 18 0,-1 1-14 16,-1-3 11-16,0 2-1 0,2-4 30 0,1 1-10 15,3 0 15-15,-2-2 7 0,4 4-31 16,6-5 14-16,2 1 17 0,3-11-9 0,0 7 9 16,12 14-7-16,-2-10 13 0,2-3 11 0,3 0 0 15,-1-1 11-15,2-1 9 0,-2-3-16 0,-3-2 20 16,2 1-15-16,-7-3 2 0,1 1 3 15,-3-5 20-15,-2 0-13 0,-2 1-15 0,0-3 10 16,-12 3-10-16,-8-3-18 0,-5 0-4 0,10 0-20 16,-9 0-42-16,-5 0-58 0,-6 0-73 15,2 0 20-15,-3 0-290 0,0 0 32 0,-34-9 31 16,40 4 14-16,0 1 25 0,5-2 50 16,5 0 12-16,5-1 3 0</inkml:trace>
  <inkml:trace contextRef="#ctx0" brushRef="#br0" timeOffset="43675.2">4718 7429 272 0,'0'0'234'0,"0"0"-30"16,0 0-4-16,-15 0-31 0,15 0 4 16,0 0-14-16,0 0 10 0,0 0 1 15,0 0-14-15,0 0-14 0,0 0-15 0,12-2-1 16,-1 2-10-16,10 0-6 0,6 0-12 0,3 0-22 16,4 0 0-16,2 0-9 0,6 0-14 15,7 0-13-15,6 0 2 0,69 8 2 0,-50-4-9 16,9 2-5-16,6 1-4 0,7-1 2 0,8 2 9 15,6 0-12-15,9 1-12 0,5 0-4 16,14 2 7-16,6 2-9 0,11-2-6 0,100 5 4 16,-50 1-1-16,-31-5 8 0,80 6-5 0,-52-6-15 15,-33 1 5-15,-18-3 3 0,109 8-4 16,-56-8 8-16,-35 2-8 0,-26-3 17 0,3-1-16 16,1 1 0-16,-1 0-3 0,3-2 17 15,-6 1-7-15,-3 2 0 0,-7-3 12 0,-6-2 12 16,-8 2 16-16,-9-2 13 0,-7-2-2 15,-8 1 25-15,-9-3-8 0,-10 0-8 0,-5 1 25 16,-9-2 11-16,-8 1 5 0,0 1 3 0,-34-2-14 16,11 0 5-16,2 0 1 0,2 0-10 15,-6 0 0-15,-2 0-12 0,-4 0-4 0,-4 0-10 16,-2 0-3-16,-6 0-13 0,8-11-10 0,-15 8-18 16,1 3-22-16,-5-2-28 0,2 2 2 15,-2-2-73-15,0 1-42 0,0 1-32 0,0-2-32 16,0 2-51-16,0 0 22 0,0-1-140 0,0 0-107 15,2-2 33-15,1-1 32 0,8-4 26 16,3-3 30-16,3-3 24 0,3 0-13 0,1 2-7 16</inkml:trace>
  <inkml:trace contextRef="#ctx0" brushRef="#br0" timeOffset="52123.78">13189 6628 262 0,'0'0'250'0,"0"0"-38"0,0 0-10 16,0 0-20-16,0 0-25 0,15 0-1 0,-15 0 3 15,0 0-16-15,24-3-9 0,-22-2-6 16,2 2-8-16,0-2-9 0,0 2-4 0,-2-2-6 15,1 1-16-15,1-1 7 0,-3 2-13 0,3-2-1 16,6-7-15-16,-4 2 11 0,1 4-22 0,-4-2 7 16,3 1-2-16,-2 0 1 0,-2 2 2 15,2 0-1-15,-2-1-20 0,1 2-3 0,1-1 1 16,1-11 13-16,2 6-6 0,-1-1 0 16,-5 1-17-16,3 2 10 0,-2 0-20 0,-1 1-1 15,2 2 6-15,0-12 5 0,-1 8 6 0,-1-2-10 16,2 3-12-16,-1-2-9 0,-1 3 27 0,-1 2-25 15,1-3 6-15,-1 1-3 0,1 0 0 16,-1 0 4-16,0 0 2 0,0-1-9 0,0 8 8 16,0-5-7-16,0-4-9 0,0 1 12 0,0 3-9 15,0 5 14-15,0-9-17 0,0 3 9 16,0 0 4-16,-14-11-9 0,8 7 1 0,-3 5 0 16,0-1 8-16,3 2-11 0,-11 0 6 15,3 1 10-15,-3 3-22 0,8 0 5 0,-6 0-2 16,-2 0-6-16,-20 14 16 0,19-8-16 0,-3 6-4 15,2 0 1-15,2 2 12 0,3 1-10 16,0 1-1-16,5 4 3 0,2 2 17 0,5 3-6 16,2 1-11-16,0-13 12 0,12 31-10 0,-3-16 16 15,3 5-15-15,5 1-1 0,-4 2 17 16,1 1-16-16,1 4 1 0,-2-2 18 0,-1 2-26 16,-1 1 7-16,0 1 12 0,-2-2-8 0,-2-3-5 15,-4 1 15-15,-1 3 11 0,-2-26 3 16,0 11-5-16,-14 31 12 0,1-27 35 0,-3 0-13 15,-5-4-5-15,-12-2-1 0,-8-3 1 16,-4-3-4-16,-7-3-5 0,-3-3 15 0,-5-4-19 16,1-1-1-16,2-4-8 0,4-2-2 15,28-2-26-15,-10 0-52 0,-39-16-35 0,39-1-39 16,7-2-50-16,11-3 17 0,9-4-224 0,5-6 32 16,3 15-117-16,20-36 39 0,-5 19 28 15,7-3 42-15,4 2 45 0,2-2-10 0,5 4-2 16</inkml:trace>
  <inkml:trace contextRef="#ctx0" brushRef="#br0" timeOffset="52436.33">13767 6341 551 0,'7'-13'322'16,"-5"6"-58"-16,-1-2-40 0,-4 7-10 15,1-1-27-15,-3 6 3 0,-9 5-7 0,-1 2 27 16,-3 3-26-16,1 2-20 0,-2 4 4 0,2 2-3 16,-2 4-17-16,-1-1-5 0,1 5 9 15,0 0-26-15,3 2 3 0,-3-2-12 0,5 3-18 16,1-1-16-16,4-2-1 0,4 3-1 0,2 0-12 16,3-17 2-16,0 10-19 0,0 0-1 15,21 26-4-15,-6-25-29 0,1-4-16 0,4-3 0 16,1-2-85-16,0-2-22 0,1-3-39 0,5-5-37 15,0-1-48-15,-14-6 21 0,7 0-248 0,27-19 34 16,-25 4-12-16,-1-4 28 0,3-2 29 16,-5-3 24-16,3-5 17 0,-2 0 9 0</inkml:trace>
  <inkml:trace contextRef="#ctx0" brushRef="#br0" timeOffset="52771.25">14071 6569 219 0,'8'-15'462'0,"1"0"-98"15,-4 5-78-15,-1 3-33 0,-3 5-43 0,0-1-6 16,1 3 7-16,-4 3-12 0,0-2-24 15,1 5 4-15,-2-1-32 0,-2 9-21 0,-3 1 0 16,6 2-13-16,-2 3 7 0,3-2-24 16,-1 0-4-16,2-8-17 0,0 4-6 0,0 1-9 15,0 1-15-15,11 13-3 0,-4-19-5 0,-3 2-4 16,5 0-3-16,-2-4 18 0,-1-4-4 0,3 0-1 16,-2-3-5-16,-7-1-9 0,12 0-4 15,20-16 10-15,-13 5-4 0,0-3-7 0,1 0 5 16,-3 0-9-16,0 0 17 0,0 5-15 15,-5-1 10-15,1 2-14 0,-4 1 14 0,-4 3-20 16,0 2 0-16,2 2 8 0,-7 0-17 0,0 0 6 16,0 0-7-16,9 13 18 0,-8-7-28 15,0 11 15-15,1 4-1 0,-2 0 17 0,1 3-12 16,0-1-20-16,0 4 1 0,1 2-61 0,0-3-30 16,-1 4-50-16,-1-3-54 0,0 1 20 15,2-6-162-15,-2-12-144 0,0 2 35 0,0-1 12 16,0-4 40-16,0-7 24 0,0 0 41 15,3 3 11-15,3-17-38 0</inkml:trace>
  <inkml:trace contextRef="#ctx0" brushRef="#br0" timeOffset="53002.75">14695 6641 217 0,'17'-12'415'0,"-1"1"-96"16,-1 5-43-16,-3 5-20 0,-12 1-14 0,8 0-11 15,7 17 4-15,-6-2-20 0,-1 1-17 16,-2 3-12-16,-3 2-21 0,-2 2-5 0,-1 0-16 15,0-9-2-15,0 5-10 0,-18 23-3 0,4-18-7 16,-1 3-17-16,-6-3-7 0,-3 0-11 0,-2 0 1 16,0-2-9-16,-4-1-8 0,3 0-20 15,2-3-17-15,1-1-4 0,1-2-77 0,3-1-61 16,-5-1-35-16,5-4-41 0,5 1 17 16,0-9-269-16,15-1 34 0,0 0 30 0,-10-11-43 15,16-5 28-15,4-2 28 0,6-3 24 0,-1 3 15 16,5-3 11-16</inkml:trace>
  <inkml:trace contextRef="#ctx0" brushRef="#br0" timeOffset="53182.54">15099 6704 374 0,'17'-10'500'0,"-3"0"-90"15,3-1-56-15,3 1-53 0,2 0-38 0,2 2-52 16,6 2-21-16,0 1-48 0,4 1-54 15,2 3-79-15,-19 1-57 0,16 0 4 0,0 0-240 16,36 15-132-16,-37-6 25 0,-6 3 26 16,-8 4 22-16,-2 5 19 0,-12 1-4 0</inkml:trace>
  <inkml:trace contextRef="#ctx0" brushRef="#br0" timeOffset="53352.97">15323 6993 436 0,'-22'11'394'0,"0"0"-42"0,1 1-16 0,2-2-43 16,6-2 37-16,0-3-23 0,1 1-39 0,6-1-39 15,1-3-9-15,4 2-33 0,1-4-26 16,0 0 5-16,33 8-46 0,-5-5-35 0,8 0-8 16,1-1-129-16,8-1-47 0,-1-1-65 0,-19 0 15 15,12 0 14-15,7 0-349 0,51-9 18 16,-49 2 29-16,3-2 69 0,-3-1 23 0,1-2 21 16,10-3 13-16,0 0-1 0</inkml:trace>
  <inkml:trace contextRef="#ctx0" brushRef="#br0" timeOffset="54492.28">16485 6604 416 0,'0'0'271'0,"0"-12"-41"0,0 12-5 15,-20-29-10-15,20 25-6 0,-1-2-1 16,1-1-15-16,0 4-37 0,-1-1-15 0,1 4-18 16,0 0-24-16,0 0-3 0,0 0-23 15,0 0 14-15,-3-7-4 0,2 11-14 0,0 4 5 16,-2 9 12-16,1 2 14 0,-2 4-22 0,-1 3-3 15,0 0-1-15,0 3-16 0,-2-2 9 0,2 2-4 16,1-1 6-16,-1-2-6 0,3 0-15 16,-1-2-4-16,1-2-5 0,0-1 16 0,2-4 2 15,-2-3-3-15,2-3-18 0,0-2-5 0,0-1 23 16,0-2 44-16,0-6 15 0,0 0 9 16,0 0-2-16,6 7-9 0,0-10-18 0,11-8-15 15,0-6-6-15,3-1-12 0,2-2 0 0,2-6-15 16,4 5-1-16,1-2-8 0,-1 3-6 15,-3 2-4-15,-2 2 0 0,0 3-15 0,-1 0 6 16,0 6-3-16,-3 4-9 0,-10 3-5 16,15 15 3-16,-11-3-8 0,-2 6 16 0,-2 2-10 15,-2 5-7-15,2-1 17 0,0 1-3 16,-2 1-6-16,5-3 14 0,-1 0 3 0,-3 1-1 16,2-3-9-16,0-3 9 0,2 0 1 0,0-3 10 15,1-2 9-15,-1-2-6 0,3-2 5 16,-1-4-11-16,3-1 11 0,-3 0-3 0,-1-3-4 15,-13-1 3-15,10 0-9 0,2 0 4 0,13-13-4 16,-11 5 0-16,-4-2-17 0,1-1-47 0,0 2-19 16,-3-3-43-16,0 2 10 0,-5 3-89 15,1 2-41-15,0-1-63 0,-4 4 27 0,1 0-220 16,-2 4 40-16,0-4-89 0,-3 2 37 16,1 3 32-16,1-2 31 0,-1 2 24 0,2 0 24 15,-2 0 67-15,1 2 12 0</inkml:trace>
  <inkml:trace contextRef="#ctx0" brushRef="#br0" timeOffset="55794.2">12478 7853 431 0,'-22'0'200'0,"-15"17"-22"0,29-17 10 0,-2-2-7 15,10 2-6-15,0 0-6 0,-7 0-26 0,2 2-6 16,9-4-15-16,17 2-14 0,-6 0-10 15,8 0-15-15,10 0-6 0,9 0-6 0,13 0-12 16,12 0-7-16,12 0-10 0,10 0-4 0,10 0-9 16,12 0 1-16,127-12-14 0,-103 9-1 0,8 0 8 15,7 2-10-15,5-5-4 0,2 4 12 16,8 0-9-16,0-1-10 0,97 0 5 0,-159 3 2 16,35 0 0-16,7 0-12 0,-1 0 18 15,3 0-5-15,-5 0 2 0,3 0 4 0,-4 0 22 16,-2 0 13-16,-4 0-3 0,-8 0 13 0,-3 0 0 15,-9 0 4-15,-8 0 16 0,-5 0 29 0,-7 0-18 16,-10 0 17-16,-8 0-11 0,-4 0 13 16,-8 0-2-16,52-9-6 0,-71 7 1 0,-5 1-6 15,-6-1-2-15,1 0-11 0,-7 1-6 0,-2 0-24 16,-6-2 2-16,-7 3-14 0,4-1-1 16,-5-2 13-16,-6 3-30 0,-2-1-13 0,-2-2-23 15,-4 3 0-15,-4 3-120 0,-3-6-39 0,-14 6-49 16,11-3 18-16,-12 0-272 0,1 0-12 15,-4 0 39-15,3 0 30 0,-21-8 28 0,32-1 38 16,2-3 13-16,4 2 42 0,4 5-2 16</inkml:trace>
  <inkml:trace contextRef="#ctx0" brushRef="#br0" timeOffset="57388.99">705 8289 547 0,'0'-15'353'16,"-24"-12"-30"-16,23 20-28 0,2 0 2 0,-4 2-58 15,3 1-36-15,0 4-19 0,0 0-28 16,0 0-28-16,-3-6 2 0,1 9-25 0,1 2-18 16,0 14 13-16,-3 0-25 0,0 6 2 0,3 1-17 15,-3 6-5-15,2 2-14 0,-1-5 7 16,3 6-11-16,0-17-24 0,0 6-38 0,0 3-40 16,0 2-39-16,0 2-63 0,12 22 16 15,-12-42-246-15,0 0 29 0,0-3 27 0,-15 1-34 16,10-10 26-16,-6-7-17 0,-1-9 10 0</inkml:trace>
  <inkml:trace contextRef="#ctx0" brushRef="#br0" timeOffset="57717.53">539 8351 227 0,'-4'-27'469'0,"4"16"-77"15,0-4-75-15,-6-16-57 0,3 18-41 16,3 6-26-16,0 7-1 0,0 0-34 0,11 0-8 16,4 10-9-16,-1 2-23 0,6 2-14 15,7 2 4-15,1 3-4 0,4 0-32 0,0 2-18 16,2-1 0-16,0 0-10 0,2-1-24 15,-2-3-14-15,0 0 3 0,-4-5-19 0,0 2 4 16,-3-4 3-16,-1-4 13 0,1-2-17 0,-16-3 11 16,5 0-5-16,17-16 0 0,-17 0 24 15,-1-4-12-15,-3-4 5 0,-1-1 6 0,-5 1 15 16,3 1 44-16,0 3-9 0,-2 4 64 16,-1 0 3-16,-2 7-19 0,-1 0-14 0,-1 2-6 15,-1 2-13-15,2 2-26 0,-2 0 14 0,-1 3-20 16,0 0 0-16,-1 13-11 0,0 8-2 15,1-8-9-15,0 10 1 0,-11 29-4 0,7-16-100 16,3 1-58-16,-3-1-24 0,4 3-61 0,0-18 19 16,0 10-170-16,13 42 30 0,-6-34-174 15,1-2 36-15,3-3 79 0,-1-6 14 0,4-7 54 16,4-3-8-16,2-10 42 0,2 1-15 16</inkml:trace>
  <inkml:trace contextRef="#ctx0" brushRef="#br0" timeOffset="58540.73">1672 8439 673 0,'3'-21'438'16,"-3"8"-73"-16,-3 4-36 0,-7 5-43 0,1 2-7 15,-11 5-31-15,-1 3-17 0,0 5-24 16,0 3-41-16,4 2 1 0,0 2-24 0,6 3-15 0,1 0-15 16,1 7 0-16,9 1-14 0,0-16-10 15,14 25-9-15,-2-14-27 0,7 0 9 16,0-4-12-16,3-3-9 0,3 0-21 0,0-5-8 15,-1-3 10-15,6-4 3 0,-2-1-3 0,-15-4-3 16,4 0 0-16,20-16-4 0,-21-1 4 0,-6-3-1 16,1-6-3-16,-8-3-6 0,-3-2 16 15,0 14 10-15,0-4-10 0,-20-29 1 0,5 22 5 16,1 1-17-16,-2 2 3 0,0 4 9 16,-2 2-6-16,1 0-6 0,4 3-17 0,2 2 1 15,2 2-134-15,4 9-14 0,3-1 11 0,2 4-13 16,0 0-6-16,15 0-17 0,6 4-17 15,4 2 18-15,3-2-64 0,2 0 12 0,0 2-20 16,0-1 30-16,0-1 18 0,-3-1 44 0,2-1 42 16,-4 0 11-16,-5-2 106 0,-2 1 46 15,-4 1 43-15,-14-2 27 0,10 0 44 0,0 0 1 16,-3 0 13-16,-1 0-21 0,6-10 30 16,-7 6 8-16,0-1-1 0,-1 3 7 0,0-3-1 15,-1 0-15-15,1 0-7 0,-1 3-15 0,-1-3-5 16,3 1-18-16,-3 1-5 0,1-1-20 15,1 0-10-15,-2 2-8 0,0-3-10 0,1 3-17 16,-2 0-9-16,2-1 1 0,-2 1-12 0,2-1-2 16,-3 2-13-16,2-1 0 0,-1 2-12 15,2-2 1-15,-3-1 2 0,1 3-7 16,0 0-7-16,-1 0-4 0,3-2 4 0,-3 2-4 16,0 0 0-16,0 0-1 0,0 0-8 0,0 15 4 15,0-8-5-15,0 12 0 0,0-9 0 16,0 5 8-16,0 3-7 0,0 1 4 0,0 2 3 15,0-2-3-15,0 1-10 0,0-1-29 0,0-1 0 16,11 16-14-16,-6-21-18 0,6-1-19 16,-4-5 12-16,2-4-18 0,0 0-3 0,3-3 10 15,1 0-26-15,29-13 15 0,-19 1 23 0,1 2-4 16,-1-1 5-16,-4-2 34 0,0 4 5 16,-3-1 2-16,-3 3 15 0,-4 2-4 0,1 0 0 15,-5 4 5-15,1 1 0 0,-6 0 1 0,19 10-7 16,-3 0-7-16,0 7 12 0,4-4 2 15,0 2 3-15,0-3 0 0,1 2 20 0,1-2-6 16,2 2 7-16,-2-4 3 0,0-1 30 16,-2-3-2-16,3 1 3 0,0-4-6 0,-3-3-12 15,-8 0 15-15,1 0 0 0,24-18-3 0,-18 8-11 16,-5-6-2-16,1 1-1 0,-3-7-18 16,-3 0-27-16,0-3 2 0,-8-3-35 0,-1 15-42 15,0-8-39-15,-18-24-15 0,5 22-36 0,-2 2-62 16,-4 1 22-16,-3 3-280 0,2 4 37 15,-1 0 4-15,-3 3 30 0,0-2 27 0,-3 5 25 16,0 0 65-16,-1 2 6 0</inkml:trace>
  <inkml:trace contextRef="#ctx0" brushRef="#br0" timeOffset="59341.62">673 8205 373 0,'0'-6'247'16,"-1"1"-11"-16,1 0 3 0,-1-2-19 0,-2 0-13 16,3 2-8-16,0-1 4 0,3-1-10 15,-3 7-17-15,0 0-5 0,0-8-9 0,0 0 21 16,0 8-49-16,0-9 7 0,0 9-29 0,0-8-23 15,0 8 0-15,0-8 0 0,0 8-26 0,7-6-7 16,-7 11-1-16,-2 12-4 0,-2 7 7 16,-3 2-4-16,1 6 6 0,-1 4-3 0,-2 4-7 15,2 2 4-15,-2 2 1 0,4 0 0 16,0-3 12-16,0 0-17 0,2 0-10 0,1-2 15 16,-1-1-24-16,3-6 17 0,-2 1-14 0,2 3 10 15,0-8-13-15,0 0-2 0,-1-6 3 16,1-14-8-16,0 4 33 0,0-2 51 0,0-1 7 15,0-3 2-15,0-6-14 0,-4 4-4 16,2-10-20-16,2-12-5 0,0 8-8 0,0-12-6 16,14-30-17-16,-6 19-1 0,1-1-15 0,1 0 6 15,4 1-3-15,-1 1-17 0,1 6 8 0,-1 4-6 16,0 3-3-16,3-1-12 0,4 10 5 16,2 3 0-16,-1 5-5 0,-10 2 7 0,25 13-7 15,-11-1 3-15,-4 2 2 0,6 5-9 16,1 0 3-16,4 0 6 0,2 0 1 0,1 1-1 15,5 0-4-15,-2-3 3 0,-2 0 3 16,0-1-11-16,0-1 6 0,-4-5 9 0,-2-1 17 16,-4-3 9-16,8-2 4 0,-4-3 7 0,-17-1 1 15,6 0 15-15,24-19-3 0,-24 7 3 0,-1-7-19 16,-5-2 1-16,-7-4 0 0,3-7-10 16,-2-1-1-16,0-6-13 0,-3-2 0 0,-1 2-2 15,-2-1 6-15,-1 0-24 0,0 24 6 0,0-11-12 16,0-2-11-16,0-3-34 0,0 4-14 15,0 1-30-15,0 3-27 0,0 5 11 0,-6 3-135 16,6 4-57-16,0 6-19 0,-13-2 29 16,10 9-148-16,3 0-120 0,0 2 45 0,2 0 34 15,2-1 56-15,10 6 29 0,3 0 27 0,9 1 13 16,4-2 8-16,0 0 34 0,7-5 0 16</inkml:trace>
  <inkml:trace contextRef="#ctx0" brushRef="#br0" timeOffset="60426.27">4079 8583 416 0,'14'-15'194'0,"-14"15"2"0,0-12-32 16,28-6-3-16,-19 6-24 0,-5 2 8 15,-2 1-25-15,3 1 14 0,-1-6-22 0,-4 3-2 16,4-6-16-16,-4 3-4 0,0 3 12 16,3 3-15-16,-3 8 6 0,0-12-13 0,0 4-13 15,0 0-2-15,-11-12-9 0,2 8-4 0,-3 2-8 16,-4 3-8-16,-3 3 4 0,-1 4-14 0,7 0 2 15,-32 11-2-15,18-1 8 0,-1 2 22 0,-4 4-14 16,3 2 3-16,-1-1 6 0,2 4-26 16,4-4-2-16,0 3 9 0,8 1-11 15,1-1 0-15,2-1 3 0,5 1-7 0,4-2 1 16,2-3 2-16,2-15 1 0,0 10 0 0,0-1-8 16,21 9 10-16,-7-14-13 0,1 0 10 0,4-4-7 15,-8 0 11-15,4 0 8 0,21-19-4 16,-16 8-7-16,2-5 12 0,-3 0 7 15,2-1-16-15,-5 1 25 0,3-1 19 0,-5 0 4 16,-1 3-8-16,0 3 31 0,-5 0-8 0,-2 3-6 16,-1 3-24-16,1-1-5 0,-3 4-2 0,0-2-6 15,-3 4-24-15,0 0 22 0,0 0-12 16,0 0 5-16,7 12-2 0,-2 4-8 0,-1 2 0 16,4 1-11-16,-3 3 11 0,4-2-2 15,-3 2-81-15,2 2-18 0,-2 5-21 0,-2-6-38 16,3 0-28-16,-6 3-48 0,7-1 19 15,-6-4-174-15,4-2 28 0,-2-4 29 0,1-3-108 16,-1-5 21-16,0-2 21 0,3-2 27 0,1-3 15 16,0 0 20-16</inkml:trace>
  <inkml:trace contextRef="#ctx0" brushRef="#br0" timeOffset="60769.97">4724 8475 317 0,'3'-12'438'0,"-2"5"-82"0,1-3-49 15,-2 3-60-15,0 1-31 0,-3 3-11 0,-1 0-38 16,0 2-30-16,-2 4-6 0,-9 4-8 16,0 2-38-16,0 4-1 0,1 4 5 15,-2 5-14-15,5-1-20 0,1 1-9 0,1 1-10 16,4-3 6-16,2 3-19 0,1-4 1 0,2-8 2 15,0 3-2-15,0 4 6 0,0 1-15 16,18 13-1-16,-15-15 10 0,1-6-23 0,0-2 11 16,0-5 2-16,-4 1 1 0,0 0 6 15,0-5 7-15,0 0 6 0,-25 11-5 0,5-10-16 16,-1 2-1-16,7-3-10 0,-6 0 6 0,-1 0-6 16,-24-12-16-16,22 6-26 0,1 1-44 15,1-1-81-15,2-4 16 0,6 0-256 0,3-1 30 16,4 1-57-16,3 1 26 0,3 9 60 15,15-25 22-15,2 9 39 0</inkml:trace>
  <inkml:trace contextRef="#ctx0" brushRef="#br0" timeOffset="61176.34">5176 8465 959 0,'-2'-5'330'16,"1"4"-55"-16,-1 0-34 0,0 2-31 0,0 3 16 16,-7 7 1-16,4 4-17 0,-7 4-23 15,1 6 15-15,1-1 8 0,2 2-26 0,-1 4-22 16,-1 1-18-16,1 4 3 0,0 5-19 16,0 0-18-16,2 2 0 0,0 5-11 15,0-2-40-15,0 1-49 0,-1 1 0 0,4-5-106 16,0 0-37-16,0-1-45 0,2-2-47 15,0-7 19-15,2 1-283 0,-5-1 34 0,3-5 34 16,-5-8 23-16,4-7 27 0,-2-7 34 0,2-3 12 16,4-4 15-16</inkml:trace>
  <inkml:trace contextRef="#ctx0" brushRef="#br0" timeOffset="61458.77">5077 8705 777 0,'1'-31'524'0,"-1"18"-81"15,0-6-55-15,0-1-55 0,12-21-42 16,-6 24-41-16,4 0-27 0,4 3-26 16,4 5-21-16,4 1-30 0,3 6-12 0,-10 2-20 15,5 0-15-15,31 14 5 0,-22-2-18 0,-1-2-20 16,-5 4 12-16,1 3-11 0,-5-3-7 16,2 2 2-16,-7 0-19 0,-3 3 15 0,-4-4-9 15,-7-3-10-15,0-4-15 0,-16 14 8 16,1-8 4-16,-5 1-4 0,-3-4-1 0,-1 2-4 15,-5-1-18-15,-2 2-30 0,2 0 1 0,2-3-125 16,0 1-45-16,3-2-72 0,0 1 27 16,4-3-283-16,2-3 39 0,18-5 36 0,-7 0 34 15,-1-13 13-15,15-1 32 0,6-1 25 0,7 0 19 16,3 0 17-16</inkml:trace>
  <inkml:trace contextRef="#ctx0" brushRef="#br0" timeOffset="61979.45">5732 8703 724 0,'2'0'369'0,"-2"0"-43"0,2 2-37 16,-2-2-20-16,0 1-1 0,0-1-29 16,1 0 21-16,1 0-39 0,-2-1-23 0,3-1-24 15,2 1-21-15,1-2-15 0,12-1-22 0,-2-1-29 16,3-2 2-16,1 0-7 0,1-3-54 15,2 1-4-15,-2-2-15 0,-1-3-1 0,1-1 7 16,-3-1-24-16,1-1-4 0,1 0 1 0,-4 0 3 16,0 1 23-16,-6 2-18 0,0 2 22 15,0 3-12-15,-3 0 0 0,-3 4-15 0,-3 1 10 16,-1 4-11-16,-7-2 24 0,1 5-28 16,-12 4 42-16,0 4-15 0,-2 3 8 0,-3 0 4 15,5 1-5-15,-1 2 3 0,1-2 1 0,2 1-2 16,2-1 2-16,5 1-4 0,0-3-2 15,4-4-1-15,5 1-3 0,0-10 28 0,23 11 0 16,-2-4-20-16,4-3 18 0,7-2-20 16,2 1 4-16,0-3-15 0,-2 2 24 0,4 0-13 15,-1 1-7-15,1-1 4 0,-2 5-15 16,0-4 11-16,-1 4-7 0,-2 1-2 0,0 1 4 16,-3-1 22-16,0 3 20 0,-1-1-5 0,-2 0 0 15,1-3-1-15,-2 5 7 0,-1-4-5 0,-2 2 3 16,2-2-5-16,-4-2-12 0,-1-1-2 15,4-1-8-15,-4-1 12 0,-8-3-19 0,5 0-20 16,2 0-44-16,21-11 4 0,-19 5-105 0,-1-3-45 16,-2 1-75-16,-1-4 29 0,-1 2 21 0,-3-4 19 15,2-1-305-15,4 2 35 0,-4 0 34 16,2 0 56-16,-1 1 26 0,1 0 22 0,1 0 24 16,-1 2 13-16,0 1 5 0</inkml:trace>
  <inkml:trace contextRef="#ctx0" brushRef="#br0" timeOffset="62453.03">7700 8373 220 0,'-1'-15'423'16,"1"6"-44"-16,0 0-28 0,-1 1-10 0,1 1-46 16,0 7-3-16,0 0-41 0,0-5-33 15,0 5-28-15,0 0-20 0,-3-11-34 0,2 13-14 16,-2 4 34-16,-1 9-9 0,-3 7-24 16,-1 0-2-16,-1 6-7 0,3-2-15 0,-3 3-3 15,5 1-18-15,-4 3-4 0,2 1-1 0,6 0-20 16,0 4-6-16,0-17-24 0,0 8-5 0,0 8-100 15,10 45-44-15,-6-37-53 0,0-1-53 16,-4-22 21-16,0 9 19 0,0 3 17 0,-14 29-278 16,5-37 20-16,1-5 27 0,3-5 33 0,1-9 24 15,3-2-2-15,-2-5 11 0,3-5 40 16</inkml:trace>
  <inkml:trace contextRef="#ctx0" brushRef="#br0" timeOffset="63353.83">7319 8744 654 0,'-23'-16'512'0,"3"2"-58"0,1-2-55 16,-1 2-50-16,5 2-32 0,8-1-48 15,5 3-25-15,2 10-30 0,23-25-20 0,0 16-49 16,5 0-34-16,7 0-29 0,6 2-9 0,5 0-97 16,4 5-23-16,1-5-27 0,2 3-16 0,-1-1-23 15,1 0-16-15,-2 2-28 0,-3-4 10 16,-1 4 18-16,-5-4 2 0,0 2 1 0,-5-2 23 15,-5 1 22-15,-3-2 22 0,-1 1 29 16,-2-3 29-16,-6-2 7 0,-1 5 27 0,-5-4 11 16,0 2-2-16,-4 0 15 0,3-1 8 0,-1 1 23 15,-9 3-4-15,4-3 5 0,-1 4 27 16,-2 0-10-16,-2-1-10 0,1 2 43 0,-2-1-20 16,2 1-2-16,-2 1-9 0,3-2 8 0,-3 1-11 15,2-1-4-15,-1 1-11 0,0 2 12 16,-1-3-4-16,0 1-7 0,3 0-2 0,-1 1 1 15,-3-1-7-15,0 1-8 0,2 0-2 16,-1 1-7-16,-1-1-11 0,2 0-2 0,-1 1-3 16,0 0-12-16,1 1 7 0,-2-1-8 0,2 0-10 15,-1 2 2-15,1-2-10 0,-2 1 13 16,1-1-4-16,0 1 3 0,-1 0 6 0,0 1 1 16,0-4 0-16,0 4-6 0,3-1 5 0,0 1-1 15,-3-2 1-15,0 2-4 0,0 0 4 0,1 0-14 16,-1 0 1-16,2-3 2 0,-2 3-5 15,0 0-2-15,0 0 1 0,0 0-5 0,0 0-3 16,0 0-14-16,-2 0 0 0,1 5 6 0,1-2-6 16,0 4 8-16,-3 15-4 0,3-12-1 0,-7 28 3 15,1-12-9-15,0 4 9 0,2-3-1 16,-1 1-2-16,-2 1 6 0,2 0-6 0,4 0-6 16,-3 3 11-16,1-1-1 0,2-2-11 0,1-15 17 15,0 7-11-15,0 0 5 0,0 1-15 16,0 0-21-16,0-3-7 0,9 13-18 15,-4-21-17-15,0-4-3 0,2-1-12 0,4 1-20 16,7-4 10-16,0-3-34 0,-5 0 25 0,4 0 4 16,5 0 15-16,26-14 20 0,-25 9-13 0,-1 1 16 15,-4 1 10-15,2-1-11 0,-5 4 7 16,-6-2 32-16,-9 2-21 0,13 0 5 0,4 0 21 16,18 13-13-16,-10-4 27 0,0 2-5 0,-2-1-16 15,3 2-9-15,5-1 23 0,-6-2 3 16,3 0-16-16,2-2 8 0,2-1 7 0,-3-3-17 15,-13-3 11-15,8 0-18 0,28-12 3 0,-24 2 11 16,-2 0 8-16,3-5-11 0,-6 0 5 16,0-4 20-16,-1 0-19 0,-1-3-10 0,-2 3 32 15,0 2 23-15,-4-3 6 0,-4 3-4 16,-5 3-2-16,-6 4 5 0,0 10-4 0,-11-10 28 16,1 7 4-16,1 4-1 0,-12 4 6 15,1 0 6-15,1 4-9 0,4 1-6 0,1 4 4 16,7 6-10-16,5-1-1 0,2-4-8 0,20 19-1 15,-3-9-16-15,7-2-1 0,5 2 7 0,5-1-15 16,-2-3-35-16,0-1-17 0,2-3 3 16,1-2-114-16,-4-4-54 0,-1-4-67 0,2-4 24 15,2-1 22-15,-19-2 19 0,28-14-286 16,-21 2 50-16,1-1 49 0,0-6 28 0,0 2 22 16,2-8 43-16,2 5 16 0,1-5 13 0</inkml:trace>
  <inkml:trace contextRef="#ctx0" brushRef="#br0" timeOffset="68090.85">10385 8743 437 0,'15'-12'191'0,"-15"12"-5"0,31-26-27 16,-17 16-23-16,-5 5-16 0,1-4-4 0,3 0 5 15,-7 1-3-15,1 1-5 0,-1 0 5 16,-1 4-16-16,1-4-5 0,-2 5-14 15,0-4-2-15,-1 5-9 0,-2 0-3 0,3-2-11 16,-3 0 0-16,2 2-5 0,-2-2-3 0,0 1-12 16,1-1-5-16,0 3-11 0,0 0-1 0,-2 0-1 15,-6 0-7-15,1 2 8 0,-9 8 14 16,-5 2-8-16,-1 3 17 0,3 0 7 0,-4 3 20 16,2 1 5-16,0 4 4 0,-1-4-4 0,2 8 7 15,0-2-15-15,-1 1-1 0,7 0 3 16,0 0-5-16,4-1-12 0,3 3 8 0,2-1 17 15,3-13-19-15,16 21-8 0,-2-14-6 16,6-5-5-16,3-2-4 0,4-4-3 0,12-6 8 16,-3 0-3-16,-1-3-5 0,-19-1 22 0,7 0-20 15,32-9 6-15,-27 1 14 0,-3-5-25 16,-4-2 8-16,-1-3-23 0,-6 1 0 0,-2-7 0 16,-4 0-2-16,0-5 6 0,-7-1 4 15,-1 14 2-15,0-3-5 0,-19-28-1 0,7 21-10 16,-2 4-9-16,-1 1 8 0,-4 3-3 0,0 0-10 15,-3 3 1-15,0 3-45 0,-1 0-25 16,0 0-36-16,1 6-24 0,4 0-38 0,6 4-26 16,12 2 18-16,-10 0-104 0,10 0-166 15,-7 0 18-15,7 0 30 0,-4 9 25 0,8-9 33 16,2 2 27-16,2-2-13 0,11 1 5 16</inkml:trace>
  <inkml:trace contextRef="#ctx0" brushRef="#br0" timeOffset="68669.42">10891 8623 353 0,'3'-5'411'0,"3"2"-44"15,-3 1-44-15,0-1-54 0,1 1-30 16,-1 0-34-16,-1 2-51 0,0 0-18 0,-1 0-4 16,0 3-20-16,2 3-9 0,-3-1-10 0,4 14-5 15,-3 0-2-15,0 4-11 0,4 1 10 0,-5 3-16 16,5-3 13-16,-2 7-3 0,1-3-28 15,-2 1-4-15,4 1 8 0,1-3-9 0,-1 2-13 16,-1-5 18-16,-1 0-17 0,0-4-10 16,0-3 3-16,0-4-4 0,-3-2 4 15,3-4 12-15,-3-4-19 0,0 1 4 0,-1-4-7 0,0 0-11 16,13-20-14-16,-4 1-21 0,-1-5-1 16,2 0 3-16,3-2-2 0,1-1-5 15,-2 0-1-15,3 1 3 0,-1 4 17 0,0-2-3 16,-4 4 16-16,-1 4-8 0,3 3 12 0,-5 4-3 15,2 4-3-15,-5 3-1 0,-4 2 8 16,0 0 17-16,13 10 9 0,-4 6-28 0,1 1 39 16,0 2-16-16,4 1-3 0,4-1 5 0,3 0 1 15,1 1-6-15,2-3 5 0,1 1-1 16,1-3-15-16,-3 2 12 0,0-7 1 0,5 3 6 16,-2-5 6-16,-1-5-5 0,-4 1-2 0,-9-4-2 15,23-11 17-15,-11 4-5 0,-5-8-2 16,-1-4-4-16,0-1-4 0,-1-5-3 0,-1 2-2 15,1-1 15-15,0 5 16 0,-5-1 24 16,2 1 7-16,-2 2 5 0,-2 4-13 0,0 0-8 16,-2 3-14-16,-2 3-11 0,-3 4-4 15,-2 3 3-15,-1 2-3 0,-1 0-6 16,0 4 1-16,-1 1-7 0,2 0-9 0,0 12 6 0,0-9-1 16,0 12-3-16,11 24-39 0,-8-17 0 15,6 3-129-15,-2 6-74 0,-5 0-31 0,-2 2 24 16,0-20-299-16,-14 40 40 0,2-23-19 15,-1-5 34-15,2-4 73 0,-1-2 26 0,7-9 44 16,2-7 1-16,3-10 55 0,0 0-29 0</inkml:trace>
  <inkml:trace contextRef="#ctx0" brushRef="#br0" timeOffset="69003.23">12035 8993 262 0,'16'-15'454'0,"3"1"-85"0,1-3-57 0,2 0-18 16,2 2-13-16,0-2-71 0,1 2 10 16,3-1-24-16,-3-1-37 0,-5 3-29 0,2-1-6 15,0-2-12-15,-6 0-10 0,3 0-17 16,-3-2 3-16,-2 2-17 0,-3 4 1 0,-4-1-19 16,0 5-4-16,-5 1-12 0,-2 8-8 15,0 0 12-15,-25 0-22 0,3 5-2 0,-4 6 7 16,-4 4 12-16,0 3 27 0,-3 2-6 0,2 9 22 15,-2 2 6-15,5 3-11 0,3-1 6 16,7 1-16-16,4 2-4 0,5 0 8 0,3-1-15 16,6-19-2-16,17 33 2 0,4-20-13 15,5-3-38-15,8-1 0 0,5-5-77 0,6-1-45 16,5-7-41-16,1-2-63 0,5-2 22 0,0-5-293 16,-27-3 36-16,12 0-2 0,56-21 14 0,-41 5 52 15,0-9 25-15,2-2 49 0,-1 0-9 16,3-5 22-16</inkml:trace>
  <inkml:trace contextRef="#ctx0" brushRef="#br0" timeOffset="72469.25">13031 8814 280 0,'0'0'148'0,"14"0"-1"15,-14 0-2-15,0 0-47 0,26-17 13 0,-21 16-12 16,0-2-5-16,-3 0-6 0,2 1-7 16,0-1-9-16,-3 0-2 0,4 2-3 0,-1 0 15 15,-1-4-23-15,1 3-6 0,-2-1-20 16,2-2 3-16,1 3 9 0,-2-2-1 0,3 1 6 15,-2-2-2-15,0 2 10 0,0-1-3 16,-3 0-8-16,4 3-11 0,0-5 15 0,-4 2-7 16,2-1-4-16,-1 3-14 0,1-3 0 15,-1 1-14-15,0-2 7 0,0 2 4 0,0-1-6 16,-1-1 2-16,0 2 1 0,2-3-2 0,-3 4 5 16,1-2 0-16,-1-2-22 0,0 5 14 0,0-4-6 15,0 6 3-15,0 0-13 0,0-8 20 16,-10-2-25-16,-3 2 4 0,0 1-6 15,-3 4 22-15,-5 1-7 0,11 2 15 0,-10 0 7 16,0 0-9-16,-24 18 9 0,17-10-7 0,4 2 5 16,1-1 6-16,-2 2-8 0,3 0-6 0,1 0 4 15,6 1 0-15,-3 0 2 0,8-1-7 16,1 0-4-16,3-1 3 0,3-2-1 0,2-8-5 16,0 5-2-16,13 10-6 0,2-5-7 0,-5-5 12 15,7-3-10-15,-4-2-10 0,1 0 9 16,5 0-5-16,22-12 0 0,-20 7 14 0,2-3-9 15,-5 4 3-15,0-1-3 0,1-4 6 0,-4 4 9 16,0 1-11-16,-1-3 8 0,-4 7-6 0,-1 0 1 16,-9 0 2-16,19 14 11 0,-9 0 6 15,-2 6 25-15,-3 7-5 0,-2 5-4 0,-3 10 1 16,0 1 3-16,0-17 5 0,0 13 9 16,0 6-13-16,0 7-4 0,0 1 20 15,0 3-10-15,0 2 15 0,0 2-22 0,0 1-11 16,4 60-1-16,2-64 18 0,0-2-27 0,2 1 0 15,-4-3 1-15,1-3 5 0,-2-4-3 0,-3-5-18 16,0-4 11-16,0-21 7 0,0 7-13 16,-15 26 14-16,0-31-14 0,-5-6 10 0,-5-7-16 15,1-3 7-15,10-2 9 0,-27-22-8 16,13 2-7-16,-1-8 6 0,6-6-7 0,0-7-6 16,1-8 11-16,6-1 9 0,1-5-28 15,8-1 8-15,3-5-7 0,4 1 8 0,0 28-23 16,15-57 3-16,2 28 7 0,2 4-8 0,8 5-14 15,5 3 1-15,0 5-23 0,8 3 7 0,0 4-18 16,2 0-6-16,7 6-20 0,-3 4-10 16,-3 3-13-16,5 4-24 0,-5 5 13 0,-1-1-65 15,0 4-56-15,-1 0-91 0,-2 3 28 16,2 2-95-16,-3 3 11 0,-2-3 20 0,1 3 73 16</inkml:trace>
  <inkml:trace contextRef="#ctx0" brushRef="#br0" timeOffset="72778.35">14089 8775 589 0,'-4'-5'178'0,"-2"-9"-6"0,-2 4-18 16,1 3 0-16,-7-1-8 0,-4 2-16 0,-7 5-10 16,0 1 10-16,12 0-8 0,-9 0-9 15,-26 15-12-15,19-6 1 0,4-1 2 0,-1 3-22 16,5 2-5-16,0 1 0 0,6 0-21 0,2 0-2 15,4 0-2-15,3 0 0 0,6-14 13 16,0 10-15-16,10 4 1 0,3-4-19 0,4-5 2 16,3-3-4-16,-2 3 1 0,1-2 2 0,1 2-4 15,-1-3-20-15,-2 0 17 0,1 3-10 16,-4 0-6-16,-1 1 1 0,0 2 3 0,0 2-13 16,-7 2-14-16,5 5-12 0,-4 0-17 0,-1 5-23 15,-3-3-47-15,4 5 12 0,-1-1-89 16,-3 0-135-16,0-4 25 0,5 1 21 0,1-2-88 15,2-5 25-15,2-1 12 0,4-2 18 16</inkml:trace>
  <inkml:trace contextRef="#ctx0" brushRef="#br0" timeOffset="73682.14">15235 8740 437 0,'0'-1'295'0,"0"-4"-55"0,0 3-19 16,0 3-15-16,0 0-4 0,-2 4-8 16,1 0-6-16,-3 11-4 0,3 2-30 0,1-8 5 15,-3 25-20-15,3-10-14 0,0-13-3 16,0 7-32-16,0 1 12 0,15 28-16 0,-7-27-19 16,-1 1 7-16,-1-5-8 0,2 3 12 0,-2-8-6 15,-1-3 7-15,0-1-8 0,-1-3 47 0,0-3-19 16,0-2-9-16,-4 0 3 0,23-10-8 15,-8-4-16-15,1-4 6 0,2-2-19 0,-3 0-9 16,3 0 1-16,1-1-9 0,1 4 16 16,0 0 2-16,-5 0 2 0,3 2-3 0,-5 3 1 15,-1-1-21-15,-1 6-13 0,-4 3 9 0,2 3-23 16,-9 1 16-16,0 0 3 0,22 13-2 16,-11 2-12-16,1 2-6 0,1 4 6 0,1-2 3 15,0 3-25-15,3-1-15 0,4 4 3 0,0 2-89 16,4-2 2-16,1-2-25 0,-1-1-20 15,3-5-19-15,0 1 12 0,-1-4-21 16,-2-6 27-16,0-1 13 0,4-3 19 0,-16-4-7 0,6 0 22 16,24-18 16-16,-20 4 12 0,-4 0 16 15,1-3 39-15,-2 2 20 0,2-4 33 0,-7 7 18 16,-3 2 6-16,-1 0 5 0,-9 1 8 16,0 9-10-16,0 0 15 0,-13-10 2 0,4 13-2 15,-7 2-6-15,1 4-18 0,4 2 1 0,2 2-3 16,-1 2 8-16,3 3-25 0,1 3 16 0,6-12-3 15,0 8-13-15,9 17 21 0,0-15-24 16,2-3-1-16,2 0-3 0,5-4 2 16,-4-2 7-16,8-1-10 0,-3-6-5 0,4-3 6 15,-14 0 3-15,6 0 0 0,18-10-4 16,-15 0 8-16,-2-2 14 0,-4-5-12 0,-1 0 0 16,-4-4-1-16,1-6-16 0,-7 3 12 0,-1 12-6 15,0-5 4-15,-13-24-17 0,6 19-2 16,-2 3-79-16,-1 2-35 0,-4 4-31 0,3-1-53 15,-5 2-30-15,9 8 20 0,-1-2-178 16,2 2-68-16,5-1 12 0,1 5 31 0,0 0 24 16,16-17 25-16,-1 12-7 0,3-5 3 0</inkml:trace>
  <inkml:trace contextRef="#ctx0" brushRef="#br0" timeOffset="73877.05">16578 8664 310 0,'17'-21'486'0,"-1"1"-58"0,0 3-63 16,-4 1-10-16,-1 2-21 0,-2 3-32 15,-3 3-65-15,0 4-10 0,-4 1-32 0,-2 3 1 16,0 0-26-16,0 11-6 0,-4 7-23 16,-4 2-21-16,2 6-4 0,3 5-5 0,-2 3-26 15,1 8 1-15,0 3-30 0,0 9-5 0,4 4-115 16,0 2-53-16,-4 1-45 0,-3 1-61 0,1-3 19 16,-3-1-295-16,-5-6 37 0,4-3 1 15,-4-7 31-15,6-5 25 0,0-7 27 0,4-1 87 16,-3-7-9-16</inkml:trace>
  <inkml:trace contextRef="#ctx0" brushRef="#br0" timeOffset="74025.11">16631 9031 804 0,'15'-26'305'0,"2"2"-63"0,7 4-52 15,3 3-37-15,1 4-55 0,4 0-53 0,-2 7-79 16,6 0 3-16,-2 6-337 0,-2 0 28 15,-12 0 31-15,5 0 5 0</inkml:trace>
  <inkml:trace contextRef="#ctx0" brushRef="#br0" timeOffset="74651.3">17220 9077 451 0,'-4'-4'303'0,"3"0"-40"0,-8-9-24 15,2 5-34-15,4 0-20 0,-1 0-9 0,0 0-13 16,1 1-16-16,2 2-26 0,-4-1-2 0,0-6-24 16,-2-1-15-16,1 5-7 0,-4 3 7 15,-4-2-18-15,3 4-9 0,-6 1-7 16,9 2 2-16,-7 0-15 0,-21 13 9 0,12-3-6 16,0 1-16-16,1 1 0 0,3 1-2 0,0 4-11 15,7 0 18-15,3 2-12 0,0-2 4 16,8 1 7-16,1-2-20 0,1-7 3 0,0 3 9 15,14 11 4-15,-3-12 0 0,5-1-14 16,-1-5 3-16,3 0 13 0,0-3-15 0,1-1 3 16,-3-1-3-16,-9 0-4 0,5 0 22 0,-2 0 21 15,0 0-2-15,-2 0-9 0,-1 0 2 16,-7 0-4-16,9 0-12 0,-9 0-4 0,8 0-7 16,-8 0 8-16,6 0 12 0,-6 0-2 0,7 0-12 15,3 4 0-15,0 7-7 0,1 0 1 16,0 1 20-16,3 0-16 0,4-3 3 0,0 2-10 15,6 0-6-15,0-4 10 0,3-2 23 16,3-2-15-16,-1 1-11 0,2-1 10 0,-17-3-18 16,9 0-1-16,33-12-12 0,-29 5-12 0,-4-5 12 15,3-1 0-15,-1-4-20 0,-2-3 23 16,-1-3-4-16,-3-4-14 0,1-2 1 0,-3-5 7 16,0 0-9-16,-1 1 9 0,-5-5 16 15,0 1-1-15,0 1 14 0,-3 1 17 0,0-3 27 16,-3 2 5-16,-1 2-7 0,-1 2 30 15,0 0 28-15,-3 1-1 0,0 6 3 0,0 14-27 16,0-4-5-16,0 0-6 0,0 4 3 0,-10-7-21 16,6 16-6-16,-1 3-10 0,-1 3 3 0,-7 7-16 15,5 5-8-15,-2 6 13 0,2 2-2 16,1 7 2-16,4 6 5 0,0 5-32 0,2 6-39 16,1 5 2-16,0-24-89 0,0 13-67 15,0 8-38-15,-9 54 19 0,5-53-227 0,-2-3-50 16,2-8 34-16,3-5 33 0,1-6 27 15,0 0 28-15,0-17 26 0,0 0 17 0,0-2 18 16</inkml:trace>
  <inkml:trace contextRef="#ctx0" brushRef="#br0" timeOffset="74870.05">17715 9111 793 0,'3'-24'324'0,"3"2"-19"15,2 0-57-15,4 1-5 0,7 2-43 16,-1 4-9-16,1 0-42 0,8 3-9 0,1 0-35 15,0 3-2-15,2 4 10 0,-3 0-22 0,7 3-24 16,-20 2-6-16,27 11 7 0,-17 0-12 16,-3 8-6-16,-7 2-15 0,-1 2 14 0,-7 4-30 15,-2 5-19-15,-4 2-40 0,0-19-60 16,0 8-40-16,-16 33 14 0,8-25 9 0,0-1-336 16,-1-3 35-16,-1-2 16 0,1 1 28 0,-2-4 17 15,6-3 10-15,-3-5 40 0</inkml:trace>
  <inkml:trace contextRef="#ctx0" brushRef="#br0" timeOffset="75007.13">18130 8872 287 0,'5'-27'326'0,"-2"5"-99"0,0 3-108 0,0 7-18 15,0 5-56-15,3 3-4 0,0 3-176 16,2 1-199-16,1 0 0 0</inkml:trace>
  <inkml:trace contextRef="#ctx0" brushRef="#br0" timeOffset="75554.59">18616 9048 413 0,'0'-2'337'0,"0"-2"-55"0,-3 1-43 16,1 0-26-16,-3 3-20 0,-2 3-20 0,-11-3-22 16,-5 8 0-16,0 1-14 0,-1 4-26 0,0 0 2 15,0 2-22-15,0 2-10 0,0 0 3 16,4-1-15-16,2 0 5 0,1 2-12 0,-1-3-20 16,6 1-1-16,1-1 10 0,4-4-23 0,5 0 4 15,2-4-1-15,0-7 6 0,0 0-3 16,16 10-5-16,-9-9-12 0,18-2 8 0,-13 1-3 15,23-10-22-15,-10 0-1 0,-1-3-12 0,0-1-1 16,1-2-1-16,0 2-3 0,0-1 15 16,-2-1-1-16,2 5 16 0,-4 0 1 15,3-2-1-15,-8 5-10 0,-1 0 21 0,-5 5-4 16,-10 3-5-16,6 0-7 0,9 10 13 16,-8 1-17-16,0 1 10 0,4 3 2 0,-3 0 11 15,-3 2 1-15,2 0-15 0,0 0-1 16,3-3 8-16,-3 1-9 0,-1-1 13 0,1-6 4 15,0 1-3-15,-2-6 12 0,7 4-21 0,1-2 6 16,-2-4 1-16,10-1 3 0,-11 0-9 16,8 0 5-16,25-12-2 0,-15 6-25 0,0-4 10 15,1 1 6-15,0 1-2 0,0 3 5 16,-1-2 28-16,-6 1-8 0,0 3 16 0,-3 1-26 16,-12 2-2-16,4 0 13 0,16 12-16 0,-12-1-3 15,-2 1 11-15,-2 5-11 0,-3-2 9 16,4 5-29-16,-2 1-75 0,-2-1-62 0,-5 1 14 15,-3-2 10-15,0-10-402 0,0 2 36 16,0-1 66-16,-15 9 27 0,11-15 25 0,-1 1 38 16,4-2 57-16,-2-3-24 0</inkml:trace>
  <inkml:trace contextRef="#ctx0" brushRef="#br0" timeOffset="82017.31">4263 10559 602 0,'0'0'233'15,"0"-15"-38"-15,0 15-5 0,11-26-22 16,-13 20-8-16,-1 1-34 0,1 0-6 0,0 0-13 16,0 1-9-16,-1 1-8 0,-1-1-16 0,-3 4 8 15,1 0-8-15,-10 6 14 0,-2-1 7 0,0 5-4 16,-1 5-6-16,-1-2 14 0,2 6 5 15,-1 1-1-15,0 5 16 0,2 2-35 0,-1 2 8 16,3-1-5-16,3 2 9 0,3-1-10 16,4-3-10-16,1 4 21 0,4-16 2 0,0 7 2 15,18 22 2-15,-6-23-20 0,4-2 13 0,6-6-12 16,2 2-11-16,3-2-11 0,-4-4-11 16,10-2 7-16,3-4-5 0,0-2-9 0,-17 0-15 15,5 0 13-15,39-16-3 0,-30 7-15 16,-1-8 18-16,-4 1-10 0,-5-6-3 0,3-3-4 15,-7-3-4-15,-5-2-14 0,-1-1 10 0,-5 1-14 16,-8-2 4-16,0 16-14 0,-17-30 11 16,0 17 4-16,-3 2 1 0,-3 0-21 0,-4 4 3 15,0 5-21-15,-1 4 4 0,-3 4-55 16,3 0-18-16,-1 3-24 0,-2 1-41 0,16 6-32 16,-4 0-30-16,-18 11 19 0,20-4-152 0,3 3-118 15,5-5 27-15,6 2 49 0,5-2 18 16,0-2 22-16,12 5 24 0,0 0 23 0,5-2 4 15</inkml:trace>
  <inkml:trace contextRef="#ctx0" brushRef="#br0" timeOffset="83671.75">5597 10422 360 0,'0'0'193'0,"0"0"-20"0,-19 8 15 0,1 6-30 16,-6 0-12-16,2 0-10 0,-1-1-29 0,0 0 1 16,-4-1-5-16,3 0-20 0,0 0-1 15,1 0 2-15,1 0-11 0,-1-2 10 0,4 0-14 16,4-3-10-16,1 1 13 0,-2-2 0 15,10-2 4-15,-4-1-8 0,5-1-3 0,1 0 0 16,-1 2-21-16,3-4-4 0,0 3-12 0,0-1 10 16,2 2 2-16,0-4 5 0,0 0 20 15,0 13-12-15,20 18 20 0,-8-12-19 0,2-2 17 16,4 2-19-16,4 1-6 0,0-1-4 0,2 5 13 16,2-4-7-16,0 4-22 0,-2-2 9 15,1-2-12-15,1 1-25 0,-1-2-26 0,1 0-39 16,-7 2-34-16,3-3-34 0,-2 5 12 0,-2-7-174 15,-5 4 24-15,0-2 21 16,-3-4-123-16,-3 0 8 0,-2-8 23 0,1 1 17 16,-4-4 51-16</inkml:trace>
  <inkml:trace contextRef="#ctx0" brushRef="#br0" timeOffset="83885.62">5130 11110 767 0,'-17'0'297'0,"3"2"-26"0,2 1-46 0,5 0 3 16,5 1-7-16,-1 1-16 0,8 0-25 15,8 6 4-15,8 2-37 0,3-1-18 0,5 0-12 16,3 1-51-16,5 1-45 0,-3 1-42 0,2-1-45 16,-1 0-73-16,3-4 12 0,-8 3-176 15,-1-1-88-15,-6-1 25 0,4 0 23 0,-3-3 22 16,-4 0 9-16,0-1 6 0</inkml:trace>
  <inkml:trace contextRef="#ctx0" brushRef="#br0" timeOffset="92478.65">7209 10379 443 0,'15'-12'257'0,"9"-12"-24"16,-14 14-26-16,-2-2-13 0,-2 5-7 0,-2 2-14 16,0 0 4-16,-3 2-21 0,3 1-31 15,-2-3-4-15,-2 4-26 0,0 1 1 0,0 0-6 16,-11-1-20-16,-7 3-14 0,-4 8-7 0,-1 2-2 16,-2 0 24-16,-1 3-4 0,2 3-1 0,-8 2 24 15,1 0-7-15,-1 3 6 0,3 0 3 16,1-1 2-16,-2 2-10 0,5-2 4 0,1 5-3 15,6-4-8-15,2 4-3 0,0-2 13 16,9 1-19-16,4 3-5 0,3-15 19 0,12 25 2 16,5-17-5-16,7 0 4 0,8-4-11 15,5 0-12-15,5-4-11 0,4 2 0 0,3-7 4 16,1 2-17-16,-2-2 1 0,-4-2 4 0,2-1-15 16,-5-1 2-16,-5-2-9 0,-4 1 2 15,-1-1-1-15,-4-2 14 0,-2 2-2 0,-4-3 4 16,-14 0-2-16,2 0 7 0,1 0-12 15,-4 0-8-15,2-13-5 0,-7 8 10 0,-2 3-26 16,-2-3-26-16,-1 2-30 0,2-1 6 0,-1 1-96 16,-2 0-30-16,0-2-25 0,-4-2-41 0,5 0 23 15,-3 1-290-15,2 0 39 0,2-2 6 16,2 1 31-16,1 7 66 0,0-5 21 0,11-16 27 16,1 6 0-16,4 4 9 0</inkml:trace>
  <inkml:trace contextRef="#ctx0" brushRef="#br0" timeOffset="92811.17">7921 10608 262 0,'-6'-1'620'0,"0"-3"-103"15,0 2-62-15,1 0-38 0,3-1-41 16,-3 1-36-16,2-2-28 0,2-1-33 0,0 2-31 16,-1-1-28-16,2 0-27 0,0 0-22 15,-3 1-35-15,3-2-54 0,-2 2-55 0,2 3-3 16,0 0-140-16,0 0-40 0,7-3-43 0,-3 6 19 15,0-2-224-15,0 1 34 0,-1-1 29 16,2-1-69-16,0 2 25 0,0-2 25 0,5 2-20 16,-1-2 22-16,4 0 52 0,9 0 5 15</inkml:trace>
  <inkml:trace contextRef="#ctx0" brushRef="#br0" timeOffset="93618.33">8737 10440 291 0,'3'-10'241'0,"-1"-2"-10"0,1-3-17 0,-1 6-32 15,-2 9-15-15,0-10-12 0,0 1-5 16,0 1-10-16,0-2-12 0,0 3-17 0,0 0-2 0,0-1 0 16,0 1-18-16,0 0-11 0,0 2-2 15,-14-17-6-15,12 13 3 0,-4 1-21 0,3-1 1 16,-7-1-2-16,2 3-7 0,3 1-16 15,-4 1 5-15,-1 2-7 0,1 2-5 0,0 1 5 16,-7 0 9-16,-22 15 2 0,14-5 8 0,-1 3 7 16,3-1-8-16,-1 4-11 0,2 1 9 15,2-1-4-15,3 2 1 0,1-2-22 0,1 5 1 16,2-2 10-16,4-1-5 0,4-3 4 0,1-3-6 16,3-1-9-16,0-4 3 0,18 9-12 15,-6-9 16-15,0 0-9 0,2-6-2 0,-14-1 2 16,14 0 2-16,2 0-6 0,22-18-1 15,-20 9-4-15,1-6 20 0,-1-2-9 0,1 0 7 16,-2-1-15-16,2 0 7 0,-4 1 24 0,3 0 10 16,-3 3-5-16,-6 1 5 0,2 9-19 15,-1-1-9-15,-2 4 4 0,-2 1 4 0,11 16-10 16,-8 2 9-16,-2 5 4 0,-2 5 11 0,1 5-4 16,-3 7 25-16,-3 6 2 0,4 5 22 15,-1 3-7-15,-3 6-5 0,1 3-8 0,-1 3 0 16,1 3-7-16,-1 1-8 0,1 0 7 0,-1 3-16 15,0-5-9-15,0-3-13 0,0-33 12 16,0 13-6-16,-10 55 3 0,1-47-13 0,0-9 24 16,-3-3-23-16,-1-5 8 0,-1-7 6 0,-3-7-5 15,0-6-6-15,-7-3 1 0,1-10 10 16,12-3-15-16,-21-20 1 0,15-2-9 0,-2-6 9 16,5-5-9-16,6-11 5 0,1-5-14 0,4-5-5 15,3 26-3-15,0-18-1 0,14-62-2 16,-2 42-11-16,3 2 4 0,3 2 4 0,4 3 2 15,1 1 1-15,5 9-26 0,2 0 13 16,2 2-13-16,3 6-5 0,3 2-3 0,6 5 3 16,-6 3-31-16,2 2-40 0,-4 4-17 0,-2 1-23 15,2 1-12-15,-4 7-24 0,0 2-40 16,-1 2 20-16,-1 2-156 0,-3 0-101 0,-4-2 47 16,6 5 31-16,-4-3 13 0,0 6 25 0,-3 4-6 15,0-2 11-15,3-1-7 0</inkml:trace>
  <inkml:trace contextRef="#ctx0" brushRef="#br0" timeOffset="94249.31">9638 10268 371 0,'-6'0'336'16,"-13"0"-21"-16,-3 2-43 0,-1 6-6 0,0 0-4 15,0 6-10-15,-2 0 8 0,5 5-34 16,-2 0 4-16,-2 1-12 0,5 2-10 0,0 2-5 16,2 1-17-16,4 0-22 0,3 0-14 0,3 6-22 15,1-1 9-15,6 5-18 0,0-21-9 16,14 31-7-16,1-18-12 0,1 1-2 0,5-4-17 16,4-4-1-16,3 0-3 0,2-2-32 15,0-5-31-15,-1-4-5 0,1-1-16 0,3-5-22 16,-1-3 2-16,-17 0-7 0,28-17-30 15,-20 2 5-15,0-4-11 0,-5-2 23 0,1-4-3 16,-1-2 9-16,-4 2-6 0,-2 0 31 0,-1-2-16 16,-1 2 21-16,2 1 26 0,-4 2 8 15,-1-2-2-15,2 4 37 0,-6 2 2 0,0 2-7 16,1 7-10-16,-1 0-4 0,-3 9-3 16,0 0 23-16,-5-3 6 0,1 6-15 0,3 1 16 15,-2 2 6-15,-1 12-7 0,0-1 5 16,3 3-7-16,1-11 0 0,0 6-3 0,0 5-1 15,18 21-8-15,-8-15 0 0,0-7-5 0,4 5-1 16,2-3-6-16,-1 0-1 0,-2-5-6 16,2-1 4-16,1-3-9 0,-5-2 1 0,4-5 7 15,0 0-5-15,-9-5 6 0,8 0-9 0,17-22-1 16,-14 5 0-16,0-1 3 0,0-2-9 0,-3 0-2 16,5 0 4-16,-5-1-3 0,3 2 4 15,-5 3 2-15,1 2 15 0,-1 2-8 0,-3 2-6 16,-5 3-6-16,3 2 6 0,-3 5-10 0,-4 0 2 15,0 0-3-15,0 0 4 0,8 15-3 16,-7 2 2-16,-1 2 3 0,0-8-12 0,0 7-10 16,0 4-38-16,0 2-38 0,0 5 6 0,-9 30-104 15,5-32-35-15,-3-2-42 0,4 0-48 16,2-5 31-16,-3-4-232 0,0-6 0 0,3-4 38 16,-1-3 34-16,2-3 30 0,2-5 25 0,1-9 26 15,3-6 21-15,2-5 23 0,3-5 0 16</inkml:trace>
  <inkml:trace contextRef="#ctx0" brushRef="#br0" timeOffset="94433.04">10491 10555 247 0,'23'-16'360'0,"-4"2"-66"16,4 4-24-16,-4 7-19 0,2 1 0 0,-12 2-28 15,15 12-7-15,-11 0-11 0,4 1-27 16,-6 8 12-16,-1 1-23 0,1 5-2 0,-2 1-33 16,-1 5-3-16,-6 0-21 0,0 0-10 15,-2-16-10-15,-10 34-9 0,-2-15-10 0,-4-1-39 16,-6-4-21-16,-3 1-48 0,-5-2-45 0,-6-3-39 15,-1 5 11-15,-4-7-243 0,-5-2 29 0,3-5 25 16,-2-1-104-16,8-7 29 0,5-3 24 16,4 0 5-16,11-7 10 0,17 0 52 0</inkml:trace>
  <inkml:trace contextRef="#ctx0" brushRef="#br0" timeOffset="95041.4">12082 10519 237 0,'11'-7'424'0,"-6"2"-93"0,-1 5-55 15,-4 3-31-15,-6 0-8 0,-8 6-27 0,-4 4-39 16,-2 3-18-16,-7-3-18 0,-5 8 0 16,-7 0-29-16,-2 1 9 0,-4 2-16 0,-3-4-28 15,1 4 19-15,-2-3-20 0,6-3 21 0,5 0-14 16,2-3-25-16,5-2 2 0,7 0-13 15,0-4 1-15,5 5 15 0,5-2 7 0,8 1 4 16,5-4 12-16,1-9-9 0,18 23 9 16,0-9-15-16,5-1 12 0,0 0-8 0,3-1-8 15,4 1-10-15,2 0-9 0,5 4-3 0,2 0 9 16,4-2-13-16,0 3 14 0,2 0-8 16,4 1-14-16,-3 0-17 0,1-1 0 0,-1 5-66 15,2-4-43-15,-7-3-49 0,-2 5-39 0,-1-3 16 16,-7-2-186-16,-2-3-108 0,-4 0 34 15,-6-5-3-15,-2-1 29 0,-11 4 74 16,-1-4 13-16,-4-3 14 0,-1 2 8 0</inkml:trace>
  <inkml:trace contextRef="#ctx0" brushRef="#br0" timeOffset="95316.25">11726 11390 574 0,'-35'0'452'0,"20"0"5"0,-6 0-68 0,1 0-44 15,3 0-51-15,10 0-25 0,4 0-38 0,23 3-33 16,11 4-1-16,5 0-31 0,8 1-19 0,8 0-1 16,7 3-16-16,5 0-12 0,-1 0-19 15,0 1-10-15,-1 0-20 0,-6-1-13 0,-1-1-17 16,-8 0-28-16,-5-1 1 0,-5 0-2 0,-5-2-37 16,-2 0-11-16,-2-2 13 0,-3 1 0 15,-5-2 20-15,-5 0-16 0,-7 0 0 16,-2-3 6-16,-5 1-15 0,-1-2-28 0,0 0-36 0,-2 3-31 15,-1-3-26-15,-1-3-68 0,2 1 18 16,-3 1-271-16,1-1 26 0,0-4 38 16,0 2 32-16,2-2 22 0,-1 1 23 0,0-10 15 15,3 15 21-15</inkml:trace>
  <inkml:trace contextRef="#ctx0" brushRef="#br0" timeOffset="96170.04">13205 10821 217 0,'-5'-11'476'0,"1"3"-79"0,4-1-65 16,-4 2-18-16,4 0-16 0,0 1-37 16,0 1-29-16,0 5-36 0,0 0-45 0,0-7 4 15,0 7-20-15,18-22-12 0,-6 13-32 16,4 0 10-16,3 1-28 0,3 1 5 0,1 0-45 16,5 1-8-16,-1-1-5 0,2-1-21 15,1 1 5-15,0 0-6 0,-4 0-25 0,-1-1-4 16,-2-1 0-16,-2 0-10 0,-4 0 9 0,-1-3-8 15,-7 1 2-15,0-3-2 0,-2 3 9 16,-3-4 4-16,0-1 9 0,-4 0 5 16,0 8-8-16,0-4 9 0,-14-19-7 0,8 14 4 15,2 2 17-15,-5-1 6 0,-2 3 16 0,6 1 13 16,-3 0-3-16,1 5 9 0,2 0 3 16,2 2 2-16,0 1-24 0,0 1 13 0,1-1-19 15,1 3 24-15,-2 1-25 0,3 0 20 0,0 0 13 16,0 0 6-16,-4 9-10 0,3-2 11 15,-2 11-7-15,-1 5 37 0,1-2-14 0,1 5 0 16,-1-1 4-16,1 5-12 0,0 4 2 0,0-2 12 16,0 4 7-16,2 0-4 0,-2 0-3 0,2 1-13 15,0-18 6-15,0 8-12 0,0 4-6 16,0 5 8-16,0-1-10 0,15 38-10 0,-9-38-5 16,3 5 2-16,-1-5-7 0,-2 4-53 15,3-4-45-15,-3 1 7 0,-2 0-119 0,-1-3-46 16,-3 2-55-16,0-18 27 0,0 6-271 15,0 4 34-15,-13 31 32 0,4-33 31 0,1-4 21 16,1-3 23-16,0-5 64 0,0-7 4 0,7-6 13 16</inkml:trace>
  <inkml:trace contextRef="#ctx0" brushRef="#br0" timeOffset="96393.24">13292 11251 767 0,'-14'-22'432'0,"2"2"-18"0,2-6-46 0,3 3-32 16,5-2-38-16,2 13-40 0,0-6-27 0,23-20-36 16,-11 18-9-16,13 1-28 0,1 3-22 15,4 2-4-15,3 1-31 0,4 0-38 0,2 3-6 16,2 3-63-16,1-4-51 0,2 5-57 0,1 1-45 16,3 0-37-16,-1 2 17 0,-1-1 16 15,-4-2 15-15,1 1-305 0,-4-3 34 0,-1 0 26 16,0 1-4-16,-1 0 26 0,-4-5 13 0,1-2 72 15</inkml:trace>
  <inkml:trace contextRef="#ctx0" brushRef="#br0" timeOffset="96698.13">14410 10546 411 0,'-14'-4'328'0,"-2"-2"-44"0,-4 5 5 0,9 1-26 16,-6 0-7-16,-6 0-23 0,-23 18 14 0,19-8-28 16,5 1 9-16,0 0-13 0,-1 5-21 0,-1 4-11 15,5 1 10-15,-2 0-25 0,6 2-13 0,-1 2-11 16,3-1-6-16,3 1-16 0,4 3-5 16,2-1-10-16,4-14-6 0,10 30-8 0,1-18-10 15,7-3-2-15,4 3-13 0,4-5-19 16,2 2-48-16,1-4-49 0,2 1 4 15,2-2-106-15,-6-4-46 0,3-4-40 0,1-1 21 0,-4-1-104 16,-10-7-128-16,4 0 36 16,29-12-55-16,-25-1 46 0,-6-3 26 0,1-1 46 15,-2-7 12-15,1-2 10 0,-1-3 0 0</inkml:trace>
  <inkml:trace contextRef="#ctx0" brushRef="#br0" timeOffset="97072.33">14640 10794 496 0,'9'-25'299'0,"-1"0"-9"0,-1-1-23 15,-1 4 10-15,-4 1 9 0,3 6-12 0,-2 0-36 16,-2 7-7-16,2 0-32 0,-2 3-22 15,-1 0-19-15,0 5 5 0,0 0-5 0,-4-2 2 16,1 4-6-16,2 3-14 0,-1 1-16 0,-2 11 2 16,1 1-3-16,2 3-9 0,0 4-1 15,1-14-21-15,0 7-6 0,0 3-8 0,14 25-4 16,-5-21-12-16,0-4-1 0,-2 0-17 16,1-2 10-16,1-1-4 0,1-3-9 0,-1-4 3 15,-2-1-13-15,-2-4-3 0,4-2 9 0,-3-3-11 16,2-1 4-16,1 0 2 0,16-14-8 0,-7 0-6 15,3-1-5-15,-2-3 4 0,0 1-8 16,1-1 4-16,-4 2 0 0,3-1-5 0,-4 2 8 16,-1 3 5-16,-2 0 8 0,-2 1-2 15,-1 6-11-15,-3 0 1 0,-2 1-3 0,0 0-3 16,-1 4-1-16,-3 0-2 0,0 0 2 0,0 0 3 16,19 24-3-16,-13-10 10 0,3 5-3 15,1-1-2-15,3 1 2 0,1 4-2 0,-2 0-1 16,1-5-26-16,1 3-67 0,-2 1 7 0,4 0-123 15,-5-1-61-15,-3 1-53 0,3-5 29 16,-8-4-272-16,-3-3 22 0,0-3 41 0,0-5 35 16,0-2 33-16,0 0 35 0,0 0 24 0,13-23 24 15,-1 5 20-15,1-6 10 0</inkml:trace>
  <inkml:trace contextRef="#ctx0" brushRef="#br0" timeOffset="97276.08">15595 10648 565 0,'21'-15'437'0,"-6"1"-63"0,2 5-58 15,-1 3-37-15,-16 6-34 0,10 0 34 16,15 17-17-16,-15-1-19 0,0 7-11 16,2 3-14-16,-3 2-27 0,0 4-23 0,1 1-16 15,-4 3-18-15,-2 0-2 0,-4-16-30 0,0 8-5 16,-22 40-25-16,-1-32-38 0,-2 5-3 16,-10 1-110-16,-4-1-41 0,-9 0-42 0,-11 1-79 15,-2-1 23-15,-9 0-283 0,-7-1 42 0,0-4 21 16,-3-3 43-16,1-2 29 0,1-3 24 15,1-3 20-15,10-4 11 0,1-4-2 0</inkml:trace>
  <inkml:trace contextRef="#ctx0" brushRef="#br0" timeOffset="98832.37">4399 12455 296 0,'0'-14'203'0,"0"14"22"15,0 0-37-15,0 0-12 0,-15-12-12 16,0-5-15-16,13 13-1 0,-1 1-24 0,0 1-15 16,2-1-7-16,-2 3-18 0,-2 0-6 0,1 0 5 15,-15 8-3-15,4 6 20 0,-5 2 8 0,0 3-2 16,2 2-12-16,-2 0 13 0,-2 7-12 16,3 0 20-16,0-2-23 0,1 7-14 0,4 0 27 15,1-2-22-15,2 0-2 0,4-1 0 16,5 1-8-16,2-17-6 0,0 7-8 0,10 29 41 15,5-29-20-15,2-4 2 0,3-2-16 16,6-2 8-16,2-6-11 0,5-3 8 0,4-2-17 16,-18-2-6-16,10 0-7 0,40-17 13 0,-30 5-20 15,-1-4-4-15,-2-1 4 0,-4-5-1 0,-4 0-20 16,-3-5 14-16,-3-2-1 0,-5-2-9 16,-5-3-9-16,-7-2 5 0,-1 4 6 0,-4 14-7 15,-14-34-29-15,0 20 8 0,-5 1 13 0,-4 4-10 16,-3 3 1-16,-2 0-39 0,-2 7-20 15,1 3-13-15,-1 4-20 0,1 2-21 0,1 1-18 16,-4 5-22-16,8 2-32 0,11 0 18 0,-16 10-82 16,12-3-196-16,10 3 8 0,4-5 31 0,3 2 18 15,5-3 25-15,9 6 57 0,6-2 11 16,7-1-6-16</inkml:trace>
  <inkml:trace contextRef="#ctx0" brushRef="#br0" timeOffset="99480.98">5928 12265 376 0,'6'-5'354'15,"-1"2"-74"-15,-3 1-49 0,-3 2-24 16,-1 4-15-16,-10 6-29 0,-7 4-26 0,-5 3-3 15,-6 5-29-15,0 0-2 0,-5 2-15 16,0-2-10-16,-2 3 1 0,0-1-10 0,-1 0-5 16,2-1 10-16,0-3-9 0,4 1-8 0,0-3 1 15,3-1-15-15,5-5-4 0,2 3 0 0,3-4-1 16,-2-1-5-16,6 0 5 0,1-2-6 16,9 0 15-16,0-1 36 0,5-7-1 15,0 6 1-15,13 13-9 0,3-7-8 0,3 0 17 16,6-1-6-16,-1 0-15 0,3-1-3 0,3 3-5 15,4 1-5-15,-1-2-5 0,3 2-6 0,4-2-4 16,-2 4 1-16,3 0-17 0,-4 1-14 16,5 0-18-16,-5 4-53 0,1-3-58 15,-3 3-38-15,-3-2 15 0,-4 1-137 0,-4 4-179 16,-2-2 32-16,-7-1 32 0,-2-2 24 0,-4 0 26 16,-4 1 18-16,-2-2 47 0,-3-11 9 0</inkml:trace>
  <inkml:trace contextRef="#ctx0" brushRef="#br0" timeOffset="99715.16">5535 13184 458 0,'-30'-2'439'0,"9"1"-45"0,13 1-77 16,0 0-32-16,8 0-25 0,-10 8-40 0,23 1-24 16,9 2-8-16,5 0-28 0,5 0-13 15,11 2-20-15,2-1-13 0,6 4 5 0,0 0-13 16,-1 1-10-16,1 3-40 0,-1-2-25 0,-5-2-17 15,-3 5-31-15,-3-4-7 0,-4 1-26 0,-5 0-2 16,-4 1-17-16,-7-1-17 0,-4 0-3 16,-2-1-37-16,-1 3 13 0,-7-1-106 0,-1-9-124 15,-4 0-73-15,0-3 26 0,0 0 38 16,0-7 13-16,0 0 27 0,2 1 3 0</inkml:trace>
  <inkml:trace contextRef="#ctx0" brushRef="#br0" timeOffset="101286.21">7470 12649 217 0,'0'0'202'0,"0"0"-61"0,0 0-12 15,0 0-9-15,14 0 14 0,-14 0-6 16,0 0-6-16,0 0-19 0,0 0 5 15,0-10-8-15,0 10-7 0,0 0-2 0,0 0 3 16,0 0-22-16,0 0 11 0,0 0-6 0,0 0-9 16,0 0-3-16,0 0-13 0,0 0-6 15,0 0 8-15,0 0 3 0,0 0-13 16,0 0-5-16,0 0 3 0,0 0-13 0,0 0-6 16,22-25 8-16,-23 24-10 0,-1 1 1 0,5-1-5 15,-6-1 4-15,3 1-6 0,0-1 7 0,0 2-8 16,-1-2 8-16,-1 2-9 0,2 0 5 0,0-2-12 15,-2 1 6-15,1 1 7 0,0-3-11 16,-2 3 4-16,3-1 5 0,0 1-2 0,0-2-15 16,0 2 11-16,-2-3-1 0,-1 1-8 15,2 2 5-15,-2-2-4 0,2 1 1 0,-3 0 7 0,0 0-3 16,2-1 3-16,-6 1-11 0,4-1 4 16,-2 1-10-16,-2 0 5 0,1 1 5 15,-14 0 8-15,3 0 12 0,-1-3-4 0,8 3-1 16,-5 0 2-16,-4 0 7 0,-24 15 17 0,20-8-13 15,-2 4 10-15,1 0 24 0,1-2-13 16,4 3 6-16,-4 2 30 0,1 0-13 0,1 6-2 16,4 0 9-16,1 0-8 0,1-1-1 0,2 1-7 15,4 3 11-15,2 5 3 0,6 0 4 0,2-14-2 16,0 5-24-16,20 24 13 0,-2-17-11 16,8-2-5-16,4 0 10 0,5-2-17 0,2 0-2 15,6-3-8-15,2-1 5 0,2-2-15 16,3-2-11-16,0-1-16 0,-1-4-3 0,-2 3 4 15,-5-6-15-15,-1 1-1 0,-6-1 13 16,-5-3 0-16,2 2 4 0,-6 0-9 0,-2 0 16 16,-5-5-4-16,-13 0-4 0,2 0-2 15,1 0 8-15,-5 0-7 0,-4 0 7 16,15-11-27-16,-12 9 21 0,-1 0-24 0,-2 0 3 16,2-1-50-16,-2 3-24 0,1-3-28 0,0 3-17 15,-1-1-33-15,0-1-30 0,0 1 17 0,0-1-181 16,2 2 29-16,-1-3 27 0,1 1-114 15,2-1 26-15,9-5 26 0,0 0 25 0,3-2 9 16,2 0 33-16</inkml:trace>
  <inkml:trace contextRef="#ctx0" brushRef="#br0" timeOffset="101792.99">8098 12902 978 0,'-3'-4'400'0,"-1"-1"1"16,2 1-39-16,-1-1-35 0,3 0-14 0,-2 2-32 15,0-1-40-15,1 0-21 0,0 0-15 16,0 1-26-16,-1-1-21 0,2 0-24 0,-2 1-27 16,2 0-56-16,0 3-4 0,0 0-99 15,0 0-14-15,0 0-28 0,5-6-34 0,-3 7-36 16,2 2-25-16,1-1 17 0,-1 1-155 15,1-1-140-15,4-1 57 0,-4 1 13 0,2-2 21 16,-1 0 25-16,4 0 16 0,-2 2 26 0</inkml:trace>
  <inkml:trace contextRef="#ctx0" brushRef="#br0" timeOffset="102326.3">8578 12608 718 0,'3'-3'365'0,"0"-3"-61"0,-1 3-29 0,0 0-31 16,-2 1-35-16,2 2-15 0,-1 0-3 0,-1 3-19 16,0 2 0-16,0 16-4 0,-3-4-19 0,3-6 6 15,0 9 1-15,0 2-25 0,0 6 0 16,0 0-8-16,0 3-16 0,0-2 12 0,0 4-12 15,0-1-22-15,8 27 10 0,-3-31-11 0,1-3-8 16,-1-5-1-16,-1 1-19 0,0-4 2 16,-1-5 2-16,0-2-19 0,-1-2 25 0,0-2-2 15,0-1 13-15,0-1-5 0,-2-4-8 0,0 0-11 16,30-11-2-16,-10-2-3 0,0-1-6 16,1-3-4-16,2-2-9 0,1-1-16 0,-3-1 11 15,1 1-9-15,-3 5-2 0,2-1 1 16,-4 4-8-16,-2 0-1 0,-1 4-5 0,-5 4 5 15,-2 2-15-15,-7 2 10 0,0 0-3 0,18 23 0 16,-13-3 9-16,0-1 4 0,1 5-4 16,-2-1 15-16,7 0 3 0,-3 0-5 0,1 0-7 15,3 1-3-15,0-2 6 0,0-1-4 0,1-1 4 16,4-3 3-16,-4-2-1 0,3-1-3 16,0-2 4-16,-1-4-4 0,0 1 1 0,-2-2-7 15,-1-4 10-15,-1-1-12 0,-11-2-15 16,10 0-12-16,-4 0-18 0,8-9-32 0,-8-3-33 15,5-1 9-15,-7-4-118 0,-1-2-40 0,-3 5-28 16,0-3 26-16,0 6-208 0,0-2-62 0,0-3 58 16,0-2 34-16,0 1 30 0,0 2 27 0,0-2 23 15,9-11 25-15,5 15-30 0,3 1 2 16</inkml:trace>
  <inkml:trace contextRef="#ctx0" brushRef="#br0" timeOffset="103076.61">11134 12599 329 0,'-1'4'277'0,"-3"0"-43"15,-8 7-27-15,-8 3-31 0,-2 0-9 0,-3-4-18 16,-7 7-7-16,-3 2-22 0,-1-2-8 0,-5 4 9 16,0 1-20-16,-1-2-1 0,1-1-5 15,0-2-11-15,2 0-4 0,8-3 0 0,2-1-2 16,3-1-21-16,3-2 3 0,1 0 1 15,2-1 6-15,4-2-2 0,4-2-18 0,4 3 24 16,5 0 16-16,3-8 21 0,0 6-20 0,21 11 5 16,0-4-5-16,3-1-8 0,0-1-5 15,3 4-5-15,2-1-7 0,2 2-6 0,5 2 0 16,-2-3-12-16,-2 2-4 0,3 2-4 0,-1 1 3 16,1-4-4-16,2 1-2 0,-3 0-3 0,1 0-17 15,-3-1 5-15,-4-1-2 0,-1-2 8 16,-5 1-4-16,2-2-51 0,-1-2-39 0,-7 0-10 15,-1-1-31-15,-4-1-28 0,-2-1-24 16,-3-2-9-16,-3 1 15 0,-3-3-195 0,0-3 27 16,0 0 27-16,0 0-113 0,0 0 32 0,-12 5 25 15,10-5 20-15,-7 0 16 0,5 0 36 16</inkml:trace>
  <inkml:trace contextRef="#ctx0" brushRef="#br0" timeOffset="103344.11">10655 13433 357 0,'-28'3'383'0,"15"-3"-75"0,-21 6-40 0,17-1-36 16,5-2-33-16,7 2 20 0,3 2-18 15,6-2-2-15,11 7-7 0,7-2-21 0,3 2-1 16,4-1-42-16,8 3-14 0,-1 2-11 0,5-2 4 16,4 1-21-16,-3-1-6 0,0-2-9 15,-4 3-14-15,-2-3-16 0,1-1 7 0,-6 0 8 16,-2-3-30-16,-3 0-3 0,0 0-18 15,-2-2 5-15,-6-2-35 0,-2 3 6 0,-5-7-12 16,-1 2-7-16,-4 1 8 0,-2-3-40 0,-4 0-46 16,0 0-30-16,3-3 13 0,-6 1-78 15,2-1-121-15,-2 2 25 0,1-3 26 0,-2-2 19 16,4 1-138-16,0-3 26 0,0 2 13 0,0-5 0 16</inkml:trace>
  <inkml:trace contextRef="#ctx0" brushRef="#br0" timeOffset="104252.13">12096 12956 494 0,'0'0'286'0,"-16"0"-41"0,16-14-31 0,-25-5-20 0,17 16 9 16,5 0-21-16,-1-1-14 0,1 1-10 16,1 1-1-16,-1-3 12 0,2 0-25 0,0 1-16 15,0-2 13-15,1 6-37 0,0-6-5 16,11-14-19-16,0 5-7 0,2 3-18 0,3 0-4 15,2 0 15-15,6 2-27 0,0 2 25 16,-2 7-18-16,-12 1 1 0,9 0-24 0,22 9-2 16,-21 2 10-16,-7 4-11 0,-4 5-5 15,-3 7 6-15,-6-13 8 0,0 6 2 16,-25 29-36-16,9-19 24 0,-5-1-2 0,-3-2 8 16,1 2-4-16,0-1-20 0,-1-3 0 0,1 0 13 15,6-4-14-15,-2-3 15 0,3-2-16 0,0-1 15 16,6-1 13-16,-3-4 18 0,1 0-3 0,7-3 28 15,3 0 9-15,2-7-10 0,0 0-6 16,29 9-8-16,-4-6 2 0,4 0-9 0,3-2-12 16,6-1 10-16,-20 0-21 0,11 0 4 15,7 0-31-15,2 0 1 0,3 0-91 0,0 0-37 16,1 0-49-16,41-9-49 0,-42 6 21 0,-3 2-253 16,-3-2 34-16,-3 1 34 0,-2-3 0 0,1-2 27 15,-7 0 22-15,-1-1 13 0,-7-1 36 16,0-3-5-16</inkml:trace>
  <inkml:trace contextRef="#ctx0" brushRef="#br0" timeOffset="104682.89">12837 12869 653 0,'0'-5'408'0,"0"0"-79"15,0 1-46-15,0 3-8 0,0 2-31 16,-2 3 0-16,1-1-29 0,1 3-23 0,-1 14-2 15,1-10-23-15,0 9-1 0,0 3-14 0,0 5-13 16,11 28-19-16,-6-29-1 0,2 2-18 16,-1 1-9-16,1-5-15 0,-1 0 11 0,-1-1-17 15,-1-5-11-15,0-1-17 0,0-5 3 16,-3-3 2-16,1-3 19 0,0 1 15 0,-2-1-4 16,2-5 2-16,-2-1-15 0,0 0-2 0,6-12-14 15,0-10 3-15,3-2-5 0,0 0-4 0,3-2-7 16,0 1-2-16,4-1-9 0,1 0-5 15,0 3-2-15,-1-1 8 0,1 3-3 0,-2 3 14 16,1 0 8-16,-3 2 1 0,-1 0-3 16,-4 6-8-16,-2 3-5 0,1-1-14 0,-2 5-2 15,-1 1-2-15,-1 2 1 0,-3 0 3 16,0 0 4-16,8 10-13 0,-3 7 2 0,0 0 3 16,0 7-1-16,-1-2-4 0,3 5 12 0,-2 2-10 15,-1 2-41-15,1-2-55 0,-4 2 9 16,1 1-140-16,-2-15-56 0,0 6 25 0,-12 36-279 15,3-27 47-15,0-6 36 0,-4-1 34 0,7 1 32 16,4-2-25-16,2-16 25 0,13 12 24 16,1-13 6-16,7-5 49 0,2-2 37 0</inkml:trace>
  <inkml:trace contextRef="#ctx0" brushRef="#br0" timeOffset="104877.15">13595 13179 1074 0,'7'-17'455'0,"0"2"-58"16,0-2-34-16,4 2-61 0,3 4-29 16,2-2-27-16,6 3-36 0,6 1-33 0,1 4-32 15,2 1-27-15,5 4-13 0,0 0-115 16,-17 0-43-16,8 0-50 0,10 0-57 0,38 12 14 16,-39-8-273-16,0 1 33 0,-6 0-43 0,5-5 27 15,-7 2 44-15,-16-2 23 0,4 0-21 16,-2 0-1-16</inkml:trace>
  <inkml:trace contextRef="#ctx0" brushRef="#br0" timeOffset="105123.77">13899 12884 337 0,'-18'-8'427'15,"3"0"-78"-15,4 4-48 0,4-1-39 0,-1 1-43 16,2 2-32-16,6 2 24 0,0 0-4 15,0 0-12-15,-17 19-23 0,11-3-17 0,2 1-18 16,1 7 12-16,3 1-15 0,0-11-23 0,0 8-13 16,0 4 4-16,15 31-3 0,-10-24-29 0,1-1-5 15,-2 2-72-15,0-1-60 0,-1 1-37 16,1-2-44-16,-4 2 14 0,4-6-243 0,-2 2 29 16,1-2 28-16,-2-5-89 0,2-4 34 15,2-2 10-15,-1-8 43 0,7 3 13 0,1-4-26 16</inkml:trace>
  <inkml:trace contextRef="#ctx0" brushRef="#br0" timeOffset="105735.7">14291 12934 242 0,'-2'-16'351'0,"-1"0"-65"16,3 3-27-16,0 13-5 0,0-10-42 16,0-1 4-16,0 2-23 0,0 0-11 0,0 2 5 15,0 1-33-15,0-1 15 0,0 0-24 16,0 7-8-16,0-9-22 0,0 3-3 0,0 6 15 16,0-7-14-16,0 7-12 0,0-9-12 0,0 9-9 15,0-8 8-15,0 2-11 0,0 6-5 16,12-14 12-16,-12 10-14 0,2 1-3 0,-1-1-3 15,2 2-8-15,-2-3-7 0,0 2 0 16,2-1 9-16,1 1-28 0,-1-2-8 0,2 3 13 16,7-4-4-16,3-2-6 0,0 2 8 15,0 1-15-15,2 1 1 0,-1 1-7 0,4 2 10 16,0-2-11-16,-10 3-3 0,4 0 0 0,5 0-2 16,19 11 1-16,-19-4-6 0,-4-1-20 15,-1 1 11-15,-1 5 9 0,-5 3 6 0,-3-2-3 16,-5 0 5-16,0-4-26 0,-14 16 13 15,-2-8 7-15,0 2-9 0,-2-2 18 0,-4 1-8 16,4 1-2-16,-1-3-13 0,0-1 19 0,0 4-18 16,3-1 11-16,1 0-7 0,7 1 13 0,3-1-8 15,5 2 2-15,0-9-1 0,15 23 0 16,0-15 7-16,0 1-11 0,4 0-7 0,-1 1-6 16,1-1 16-16,2-1-5 0,0 0-10 15,1 0 20-15,-3-1-5 0,0-2 4 0,-2 2-10 16,0 0-4-16,-2-3 5 0,-6 1 12 0,-1-2-14 15,-6-3 2-15,-2-11 10 0,-11 24-5 0,-1-13 4 16,-8 0 1-16,-5-1-5 0,-3-2-5 16,1-2-1-16,-3 0-54 0,-5 1-53 0,0 0-35 15,-4 0-46-15,2-5 16 0,-1 4-318 16,1-1 13-16,2-2 33 0,2 1 33 0,-1-4 22 16,7 2 27-16,1-2 4 0,17 0 8 15,-4 0 62-15</inkml:trace>
  <inkml:trace contextRef="#ctx0" brushRef="#br0" timeOffset="108721.77">4324 13926 354 0,'0'0'187'0,"0"0"-24"0,0-14-10 0,0 14-13 15,0 0 9-15,0 0-13 0,0 0-30 0,-10-25-26 16,11 23 14-16,0 0-10 0,2 2-4 16,0 0-17-16,1 2-12 0,-1-1 21 0,4 2-15 15,9 5-7-15,-3 3-3 0,8-2 6 0,0 4-5 16,1 0 3-16,1 1-12 0,3-1 5 16,4 1 2-16,2 1-11 0,2 0 6 15,0 0-4-15,6 0-10 0,-6 0 9 0,-1-1-7 16,1-2 0-16,1-1-4 0,0 0 6 15,0-1-13-15,0-2 2 0,1-3 3 0,2-1 1 16,3 2-8-16,4-5 1 0,1 0-10 0,-23-1-3 16,14 0 8-16,9 0-2 0,54-9-1 15,-44 3 0-15,2 1 2 0,2 0-18 0,4-4 16 16,-4 4-11-16,2-2-1 0,-2 0-10 0,2 1 9 16,-3 0 5-16,-3 2-3 0,0 0 5 0,0 1-5 15,-3 2 0-15,2 0 0 0,-31 1 9 16,14 0-8-16,7 0-5 0,48 13 4 0,-44-5 6 15,1 0-6-15,1 0 1 0,0 2-9 16,4 4 12-16,1-2-5 0,-2 2 7 0,-2 1 4 16,3-1-4-16,-2 0 1 0,-1 0-8 0,1-3 6 15,-1 4-4-15,-1-4 15 0,-3 6-20 16,5-4 10-16,-2-2-3 0,3 1 10 0,-3 1-3 16,-1-3-4-16,1 1 0 0,0-3 8 0,2 2-12 15,-1-3 1-15,3 0-3 0,-1-2 10 16,3 2-9-16,2 0 7 0,0-2 4 0,4 0-8 15,0-2-11-15,2 0 8 0,5 0 5 0,-37-3-8 16,18 0-1-16,10 0-10 0,6 0 14 16,3 0-6-16,3 0-1 0,2 0-1 0,0 0-1 15,-1 0 9-15,-1 0-11 0,1 0 12 0,-3 0-3 16,2 0 1-16,0 0-10 0,-1 0 16 16,75 5-8-16,-78 0 3 0,1 3 0 0,-4 2 2 15,1 3-6-15,-6 1 6 0,-3 0 5 0,0 4-11 16,-1 2 8-16,-8 0-2 0,1-1 1 15,-3 3-2-15,-4 0 2 0,2-1-2 0,-1-4 9 16,-1 3 2-16,0-2-2 0,-1 0 9 0,1-2-4 16,0-4 4-16,3 1-3 0,-2-3-9 0,2-1 13 15,2-4 2-15,-2-1-10 0,4 0 6 16,5-4-8-16,-29 0-3 0,18 0 1 0,6 0-3 16,60-13-1-16,-45 4-1 0,2-3 5 15,2-2-4-15,-1-2 15 0,3-3-22 0,-3-2 7 16,2-2-8-16,5 0 6 0,-2 0-3 0,0 0 7 15,4 4-5-15,-2 1 4 0,2 3-6 16,-3 4 2-16,5 0 2 0,2 6-2 0,-2 4-2 16,-39 1-2-16,19 0 8 0,73 17 6 0,-58-6-3 15,-3 1-3-15,-3 1 4 0,-2 4-5 16,0 0 0-16,0-1 9 0,2-1 2 0,-4 3-6 16,1 0 10-16,0-3 7 0,0 4 7 0,-1-4-8 15,0-1-3-15,-1 0 0 0,-4-1 5 0,-3-3-6 16,4 3 14-16,-4-2-8 0,-1-4 20 15,-4 2-17-15,0-3 6 0,-3 1 14 16,-2-2-18-16,-6 0 7 0,-1-2 17 0,-5 2 14 16,0-1-5-16,-1-1 1 0,-4 0-7 0,-2 0 38 15,-4 0 8-15,-1-2 8 0,-8 0 11 16,-14-1-2-16,9 0 0 0,1 0 1 0,-2 0 7 16,-2 0-14-16,-6 0-17 0,8 0-8 0,-1 0 1 15,-7 0-11-15,8 0-5 0,-8 0-6 16,5 0-11-16,-5 0-6 0,0 0-4 0,15-10-12 15,-12 9-6-15,-2-2-16 0,1 3-34 16,-1-3-35-16,0 3 5 0,3 0-144 0,-4-1-67 16,-3 1-47-16,1-1 28 0,-2 1-272 0,0 0 30 15,4-1 38-15,0-1 34 0,1-2 67 16,11-3 6-16,8-2 24 0,6 0 22 0,5-1 15 16,8 0 3-16</inkml:trace>
  <inkml:trace contextRef="#ctx0" brushRef="#br0" timeOffset="115419.9">19274 12083 421 0,'0'0'282'0,"14"0"-42"0,-14-15-15 0,22-5-33 16,-18 18 0-16,0-3-20 0,-2 1-5 15,1 1-8-15,0 1-21 0,0-3 11 0,-2 3-32 16,3-1 0-16,-4-1-19 0,1 3-19 15,-1-4-13-15,0 5 7 0,0 0-10 0,0 0 0 16,0-5-7-16,0 5-21 0,-11-16 10 0,6 14-18 16,-5-6 15-16,-6 3-16 0,-2-1-8 15,2 0 3-15,-5 0 10 0,3-1-25 16,-3 3 11-16,-1 0-6 0,-2 1-3 0,1-1 12 16,-4 3 3-16,-1 1 2 0,1-2-5 15,14 2 18-15,-9 0-15 0,-2 0-7 0,-26 11 28 16,26-5-12-16,-2 2 31 0,3 4-3 0,0 1-9 15,4 1 13-15,-1 2-6 0,4 1 8 16,2 1-1-16,-1 5-4 0,2-2 13 0,1 3-13 16,1 1 6-16,2-1 0 0,4 2 8 15,4 6-4-15,-3-4-3 0,4-14 5 0,0 9-7 16,14 26-1-16,-2-26 0 0,4-1-13 0,8-1-6 16,6-1 5-16,3-2-2 0,5-1-15 0,3 0 0 15,3-5 8-15,-1-1-7 0,3-1-8 16,-2-2 3-16,-2-1-12 0,-2-5 11 0,-2 3-10 15,-3-2-10-15,0 2 12 0,2-5-5 16,-5 2-5-16,-19-2 1 0,6 0 6 0,2 0 8 16,-3 0 5-16,-2 0 0 0,10-10-5 0,-20 7-3 15,1 0-7-15,-5 0-3 0,-2 0-3 16,3 1 0-16,-2-1 6 0,-1 1-4 0,0-1-10 16,0 1-42-16,-1 0-57 0,-2 2 10 0,3-3-153 15,0 3-58-15,-2-2 27 0,2 2 26 16,0-1 25-16,0 1 18 0,0-1 20 0,1 0-315 15,0-3 43-15,7 2 32 0,14 1-16 16,-1-2 25-16,9-1 28 0,3 4 13 0,0-2 20 16</inkml:trace>
  <inkml:trace contextRef="#ctx0" brushRef="#br0" timeOffset="115932.13">20243 12564 334 0,'3'-6'445'0,"0"2"-88"0,-2 0-73 15,2 1-3-15,-2 1-60 0,-1 0-24 16,0 4-10-16,-1 0 26 0,-2 1-43 0,-4 11-32 16,-1 1-4-16,1 4-12 0,-5 3-10 15,3-2-5-15,1 6-29 0,1-2 4 0,-1 3-32 16,1 2-44-16,3 0-27 0,0 0-54 0,0 2-42 15,-2 3-46-15,1-2 17 0,2 1 11 0,-2-2-316 16,4-1 30-16,1-3 28 0,0-17 24 16,14 20 75-16,0-19 12 0</inkml:trace>
  <inkml:trace contextRef="#ctx0" brushRef="#br0" timeOffset="116656.04">21254 11821 735 0,'4'-17'283'0,"-4"4"-1"0,0 2-34 0,3 4-36 15,-3 7-8-15,0 0-28 0,0-8-43 0,0 8-8 16,0-5 10-16,-3 10-11 0,-1 13 38 16,-8 1-28-16,5 8-3 0,-2-3-11 0,4 3-1 15,-3 3-11-15,2 2 5 0,-1 2-8 16,4 0-11-16,1 4 0 0,1 0 3 0,1-19-24 16,0 9 15-16,0 3-3 0,0 0 2 0,0-1-2 15,13 28-11-15,-8-28 8 0,-1-4-14 0,2-7-9 16,-5-1 1-16,2-5 3 0,0-2 22 15,-3-3 8-15,3-2 8 0,0-5-22 0,4-1 0 16,-7 0-11-16,11 0-11 0,20-23 1 16,-13 6-4-16,3-2-13 0,3-4 4 0,-2-2-12 15,3-2 0-15,1 0-7 0,0 1 1 0,-1-1-1 16,-2 3-2-16,-3 1-6 0,1 3-3 0,-4 3 5 16,0 0-5-16,-4 3-6 0,-1 1 1 0,-1 3-5 15,-4 2-4-15,1 4-10 0,-4 1 12 16,-1 3 0-16,-3 0-5 0,0 0 8 0,8 16 5 15,-3 0-7-15,-2 1 12 0,2 3 2 16,-1 4-1-16,-2-3-1 0,2 4-4 0,-1-3 6 16,-2 2-8-16,2 1-2 0,2 0 1 0,-3 0 6 15,3-1-16-15,-1 2 10 0,0-1-12 16,-4 1-46-16,0-13-38 0,0 6-23 0,0 4 9 16,-18 25-111-16,6-25-37 0,0-1-18 15,-1 0-40-15,0-5 31 0,3-4-230 0,1-2 39 16,5-6 34-16,3-3-4 0,2-7 30 0,3 1 25 15,4-9 33-15,4-8 21 0,0 1 46 0,6-4 3 16</inkml:trace>
  <inkml:trace contextRef="#ctx0" brushRef="#br0" timeOffset="116940.38">21863 12356 282 0,'9'-5'425'0,"-5"1"-85"0,3 1-75 16,-3 3-4-16,2 2 6 0,-6 0-16 0,3 3-30 15,5 8 32-15,-2 1-23 0,1 2-24 0,1 2 7 16,1 1-11-16,3-1-21 0,4 3-17 15,2-3-3-15,-2 0-22 0,7 1-11 0,0-3-13 16,-3-2-12-16,8-2-6 0,-1-1 4 16,0-3-21-16,2 0-8 0,-1-6-12 0,-2 2 1 15,-13-4-1-15,23-13-10 0,-15 0 5 0,-2-1-9 16,-4-5-12-16,-4-3-1 0,-1-1-7 16,-5-5-2-16,-4-1-9 0,-1 17 1 0,-12-29-14 15,-2 21-35-15,-3 3-25 0,-2 1 7 16,-8 6-48-16,0 2-30 0,-6 4-19 0,-3 4-31 15,19 0-37-15,-35 12-44 0,14-5 23 0,4 8-273 16,0 1 38-16,7 1 33 0,2 0 37 0,5 2 20 16,4 3 59-16,6 0-6 0,3 0 18 15,5 0 15-15</inkml:trace>
  <inkml:trace contextRef="#ctx0" brushRef="#br0" timeOffset="117351.15">21155 12966 307 0,'-31'-10'384'0,"3"0"-64"16,1 0-30-16,5 1-7 0,3 0-9 0,4 1-10 16,2 0-37-16,5 0-24 0,7 2 0 15,1 6-23-15,22-13-33 0,-1 6-12 0,11 3-27 16,8-1-5-16,7 3-4 0,7-1-13 16,7 2-13-16,-27 1-24 0,18 0 5 0,13 0-4 15,7 0-5-15,2 0-2 0,79 11-4 0,-80-6-3 16,0 0-19-16,-8-4 20 0,-5 0-19 15,-7-1-21-15,-10 3-11 0,-3 0-9 16,-6 1-17-16,3-2-3 0,-9-1-28 0,-17-1-26 16,0 0-31-16,-3 0-25 0,-2-1-35 15,-11 1 18-15,-4-1-108 0,-11-2-161 0,7 3 30 16,-29-5 24-16,7 1 28 0,1 1 21 0,-6-1 14 16,-3 0-3-16</inkml:trace>
  <inkml:trace contextRef="#ctx0" brushRef="#br0" timeOffset="117876.43">18668 12838 440 0,'-5'0'300'0,"1"-1"-38"15,0 1-14-15,2 0-26 0,-1 0-24 16,-1 0 5-16,1 0-36 0,1 0-3 0,1-2-10 0,1 4-37 16,1-4-14-16,3 4-9 0,1-2-15 15,3 0-4-15,15 0-4 0,-8 0 15 0,11 0-8 16,3 0-21-16,6 0 4 0,3 0-15 16,7 0 16-16,3 0-26 0,1 0 0 0,3 0-2 15,3 0 15-15,0 0 5 0,2 0-20 0,-1 6-11 16,53 3 0-16,-65-6 11 0,-2-1-21 15,-4 0 10-15,-3 1-7 0,-1-1 4 0,-8 1-4 16,-1-3-5-16,-9 1 0 0,1-1 12 0,-7 0-4 16,-10 0-20-16,9 0 7 0,-3 0-34 15,-6 0-11-15,8 0-23 0,-8 0-19 0,0 0-34 16,7 0-35-16,-7 0 13 0,0 0-137 16,0 0 24-16,0 0 20 0,7 0-172 0,-7 0 27 15,13 11 25-15,-8-11 43 0,-5 0-6 0,0 0 6 16</inkml:trace>
  <inkml:trace contextRef="#ctx0" brushRef="#br0" timeOffset="132718.4">12067 13746 282 0,'0'-13'186'0,"-13"13"-4"16,13 0-3-16,0-15-49 0,-22-7 15 0,22 17-14 16,-1 1-6-16,0-11-11 0,0 4-9 15,-2 3-7-15,2 1-15 0,1 0 14 0,-2 0-14 16,2 4 10-16,0 0-6 0,0-2-20 0,0 4 0 15,0-3-2-15,0 2-13 0,-2 0-1 16,2 2-11-16,0 0-1 0,0 0-9 0,0 0-1 16,0-5-2-16,2 7 4 0,-2 3-6 15,0 0 8-15,0 2 4 0,0-1-6 0,6 12-2 16,-3 0 0-16,2 1-17 0,2-2 12 0,0 0-8 16,0-2-1-16,2 1 5 0,3-1 0 0,2 1-7 15,-2-6 5-15,4 4-7 0,-2-4 5 16,4-1-3-16,-4-1 5 0,4-1 1 0,-3 3 5 15,3-7-11-15,3 1 16 0,0-2-8 16,-10-2 0-16,6 0-13 0,3 0-1 0,6 0 4 16,29-15-3-16,-26 7-1 0,-1 3 0 0,0-6 8 15,5 2-10-15,0 1 15 0,0 0-19 16,2-2 12-16,-5 3-15 0,4 2 18 0,-4-2-8 0,4 2-2 16,-1 5-8-16,-4-3-3 0,-14 3 6 15,5 0-6-15,4 0-1 0,27 12 1 16,-23-6-3-16,-3 3 11 0,3 1-3 0,-3-3 2 15,1 0 9-15,3 2 6 0,-2-1-14 16,2 2 7-16,1-2 4 0,-3-1 0 0,2 1-19 16,2-5 17-16,-1 5-16 0,4-4 7 15,-2 0-1-15,0-1-2 0,1 0-2 0,-1-2 6 16,-14-1-4-16,11 0-2 0,0 0 7 0,1 0-6 16,3 0 2-16,31-11-1 0,-28 10-8 0,-2 1 4 15,-18 0 15-15,8 0-13 0,31 11-2 16,-26-4 11-16,-1 1 24 0,-3 1-14 15,4 2-4-15,-6-1-5 0,-1 1 16 0,4-2-2 16,-1-1 18-16,2 3-2 0,-3-3 10 0,4-1-2 16,-2 0 8-16,4 1-26 0,0-6 2 0,-2 1 12 15,4 1-26-15,-2-3 5 0,-4-1 13 16,-12 0-17-16,6 0-1 0,3 0-11 0,22-15 33 16,-23 8-22-16,0 3-2 0,-3-4 26 15,-1 1-20-15,-5 0 27 0,2 0-13 0,-5 2-6 16,-3-1-1-16,-1 2-5 0,-2 1 5 0,1 0-10 15,-2-1 2-15,-3 2-1 0,5 1-2 0,-4-2-53 16,-1 0-28-16,0 3-25 0,0 0-20 16,0 0-46-16,0 0-46 0,-16-6 17 0,13 7-198 15,-4-1 29-15,2 1-96 0,-1-1 29 16,2 0 60-16,-1 0 23 0,1 0 17 0,4 0 35 16</inkml:trace>
  <inkml:trace contextRef="#ctx0" brushRef="#br0" timeOffset="134228.04">7236 13539 367 0,'0'0'184'0,"0"0"-23"0,0 0-12 15,0-12-13-15,-14 12-19 0,14 0-17 16,0 0-20-16,-14-24 13 0,14 21-4 16,-1-1-9-16,1 4-41 0,1-3 15 0,-1 1-9 15,1 2-7-15,1 0-4 0,-2 0 15 0,2 2-2 16,2 1 13-16,-1 2-2 0,6 6-15 0,-1 4-3 15,3-3 6-15,0 3-14 0,-2-1 9 16,7 3 2-16,-1-2 1 0,4-1-6 0,0 1 4 16,0-1-25-16,4-3 7 0,-1-2 10 15,2 0-3-15,3-2-8 0,3-2 4 0,-2 0-2 16,4-5-11-16,-18 0 9 0,9 0-1 0,34-12-4 16,-23 5-7-16,5-2 3 0,-2-2 2 0,2-1 1 15,-1-2 2-15,3-1-11 0,0 1 9 16,0-1-10-16,1 6-14 0,-1-3 12 0,0 4-3 15,0 2-2-15,-4 3 5 0,0 3 4 0,-19 0-4 16,33 10 11-16,-19-3-4 0,2 2 1 16,-3 3 10-16,1 3-10 0,-2-1 11 0,1 1-6 15,2-3 17-15,1 0 13 0,2-2-5 16,1 2-3-16,-1-7 0 0,4-1 21 0,1 0-25 16,-19-4 9-16,12 0 21 0,5 0-13 0,45-15-9 15,-43 9-7-15,-1-1 4 0,-1-1-12 0,-5 2 29 16,-2 1-12-16,-3-2-2 0,-6-1 7 0,0 8-12 15,-6-4-15-15,1 1 2 0,-4 3 1 16,-14 0-20-16,5 0-17 0,-5 0-13 0,0 0-12 16,10 13-21-16,-10-6-22 0,-3 7-29 15,-4 0-34-15,3 8-18 0,3 0 15 0,-1 1-273 16,2-14 7-16,12 23 33 0,-1-9 21 0,6-6 25 16,3-2 43-16,2-3-9 0</inkml:trace>
  <inkml:trace contextRef="#ctx0" brushRef="#br0" timeOffset="137146.65">18603 12898 629 0,'-13'-14'184'0,"-11"-2"5"0,14 12-6 15,1 2-27-15,2-1 11 0,2 1-18 0,0-1-15 16,1 2 8-16,0 0-22 0,-2-1-10 0,5 2-9 15,-2 0-1-15,1-3-26 0,-1 3-10 16,4 0 8-16,3 0-10 0,0-1-13 0,6 0 3 16,13 2-12-16,-9-1-7 0,9 0-4 15,4 0-7-15,6 0 3 0,1 0 1 0,5 0-5 16,1 0-9-16,3 0 10 0,44 9 0 16,-42-9-9-16,0 4-8 0,-2-2 7 0,-2-1-3 15,1 1 2-15,-5 0-5 0,-5 0 11 16,3-1-14-16,-9-1 1 0,-1 0 5 0,-11 0-7 0,1 0 7 15,-6 2-5-15,-9-2 10 0,0 0-3 16,0 0-5-16,7 0-7 0,-14-2 7 0,-16 0 8 16,11 2 3-16,-31-6 21 0,11 0 2 0,3 3 5 15,3-2 6-15,1 3 18 0,2-2-18 16,11 2 6-16,-2 1-7 0,8 0 7 16,-2 1-28-16,4-2 7 0,1 1 17 0,0 1-24 15,3-1 5-15,3 1-17 0,0 0 2 0,3 0 10 16,10-3-22-16,6 3 31 0,-13 0-29 0,7 0 2 15,4 0 22-15,-5 0-20 0,5 0 16 16,19-12-17-16,-24 12-2 0,-2-2-13 0,-4 2 7 16,-9 0 3-16,7 0-4 0,1 0 4 15,-8 0-8-15,9 0-5 0,-4 0 8 0,-5 0-1 16,10 0-9-16,-10 0 4 0,8 0 3 0,-8 0 2 16,8 0 15-16,-8 0-13 0,6 0 8 15,-6 0-24-15,0 0 19 0,8 0-5 0,-8 0-2 16,0 0 6-16,0 0 6 0,8 0 2 15,-8 0-14-15,0 0 8 0,6 0 13 0,-6 0-21 16,0 0-15-16,0 0 1 0,0 0 9 16,6 0 7-16,-6 0-1 0,0 0-4 0,0 0 5 15,0 0-9-15,0 0 27 0,0 0-22 16,7 0-22-16,-1-12-26 0,-5 12-10 0,-2 0-20 16,0 0-37-16,-1 1-32 0,-3-1-37 15,0 1 18-15,-10 5-72 0,-2 0-117 0,1-3-59 16,-1 3 20-16,0-3 42 0,-2 1 43 0,3 3 16 15,0-1 11-15</inkml:trace>
  <inkml:trace contextRef="#ctx0" brushRef="#br0" timeOffset="163008.1">18758 12833 529 0,'-13'-15'163'0,"-11"-7"-11"0,16 17-26 16,1 3-2-16,0-3-33 0,-5-2 15 0,-2 1-16 16,4 0-19-16,0 4 34 0,1-2-25 0,-8 0-20 15,3 4 3-15,2-2-1 0,1 2 2 0,2-1-9 16,0 1 9-16,4 0-1 0,0 0-23 15,1 0 15-15,-1 0-8 0,5 0 12 0,0 0 23 16,0 3 3-16,5-3-5 0,17 5 5 16,6 2-22-16,5-2-2 0,11 0-2 15,9 0-16-15,5 2 12 0,3-3-18 0,10 0 8 16,0 0-15-16,3 0 1 0,1 3 2 0,2-1-8 16,-4-1 18-16,1 0-18 0,-4 0 5 15,-4-3 3-15,-1 4 5 0,-3-1-13 0,-4-4-6 16,-4 4 10-16,-5-2-9 0,-7-1 5 15,-4 0 0-15,-6 3 7 0,2-5-3 16,-6 2 6-16,-3 0 13 0,-5-2-17 0,-5 1-2 0,-3-1 1 16,-12 0-2-16,7 0-1 0,2 0-6 15,-9 0-13-15,6 0 6 0,-6 0-24 0,0 0-29 16,0 0-20-16,0 0-20 0,0 0-19 16,0 0-37-16,0 0-31 0,15-10 16 0,-11 10-261 15,12-5 12-15,7 1 30 0,4-3 23 0,2 2 13 16,0 0 23-16,5-2 11 0</inkml:trace>
  <inkml:trace contextRef="#ctx0" brushRef="#br0" timeOffset="163842.34">21173 12976 440 0,'-21'-3'222'16,"2"1"-33"-16,11 2-17 0,-1 0 8 0,1 0-16 16,2 0-3-16,-4 0-7 0,10 0-12 15,-5 0-19-15,5 0-19 0,-11-6-4 0,13 4-12 16,-1 1-15-16,3 0 2 0,1-2-7 0,13 1-24 16,4 0 1-16,3-1 4 0,5-2-6 15,8 3-16-15,-5 2 4 0,6 0 1 0,4-2-1 16,5-1-7-16,5 3-5 0,2-2-7 0,3-1 13 15,-2 1-20-15,0-1 6 0,-5 2 2 16,-1-2-5-16,-1 1 6 0,-6 0-1 0,-2 1-6 16,-3-2 16-16,-4 1-1 0,-1-1 15 0,-4 1-11 15,-6 2 5-15,-1-2 1 0,-8 2 0 16,-4-3 5-16,-2 1-11 0,-4 1-4 0,-4 1-2 16,0 0 1-16,-28-4-12 0,-2 2-1 0,-6 0 4 15,-11 1 7-15,-3 1-8 0,-7-5-5 16,27 5 8-16,-18 0-18 0,-6 0 6 0,-6 0 10 15,-4 0-4-15,3 0 14 0,1 0 4 16,2 0-9-16,6 0 24 0,3 0-16 0,8 0 19 16,2 0-2-16,4 0-6 0,3 0 37 0,4 0 3 15,6 0-2-15,3 0-9 0,7 0 14 16,2 0-3-16,4-1-19 0,12 1-4 0,13-5-3 16,10 2-1-16,0-4-4 0,8 4 1 0,8-2-5 15,6 3-10-15,4-1-9 0,5-1-1 0,3 3-3 16,-1-1-1-16,1 0-1 0,-35 2 5 15,18 0-4-15,3 0 0 0,3 0-12 0,-4 0 4 16,1 0-2-16,-3 0 9 0,-5 0-10 16,-2 0-12-16,-3 0 5 0,0 0 0 0,-6 0 1 15,22 11 4-15,-31-11-1 0,-7 1 11 0,-2-1-16 16,-4 0 10-16,-1 0-7 0,0 0 1 16,-7 0 2-16,0 0-5 0,4 0 8 0,-4 0-2 15,0 0 5-15,10 0-12 0,-10 0 12 0,0 0-3 16,7 0-2-16,-7 0-3 0,6 0 0 15,-6 0-2-15,0 0 2 0,0 0-44 0,0 0-57 16,13-1-12-16,-16 2-29 0,1 1-32 16,-2 1-16-16,-11 6 17 0,0-5-138 0,-10 4-170 15,-5 0 42-15,-3-6 47 0,1 1 25 0,-3-2 23 16,-1-1 20-16,-5 0 15 0,18 0-40 16</inkml:trace>
  <inkml:trace contextRef="#ctx0" brushRef="#br0" timeOffset="169720.15">13706 13128 257 0,'0'0'182'15,"0"0"17"-15,0-13-38 0,0 13-6 0,-14 0-3 16,14 0-13-16,-16-26-30 0,14 24 11 16,2-1-19-16,-1 0 9 0,1-1-4 0,-3-1-17 15,0 3-20-15,2-2 8 0,-3 1-11 16,-1-1-4-16,1 0-11 0,-1 2 10 0,-1 0 2 16,2-2-9-16,-1 3-7 0,-1-1-7 0,0 1 5 15,1-2-11-15,1 1 10 0,1 1-3 16,0 0-6-16,-2-1 6 0,0 1-9 0,2-1 1 15,1 0 0-15,1 2-2 0,-2 0 3 0,2-3 9 16,1 3 2-16,0 0 8 0,0 0 11 16,13 0 23-16,11 0-31 0,-9 0 7 0,11 0-28 15,4 0 8-15,3 0 3 0,4 0-8 16,-1 0-2-16,3 0-3 0,-1 0 2 0,0 0-3 16,-2 0-7-16,0 0-10 0,-1 0 14 0,33 11-4 15,-37-11-4-15,-4 3-15 0,-4-3-2 16,-2 0 13-16,-2 3-23 0,-5-3 9 0,-4 0 10 15,-2 0-9-15,-2 0-3 0,0 0 0 0,1 0-13 16,-7 0-3-16,0 0-26 0,0 0-32 16,0 0-36-16,7 0-15 0,-7 0-38 0,7 0 14 15,-7 0-43-15,8 1-56 0,-10 1-137 0,1-2-7 16,-4 0 18-16,4-2 33 0,-3 1 16 16,-1 1 11-16</inkml:trace>
  <inkml:trace contextRef="#ctx0" brushRef="#br0" timeOffset="170101.75">13978 12806 413 0,'-1'-5'279'0,"-1"-2"-36"0,0 2-8 15,2 0-10-15,0 0-18 0,-1-2-16 16,-1 5-18-16,2-3-24 0,-1 3-26 0,1-2-8 15,0 4-24-15,0 0-20 0,-1-4 4 0,-3 6-12 16,4 1-2-16,-2 1-14 0,-5 12-8 0,1 4 9 16,-2 1 5-16,0 5 0 0,2 1 6 15,-3-1-16-15,-1 2 13 0,-4 1-12 0,5 2 2 16,-3 0 0-16,2 1-14 0,-2 1 17 0,0-3-6 16,4-2-12-16,-1 2-9 0,-1-1 13 15,1-1-14-15,4-3 1 0,-2 1 14 0,1 1-18 16,2-3 8-16,0-1-14 0,1-5-8 0,0-1 3 15,0-4 4-15,2-1 1 0,0-4 4 16,-1 0-10-16,2-2-12 0,-1-2-24 0,1 0-18 16,-1-1-11-16,1-3-29 0,0 1-40 0,0-1 13 15,2-1-183-15,0-2 26 0,-1-3 21 16,4-7-145-16,-1-5 19 0,0 3 54 0,4-2 2 16,-3 0 17-16,1 0-3 0</inkml:trace>
  <inkml:trace contextRef="#ctx0" brushRef="#br0" timeOffset="170411.39">13559 13096 491 0,'-11'-4'251'0,"4"1"-8"0,-1 1-25 0,2-1-6 15,2 3-14-15,1-2-20 0,0 1-5 0,1 1-25 16,2-2-27-16,3 0-9 0,2 0-14 15,-1 2-6-15,17-3-15 0,-1 2-12 0,8 0 0 16,1-1 3-16,2 2-26 0,1 0 2 16,0-1 1-16,-16 1-6 0,9 0-8 0,2 0-3 15,0 0 9-15,-1 0-7 0,-1 0-13 0,-2 0 4 16,-4 0-3-16,-5 0-11 0,-3 0 11 16,-1 6-16-16,0-6-12 0,-4 0-19 0,-6 0-18 15,5 0-13-15,-5 0-17 0,9 0-40 0,-9 0 12 16,14 11-50-16,-10-11-38 0,-1 0-114 15,-3 0-53-15,0 0 4 0,0-5 23 0,-2 3 15 16,1-2 11-16</inkml:trace>
  <inkml:trace contextRef="#ctx0" brushRef="#br0" timeOffset="170706.22">13892 12839 237 0,'-7'-12'349'0,"5"3"-43"0,-1 3-23 15,0-1-43-15,1 3-38 0,-1 1-28 16,3 2-25-16,-2 0-17 0,0 2-14 0,1 2 1 16,0 1 9-16,-2 13-16 0,0 1-9 15,0 7-4-15,-3-3-29 0,3 4-3 0,-1 1 5 16,-2 2-6-16,0-2 10 0,1 0-10 16,1 2 4-16,-2-1-16 0,1 1 3 0,-1 0-15 15,2-2-6-15,-4 2 12 0,5-2-22 0,-3 3 2 16,1-4-13-16,-1 2 31 0,0-3-35 15,0 0 9-15,0-4-15 0,-2 3-24 0,-1-2-42 16,3-5-23-16,-3 2-25 0,2-1-43 0,1 0 14 16,2-1-144-16,-1-5-142 0,1-5 24 15,4-2 24-15,-1-5 27 0,1 0 60 0,1-3 16 16,0-1 7-16</inkml:trace>
  <inkml:trace contextRef="#ctx0" brushRef="#br0" timeOffset="176328.87">7849 14919 419 0,'-15'-12'256'0,"-19"-7"-38"0,15 14-29 16,0 3-15-16,-3 0-12 0,5 2 0 0,7 0-16 15,-8 0-2-15,-23 18-4 0,17-8-13 16,1 1 8-16,1 4 0 0,-4 2 2 0,5 5 24 16,-2 2-26-16,1 2-4 0,3 2 1 15,0-1 7-15,4 3-19 0,2-1-13 0,4-2 4 16,1 3-5-16,7 3 1 0,1-18-14 0,0 7-5 15,16 26 3-15,-4-25-16 0,6 0 4 16,1-1-21-16,3-3 11 0,3-1-11 0,2-2-9 0,1-2 0 16,0-2-13-16,2-2 4 0,-1-2-2 15,-1-2-14-15,4 0 14 0,-2-2-12 0,-5 0 1 16,-3-1-1-16,1-2-4 0,-14-1-3 16,2 0 5-16,1 0-1 0,-1 0-13 0,-2 0 4 15,0 0 10-15,5-12-8 0,-9 11-9 0,-2-2-7 16,1 1 6-16,-1 0-31 0,0-1-4 0,-1 2 2 15,0-2-68-15,-2 0-47 0,6 2-27 16,-6-2-35-16,3 2 19 0,0-3-158 0,0 1-158 16,1-2 47-16,7-5 32 0,5-4-5 15,-2-2 26-15,5 3 94 0,0-1-13 0,2-2 9 16</inkml:trace>
  <inkml:trace contextRef="#ctx0" brushRef="#br0" timeOffset="177585.12">8792 15005 532 0,'-13'0'264'0,"13"0"-30"16,0 0-14-16,-15 0-22 0,-1-7-7 16,13 7-17-16,-2-1-23 0,3 1-11 0,-2-1-1 15,2 1-16-15,-1-2 13 0,2 2-17 0,-2 0-2 16,2 0-16-16,-1 0 9 0,2 0-19 16,0 0-3-16,0-3 0 0,3 3-12 0,4 0-7 15,13 0 1-15,3 0-19 0,7 0-4 0,-12 0 0 16,7 0 0-16,7 0 0 0,0 0-13 15,3 0-30-15,-2 0-24 0,2 0-32 0,-1 0-33 16,0 0-30-16,1 0-64 0,33 11 17 0,-35-8-114 16,-1 0 24-16,-7-3 22 0,1 3 17 15,-2 1 18-15,-6-2-175 0,-6-1 35 0,2 6 26 16,-5-2 19-16</inkml:trace>
  <inkml:trace contextRef="#ctx0" brushRef="#br0" timeOffset="177792.21">9159 15150 634 0,'-31'5'267'0,"3"-1"-13"16,6 3-19-16,0-3 13 0,7 1-16 16,-1-1-5-16,6-2-23 0,2 0-28 0,1-1-19 15,5 2-10-15,2-3-17 0,1 1-6 16,4-1-19-16,14 2-21 0,3-2 15 0,-8 0-15 16,8 0 6-16,7 0-11 0,2 0-26 15,2 0-31-15,2 0-23 0,2 0-50 0,-4 0-37 16,2 0-47-16,0 0 14 0,37-15-148 0,-40 10-166 15,1 3 31-15,-1-3 26 0,-2 0 24 0,-2-2-13 16,-8 2 11-16,3-1 80 0</inkml:trace>
  <inkml:trace contextRef="#ctx0" brushRef="#br0" timeOffset="178306.1">9965 14852 406 0,'3'-18'350'0,"3"1"-48"16,1 0-32-16,4 3-3 0,5 1-28 0,-1 5-37 15,1-3-5-15,2 8-34 0,-3 2-26 0,-7 1-11 16,4 0 4-16,16 18-25 0,-15-3-14 0,-3 2-4 15,-6 4-15-15,-2 5 0 0,-2-12-15 16,0 4-3-16,-21 29 8 0,8-17-16 0,-4-4-5 16,-1 0-6-16,1-3 7 0,-4 0-1 15,4-1-3-15,-2-1 2 0,3-3 5 0,-2-1 7 16,1 1 4-16,4-5-19 0,2-1 8 0,1 1-4 16,3-5-5-16,2-3 10 0,4 1-5 15,1-6 49-15,0 0-4 0,13 9-12 0,5-4 9 16,3-3-11-16,4 0-10 0,-13-2-10 15,10 0-1-15,3 0-1 0,4 0 4 0,35-12-22 16,-32 8 13-16,-14 4-7 0,5 0-1 0,31-8-9 16,-22 4 14-16,-1 2-10 0,-4-3-10 15,-4 2-5-15,-1 3 4 0,-7 0 4 0,-3 0-11 16,-3-4 13-16,-3 3-13 0,4 0 2 0,-6 1-4 16,1-1-12-16,-2 0 5 0,-1 1-14 15,1 0-23-15,-1 0-22 0,-2 0 8 0,0 0-98 16,0 0-44-16,3 3-46 0,-5-2-31 0,2 0 24 15,-1 2-274-15,1-3 39 0,-2 3 34 16,2-3 31-16,-1 2 12 0,-2 2 27 0,2-1 21 16,-1 2 12-16,1-2 65 0</inkml:trace>
  <inkml:trace contextRef="#ctx0" brushRef="#br0" timeOffset="178864.18">7585 15654 367 0,'-45'4'180'0,"25"-4"-21"0,-11 0-5 15,-34 8-3-15,36-8-19 0,-3 3 1 16,6-1-9-16,2 0-20 0,7-1-9 0,1 3 3 16,7-2-5-16,6-2-9 0,6 0 4 0,3 0-6 15,16-1-6-15,-7 1-4 0,12 0 2 16,42-9-5-16,-14 8-10 0,13-2-4 0,15-2-5 15,10 3 0-15,8-1-6 0,0 1 4 0,-45 2-11 16,27 0-1-16,19 0 1 0,9 0-2 16,6 0-11-16,119 12 10 0,-112-10-8 0,0 1 1 15,-3 2-5-15,-1-1 13 0,0 2 3 16,-3-2 7-16,-4 1-1 0,-1 0-6 0,-6-3 12 16,-4 1 0-16,-2 1 1 0,-8 2 3 0,-7-2-14 15,-4-2 7-15,-4 2 11 0,-14-2-8 0,-5 0 16 16,-9 0 9-16,-6-2 4 0,-5 3-8 15,0-2 31-15,-8-1-11 0,-3 2-17 0,-4-2-3 16,-14 0-11-16,1 0-7 0,-1 0-27 16,-9 0-3-16,10-10-83 0,-13 4-2 0,-9 0-37 15,-2-6-29-15,1 3-39 0,-6-4-35 0,5 1 18 16,-4-3-266-16,3 2 15 0,-3-3 12 16,4 2 29-16,0-3 25 0,2 0 42 15,0-2 13-15,4 4 4 0</inkml:trace>
  <inkml:trace contextRef="#ctx0" brushRef="#br0" timeOffset="187297.26">11669 15342 394 0,'0'-13'251'0,"0"13"-41"0,0 0-23 15,0-14-15-15,26-5-10 0,-25 14-5 16,-1 2-14-16,0 0-26 0,2 0 5 0,-2-2-15 16,0 2-12-16,0-1-13 0,0 4-12 0,0 0-3 15,0 0-16-15,0 0-3 0,0 0-9 0,-6-5 2 16,5 7 8-16,-3 5-6 0,-2 6 6 16,-2 4 9-16,-1-1 8 0,0 5-6 15,0-1-3-15,-1-1 18 0,2 2-23 0,-2-2 0 16,1 1 1-16,4-2 10 0,-4-3-14 0,3 3-4 15,1-1-6-15,0-3 2 0,2-3-11 16,0-3 2-16,1 1 9 0,-1-4 0 0,0-1-25 16,1 0 8-16,1 0 35 0,0 0-10 0,1-4 8 15,0 0-3-15,0 0 8 0,0 0-6 16,0 0 26-16,0 6-1 0,0-6-9 0,-3 7 2 16,3-8-11-16,0-3-13 0,3 0-5 15,-1 0-53-15,-2-1-56 0,2 1-29 0,1-4-29 0,-1 4-42 16,-1-3-47-16,0 0 21 0,3-7-295 15,1-4 35-15,-1 6 13 0,6 1 26 16,0-2 53-16,-1 0 32 0,5 3 14 0,1-1 4 16</inkml:trace>
  <inkml:trace contextRef="#ctx0" brushRef="#br0" timeOffset="188262.63">12429 14800 275 0,'0'-7'272'0,"-3"1"-56"0,1-2-7 0,2 4-27 15,0-3-2-15,-2 2-18 0,2 0 2 16,2 1-20-16,-2 4-12 0,0 0 3 0,0 0-15 16,0-7 0-16,0 7-19 0,0-8-14 15,0 8-13-15,0 0-14 0,0 0-9 0,0 0-3 16,0-10 5-16,-3 14-8 0,1 2-1 0,-1 14 19 15,-2 0-9-15,0 5-6 0,0 3 19 16,-1 1 7-16,6 0-21 0,-1 1 5 0,-1 0 0 16,-1 2 18-16,3-20-29 0,0 11 4 0,0 1 11 15,0 1 4-15,14 29-14 0,-10-29 0 16,1 0 0-16,-1-7 7 0,2-2-5 0,1-4-8 16,-3 5-7-16,-1-8 7 0,3 5-12 15,-4-7-1-15,0 1 40 0,1-4 9 0,4-2-5 0,-1-2-10 16,-1 2 10-16,-5-2-6 0,26-12-13 15,-7 0-13-15,-2-5-1 0,-1-1 4 16,1-2-5-16,2-5-15 0,0 1 13 0,2-1-15 16,-2-1 4-16,1-3-12 0,-2 1 10 0,1 2-16 15,-3 0 10-15,0 3-10 0,-2 5 7 16,3-2-10-16,-7 5-3 0,3 0-2 0,-7 2 9 16,1 4-16-16,-3 3 1 0,1 2-4 15,-1 4-3-15,-4 0 8 0,0 0-4 0,0 0-1 16,17 23 2-16,-13-7 1 0,3-4 4 15,-1 6 4-15,-2 0-8 0,0 1 10 0,1-2 2 16,-4 3-2-16,2 0 2 0,2-1-4 0,-4 2 1 16,2 1-3-16,3 0-8 0,-4 0 18 15,0-4-32-15,-1 2-22 0,3 4 4 0,-4-14-104 16,0 7-31-16,-14 22-36 0,13-19-29 16,-3 0 21-16,-1-2-190 0,3-7 32 0,-2 0 30 15,3-6-96-15,1-5 28 0,0 0 15 0,0 0 22 16,12 8 21-16,-7-8 43 0,13-1-1 15</inkml:trace>
  <inkml:trace contextRef="#ctx0" brushRef="#br0" timeOffset="188608.5">13308 15179 351 0,'8'-4'367'0,"-8"2"-84"0,0 4-39 0,-4-2-4 16,0 5-14-16,-10 3-30 0,-1 4-18 0,-2 1 4 15,2 0 3-15,-2 5-28 0,6 0-10 16,0 2-12-16,-1-5-7 0,8 5-28 0,1 0-18 16,3 0 24-16,0-11-38 0,11 18-3 15,-3-13-1-15,3 0-3 0,2 1-17 0,2-3 3 16,3-2-15-16,-2 0-2 0,1-5 21 0,2-1-28 16,-1-1 14-16,-11-3 0 0,5 0 4 0,18-15 2 15,-15 3 5-15,-2-3-28 0,1-4 4 16,-3-2 14-16,-3 2-9 0,0-6-5 0,-8 3 2 15,0 10 1-15,0 0-11 0,-17-21-2 16,4 15-3-16,-2 2-1 0,-3 8-21 0,-4-4-3 16,2 3-38-16,-3 1-19 0,2 1-28 0,-1 1-31 15,0 2-44-15,2 1 17 0,1 2-180 16,6 1 27-16,3-2-152 0,10 2 29 0,0 0 47 16,-9-2 27-16,16-2 20 0,7 1-10 15</inkml:trace>
  <inkml:trace contextRef="#ctx0" brushRef="#br0" timeOffset="190090.13">13862 14800 234 0,'0'0'117'0,"0"0"-6"0,0 0-15 16,0 0-14-16,0 0-8 0,0 0 30 16,0-13-2-16,-13 13-4 0,13 0 9 0,0 0-18 15,0 0-1-15,0 0 20 0,-19-22-4 16,18 20-10-16,-1 0 3 0,1 2-9 0,1-3 1 15,-2 2-19-15,2-1 7 0,-1 1 5 0,0 1-6 16,1-3-8-16,-1 3 11 0,1-1-12 0,0 0 0 16,-2-1-6-16,1 2-8 0,0-1-1 15,1 1-3-15,0 0 9 0,-2-2-10 16,4 2-11-16,-2-1 10 0,-2 1-20 0,2 0-1 16,0-1-9-16,0 1-2 0,0 0 3 0,0 0-5 15,0 1-2-15,0 0-5 0,2 2-5 16,0 0 8-16,1-2 8 0,1 5-9 0,4 6-2 15,6 2-4-15,-2-2 11 0,3 1-8 16,1 0-2-16,3-1 11 0,2 2-9 0,2 0-2 16,-2-3 4-16,4 1-2 0,-1 1-4 0,2-2 9 15,-1-1-4-15,5 2-4 0,-1 0 7 16,-3-2-5-16,-1 0-6 0,2-1 10 0,-4-1-1 16,1 1 1-16,-5-3-15 0,-1-2 17 15,-5 0-11-15,-4-1-1 0,-1 0 0 0,1-2-2 16,-4-1 17-16,-1 3 1 0,0 0 6 15,-2-3 11-15,1 1-14 0,-2 0 14 0,5 0-16 16,-6-1-2-16,3 2 13 0,-2-2-8 16,-1 2-5-16,0-2 5 0,0 0-18 0,0 0 2 15,0 0 9-15,-23 20 4 0,8-8 1 0,-1 3 10 16,-3 0 5-16,3 1 2 0,-4 1-2 0,0 2 7 16,-1 0-11-16,1-2 28 0,-3 2-13 15,3-2-9-15,-2 4 16 0,-2-2-2 0,2 0-27 16,0 2 3-16,0-1 23 0,2-5-38 0,2 3 3 15,-2-1 4-15,2 1-6 0,0 0-29 16,0 0-17-16,5-5-41 0,-2 0-28 0,5 2-31 16,1-5-10-16,6 0 13 0,3-10-130 15,0 0-172-15,15 11 10 0,-7-11 33 0,11 0 22 16,-7 0 26-16,26-11 26 0,-10 3 4 16</inkml:trace>
  <inkml:trace contextRef="#ctx0" brushRef="#br0" timeOffset="190381.24">14854 15228 553 0,'14'-8'336'16,"2"0"-50"-16,-7 3-42 0,-5-1-20 0,-4 4-37 16,-2 0-15-16,-2 1-28 0,-1 2-13 0,-3 2 9 15,-7 6 9-15,-4 4-20 0,1 2-14 16,-2 2-6-16,4-1 9 0,-6 1-26 0,3 4 2 15,2-2-8-15,-4-1-14 0,0 3-2 16,3 0 0-16,-1 1-11 0,2 1-9 0,-2-2 5 16,5-1-10-16,-2-1 8 0,3 0-12 0,-4 0-32 15,6 1-26-15,-2-4-10 0,0 0-38 16,5-3-46-16,-2-3-21 0,2 1-39 16,1-2 18-16,5-7-148 0,2-2 26 0,2 0-169 15,2-2 40-15,-1-3 25 0,7-7 8 0,2-3 12 16,2-4-9-16</inkml:trace>
  <inkml:trace contextRef="#ctx0" brushRef="#br0" timeOffset="190779.23">15207 14941 451 0,'1'-7'289'0,"-4"6"-34"0,1-2-18 0,-5 3-14 16,-6 7 2-16,-6 4-19 0,0 2-20 16,1 2-12-16,0 3 4 0,2 0-6 0,2 4-11 15,1 1-34-15,3 3-17 0,5-1-1 0,3 0 18 16,2-12-28-16,12 24 2 0,1-13 4 16,2-5-23-16,4 0-15 0,5-2-5 0,1-2 8 15,4-1-7-15,2-4-6 0,2 0-6 16,1-4-6-16,-3 0-19 0,2-4 0 0,-16-2 10 15,2 0-3-15,31-14-7 0,-30 1-2 0,0-2-4 16,-3-3-2-16,-4-5 2 0,-3-3-8 0,-3 0-2 16,-3-6-18-16,-4 15 10 0,0-4-9 15,-17-28 11-15,7 24-12 0,-3 1 3 0,-7 3-14 16,-2 3-7-16,-2 2-17 0,1 4-28 16,-3 0-9-16,-2 3-26 0,-1 5-30 0,-4 0-34 15,18 4 16-15,-8 0-135 0,-32 11 24 16,30-5 21-16,-2 3-175 0,1-2 29 0,-2 2 34 0,6-1 21 15,1 4 17-15,4-4-18 0</inkml:trace>
  <inkml:trace contextRef="#ctx0" brushRef="#br0" timeOffset="199114.28">5576 16636 322 0,'-14'0'200'0,"14"0"-49"0,0 0-29 0,0 0 7 16,0 0-32-16,-16 0-10 0,0-5-34 16,14 3 10-16,-1 2-4 0,0 0-22 0,1 0-4 15,-1 0-45-15,2 0 3 0,-1 0-24 0,0-2 20 16,2 4-10-16,0-2-37 0,2 0-23 0,0 0-94 16,-2 0 13-16,1-2 10 0,0 2 7 15,1 0 8-15</inkml:trace>
  <inkml:trace contextRef="#ctx0" brushRef="#br0" timeOffset="200065.99">5471 16756 377 0,'0'0'239'0,"0"0"-23"0,-15 0-16 15,15 0-15-15,0 0-18 0,0 0-9 0,0 0 0 16,-26-25 0-16,24 24-24 0,-1-2-9 15,2 2-10-15,-2-1-9 0,2 0-10 0,1-1-3 16,0 0-2-16,0 1-2 0,0-1-14 16,0-1-15-16,1 1-8 0,2-2-6 0,4-6-2 15,6 1 3-15,0-1-16 0,2 3 6 0,3 1-3 16,1 0-3-16,4 3-1 0,-1 3-2 0,-12 1-23 16,6 0 3-16,1 0 6 0,18 16 1 15,-15-4-5-15,-4 3-9 0,-5 4 16 0,-4 1-17 16,-2 3 0-16,-5-11 4 0,0 5-1 0,-19 29 12 15,8-24-5-15,-4 1-1 0,0-1-4 16,-2-1 0-16,-1 0-6 0,0-3-3 0,2 0 4 16,-2-2 6-16,2-1 3 0,0-4 28 0,5 1 13 15,3-1 32-15,-1-5 1 0,4-1-8 16,2-1 55-16,2-4-29 0,1 3-12 0,2-6-3 16,2 3-8-16,1 0-15 0,13-5-3 0,3-2-6 15,4-2-5-15,3 6-24 0,0-4 16 16,3 2-13-16,4 2-3 0,-6-1-44 0,4 1-57 15,-1 0-37-15,0 0-32 0,1-2-46 0,-19 5 19 16,9 0-177-16,3 0-137 0,-4 0 35 16,1 0 4-16,-4 0 27 0,-1 0 25 0,-3 0 19 15,2 0 7-15</inkml:trace>
  <inkml:trace contextRef="#ctx0" brushRef="#br0" timeOffset="200535.77">6214 16681 532 0,'0'-2'303'0,"-2"4"-23"0,0 0-28 0,0 2-5 16,2 1-24-16,-3 11-4 0,3 4-2 0,0 0-34 15,0-11-8-15,0 8-22 0,0 3-5 16,9 22-20-16,-2-20-22 0,0-3-17 0,0 2 13 15,0-2-31-15,-3-2-8 0,1-2-3 0,1 1-13 16,-3-7 17-16,-1-1-15 0,1-2 1 16,-3-2-4-16,2-1 67 0,1-2-24 0,-3-1-3 15,0 0-9-15,10-18-8 0,-6 5-4 0,5-6-12 16,0-3-4-16,0-2-13 0,0 1 16 0,1-2-23 16,-1 0 2-16,2-1-4 0,0 4 2 15,-1 0-8-15,4-1 2 0,-4 3 12 0,0 0-5 16,1 5 6-16,-5 2-10 0,0 5-5 0,-3 2-3 15,1-1 0-15,1 6-14 0,-3-2 14 16,-2 3-2-16,0 0 6 0,0 0-4 0,9 15 11 16,-3-1-1-16,-1 4-5 0,-2 2 5 15,2 0 4-15,-1 2-13 0,-2 4 7 0,4-1-4 16,-2 2 0-16,2-1-3 0,2 3-16 16,-2-2-46-16,2 3 5 0,-4 0-137 0,-2 6-54 15,-2 3 21-15,0-19-256 0,-10 32 37 0,2-20 34 16,0-3 28-16,0-5-80 0,3-2 30 15,3-2 31-15,2-20 61 0,0 10 20 0,12-1 11 16,-4-9 4-16</inkml:trace>
  <inkml:trace contextRef="#ctx0" brushRef="#br0" timeOffset="200730.11">6960 16933 502 0,'16'-18'427'0,"0"2"-82"0,1 1-32 0,-1 0-49 15,6 4-13-15,1-3-41 0,-1 2-30 16,6 3-9-16,0 3-24 0,2 1-24 0,7 4-17 16,-4-2-38-16,4 3-46 0,0-2-35 15,-20 2-59-15,8 0-35 0,7 0 9 0,0 0-252 16,28 14 27-16,-33-9-92 0,-3 1 6 0,-1 0 24 16,-5-3 8-16,-1-1 29 0</inkml:trace>
  <inkml:trace contextRef="#ctx0" brushRef="#br0" timeOffset="200988.23">7345 16644 510 0,'-18'-11'366'0,"0"2"-39"0,5 3-66 0,1 0-33 15,1 4-24-15,11 2 9 0,-7 0 1 16,-1 0-28-16,-11 19 8 0,9-7-31 0,2 6-16 15,4 2-4-15,0 5-23 0,2 1-14 0,2-11 9 16,0 8-11-16,0 3-24 0,16 31-5 16,-7-25-10-16,-1 0-42 0,1-3-30 0,-3 2-34 15,3 1-45-15,-5 1-42 0,1-2-54 16,-1 1 16-16,-1 0-243 0,-3-18 32 0,0 6 26 16,0-2 26-16,0-2-79 0,0-4 27 0,0 0 9 15,0-7 20-15</inkml:trace>
  <inkml:trace contextRef="#ctx0" brushRef="#br0" timeOffset="201590.07">7814 16687 246 0,'-3'-5'304'0,"1"0"-55"16,-1 1-27-16,2 1-9 0,-4-1-18 16,5-1-9-16,-1 2-17 0,0-1-17 0,-1 1-4 15,2 0-21-15,0-1-28 0,3 1-5 16,-3 3-16-16,0 0-6 0,0 0 9 0,10-15-14 16,-6 11-3-16,-2 0-8 0,3 1-7 0,1-1 2 15,8-3 0-15,-3 1 2 0,2 1-13 16,-4 3-11-16,-1 1 12 0,2-1-16 0,-10 2-3 15,15 0 4-15,-1 0-14 0,17 12 11 0,-18-1-15 16,-3 0 3-16,-1 3 11 0,-4 2-2 16,-3 0-8-16,-2-6 10 0,0 5-12 0,-16 22 4 15,4-15 1-15,-3 0-13 0,2-2-3 0,-5-1 2 16,3 0 13-16,-2 0-4 0,2-1 0 16,-3 0-7-16,5-3-5 0,1-2-1 0,1-2 4 15,5-4 10-15,1 1 4 0,-1-3 5 0,2-2 1 16,1 2 0-16,3-5-1 0,0 0 6 15,0 0-15-15,27 12-2 0,-7-8 1 0,2-1 9 16,5 4-7-16,2-2 3 0,1 0-10 16,-1 2 0-16,-2 0 11 0,0 3-5 0,-2-3-12 15,1 5 7-15,-2-3 6 0,-2 1-19 0,-6 0 17 16,1 4-15-16,-2-3 0 0,-7-1 13 0,-4 1 4 16,-3-2-11-16,-1-9-4 0,-9 20 21 15,-10-10-8-15,2 1 8 0,-7 0-12 0,1-1 12 16,-3-2-8-16,-3 0 6 0,-1 0-12 0,0-1 2 15,1-2 1-15,-3 1 8 0,-1 0-15 16,6-4-13-16,-4-2-14 0,18 0-30 0,-6 0-29 16,-3 0-59-16,-20-14 13 0,24 6-215 15,6 0 26-15,1 0-122 0,9 0 32 0,2 8 25 16,0-10 26-16,11-14 26 0,3 10 16 0</inkml:trace>
  <inkml:trace contextRef="#ctx0" brushRef="#br0" timeOffset="202249.07">9122 16791 403 0,'-6'0'273'15,"3"0"-11"-15,-3-1-12 0,2 2-5 0,0-2-24 16,1 1-7-16,1 0-5 0,-1 0-18 0,2-1-14 15,-1 1 2-15,0-2-34 0,2 1-5 16,4-1 4-16,0 0-47 0,12-3 9 0,-4 2-24 16,6-4-6-16,2 2 14 0,6 1-44 15,2 1-15-15,2-2-19 0,2 3-40 0,2-1-26 16,-1 0-42-16,0 1-18 0,3 0-51 0,-21 2 13 16,11 0-161-16,6 0 22 0,0 0-125 0,2 0 21 15,0 0 11-15,-2 0 17 0,-3 0 59 16</inkml:trace>
  <inkml:trace contextRef="#ctx0" brushRef="#br0" timeOffset="202428.75">9359 16977 478 0,'-28'6'315'0,"3"1"-29"16,-1-1-13-16,8-1-11 0,2-2-36 15,7 0-26-15,5-2-32 0,8 0-4 0,5-2-15 16,15 0-57-16,-8 1-55 0,12 0-39 0,10 0-72 15,5 0 7-15,56-8-271 0,-42 5 24 16,0-1 23-16,3-1 21 0,5 3-112 0,-9-3 10 16,9-2 74-16</inkml:trace>
  <inkml:trace contextRef="#ctx0" brushRef="#br0" timeOffset="203398.05">10507 17019 374 0,'-6'2'272'0,"1"-1"-39"0,0 1-31 0,1 3-15 16,-6 3-15-16,1 0-3 0,4-4-14 0,-2 2-19 16,5-1-10-16,-2-2-11 0,1-1-19 0,2 3-3 15,-4-3-10-15,5 2 19 0,0-1 16 16,0-3-18-16,0 0 1 0,0 0 13 0,13 7-16 16,-8-6-2-16,0 1-25 0,2-2-5 15,1-2-11-15,0 2 6 0,6 0-22 0,16-11 6 16,-11 2 3-16,-3-1 13 0,-3 1-24 0,5-2-1 15,-4-2 4-15,1 0 2 0,-4-3-10 16,0-2-7-16,0-1 8 0,1-6-8 0,-2 2-3 16,0-1-15-16,1-3 19 0,-3 3-17 0,0-2 11 15,0 0-10-15,-3-1-1 0,4-2 9 16,3-1-3-16,-3-2 9 0,2-2-12 0,3-2-6 16,0 0-5-16,3 2-2 0,0 3 2 15,2-1 2-15,1 1 2 0,-1 4-15 0,2-2 17 16,-1 3 9-16,3 1-16 0,-1 3-6 0,0 1 9 15,-1 2 2-15,0 1-1 0,-1 3 21 16,-2-1-17-16,-1 3 0 0,-4 1-15 0,-1 3 1 16,-3 2 18-16,-1 2-23 0,-3 3 11 15,-5 2 1-15,0 0-12 0,10 0 13 0,4 23 14 16,-9-5 1-16,-4 4-17 0,-1-10 2 16,0 10 28-16,-16 28-2 0,7-18-3 0,-5 2 22 15,1 2 17-15,-6 2-7 0,2 4 8 16,-3-3 7-16,2 2 10 0,0 3 0 0,-1-3-6 15,2-1-1-15,0 1-8 0,1-2 1 0,1-2-7 16,2 1 3-16,2-4-15 0,2 0-8 0,2-1 7 16,3-5-5-16,3 8-7 0,1-22-1 15,0 9-10-15,18 24 10 0,-1-27 0 0,0 2-6 16,5-5-49-16,1 0-31 0,3-2 5 0,3-4-127 16,-2-1-62-16,1-3-62 0,4-2 30 15,1-3-280-15,-17-2 40 0,9 0 39 0,28-17 32 16,-23 4 31-16,-2 0 16 0,4-5 54 0,-2-1 20 15,2-2-25-15,0-1-5 0</inkml:trace>
  <inkml:trace contextRef="#ctx0" brushRef="#br0" timeOffset="203979.07">11987 16303 304 0,'-2'-8'252'0,"1"1"-23"0,1 0-28 16,0 2-9-16,-3-1-25 0,2 2-28 0,-2 1 1 15,-2 3-1-15,-2 1-3 0,-15 8 1 16,-1 4 0-16,-2 5 0 0,-6 8 3 0,-1 2 6 16,0 6 10-16,-3 2-12 0,2 5-19 15,1-1 3-15,0 3-20 0,0 0 17 0,9-2-19 16,0 1-19-16,6 2-9 0,4-1 7 0,8 0-7 15,5-23-10-15,13 42-6 0,2-23-6 0,5-1-5 16,2-1-6-16,8-4 0 0,1 0 1 16,5-6-7-16,0-1-91 0,2-7-27 0,2-1-43 15,3-4-41-15,-1-1 15 0,4-6-161 0,-4-2-170 16,0-3 37-16,-22-2 13 0,40-11 32 16,-20-1 18-16,-1-5 8 0,1-4 7 0</inkml:trace>
  <inkml:trace contextRef="#ctx0" brushRef="#br0" timeOffset="205422.36">12232 16629 244 0,'0'0'293'15,"0"-14"-29"-15,0 14-28 0,-15-23-23 0,13 17-1 16,4 1-24-16,-2 0-23 0,0 0-23 0,0 3-27 16,0 2-8-16,1 0-9 0,-1 0-3 0,0 4 17 15,2 4 13-15,-2 11-21 0,0-7 1 16,0 7-3-16,0 4-15 0,0 2 0 0,0 3-12 15,0 1 20-15,0-2-24 0,0 0-9 0,0 0 19 16,8 22-6-16,-3-29-8 0,1 0 0 16,0-4 1-16,-5-4-14 0,0-2-3 0,0-3-5 15,2 0 56-15,0-6 9 0,-1 1-20 16,3-4-3-16,2 2-13 0,12-15-2 0,-4 3-11 16,-1-3-15-16,-1-4 12 0,2-5-13 15,4-1-6-15,0-1 8 0,0-3-6 0,2 2-10 16,-4 2-10-16,3 2 3 0,-5 3 20 0,0-1-9 15,-2 4-5-15,-2 5-16 0,-2 1 14 0,-2 5-11 16,-2 5 0-16,-5 1-11 0,0 0 12 16,5 13-14-16,-5-3 14 0,0 11 1 0,0-8 7 15,0 6 2-15,10 26-16 0,0-18 6 16,3-4 0-16,0-1 5 0,4 1-3 0,2-4-2 16,0 5 3-16,1-4 2 0,-1-1-31 0,-1-2-49 15,3-1 6-15,1-1-135 0,-2-2-32 16,-5-2-50-16,2-3 27 0,-9-3-218 0,-8-5 37 15,7 0-96-15,-7 0 54 0,21-19 30 0,-16-2 28 16,1-4 10-16,0 0 21 0,3-7 81 0,2-4-22 16</inkml:trace>
  <inkml:trace contextRef="#ctx0" brushRef="#br0" timeOffset="205622.36">13228 16483 503 0,'28'0'341'0,"-14"0"-26"0,27 12-12 0,-19 1-7 16,2 3-38-16,-1 3-33 0,-3 4 28 0,2 3-39 15,-9 4-17-15,5 1-20 0,-6 1-3 16,-2-1-16-16,-7 1-32 0,-3-13-5 16,-10 37-16-16,-7-20-17 0,-11 3-8 0,-2-3-7 15,-11 3-91-15,-4-1-37 0,-5-1-26 0,-5-3-45 16,1 1-58-16,-2 0 16 0,1-7-132 16,2 1 26-16,-1-7-176 0,9 1 12 0,3-8 51 15,4-3 26-15,8-5 18 0,6-4 30 0</inkml:trace>
  <inkml:trace contextRef="#ctx0" brushRef="#br0" timeOffset="208538.22">12796 17628 448 0,'-7'1'252'0,"2"-1"-23"16,0 2-21-16,1-2 0 0,3 0 1 0,-3 0 2 15,4 0-28-15,3-2-12 0,-3 1-15 16,5-1-21-16,10-1-7 0,2 1-5 0,6-2-13 16,1 1-14-16,5-2-3 0,1 1-15 0,2 1-14 15,4-3 4-15,1 1-11 0,2-1 1 0,2-1-5 16,-1 2-8-16,6-3 13 0,-1-2-17 16,2 1 9-16,-1-3-28 0,0-1 5 15,2-3 10-15,-4-2 0 0,6-3-20 0,-5-3-13 16,0-3 12-16,-1-2 16 0,1-5-20 0,-3-1-13 15,0-2 10-15,1-4-5 0,-2 0 19 0,0-3-10 16,-1 1-11-16,-4-3 0 0,-3 0 14 0,2 0-17 16,-6-1 4-16,-1 1-11 0,-2-1 6 15,-3 3-3-15,-5-3 30 0,-2 2-26 0,-5 1 9 16,-2-1 3-16,-1 3-1 0,-3 1 20 0,-1 3-17 16,-2 1 11-16,-2 20 3 0,0-8 6 15,0-5-15-15,0 0 5 0,0 1-10 0,0 3 6 16,-13-20-1-16,7 29-2 0,5 3-9 0,-2 4-5 15,-4 4 10-15,5 1 0 0,-5 1-5 16,-7-1-10-16,-1 0 3 0,2 4 2 0,-5-2 5 16,8 3-13-16,-4 0 6 0,-4 0 8 15,0 0 8-15,-23 12-8 0,21-7-6 0,-3-3 4 16,-3 5 1-16,6-4-1 0,-2 2-11 0,-1-1 1 16,0-3 18-16,1 3-10 0,-4-1-9 15,1-1 2-15,1 0-10 0,-3-1 6 0,-2 0 17 16,-2 0-11-16,0 1-6 0,-2-1 5 0,-3-1 10 15,0 0 8-15,3 2-18 0,14-2-2 16,-13 0-10-16,-3 0 33 0,-4 0 0 0,-5 0-18 16,1 0-2-16,-44-12 1 0,45 9-15 0,-2 1 20 15,2-1-8-15,1 2 17 0,0 0-16 0,3-1-9 16,-4 2 11-16,1-3-14 0,0 3 13 16,-2-2 4-16,23 2 2 0,-9 0-8 15,-9 0 7-15,-1 0 1 0,-2 0-8 0,-3 0 2 16,3 0-8-16,-4 0 3 0,1 0 10 0,-1 0 3 15,0 0-18-15,0 0-2 0,1 0 11 0,2 0 13 16,0 0-23-16,2 0 24 0,5 0-6 16,-35-11-2-16,32 11 1 0,2-1-12 15,6-2 20-15,-2 0-21 0,0 3 3 0,3-2-2 16,-3-2-7-16,1 2 4 0,0 1-3 0,-1 1 10 16,0-2-13-16,2-2-10 0,-2 0 28 0,-7 2-10 15,7 1-3-15,-6 0-1 0,7-2 1 16,-3 3 3-16,1 0 0 0,15 0 3 0,-10 0 8 15,-3 0-4-15,-2 0-4 0,0 0-10 16,-1 0 25-16,2 0-9 0,0 0-18 0,0 0 22 16,-1 0-12-16,1 0-11 0,-1 0 13 0,-1 0 7 15,0 0 5-15,2 0-13 0,-2 0 21 16,0 0-9-16,-31-14-15 0,32 13 3 0,0-3 22 16,-2 4-22-16,3-2 9 0,0 1-11 15,-3 1 2-15,3 0 12 0,0-1-2 0,-2 1-8 16,4-3-12-16,-2 3 4 0,0-3 21 0,1 3-12 15,-3-2 6-15,-1 0-6 0,2 2 4 16,-1 0-12-16,-4-1 19 0,5 1-1 0,-1-2 4 16,-2 1-1-16,1 0-18 0,2 1 12 0,1-1 8 15,-1-1-3-15,3 2-20 0,-2-2 20 16,-1 1-16-16,0-1-3 0,-1 2-4 0,3 0 2 16,-1-3 13-16,-3 2-7 0,2 1 13 0,-3 0-2 15,2-1-15-15,-1-1 4 0,-1 2 1 16,2-2-5-16,-1 1 13 0,1 1-5 0,15 0-10 15,-8 0 15-15,-1 0 12 0,-3 0-21 16,-1 0 8-16,0 0 0 0,0 0-10 0,-1 0 2 16,0 0 2-16,1 0-5 0,0 0 11 0,-30 10-3 15,30-8 4-15,-1-1-7 0,-1 1 0 16,2 1-9-16,-4-3 18 0,2 2-1 16,2 3-6-16,-2-5-5 0,1 2 3 0,-2 1 4 15,1 0 19-15,1-2-17 0,-4 2 5 0,2-1-12 16,-2 0 22-16,2-2-13 0,-3 1-18 0,1 1 0 15,-1-2 9-15,-2 0 9 0,18 0-10 0,-8 0-4 16,-6 0-4-16,-5 0 3 0,-4 0-1 16,2 0-3-16,-3 0 7 0,0 0-4 0,0 0 8 15,-2 0 1-15,1 0-4 0,1 0 0 16,-50-12 3-16,48 10 14 0,4-1 0 0,-3 1-17 16,-3-1 18-16,5 0-9 0,-2 2-10 0,-1 0-6 15,-1-1 1-15,-1 1 12 0,0 0-7 16,25 1 9-16,-16 0-4 0,-6 0 0 0,-3 0-4 15,-3 0-2-15,-2 0 10 0,2 0-15 0,-57 12 12 16,57-10-14-16,1 1 24 0,-2 0 0 0,0 1-16 16,3 0 5-16,-1-1 0 0,1 1-6 15,-1-3 18-15,1 5-13 0,2-2 3 0,0 0 12 16,0 1-7-16,6 0-10 0,-6 0 14 0,2-1 0 16,0-1-15-16,1 1 10 0,1 0-6 15,4 0 12-15,-2-1-7 0,4-1-2 0,1 1 8 16,-4-1-4-16,1 0-14 0,2-1 11 0,-1 1-4 15,-1 0 8-15,0-2-3 0,-1 0-11 16,1 0 18-16,-3 3-22 0,2-3 0 0,-1 2 18 16,2-2-7-16,-3 2-3 0,10-1 17 15,-6 0-17-15,3 0 12 0,1 2-5 0,2 0-11 16,-2-2 10-16,0 2-4 0,3 0-3 0,0-1 8 16,2 2-1-16,-3 1 5 0,3-3-6 15,3 1 5-15,2 1-13 0,3-1-9 0,1 1 3 16,2 2 5-16,2-3 11 0,0 2-4 0,0 0 13 15,5-3-20-15,-1 4 0 0,0-1 6 16,0 3-5-16,0-3 2 0,5 0 1 0,1-1 1 16,-2 1-4-16,5-2 0 0,-1 2 3 0,3-1 5 15,-1 1 13-15,-3 7-8 0,-1 0-3 16,0 0 20-16,3-2-7 0,1 4-5 0,2 3 17 16,2 1-13-16,0 3-7 0,0-1 7 15,0-8 1-15,0 3-1 0,11 27 1 0,-3-16 3 16,3 0 12-16,-1 4-7 0,1 3-3 15,3 3-12-15,0 3 8 0,4 1 6 0,0 4 7 16,5 2-22-16,0 3 10 0,0-1-19 0,1-1 3 16,-2 1 2-16,2 0 24 0,1-5-25 15,-4-2 21-15,1 1-21 0,0-3 7 0,-2-1-4 16,-1-7 1-16,1 1-7 0,0-5 22 0,-1-3-34 16,-1 0 32-16,0-2-23 0,-1-5 13 15,4-1-6-15,-4-2 16 0,5-3-6 0,1-1-10 16,-6-1-1-16,8-2 8 0,-1-3-9 15,-3 2 2-15,2-4 1 0,0 1-18 0,-9-1 21 16,7 0 15-16,-1-1-31 0,-1-1-1 0,4 0 12 16,-13 0-1-16,7 0 4 0,2 0-16 15,3 0 12-15,5 0 6 0,31-10-1 0,-26 6 7 16,0 1-13-16,3 0-11 0,2 0 9 16,0 1 4-16,0-1 0 0,-1 1-3 0,3 0 1 15,-3 0 7-15,0 2 9 0,0 0-26 0,0-3 15 16,-19 3-8-16,9 0 20 0,5 0-22 0,2 0 9 15,-1 0 13-15,4 0-19 0,-3 0 2 16,3 0-5-16,2 0 18 0,-1 0-11 0,1 0 12 16,45-14-11-16,-39 8-8 0,2 1 4 15,0 2 7-15,3 2 5 0,-2-2-11 0,-23 3 1 16,11 0-2-16,6 0-19 0,0 0 15 0,2 0 5 16,-3 0 5-16,-1 0-2 0,0 0-9 15,0 0-11-15,-2 0 39 0,-2 0-23 0,1 0 0 16,-1 0 8-16,4 0-7 0,-1 0-2 0,2 0-5 15,3 0 2-15,1 0-4 0,2 0 16 0,48-9-5 16,-45 7-4-16,1-1 5 0,-5 3-6 16,3-1 4-16,-6 1-9 0,-21 0 26 0,11 0-25 15,2 0 5-15,3 0 12 0,-1 0-10 16,-2 0-4-16,4 0 0 0,36 9-13 0,-39-7 16 0,3 0 0 16,0-2 1-16,-18 0-5 0,11 0 12 0,7 0-6 15,3 0-1-15,1 0 6 0,5 0-8 16,0 0-8-16,1 0 10 0,1 0 6 15,-1 0-4-15,0 0 6 0,0 0-17 0,-3 0 8 16,1 0 0-16,-2 0 22 0,-1 0-23 16,44 10 8-16,-46-7-11 0,1-3 2 0,3 1 23 15,-3 1-15-15,3-1-8 0,-23-1 6 0,13 0 2 16,7 0-2-16,2 0-8 0,6 0-8 0,1 0 30 16,-2 0-32-16,4 0 17 0,0 0 2 15,-1 0-5-15,-3 0 5 0,0 0-2 0,-3 0-8 16,44 12 9-16,-49-11-10 0,-1 3 1 15,-2-3 13-15,-1 1-22 0,0 3 18 0,0-3 0 16,-2 1 1-16,0 1-20 0,2 0 18 0,2-1-7 16,0 0 11-16,1-2-1 0,2 0-3 15,-2 2-17-15,2 1 15 0,-1-3 9 0,1 1-7 16,-1 0-5-16,1-2 9 0,-4 1-10 0,0 1 9 16,-1-1-5-16,-21-1-15 0,11 0 14 15,4 0 8-15,-2 0-18 0,38 9 8 0,-34-6 4 16,-1-2 6-16,1 2 12 0,-2-3-19 0,0 2-6 15,-1-1 24-15,2-1-20 0,1 1 2 16,-1-1 7-16,-1 0-19 0,-13 0-3 0,9 0 18 16,2 0-4-16,4 0 1 0,2 0-13 15,-2 0 7-15,5 0 16 0,-3 0-9 0,-2 0 5 16,0 0-10-16,-1 0 4 0,-2 0 18 0,-2 0-11 16,-3 0-10-16,-3 0 2 0,0 0 1 15,-3 0-1-15,3 0 2 0,-3 0 11 0,-1 0-5 16,0 0-5-16,1 0-5 0,1 0 17 15,2 0-20-15,24 10-3 0,-34-10 7 0,6 0-12 16,4 0 10-16,2 0 7 0,4 0-3 0,-1 0 19 16,1 0-22-16,0 0 1 0,1 0 0 15,1 0 21-15,0 0-9 0,1 0 0 0,32 10-1 16,-31-5-2-16,0-3 12 0,2 1-3 0,-2 1-5 16,4-4-1-16,0 4 13 0,1 0-1 15,4 0-2-15,2 2 14 0,1-3-7 0,-1-2 10 16,2 3 5-16,-3-1 5 0,0 0-13 15,-2-1-4-15,-7-2 11 0,3 3-5 0,-4-3-3 16,-4 0 7-16,-6 2-5 0,2 1 8 16,-11-3 4-16,-1 0 1 0,-12 0-1 0,7 0 6 15,-2 0-10-15,-5 0 4 0,0 0-8 0,8 0-17 16,-1-3-21-16,-8 1-15 0,-4 4-4 16,2-4-19-16,0 2-24 0,-1-3 6 0,0 3-98 15,1-1-49-15,-1-2-68 0,2-1 29 0,-5 0 21 16,-1-3-325-16,4 0 47 0,4-1 37 0,0 1 31 15,0 7 27-15,0-5 25 0,19-14 10 16,-6 9 10-16,3-2 64 0</inkml:trace>
  <inkml:trace contextRef="#ctx0" brushRef="#br0" timeOffset="209334.04">14858 16936 530 0,'0'0'301'0,"0"0"-42"0,0-14-36 0,0 14-24 15,0 0-27-15,-4-22-26 0,2 22-4 0,-3 5-17 16,-5 8 11-16,4 6-5 0,-5 3-8 16,-1 4 26-16,0 4-27 0,-2 0 15 15,5 1 5-15,1 1-20 0,1-3 10 0,7 5-15 16,0-19 34-16,10 28 8 0,4-18 1 0,12-6 4 16,8-4-7-16,15-1-14 0,12-7-16 0,11-2-12 15,13-4 1-15,13-1-17 0,-45 0-14 16,32 0-11-16,119-13-3 0,-79 6-29 0,6-4-35 15,4-3-40-15,1-3 2 0,-2-1-77 16,-1-4-36-16,-5 0-53 0,-4 0-53 0,4-1 25 16,-13 0-277-16,-4 1 39 0,-8 0-14 0,-12 3 33 15,-6 0 53-15,-8 1 25 0,-8 2-9 0,-6 4 13 16,-7-1 61-16</inkml:trace>
  <inkml:trace contextRef="#ctx0" brushRef="#br0" timeOffset="-206319.14">9977 2452 215 0,'-14'0'204'0,"-10"10"-7"0,16-13-47 15,-2 1 18-15,-3-4 7 0,0 5-37 0,7 0-2 16,-1 0-13-16,1 0-20 0,2-1-3 15,-2 2-4-15,3 0-19 0,1 0 3 0,-2-2-21 16,3 2-8-16,1 0 0 0,0 0-6 16,1 2 7-16,0 1-6 0,3-3-13 0,3 0-8 15,12-1 4-15,-8 1-10 0,8 0 2 16,9 0-11-16,3 0 13 0,1 0-1 0,45-12-12 16,-33 6 10-16,4 0-10 0,-1 2-1 0,-1-2 6 15,-4-1-4-15,-1 1-3 0,-4 5-8 0,-2-3-2 16,-3 1 5-16,-3 0-14 0,-6 1-17 15,-9 0 5-15,-14 2 5 0,0 0 5 16,13 7-3-16,-26 2-6 0,-5 1 3 0,-6 0 19 16,-4-1-26-16,-7-1 5 0,-7 3 20 0,-1 2 2 15,-6-3 6-15,-1 2 8 0,-6 2 4 0,1-4 15 16,3 1 1-16,0-3 4 0,3 2 2 0,4-3-2 16,7-1 8-16,4-1-9 0,5 1-6 15,-1-2 0-15,9 0-16 0,8-2 5 16,4-2-12-16,9 0-8 0,2 0-17 0,15-8-25 15,9 1-15-15,3 1-58 0,8 1 12 0,8-2-126 16,4 0 18-16,3 2-185 0,3-2 26 16,-4-3 31-16,2-3 12 0</inkml:trace>
  <inkml:trace contextRef="#ctx0" brushRef="#br0" timeOffset="-186110.72">16252 7515 412 0,'0'0'168'0,"-15"0"-24"15,15 0-11-15,-31-25-33 0,22 20-7 16,6 1 10-16,-2-2 0 0,2 3-14 0,-1-1-10 16,0 3 2-16,-1 0-7 0,4-4 1 0,-2 5-17 15,1-1-4-15,-1-1-6 0,2 1 8 16,-2 0 3-16,2-1 3 0,0 2-18 0,-3-1-2 16,4 0 0-16,-2 1-8 0,1 0 4 15,1 0 5-15,0 0 10 0,0 0-4 0,0 0 2 16,17-3-14-16,7 0 3 0,7 2 0 0,2-2-4 15,2 0 1-15,2-1-5 0,6 0-1 0,3 1-3 16,4 1-4-16,4-4 2 0,-4 3-7 16,3-2 4-16,2 1-6 0,-5-1-3 0,-5 2 1 15,-7 0 0-15,-4-1-4 0,2 3 2 16,-6-2-2-16,-7 3 0 0,0-3-10 0,-13 3 7 16,-2 0-2-16,-11 3 1 0,-7-3-8 0,-14 6-4 15,-3-1 11-15,-10 2 0 0,-4 1 1 16,-9-3 0-16,-1 2-11 0,-3-1 17 0,-3 0-11 15,-1 4-7-15,1-6 12 0,0 3 6 16,6-2 7-16,4-2 14 0,7 3 3 0,6-5-5 16,3 5-10-16,0-4 5 0,4 1-3 0,5-1 2 15,9 0-3-15,2-2-14 0,11 0 1 0,4 0 2 16,7 0-34-16,17-3-10 0,-13 3-35 16,12 0-21-16,6 0-28 0,6 0 13 0,50 8-113 15,-39-1-185-15,0 1 15 0,0-2 24 16,-1-2 25-16,1 0 32 0,-4-1 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31T04:27:10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1546 1569 314 0,'0'-14'260'0,"0"14"-45"15,-8-32-13-15,4 22-19 0,0 2-10 16,3 1-14-16,-1 1 6 0,0 3-16 0,2 3-5 16,0 0-8-16,0 0 3 0,0-9-26 0,0 9 3 15,0-5-16-15,0 5 14 0,0 0-34 16,0 0-9-16,-12-15-6 0,8 18 8 0,1 1 1 15,-10 9 38-15,-1 4 8 0,-2 3-6 16,-1 1-11-16,2 5 60 0,-4 5-25 0,1 0 5 16,4 2-8-16,-3 1-2 0,4 2-19 0,-2-2 14 15,7 1-17-15,1 2 1 0,2-5-9 0,2 2-9 16,3-21-3-16,0 12-7 0,15 27-12 16,-8-29-18-16,5 0-3 0,3 0 9 0,4-6-10 15,3-2-16-15,-3-3 11 0,6-3-9 16,1-2-5-16,1-4-6 0,0-3-8 0,-13 0 16 15,7 0-8-15,24-18 5 0,-20 5-13 0,-3-1-9 16,0-5 13-16,0-3-6 0,0-5-9 0,0 0 4 16,-6-6-8-16,2-4 8 0,-6 1-2 15,1-2-4-15,-4 0 10 0,-1 0-8 0,-4 4-1 16,-1-2-4-16,-3 20-2 0,0-6-1 16,0-6 4-16,0 3 6 0,-17-19-9 0,11 25-3 15,1 4 5-15,-7 4-3 0,5 4-3 16,1 3 2-16,0 3 1 0,6 1-2 0,-11 0 10 15,-9 22 6-15,10-10 1 0,-1 10 7 0,5 5 18 16,-1-1-7-16,4 6-6 0,3 3 13 16,0 0-4-16,0-16-1 0,0 10-9 0,16 38 8 15,-6-27-2-15,3-2-6 0,1-4 1 0,4 0-15 16,-2 3 4-16,2-4 0 0,-3-2 11 0,3-3-10 16,-3 3-9-16,-2-2-10 0,-2-2-20 15,-8 1-53-15,0 6-60 0,-3-19 14 0,-11 28-141 16,-8-11-61-16,-7 2 28 0,-7-2-293 15,-1-1 52-15,-1 1 18 0,-2-6 36 0,1-2 35 16,-1 0 28-16,0-3 43 0,1-2 23 16,-1-1 21-16,0 2 2 0</inkml:trace>
  <inkml:trace contextRef="#ctx0" brushRef="#br0" timeOffset="169.47">1100 2798 849 0,'-16'6'422'15,"4"-2"-62"-15,5-3 6 0,6-2-16 0,2-2-6 16,4-1-27-16,9-1-20 0,9-6-33 15,0 3-27-15,7-5-25 0,5 1-23 0,5-2-16 16,7 1-28-16,2-2-40 0,2 0-58 0,3 0-59 16,3 1 1-16,-4-1-179 0,3 0 21 0,-4-1-274 15,0 1 34-15,-1-2-84 0,1 5 35 16,-1 0 32-16,5-2 25 0,-7 3 26 0,-4 3-3 16,-2 1 3-16</inkml:trace>
  <inkml:trace contextRef="#ctx0" brushRef="#br0" timeOffset="361.66">2362 2526 862 0,'20'1'610'15,"-4"2"-40"-15,-2-2-30 0,-14-1-73 0,8 0 37 16,-3 0-11-16,-5 0-25 0,9 0-27 16,-9 0-33-16,6 0-41 0,-6 0-38 0,10-12-30 15,-8 12-33-15,-1-4-23 0,-1 2-42 16,2-1-42-16,0-2-53 0,-4 1-65 0,2 1-4 16,0 1-173-16,0-4-74 0,0 0 21 0,0 6-205 15,0-10 34-15,0-2-320 0,15-19 51 16,-5 13 8-16,2-6 61 0,1 2 42 0,5-1 67 15,-1-4 26-15,7-5 47 0,-1-1 22 16,13-2 56-16,4-3-20 0,5 0 11 0</inkml:trace>
  <inkml:trace contextRef="#ctx0" brushRef="#br0" timeOffset="1222.7">3469 1538 771 0,'-5'0'355'0,"-1"0"-43"16,2 0-11-16,1 0-29 0,-2 0-10 15,3-3-31-15,0 3-9 0,1-2-17 0,2 2-5 16,1-1 0-16,5 1-20 0,-3-1-14 0,5 0-29 16,10 2-3-16,-8-1-15 0,5 0-2 15,6 0-28-15,26-8 9 0,-21 2-9 0,0 2-17 16,1 0 1-16,0-1-9 0,0-1 2 0,-2 2-11 16,-2 2-5-16,-1-1-14 0,-1-6-8 15,0 4 9-15,-2-2-14 0,-3 2 0 0,-6-5-9 16,2 3 12-16,-4-4-6 0,0 0-20 15,0 1-2-15,-7-2-15 0,2 0 2 0,-4 3-19 16,0-1 9-16,0-5-13 0,0-2 17 16,-14-19-11-16,8 21 3 0,-2 0 4 0,2-3 2 15,-6 7 0-15,3 2 2 0,4 2-12 0,-3 0 4 16,0 3 2-16,0 1 4 0,5-1 9 0,-4 4 1 16,7 0 2-16,-7 0 0 0,-3 0 9 15,-3 13-3-15,4-1 17 0,2 0 3 0,-1 0-2 16,2 3 25-16,2 3 17 0,0 4 17 0,-1 3 8 15,2 2-11-15,-2 5 10 0,1-3 11 16,4 7 17-16,-2-1-13 0,2-15-12 0,0 12-2 16,0 7-12-16,0 4 11 0,0 1-11 15,0 1-12-15,0-2 5 0,0 2-23 0,0-1 5 16,0-1-21-16,0-2-34 0,0-1-56 0,-3 42-43 16,-1-44 10-16,-3 0-137 0,-4 2-94 15,1 1 29-15,0-3-198 0,-4-4-27 0,0-3 38 16,1-4 36-16,0-7 25 0,-2-1 28 0,1-7 26 15,0-2 24-15,4-8 17 0,10-2 10 0</inkml:trace>
  <inkml:trace contextRef="#ctx0" brushRef="#br0" timeOffset="1422.4">3525 2010 246 0,'0'-19'537'16,"0"1"-62"-16,0 9-70 0,0-4-66 0,18-17-36 15,-4 14-50-15,2 0-17 0,3-1-24 16,0 5-29-16,4-1-19 0,3 1-40 0,2 3-16 16,2 1-13-16,4-1-129 0,-1-1-63 0,5 2-45 15,2 1 14-15,-3-4-238 0,0 3 29 0,1 0 27 16,-1-1 23-16,-1-1-104 0,-1-2 12 16,-2 0 18-16,0 0 7 0</inkml:trace>
  <inkml:trace contextRef="#ctx0" brushRef="#br0" timeOffset="2125.85">4577 1465 371 0,'0'0'304'0,"0"0"-25"0,-32-14-6 15,15 23-3-15,-1 3 8 0,-3 0 13 0,2 5-36 16,0-1 40-16,-2 5-20 0,3-1-7 0,-1 3-27 16,1 3-8-16,0 0-10 0,4 4-26 0,0 0-6 15,3 0-15-15,3 0-21 0,2 1-6 16,1-3-14-16,3 6-16 0,2-18-7 0,0 8-14 16,16 27-10-16,-5-29-18 0,1 3-5 0,4-7-6 15,-1-1-42-15,7-2-34 0,-1-4-41 16,1-1 5-16,6-2-119 0,-5-8-39 0,-9 0-51 15,2 0-16-15,26-20 29 0,-20 7-77 16,-1-3-37-16,-2-5-34 0,-4 1 30 0,4-6-76 16,-2-4 21-16,1-1 6 0,-1 4 51 0,-1-6 13 15,-2 4 380-15,0 2 40 0,-2 1-7 16,-2 1 102-16,2 2 33 0,-4 3 11 0,-1 0 11 16,3 6 1-16,-7 2 0 0,1 5 0 0,-1 1-3 15,-3 2-24-15,0 4 46 0,-3 0-7 16,3 1 6-16,-4 5-10 0,0 6-16 0,0 5 5 15,-2 4-10-15,3 1-28 0,2 0-4 0,1 3-16 16,-3-1-7-16,3-10-29 0,0 3-9 0,14 24-10 16,-11-17-9-16,5-2-6 0,-2-2-3 0,0 0-13 15,3-6-1-15,-2-2-24 0,0 0 6 16,-1-2-32-16,0-3-22 0,0-6-30 0,1-1-12 16,-7 0-4-16,0 0-21 0,23-18-1 15,-12 3 8-15,2-7-28 0,-3 1 17 0,2-4-13 16,3-3 12-16,-1-1 9 0,1 2 7 0,-2-1 4 15,1 3 3-15,-2 2 36 0,1-1 13 0,-5 5 14 16,1 1 0-16,-1 4-13 0,0 3 3 16,-8 4 8-16,6 4 0 0,-3 0 25 0,-3 3 18 15,0 0 7-15,7 10-1 0,-1 5-10 0,-3 2 11 16,1 1-9-16,2 3 7 0,0 4-4 16,-1 3-7-16,1-2-9 0,-1 2-4 0,0-2 3 15,3-2-42-15,-3 2-49 0,-1 1 4 0,0-5-167 16,-4-10-45-16,0 7 24 0,0 0-250 15,-16 18 46-15,8-24-95 0,3 1 40 16,-2-10 40-16,3-1 28 0,2-6 73 0,-5-1 24 16,6-3-54-16,1-1 7 0</inkml:trace>
  <inkml:trace contextRef="#ctx0" brushRef="#br0" timeOffset="2348.81">5472 1598 468 0,'21'-10'469'0,"-2"6"-87"0,-6 4 36 15,-13 0-20-15,24 12-15 0,-11 2-40 0,-4 2-26 16,0 5-26-16,1 5-21 0,-4-2-28 0,-1 3-22 16,0 5-29-16,-3-1-20 0,-2-13-13 15,0 3-15-15,-17 30-19 0,3-22-5 0,-1 2-15 16,-5-4-26-16,-2 1-20 0,-5-3-60 0,0-2-25 16,-5 0 3-16,4-1-130 0,-5-1-50 0,6-4-63 15,0-5 26-15,4-1-319 0,-2-1 43 16,11-9 1-16,14-1 36 0,-10 0 72 0,1-15 28 15,14-1 22-15,8-6 23 0,4-4 10 16</inkml:trace>
  <inkml:trace contextRef="#ctx0" brushRef="#br0" timeOffset="2818.25">6265 1610 896 0,'-4'3'392'0,"0"-1"-7"0,0 0-14 0,0 1-33 15,2-2-17-15,-1 1-30 0,1 2-36 0,0-4-23 16,1 3-22-16,2-6-33 0,1 2-16 16,4 1-21-16,13-1-1 0,7-2-25 0,3-2-19 15,2 1-20-15,5-3-54 0,5 3-2 0,2-3-175 16,2 0-78-16,2-1 22 0,-2 0-275 0,2 2 37 16,-5 1-35-16,-2-1 38 0,-3 3 16 15,-8 2 33-15,-18 1 23 0,17 13 9 0,-18-3-11 16</inkml:trace>
  <inkml:trace contextRef="#ctx0" brushRef="#br0" timeOffset="3048.38">6531 1847 296 0,'-26'12'412'15,"3"0"-25"-15,3-2-57 0,3 0 0 0,7-5-43 16,0 0 20-16,-1 2-27 0,6-2-15 0,1-5-53 16,4 0-14-16,0 0-21 0,17 3-11 15,6-3-26-15,-11 0-11 0,10 0-30 0,5 0-40 16,3 0-7-16,3 0-52 0,1 0-32 15,1 0-34-15,0 0-10 0,-3 0-8 0,-3 0-15 16,-2 0-7-16,-3 0-20 0,-2 0-10 0,-6 0 9 16,-2 0-15-16,-4 0-1 0,-3 0-2 15,-7 0 13-15,8 0-75 0,-8 0 5 0,5-6-61 16,-5 5-60-16,-3 1 21 0,3-1-78 0,-5-1 32 16,3-1 0-16</inkml:trace>
  <inkml:trace contextRef="#ctx0" brushRef="#br0" timeOffset="6519.84">7271 1269 436 0,'0'0'324'0,"0"-17"-33"0,25-3-16 0,-22 12-31 15,-3 3-10-15,0 3-17 0,0-2-16 0,0 1-41 16,2 2-1-16,1-4-10 0,-4 7-42 15,1 1-12-15,-4 5-7 0,10 4-1 0,-12 2 3 16,6-6 15-16,-8 18-7 0,4-5 13 0,-3-1-11 16,-2 3 28-16,0 3-20 0,-3-1-20 0,1-1-2 15,3-1-14-15,-2 1 4 0,2 2-9 0,-1-3-3 16,-1 3-7-16,1-2 0 0,2 1-17 16,0-2 0-16,-2 1 16 0,3-3-24 15,2-5 4-15,0 1-7 0,0-8-10 0,3 1 14 16,0 0-6-16,-1-3-4 0,2-1 6 0,0-6-7 15,0 0 8-15,0 6-22 0,0-6 11 0,26 15 7 16,-9-13-14-16,4 0 14 0,-13-2-8 0,7 0-4 16,5 0-12-16,25-14-1 0,-19 7 11 15,-3 0-2-15,3-1 0 0,-1-1 3 0,-2-3-5 16,-1 2 5-16,2-1-9 0,-3-3-13 16,0 2 17-16,-5-2-6 0,0 0 13 0,-3 1-6 15,-5 1-2-15,1-5-6 0,0 5-4 0,-4-4 18 16,1 2-3-16,-2 5 3 0,-4 2-1 15,4-2-11-15,-3 4 9 0,-1 1-6 0,0-2 8 16,0 1-1-16,0 2-11 0,0 3 1 0,0 0 6 16,0 0-1-16,-9 0-12 0,7 3 14 0,-6 9-3 15,-2 5 14-15,-2-1 11 0,3 9-7 16,3-1 5-16,-2 1 2 0,1 1-8 16,0-1 6-16,3 8-3 0,2-4-5 0,-2 1 6 15,-2 1-1-15,4 3-18 0,2-17 11 0,0 9-8 16,0 3-38-16,0 1-20 0,0 3-44 15,0-1 7-15,0 1-119 0,0-1-55 0,0 1-37 16,0-3 32-16,0-1-232 0,-2 22 39 0,-5-27-23 16,4-10 8-16,-1-9 30 0,2 0 26 15,1-5 25-15,4-2 59 0,-2-4 5 0</inkml:trace>
  <inkml:trace contextRef="#ctx0" brushRef="#br0" timeOffset="7023">7946 1659 532 0,'10'-20'553'0,"-4"6"-65"0,1-1-36 0,-3 10-60 15,-3-2-34-15,1-3-36 0,2 6-41 0,-4 1-31 16,3 2-34-16,0 2-9 0,-1 2-19 0,-1 1 1 16,0 3-17-16,1 12-14 0,0 6-8 15,2-1-20-15,-3 2-13 0,3 4-18 0,-1-3 7 16,-1 4-22-16,1-2-8 0,2 3-7 0,0-3-5 15,-2-5-16-15,1 1 14 0,-2 1-23 0,2-6 1 16,0-1 1-16,1-3-3 0,-4-3-8 16,2-4 7-16,-2 1-5 0,1-5 0 15,-2-1 1-15,2 1-8 0,0-4 7 0,-2-1-7 16,0 0-2-16,0 0-10 0,16-23 4 0,-6 7-7 16,1-5-7-16,2-1 3 0,0-1 6 0,2 2-11 15,-1 1 1-15,-1-1 8 0,4 4-12 16,-2-4 2-16,-1 3 3 0,0 1-3 15,3 2 5-15,-3-1 8 0,-1 3-14 0,0 1-4 16,-4 2 12-16,-1 3-9 0,-4 0 6 0,1 4-12 16,1 1 1-16,-4 2 3 0,-2 0 7 15,0 0-3-15,18 15 11 0,-9-1 3 0,-5 1 0 16,0 2-6-16,4 5 0 0,-2 2 5 16,-4 0 8-16,2-1-18 0,1 2 14 0,-2 2-10 0,-1-2 4 15,4 1-13-15,-4-2-27 0,-2 0-30 16,0-12-35-16,0 5-59 0,0 4 14 0,0-1-119 15,0-2-52-15,-18 19-28 0,12-24 28 16,0-3 29-16,-1-3-292 0,4-5 31 0,-1-2 40 16,2-5 34-16,3 0 63 0,-1-2 52 15,4-16 29-15,-4 10 2 0,13-28 7 0,-6 13-4 16</inkml:trace>
  <inkml:trace contextRef="#ctx0" brushRef="#br0" timeOffset="7730.2">8556 1317 431 0,'-4'-10'336'0,"-1"4"-31"0,-1-2-37 0,1 0-13 16,-1 4-43-16,3 1-15 0,2 1-3 15,1-1-13-15,-3-1-34 0,3 2-8 0,0 1 10 16,-3-2-11-16,1 3-17 0,2 0-24 16,0 0-3-16,0 0 11 0,0 0-18 0,0 0-9 15,0 0-7-15,0 0-8 0,0 0-7 16,-4-6-5-16,4 1 26 0,3 4 6 0,-3-2 3 16,0 3-12-16,0 2 1 0,1-2-4 0,2-3-11 15,-6 0-1-15,1 2-3 0,4 0 2 16,1-1-4-16,-1-1-24 0,-2 1 16 0,0 0-5 15,0 4-2-15,2-2-5 0,-1-2-11 0,-1 0 15 16,0-1-4-16,1 1 5 0,6-1-1 0,-7 1-10 16,2 0 0-16,-1-1-2 0,3 1-13 0,-1 2 1 15,-3-4-2-15,6 3 7 0,1-2-2 16,2-1-7-16,-1 1 1 0,3 0 1 0,-2 1 0 16,7 0-18-16,1 2 19 0,-2-3-13 15,-7 3 0-15,6 0 1 0,14 12 5 0,-12-4-21 16,-4 1 12-16,-1 2-8 0,-2 0 4 0,-4 1 16 15,0-1-9-15,-4-1 1 0,-1 1-1 16,0-11 9-16,0 10-12 0,-15 18 10 0,6-15-8 16,-3 1-6-16,1-3 9 0,-3 2 2 0,2-3 12 15,5-1-18-15,0-3 9 0,3-2-4 16,-1 2-12-16,0-2-1 0,3 0 13 0,-2-1 3 16,2 1-5-16,2-1-1 0,0 1 2 0,0-4 1 15,0 0-12-15,0 5 13 0,0-5-3 16,21 25 7-16,-12-12-3 0,6-1-7 0,-3 5 6 15,1-5-9-15,2 0-9 0,-5-3 2 16,3 1 8-16,-3 0-7 0,2-1 11 0,-11 0-10 16,1-2 19-16,2-1 0 0,-4-6 0 0,0 6-8 15,-16 9 8-15,0-7 3 0,-6 2-4 16,1-3 9-16,-2 0-12 0,0-2-10 0,-2-1-11 16,0 0-38-16,1 0 5 0,2-1-66 15,1-3-41-15,10 0-30 0,-5 0-54 0,5 0 24 16,-2 0-200-16,-5-13-84 0,15 6 34 0,5 0 15 15,6-3 41-15,6-2 28 0,2 0 25 0,5-2 15 16,2 4 7-16</inkml:trace>
  <inkml:trace contextRef="#ctx0" brushRef="#br0" timeOffset="8299.84">9169 1881 314 0,'-6'0'344'0,"-2"0"-36"0,2 3-35 16,2-3-35-16,-1 0-3 0,-2 0 12 0,3 2-34 16,1-1-30-16,0-2-5 0,2 2-13 0,-5-1-16 15,6 0-4-15,0 0-32 0,-1 2 22 16,2 0-17-16,5-2-16 0,0 0-17 0,20 0-10 15,-14 0-7-15,13 0-7 0,3 0 20 0,5 0-10 16,1 0-26-16,46-11-24 0,-34 7-22 16,-5-1-44-16,1 1-22 0,3-1-45 0,-7 2-38 15,1-1-30-15,1 1 14 0,-5-4-153 16,-5 1 26-16,0 1-150 0,-5-3 26 0,-5 3 61 16,0-2 23-16,-6 2 18 0,-6 0-19 0</inkml:trace>
  <inkml:trace contextRef="#ctx0" brushRef="#br0" timeOffset="8600.98">9535 1651 605 0,'-9'-2'377'16,"2"0"-73"-16,3 3-20 0,2-2-49 0,-3-2-20 15,3 3-23-15,0 0-34 0,2 0-13 0,-4 0 25 16,3 4-30-16,-1 2 11 0,2-1-3 16,0 3-17-16,3 10 6 0,-3-6-15 0,0 5-16 15,0 5 0-15,0 2-13 0,0 3-10 0,0 2-15 16,0 2-1-16,0 1-19 0,0-1-4 16,0 1-62-16,0-1-30 0,0-2-26 0,0-2-50 15,0-3-42-15,13 23 15 0,-11-31-188 16,2 2 28-16,0-7-144 0,0-7 14 15,4-3 20-15,-3-1 51 0,2-2 21 0,10-6 28 16</inkml:trace>
  <inkml:trace contextRef="#ctx0" brushRef="#br0" timeOffset="9672.99">10184 1620 650 0,'0'0'195'16,"-4"-3"-13"-16,4 3-9 0,-1 0-14 0,1-2-12 16,-3 1-5-16,2 0 1 0,1 1-23 15,0 0-3-15,0 0-5 0,-3 0-6 0,3-3-4 16,-1 3-6-16,-1 0 6 0,2 0-7 16,0 0-18-16,0 0 2 0,0 0-6 0,0 0 4 0,0 0 6 15,0 0-11-15,0 0 0 0,0 0-14 16,0 0-1-16,0 0 15 0,0 0-21 15,0 0-4-15,0 0 4 0,0 0-3 0,0 0-16 16,0 0 12-16,0 0-6 0,0 0-11 0,0 0 10 16,0 0-14-16,0 0 9 0,0 0-30 15,0 0 27-15,0 0 9 0,0 0-26 0,0 0 3 16,0 0-3-16,0 0 3 0,0 0 15 0,0 0-13 16,0 0-1-16,0 0-2 0,0 0-5 0,0 0 12 15,0 0-10-15,0 0 0 0,0 0-9 16,0 0 21-16,0-14-2 0,0 14-17 0,0 0 16 15,0 0-30-15,0 0 13 0,0-22 30 16,3 20-23-16,0-1 12 0,1 0-27 0,0 1 14 16,1-1-11-16,10-3 3 0,-5-1 11 0,2 2 5 15,3-3-23-15,-3 6 1 0,2 0 15 0,-4 2-5 16,-2 0-4-16,-8 0-15 0,11 0 6 16,12 14 18-16,-11-4-16 0,-3-1-6 0,-4 7 4 15,0 0-2-15,-4 2 27 0,-1-6-26 16,0 6 14-16,-19 23-5 0,6-18 5 0,0 5-8 15,-4-1-6-15,-1-1 2 0,-2-2 2 0,0 1 25 16,2-1-22-16,0-5-4 0,-1 2 16 0,4-1 2 16,-2-3-16-16,1-4 11 0,9-1 17 15,-3 0-12-15,1-4-2 0,5-4 32 0,0 1-4 16,3-2 5-16,-2 0-4 0,3-2-12 0,0-1 7 16,0 0-12-16,0 0-1 0,13 2 12 15,-5-2-4-15,11-5-14 0,-9 5 12 16,20-7-6-16,-6 2-10 0,-1-2 21 0,0 5-12 15,2-3-11-15,-3 0 0 0,2 0 3 0,0 0-22 16,-3 4 3-16,1-3-39 0,0 2-47 0,-2-3-38 16,-3 3-23-16,2-1-30 0,3 0-33 15,-4 2 21-15,-1-7-145 0,0 6-138 0,0-1 33 16,-6-1 25-16,-1 0 26 0,-2 0 26 0,8-3 19 16,-5 0 25-16,3-2-6 0</inkml:trace>
  <inkml:trace contextRef="#ctx0" brushRef="#br0" timeOffset="10254.73">10823 1557 524 0,'0'-2'331'0,"0"-2"-38"0,0 1-33 0,0 2-14 16,0-1-37-16,1-1-28 0,1 1-24 15,-2 1-18-15,1 0-9 0,0 2 12 0,3-1-11 16,-2 4 10-16,1 1-12 0,1 0-15 0,0 11 11 16,4 3-6-16,-5-1-14 0,3 6-10 15,-1-2-10-15,0 2 25 0,-4 2-12 0,4-6-14 16,-4 4-6-16,2-5 0 0,-2 5-6 15,-1-16-4-15,0 6-11 0,0 1-6 16,0-3-1-16,0-2-5 0,0 1-4 0,0-3-5 16,0-3 12-16,0-5 9 0,0 7 5 0,0-7-4 15,0 0-7-15,7 8-9 0,-5-11-8 0,1-1 4 16,3-9-8-16,1-4-5 0,3-3 3 16,0-4-5-16,3 4-3 0,-3-6-11 0,0 4 17 15,2 1-9-15,-2 1-6 0,5 0-2 0,-2-1-11 16,0 4 6-16,-4-2 6 0,1 4-2 0,0-1-1 15,-2 4-11-15,0 4 17 0,-4 3-13 16,2-2 7-16,-1 2-9 0,-5 0-6 0,6 3-3 16,-4 0 13-16,0 1 6 0,-2 1 3 0,0 0 14 15,0 0 3-15,11 10 3 0,-3 2-10 0,-1 3 10 16,-1-1-5-16,-1 3 5 0,-1 3 3 16,1 1-1-16,-1 1-10 0,1 0 6 0,-4 0-13 15,3 0 10-15,1-1-28 0,-1 1-31 0,0 0-41 16,5 0 7-16,-7-5-126 0,2 2-44 15,-2-1-71-15,0-10 33 0,1 5-270 0,-2-5 42 16,0-3 22-16,1-1 9 0,-1-1 56 0,3-3 26 16,-4 0 25-16,0 0-11 0,26-11 20 15</inkml:trace>
  <inkml:trace contextRef="#ctx0" brushRef="#br0" timeOffset="10497.34">11558 1743 323 0,'0'-4'550'16,"3"1"-81"-16,-1 1-35 0,-2-1-59 0,5-1-31 15,3-4-29-15,1 3-34 0,5-4-41 0,3 2-17 16,3-1-31-16,6 1-25 0,2 5-18 16,5-2-11-16,0 0-19 0,3 0-30 15,1-2-28-15,-1 4-5 0,4 0-119 0,-3-2-33 16,0 0-31-16,-3 1-48 0,0 1-48 0,-1 0 20 15,-2 2-183-15,-3-3 31 0,-9-2-128 0,-1 1 60 16,-9 2 13-16,-3 2 20 0,-3-4 34 16,-3 4 21-16</inkml:trace>
  <inkml:trace contextRef="#ctx0" brushRef="#br0" timeOffset="10761.99">11838 1509 612 0,'-7'-4'388'16,"4"0"-76"-16,-1 1-12 0,2 2-25 16,-4-2-31-16,2 3-47 0,2 0-12 0,-2 0-21 15,3 3 6-15,-2-1-18 0,3 4 35 0,0-1-18 16,0 16-13-16,-3 3-16 0,3-12 1 16,0 9-25-16,0 1-8 0,13 32-6 0,-9-25-19 15,2 1-3-15,-3-1-10 0,1 1-5 16,-1-1-29-16,-1-1-5 0,2 2-86 0,2 2-39 15,-6-20-39-15,0 9-66 0,0 2 20 16,0 0-175-16,-12 19-113 0,12-28 34 0,0-14-1 16,0 7 31-16,0-7 23 0,0 0 44 0,9 9 32 15,-3-10 8-15</inkml:trace>
  <inkml:trace contextRef="#ctx0" brushRef="#br0" timeOffset="11459.76">12352 1535 554 0,'-2'-9'315'15,"0"1"-42"-15,0 2-25 0,0 0-24 0,1 1-18 16,-1-2-12-16,0 4 3 0,2-3-37 0,-1 3-2 15,0-1-19-15,1 1-3 0,-2 0-7 16,1-2-15-16,0 1 0 0,1 1-15 0,0 0 19 16,-1-1-7-16,1 2-17 0,0 2-5 15,0 0-11-15,0 0 8 0,0-7-17 0,0 7 4 16,0-7-10-16,0 7 7 0,0 0-3 16,0-6 4-16,0 6-11 0,0 0 5 0,0-8-6 15,0 8 2-15,0 0 2 0,0-6-15 0,0 6-2 16,0-7-6-16,0 7-16 0,0-5 10 15,11-4-2-15,-8 5-5 0,1 4-7 0,1-4-6 16,9-3 16-16,-1 2-15 0,6 0 6 0,-1 0-3 16,2 0-7-16,3 3-16 0,-1 2 10 15,-2 0-6-15,-8 0 3 0,3 0-3 0,5 0 7 16,20 14 3-16,-21-7-5 0,-1 0-3 0,-2 3 2 16,-5 1-4-16,0 4 7 0,-5-4 0 15,-1 6-8-15,-5-1 8 0,0-8 0 0,0 2-4 16,-21 19 1-16,10-13-12 0,-4-1 4 15,2-1-3-15,-4 0 17 0,-1-3-4 0,2 0-11 16,-1 0 23-16,7-2-10 0,-3 3-2 0,3 0-1 16,3-7-10-16,2 2-5 0,3-2 19 15,2 2-6-15,0-1-4 0,0-6 14 0,0 7-2 16,20 14-10-16,-3-8 5 0,1-4-5 0,2 3-14 16,3 1 13-16,-2-1 2 0,2 0 3 0,1 0-6 15,-3 2-5-15,3 1 20 0,-3-3-14 16,-4-3-2-16,0 0 0 0,-6-2 10 0,-3 2-4 15,-3-2-3-15,-3-2 3 0,-2-5-7 0,0 0 18 16,-17 20-12-16,0-13 17 0,-5-3-7 0,-7 3-9 16,-2-2 14-16,2-1-10 0,-3 2 1 15,-3-3-12-15,-1 1-29 0,0-3-8 0,0 1 4 16,1 2-112-16,18-4-50 0,-7 0-59 0,-5 0 24 16,-29-12 24-16,33 4-320 0,7 0 35 15,1-4 27-15,11-1 32 0,0-1 57 0,-1-1 23 16,3 5 22-16,4 3 12 0,0 7-4 15</inkml:trace>
  <inkml:trace contextRef="#ctx0" brushRef="#br0" timeOffset="17453.91">2122 3297 380 0,'0'0'339'15,"-13"0"-67"-15,13 0-10 0,0 0-16 16,0 0-37-16,0 0 23 0,0 0-37 0,-15 0-5 16,15 0-17-16,0 0-26 0,-16-8 2 0,16 8-16 15,-1 0-14-15,1-1-22 0,3 1-6 16,-1 0 13-16,1 0-28 0,2 1-2 0,4 1-19 15,7 1-19-15,-7-3 9 0,21 4 5 0,-7-1-4 16,4 0-13-16,-17-3 17 0,10 0-16 16,4 0-24-16,2 0 11 0,0 0 4 0,3 0-8 15,-2 0 8-15,0 0-22 0,0 0-7 16,21-10 18-16,-27 3-20 0,-2 2 25 0,1 0-28 0,-3 0 1 16,-4 1 5-16,-1-4 3 0,-2 1 9 15,3 0-11-15,-6-1-5 0,-2-2-14 0,-1 3 32 16,-3 0-14-16,5-9-5 0,-6 2 5 0,0 5-1 15,0-4-6-15,0-4-11 0,0 2 11 16,-12-19 4-16,7 16 8 0,-1 3-8 0,3 2 22 16,-1 1-3-16,-2 3 12 0,3 1 7 0,3 3 15 15,-3-1-12-15,1 2-14 0,0 1 15 16,2-1-18-16,-2 1-12 0,1 1 2 16,-2 0 7-16,3 2-10 0,0 0-1 0,0 0-13 15,0 0 30-15,-19 21-17 0,12-5-2 0,-1 5 1 16,5 1-1-16,-4 4 33 0,3 1 18 15,1 4 6-15,-2-3-1 0,4 2-1 0,-1 2 1 16,0 2-11-16,-2-1-6 0,0 0 11 16,3 1-6-16,-4 0-7 0,2 0 0 0,2 1 0 15,-4 0-6-15,3 2-50 0,-1 0-5 0,-4-1 3 16,5 2-131-16,-5-1-52 0,1-1-45 16,-1 0 23-16,-3-1 19 0,-1-2-309 0,-1-2 38 15,2-5 33-15,0-5 12 0,-1-4 48 16,4-10 25-16,2-2 16 0,1-2-19 0</inkml:trace>
  <inkml:trace contextRef="#ctx0" brushRef="#br0" timeOffset="17825.25">2343 3624 360 0,'0'-15'507'15,"0"4"-90"-15,0 0-60 0,2 2-26 0,-2 9-42 16,0-7-55-16,11-12-26 0,3 5-25 0,0 3-19 15,4 0-12-15,1 0-17 0,6 2-33 16,2 1-29-16,-1 0-16 0,4 1-31 0,-1 1-5 16,0-2-11-16,2 3-36 0,1-2-3 15,-3-1-12-15,0 1 2 0,-1 0-2 0,1-1 11 16,-6 0 9-16,0-2-2 0,2 0 0 16,-2-2 34-16,-6 2 16 0,1-2 16 15,-4 0-15-15,-1 2 21 0,-3-2 16 0,-2 4 12 16,-1 4-7-16,-3-1-8 0,0 2 3 0,0-1-6 15,-2 3-7-15,0-1-15 0,0 2-22 0,-2 0 2 16,0 0 8-16,0 0 17 0,10 20-23 16,-6-6-9-16,-4 5 14 0,3 1-11 0,-2 5-10 15,3-3-35-15,-3 3-40 0,-1 2-44 0,3-1-32 16,-2-1-65-16,-1-11 19 0,0 4 16 0,0 4 18 16,0-1 14-16,-13 22-326 0,7-28 35 15,6-2 29-15,-4-4 74 0,3-1 9 0,1-4 19 16,0-4 12-16</inkml:trace>
  <inkml:trace contextRef="#ctx0" brushRef="#br0" timeOffset="17995.25">3077 3257 509 0,'-4'-27'482'0,"4"14"-73"0,0-4-56 0,-13-21-47 15,9 18-37-15,2 5-32 0,-1 2-99 16,3 5-61-16,-3-2-60 0,2 5-67 0,1 5-48 15,0 0 9-15,0 0-57 0,11-4-116 0,-9 4 21 16,6 2-158-16,6 5 37 0,-1 0 18 0,-1-1 27 16</inkml:trace>
  <inkml:trace contextRef="#ctx0" brushRef="#br0" timeOffset="18337.03">3259 3243 539 0,'3'8'313'0,"-3"10"-4"0,0 0-52 0,0-8-13 16,0 5-1-16,0 3-22 0,-12 19 6 15,9-13-45-15,-1-5-18 0,4-8-10 0,0 5 1 16,0 3-35-16,0 0 4 0,0-1-10 0,14 15-5 16,-6-20-17-16,-6 0-5 0,2-5-5 15,0-1-8-15,-2-3 23 0,2 0 3 0,1-4 14 16,2-3-30-16,-1 3-11 0,14-17-19 0,-4 1 11 16,0-3-6-16,-1-1-7 0,0 1-8 15,-1-3 4-15,1 5-1 0,1-4 9 0,-1 3 31 16,-2 2 5-16,-3 2 4 0,0 3-18 0,-3 4-5 15,-1-1-10-15,0 3-1 0,-3 1-13 16,1 1-9-16,-2 2 1 0,-2 1-4 16,0 0-1-16,0 0-2 0,17 21-1 0,-10-9-38 15,1 5-31-15,1-2-33 0,-1 3 9 0,7 1-82 16,-2 1-43-16,4-3-30 0,2 2-15 0,0-6-34 16,5 2 25-16,3-4-94 0,-3-4-115 15,1-2 34-15,0-2 32 0,-11-3-15 0,6 0 25 16,27-12 23-16,-23 4 25 0,0-5 14 15,-3 0 8-15</inkml:trace>
  <inkml:trace contextRef="#ctx0" brushRef="#br0" timeOffset="18832.24">4044 3347 470 0,'14'-21'317'0,"0"1"-2"0,-2 2-20 0,-6 1-38 15,-2 4-36-15,-2 5-9 0,-2 8-24 0,0 0 7 16,-15-7-14-16,-4 10-13 0,-3 6-16 16,-2 4 4-16,1-1-19 0,0 6 1 0,1 2 0 15,-1 0-15-15,3 4-16 0,3 2 5 16,3 2-21-16,1-1-8 0,6 1-21 0,3 1 11 15,4-13-5-15,0 5-17 0,15 22-4 0,-5-19 4 16,3-7-17-16,3-3 17 0,-1-3-6 0,3-4-22 16,-5-1 13-16,-2-6 4 0,-3 0-9 15,15-12-8-15,-9-1-4 0,-4-7 3 16,3-3-9-16,-3-2 12 0,-3-4-2 0,3-8-13 16,0-4 9-16,3-5-16 0,-4-3 11 0,1-6-7 15,1 1-2-15,-2-1 23 0,-1 6 29 16,1 1 37-16,-3 7 10 0,-4 3 18 0,1 6 4 15,0 0-9-15,4 6-27 0,-4 5-1 0,1 5-24 16,-4 16 15-16,-11 0-7 0,-1 13 6 16,-2 6 22-16,-1 6-18 0,-3 6-3 0,4 5-9 15,-3 5 37-15,6 6 1 0,-1 0-2 0,3 2-2 16,3 1 13-16,2 1-4 0,3-2-10 0,1-24-9 16,0 8-7-16,0 8-7 0,0-2-6 15,14 43 0-15,-4-45-14 0,-5-6 0 0,0 1 2 16,3-5-16-16,2-4 3 0,-4-1 3 0,7-3-4 15,5-5-18-15,4-6-4 0,2-4-16 16,-11-4-21-16,11 0-27 0,31-12-26 0,-19 6 6 16,1-2-61-16,1-2-29 0,-2-1-18 15,-2 0-11-15,1-2-28 0,0-1 19 0,-5 0-96 16,-2 1-39-16,-6-1-47 0,5 0 33 0,-8-3-226 16,-1 0-38-16,0 0 53 0,-5-1 6 0,1-2 60 15,-2-1 32-15,1 0 30 0,0 0 24 16,6 1 84-16,0-4-12 0,2 1 11 15</inkml:trace>
  <inkml:trace contextRef="#ctx0" brushRef="#br0" timeOffset="20032.86">5325 3342 981 0,'3'-3'321'0,"-2"2"-26"0,1 1-38 0,-2 0-31 16,0 0 17-16,0 1-20 0,-2 2-27 16,1 1 1-16,-3 0-5 0,-3 8-31 0,1-2-2 15,1 5-19-15,0 3-16 0,4-1 5 0,1-9-47 16,0 5 16-16,10 17-10 0,1-14-16 15,3 0 14-15,2-7-28 0,2 4-2 0,0-3-2 16,1-2 3-16,-5-2-16 0,2-2 4 0,0-3 0 16,-16-1-9-16,9 0-2 0,-2 0 0 15,10-22-8-15,-9 10-10 0,-2-7-7 0,-3 1-4 16,-3-4 12-16,0 11-5 0,0-7-10 0,0 1 14 16,-16-20-1-16,10 18 2 0,-2-1-7 15,3 5-16-15,-1 1 24 0,-1 0-14 0,3 4 7 16,1 2-20-16,1 5 1 0,2 3-72 15,0 0-8-15,0-8 1 0,25-6-4 0,-7 5 0 16,6 1-12-16,3 1 7 0,1 2 21 16,1 1-8-16,2 1 13 0,-5 1 1 0,3-1 8 15,-2 1 7-15,-6-1 10 0,-9 3 13 0,5 0 29 16,0 0 17-16,-1 0 34 0,-5 0-15 16,-1 0-2-16,-2 0 61 0,-1 0 9 0,-7 0 0 15,17-7 2-15,-15 5 1 0,0 2 21 16,2-2-3-16,-4 2-1 0,4-1-13 0,0 1-4 15,-4-1 3-15,2-1-11 0,0 2-8 0,-2 0-7 16,0 0-12-16,0 0-1 0,0 0-4 0,0 0-7 16,0 0-9-16,0 0-8 0,0 0-9 15,6 0 3-15,-6 0-8 0,0 0-3 16,0 0-9-16,9-2 3 0,-8 1-5 0,-1 2-4 16,2 0 7-16,-2-1-1 0,0 1-7 0,0 2-4 15,0 2 5-15,3-2 0 0,-1 2 2 0,1 15 1 16,0 0-6-16,-3 1-4 0,4 0 0 15,-3 0 3-15,0 1-2 0,2-2-2 0,0 2 2 16,2-3-2-16,-3 2 3 0,1-5 4 16,2-1-12-16,-2-4 12 0,3 3 0 0,-1-4-11 15,1-5-12-15,11 0-35 0,1-3-25 0,-7-2-22 16,5 0-4-16,27-20 10 0,-16 12-33 16,-7-5 4-16,1-7 14 0,3 6 15 0,-3-1 15 15,-2-2 3-15,2 3 7 0,-6 1 6 16,2 0 6-16,-6 4 5 0,0-2 29 0,-3 8 2 15,-4 1-12-15,-4 2 7 0,0 0-1 0,7 10-7 16,-4-5 3-16,-3 2 30 0,5 10-10 16,-1 2 7-16,5-1-2 0,1 0 16 0,4-1-2 15,-1 0 2-15,1-1 2 0,3 0 2 16,-3-4 1-16,2 3-4 0,2-8-4 0,-2 2-8 16,4-5 6-16,-2-3 5 0,2-1-6 0,-11 0-8 15,4 0-6-15,18-15 17 0,-17 4 0 16,1 1 13-16,-2-7-9 0,1-5-11 0,-5 0 22 15,3-3-9-15,-2-4 12 0,-3-3-10 0,1-2 17 16,0-2-2-16,3 1 26 0,-11 0 3 0,4 0 9 16,-3 1 5-16,2 4 12 0,-2-2 7 0,-1 15 6 15,0-3-3-15,0-2 3 0,0 2-7 16,0 2-8-16,0 5-8 0,0 0-22 0,0 5 0 16,0 1 5-16,0 7-14 0,-10-8 2 15,9 12-14-15,-2 2-11 0,2 11 4 0,-4 7 2 16,5 6-11-16,0-16 5 0,0 12-6 0,11 35-15 15,-4-21-35-15,2 0-61 0,1 2-74 0,-3 3 14 16,1-4-152-16,-4 2-67 0,-3-2 34 0,-1-23-266 16,0 10 63-16,-16 26 33 0,3-29 47 15,5-3 33-15,-1-3 5 0,-4-7 27 0,5-3 25 16,2-5 23-16,0-3 10 0</inkml:trace>
  <inkml:trace contextRef="#ctx0" brushRef="#br0" timeOffset="20214.82">6665 3332 581 0,'6'-16'348'0,"6"1"-72"0,3-2-32 16,7 4-37-16,1 1-21 0,0 1-19 0,8 0-11 15,4 1-42-15,0 0-6 0,2 3-31 16,0 2-9-16,-1-3-29 0,1 4-21 0,-3-2-20 16,-2 2-30-16,-2-1-18 0,-6-2-28 15,-1 5 8-15,-14 2-60 0,-1 0-28 0,-2 0-100 16,-6 0 19-16,8 0-124 0,-8 0 19 15,0 0 6-15</inkml:trace>
  <inkml:trace contextRef="#ctx0" brushRef="#br0" timeOffset="20725.5">8048 2912 262 0,'2'-10'392'0,"4"-4"-51"0,-3 5-5 0,0 1-47 16,-3 3-25-16,4-1-28 0,-1 2-19 0,-3 2-29 15,0 1-25-15,1 0-26 0,-1 3 7 16,1 3 10-16,-1 2-18 0,0 14 22 0,0 2-8 16,0 4-20-16,0 3-11 0,0 1 6 0,0 2-14 15,0-2-11-15,3 3-7 0,0 0-9 0,0 2-6 16,-1 0-9-16,0 3-40 0,0-3-3 16,3 0-97-16,-5 1-35 0,1-3-49 15,2-1-34-15,1-1 16 0,-4-17-229 0,0 6-82 16,-10 23 34-16,2-27 5 0,1-3 27 0,3-7 67 15,-4-6 20-15,4-1 14 0,-2-4 35 0</inkml:trace>
  <inkml:trace contextRef="#ctx0" brushRef="#br0" timeOffset="21715.15">7773 3217 543 0,'-13'-12'454'0,"2"3"-79"16,-2 0 18-16,3 2-29 0,3 2-47 0,4-1-41 15,0 0-29-15,-1 2-20 0,4 4-39 16,0 0-14-16,21-17-18 0,0 10-33 0,6-1-21 16,3 1-30-16,3 4-6 0,9-4-85 0,1 3-24 15,7-2-24-15,-4-1-33 0,2 1-20 16,0 0 7-16,2-3-20 0,-3 3 5 16,-1-2 11-16,-1-2-1 0,-1 1 12 0,-9 1 9 15,-1-2 24-15,-4-1 12 0,-2 3 28 0,-3-3 32 16,-4 0 11-16,0-1 16 0,-2-3 29 0,-4 5-6 15,-4-2 19-15,1 1 11 0,-6 3 2 16,0 1 20-16,-3-1-5 0,-1 1-10 0,1 2 43 16,0 0 15-16,-3 1-19 0,2 1-1 15,-1-1 6-15,-1 1-6 0,1-1-7 0,1 1-11 16,-2-1-2-16,1 2 0 0,0 0-10 0,-1 2-5 16,0 0-8-16,0 0-14 0,0 0-1 15,0 0 3-15,0-7-10 0,0 7-9 0,0 0 7 16,0 0-6-16,0 0-7 0,0 0-13 15,0-7-1-15,0 7 2 0,0 0-13 0,0 0 1 16,0 0 4-16,0 0-2 0,0 0-6 0,0 0-4 16,9-10-4-16,-9 10 0 0,1 0 1 15,-1 0 0-15,0 0 2 0,0 3-14 0,0-2 14 16,2 2-4-16,-2 0 3 0,2-1-13 0,0 3 2 16,-2-3 6-16,0 4-1 0,2-3-4 15,-1 2 8-15,-1 1-4 0,3-1-4 0,-2-2 3 16,-1 1-6-16,1 0 0 0,1-1 8 15,-2 0-2-15,0 2 1 0,1-3 1 0,0 1-8 16,-1-3 10-16,0 0-7 0,0 0 8 0,0 0-13 16,0 0 8-16,0 7 4 0,0-7-4 0,0 0-1 15,0 5-3-15,0-5 3 0,0 9-9 16,0-1 18-16,0 4 5 0,0 6 4 0,0 2 10 16,-9 29 0-16,6-20-5 0,-3 3-8 15,3-2 3-15,0 1 5 0,-1 3-4 0,0-3 2 16,3 2 1-16,0 1-8 0,1-18 0 15,0 9 6-15,0 1-2 0,0 3 0 0,11 22-6 16,-6-30-6-16,4-2 0 0,2-5-25 0,-2-3 0 16,5-5-21-16,0-4-20 0,-5-2-21 0,20-11-14 15,-9 3 2-15,5-3 4 0,-7-3 3 16,3-3 7-16,0 1-4 0,1-5 15 0,1 3 20 16,-5-2 9-16,2 4 4 0,2 2 28 15,-8 4-4-15,-1 2-3 0,-2 1-9 0,0 4 16 16,-3-1-4-16,-1 4-1 0,-7 0 1 0,10 0-2 15,14 19 6-15,-7-9-9 0,2 2 4 16,-1 2 20-16,5 0-3 0,0-1-7 16,2-2-6-16,-2-1 8 0,2-1-6 0,0-2 7 15,1-3 4-15,-2-4-1 0,-11 0-11 0,5 0-4 16,24-9-7-16,-22-1 1 0,1-1-20 0,1-5 19 16,-5-2-12-16,-1-5 4 0,0-1-15 0,0 2 29 15,-2-2-7-15,-3 2 30 0,-3 3 8 16,1-1-6-16,-3 6 10 0,-3 3 1 0,-3 11-7 15,0 0 11-15,-14-13-8 0,6 15 21 16,-7 3-3-16,1 4-8 0,0 4 2 0,4 3 1 16,-1 1-7-16,5 5-7 0,6 2 5 0,0-10 6 15,13 21-3-15,4-11-21 0,8 0-16 0,7 0-29 16,2-2 2-16,5-3-130 0,0-3-64 16,3-1-78-16,1-5 31 0,1-2 26 0,-3-7-297 15,6-1 48-15,-23 0 36 0,46-11 48 16,-27 0 35-16,5-4 51 0,-2-1 5 0,1-6 14 15,-1-4 1-15</inkml:trace>
  <inkml:trace contextRef="#ctx0" brushRef="#br0" timeOffset="24496.41">10936 2804 605 0,'0'0'343'0,"0"0"-51"0,0-14-51 0,0 14-32 0,0 0 4 15,0 0-19-15,0 0-19 0,0 0 11 16,-21 20-38-16,21-10-12 0,0 7-11 0,7 26-5 16,-1-16-27-16,-1-3 14 0,0 5-25 15,0-2-9-15,2 5 0 0,-4 1-35 0,4 0-26 16,-5 0-45-16,2 1-43 0,-1-3-55 0,-1 3 12 15,0-3-139-15,-2-15-175 0,0 9 29 0,0 2 27 16,-13 19 24-16,9-27 17 0,4-8 14 0,-1-5-3 16</inkml:trace>
  <inkml:trace contextRef="#ctx0" brushRef="#br0" timeOffset="24948.51">11071 3193 696 0,'2'-8'380'0,"9"-2"-76"0,-1-1-34 16,6 3-17-16,0 3-48 0,2 1-20 0,1 1-21 15,2 3-30-15,-11 0 4 0,8 0-19 16,20 16-18-16,-14-3-12 0,-6-2 2 0,2 5-26 16,-3 1-3-16,-4 1 5 0,0 2-20 15,-3-3-5-15,-5 2 13 0,-2-4-15 0,-3-4 12 16,0 2 10-16,-22 16-1 0,9-15-11 0,-7-3-14 15,-3 1 4-15,-3 0 1 0,1-3-15 16,2-3 3-16,1-1 5 0,3-1-5 0,12-4 19 16,-7 0-41-16,4 0 1 0,-13-22 17 0,19 14-40 15,2-1-2-15,2 3 8 0,0-7 5 16,18-16-15-16,-3 10 3 0,2 2 1 0,3 0-7 16,-2 0 9-16,6 5-11 0,-2-2 11 15,11 2 3-15,-6 2 2 0,1-1 1 0,0 3 9 16,0 0-6-16,2 1 27 0,-5 3-11 15,0 3 12-15,-15 1 0 0,5 0 16 0,21 10-6 16,-21 0-4-16,-1-1 26 0,1 2-7 0,-4 7-20 16,-1 2-4-16,-5-2 7 0,0 3 6 0,-3-1-16 15,-2-7-1-15,0 4-70 0,0 4-51 16,0-1-61-16,-14 26-53 0,7-26 18 0,4-1 19 16,-4-4-310-16,-2 1 35 0,4-8 41 0,-1-4 28 15,6-2 24-15,0 1-13 0,0-6 27 16,3-1-7-16</inkml:trace>
  <inkml:trace contextRef="#ctx0" brushRef="#br0" timeOffset="25112.73">11681 3081 391 0,'1'-26'480'0,"2"6"-95"0,-3 10-31 0,0-2-73 16,0 1-46-16,0 1-8 0,0 1-42 0,0 3-74 15,0 6-40-15,0 0-36 0,0 0-33 0,-7-12-48 16,4 16-48-16,1 2 9 0,4 1-105 15,1 10-168-15,-3-10 24 0,9 16 23 0,2-7-16 16,-4-1 14-16,4 1 3 0</inkml:trace>
  <inkml:trace contextRef="#ctx0" brushRef="#br0" timeOffset="25641.96">11960 3305 348 0,'3'-4'332'0,"0"0"-53"0,-2-1-33 0,-1 2-16 0,4-2-22 16,-1 1-12-16,0-1-31 0,0 2-22 0,1-1-23 15,-1-1-9-15,5-7-11 0,-1 2-16 16,0 0 18-16,-3 2-6 0,4-3-13 0,1-1 0 15,-2-1 17-15,0-1-1 0,0 1-24 0,-3-2 26 16,2 2-33-16,-3 0-4 0,-3 2 5 16,0 1-2-16,0 10-1 0,0-10-4 0,0 3 2 15,0-1-15-15,0 1 11 0,0 1-15 0,0 6-10 16,-10-17-4-16,5 13 2 0,0 3 1 16,0 0-19-16,-2 1-1 0,-8 5 0 0,1 3-8 15,-2 1 10-15,4 5-7 0,0 2 9 0,5 5-5 16,0 3-12-16,4 4 11 0,-1-2-18 0,4 3 12 15,0-12 4-15,0 5-6 0,15 35 0 16,-5-22-13-16,0 1 11 0,0 1 5 0,1 1 4 16,0-2-3-16,3 0-6 0,-1 0-2 15,-2-2 5-15,3-4 16 0,-8 1-2 0,0-2 9 16,0 3 28-16,-6-1-2 0,0-18 10 0,-15 25-8 16,2-13 17-16,-2-5-14 0,-8-2-8 0,-3 0-2 15,-4-3-7-15,-1-3 5 0,-3 1-8 16,-3-4-21-16,-2-3-25 0,4-1 2 15,-5-1-114-15,0-1-52 0,3-3-50 0,21 0 22 16,-32-12-337-16,23 4 36 0,8-10 37 0,7-5 32 16,9-6 27-16,1 16 26 0,18-32 34 15,2 15 25-15,11-6 19 0</inkml:trace>
  <inkml:trace contextRef="#ctx0" brushRef="#br0" timeOffset="25839.49">12288 3323 1235 0,'9'-9'474'0,"-5"4"-62"16,1 2-41-16,-3-4-40 0,2 2-33 15,2 2-37-15,8-4-33 0,5-2-24 0,5 1-49 16,5 4-51-16,3-2-53 0,6 5-5 16,-6 0-156-16,6-1-58 0,-4 0 16 0,3 0-263 15,1 1 33-15,1-1 30 0,-2-3 27 0,-1 1-96 16,-1-2 31-16,2 1 9 0,-1-4 15 15,-2 1-2-15</inkml:trace>
  <inkml:trace contextRef="#ctx0" brushRef="#br0" timeOffset="26188.23">13168 3029 382 0,'-8'-5'389'0,"-1"4"-46"0,-1-1-49 16,1 2-1-16,-3 0-38 0,-4 0-31 0,-23 16-26 15,15-5 57-15,2 4-24 0,4-1-32 16,-2 2 7-16,3 1-21 0,-1 3-15 0,2 5-14 0,3-2-29 16,4 4-10-16,0-1-2 0,5 6-4 15,3-3-19-15,1-15-2 0,13 27-8 16,-4-17-10-16,2-4 5 0,3-2-17 0,6-2-2 16,3-2-10-16,2-5 5 0,1-2-14 15,-1-3 7-15,-14-4-14 0,9 0-9 0,21-14 19 16,-22 2-12-16,-2-4-1 0,-1-5-11 0,-4 4-12 15,-4-9 2-15,-2-3-2 0,-6 1-1 16,0 12-23-16,-12-23 8 0,2 15-9 0,-5 4-29 16,-3 1 5-16,-4 1-40 0,-2 0-41 0,-4 3-25 15,3 5-27-15,0-1-15 0,2 1-32 16,-4 2 20-16,4 4-88 0,6-3-88 0,6 3-86 16,7 0 32-16,3 1 18 0,1 3 24 15,0 0 40-15,14-9 44 0,-2 2-11 0</inkml:trace>
  <inkml:trace contextRef="#ctx0" brushRef="#br0" timeOffset="26751.79">13359 2985 817 0,'8'-2'352'0,"1"1"-13"16,-3-1-34-16,2 2-25 0,-5 0-33 0,2 0-29 16,-1-3-21-16,-3 3-22 0,4 0-7 0,-4 3-8 15,-1-3-2-15,8 8-2 0,3 8-4 16,-6 1-1-16,10 2-25 0,-7 1 0 0,3 4-12 15,-5-2-12-15,3 2-18 0,0 2-5 16,-1 0-5-16,-1 0-5 0,1-3 4 0,-4-3-8 16,1 4-12-16,0-3-3 0,-1-1-2 0,-3-2-11 15,1-5-13-15,-1-3 4 0,0-1 3 0,-1-3-6 16,1-1 15-16,-1-1-21 0,3 2 12 0,-3-4-6 16,0 1-6-16,0-3-1 0,0 0 4 15,0 0-5-15,11-20-2 0,-4 5-9 0,-1-4 2 16,7-3-8-16,-1-2-3 0,1 0 13 15,0 4-6-15,3-1-13 0,-4 2 13 0,0 3-9 16,-2 0-9-16,-2 3 13 0,0 5 2 0,-3 1-11 16,1 6-5-16,-5-1 15 0,4 2-3 15,-5 0-5-15,0 0 9 0,0 0 2 0,21 21-5 16,-8-12-1-16,-3 4-7 0,5-4 15 16,1 3 3-16,1 0-13 0,-2-2 16 0,1 0 0 15,1-1-3-15,2-3-8 0,-4-2 12 16,3-1-4-16,-4-2-8 0,-5-1-1 0,3 0 6 0,17-16-1 15,-14 7 5-15,2-3-2 0,-2-5 1 16,2 5-6-16,-3-2 9 0,0-1 13 0,-1 5 3 16,-4-1 11-16,-3 4 4 0,1 0-11 15,-1 3-15-15,-4 1 1 0,1-1 6 0,-3 4-6 16,0 0 4-16,0 0-13 0,3 11 5 0,-5-4-1 16,2 0 8-16,-1 16-10 0,1-12-11 15,0 7-32-15,0 1-49 0,0 5 7 0,-10 25-138 16,7-25-68-16,3-12 26 0,0 6-208 0,0-1 42 15,0 1-118-15,0-3 38 0,0-4 60 16,0-4 64-16,9 4-7 0,-8-9 38 0,2-2 40 16,1-2-12-16,1-1 12 0</inkml:trace>
  <inkml:trace contextRef="#ctx0" brushRef="#br0" timeOffset="27051.24">14252 3273 613 0,'4'-9'404'0,"3"1"-48"16,-3 2-41-16,1-2-24 0,3-3-36 0,1-3 5 15,2-1-7-15,-1 2-35 0,5-1-37 0,1 1 5 16,-1-2-36-16,2 1-8 0,3 0-12 16,-3 1-25-16,-2 0-18 0,0 1 10 0,-4 1-4 15,-3 5-2-15,-2 1-19 0,-4 1-7 16,-2 1-7-16,0 3 0 0,-8 0-10 0,2 3-12 16,-11 4-3-16,-4 3-7 0,1 2 22 15,-1 2-3-15,3 2-10 0,1 0 2 0,0 5-17 16,4-1 15-16,-1 1-4 0,3 1-3 0,2 3 7 15,5-1-2-15,4-12-17 0,0 5 7 16,22 22 2-16,-6-22-13 0,1-1-18 0,11 0-25 16,4-1 1-16,5-3-118 0,4-2-42 0,4-4-61 15,6-1 26-15,1-3-298 0,-26-2 27 16,14 0 41-16,55-12 25 0,-40 2 59 0,5-5 30 16,-6-2 1-16,0-7 16 0,-1-5-11 0</inkml:trace>
  <inkml:trace contextRef="#ctx0" brushRef="#br0" timeOffset="28268.65">15044 3191 325 0,'11'-3'201'16,"-3"2"-21"-16,0-2 5 0,-2 0-25 0,1 2-7 16,-1-1-6-16,-1-1 7 0,9-4-18 0,-4 2-11 15,3-2-5-15,-4 2 0 0,-2-4-14 16,2 0-9-16,-2-2 0 0,1 2-3 0,-5 0-15 16,-1 1 0-16,3 0-6 0,-4-1-1 0,1 2-8 15,0-10 10-15,0 0-2 0,-2 3-9 16,0 14-16-16,0-10 1 0,0 0-10 15,0 1 8-15,-14-11-13 0,3 9 5 0,0 2 4 16,-3 3-18-16,-2 1 20 0,2 3-12 16,-5 1-17-16,10 1 16 0,-5 0-23 0,-2 0 3 15,-18 12 4-15,20-5-5 0,0 1-9 0,8-1 5 16,1 1 4-16,3-2-2 0,2 1 7 16,0-7-11-16,13 18 17 0,-1-7-19 0,1 1 12 15,4-2-4-15,0 0-8 0,1 0 11 16,-1 4-5-16,4-2-16 0,-3 3 5 0,-1-3 1 15,-1 7 8-15,0 4-1 0,0 3-7 0,-2 3 22 16,0 5-14-16,-2 4 17 0,0 6 13 0,-4 4 1 16,1 1 17-16,-6 4-11 0,2-2-1 15,0 3 6-15,1 0-5 0,-2 0 12 16,0 0-30-16,0-4 1 0,-3 2 15 0,-1-26-3 16,0 8 21-16,0 7 2 0,-19 43 4 0,10-45-5 15,-4-2 26-15,2-7-4 0,-6-2 21 0,-1-3-15 16,-1-5 8-16,-3-5-11 0,-2-5-6 15,0-1 0-15,-3-4 7 0,17-5-12 0,-26-14-12 16,13 0 1-16,6 1-11 0,0-6-3 0,4-6-11 16,1-8-5-16,6-4-18 0,3-1-14 15,3 15-19-15,0-11-24 0,21-50-6 0,-7 33-10 16,5 1-6-16,0 1-2 0,4 1 13 0,2 2-7 16,4 4 6-16,0 0 5 0,3 4 5 15,-1 0-45-15,2 4 5 0,2 2 15 0,-1-1-7 16,1 4-4-16,3 3 5 0,0 1 11 15,2 1-3-15,3 2 9 0,-2 2 18 0,-1-2-8 16,1 2 10-16,-1-1 3 0,-3 3 10 16,1-2-1-16,0 1-19 0,-5-1 27 0,2 2-16 15,-8 0-3-15,0 3 11 0,-4 1 9 0,-3 2 8 16,1-3 13-16,-7 4 2 0,1 3-10 16,-9-1-2-16,0 3-4 0,-6 6 4 0,0 0-3 15,-11-3 42-15,4 4-10 0,-15 5 3 0,-1 1 1 16,0-1 9-16,-1 3-8 0,-2 2-4 15,2-2 0-15,5 5-4 0,2-6-2 0,3-1-2 16,2 3-1-16,1-3 15 0,5-2-3 0,2-1 1 16,4-4-1-16,0 0-4 0,0 0 12 15,14 11-4-15,1-6-21 0,-1-3-1 0,2 0-1 16,2 4-12-16,2-1 8 0,-2 2 0 0,0 1-3 16,0 2 2-16,-3 2-2 0,2 1 0 15,-4 1 0-15,2 5 12 0,-1-2-3 0,-2 4 0 16,3 0 0-16,-3 1-2 0,-1 0-1 15,1 1-66-15,1-3-18 0,0 2-30 0,0 2-32 16,-2-4-45-16,3 1 18 0,-2-4-252 0,-4-3-53 16,0-3 35-16,-4-4-1 0,0-3 28 15,-1-3 25-15,0-1 17 0,-3 0 88 0</inkml:trace>
  <inkml:trace contextRef="#ctx0" brushRef="#br0" timeOffset="29251.14">16808 2948 928 0,'-2'-2'278'0,"2"2"-29"0,0 0-10 15,0 3-5-15,0 2 5 0,6 10-8 0,-5 7-26 16,-1-11 4-16,0 5-1 0,0 5-19 16,0 4-25-16,0 2-1 0,0 1-9 0,0 2-18 15,16 28-13-15,-11-31-16 0,4 2-3 16,-2-5-10-16,-1 3-23 0,4-3 14 0,-4-3-18 15,2-1-2-15,-1-3-3 0,1-6-2 0,-5-1 5 16,2-4 7-16,-2-2 5 0,3-4-7 0,-6 0-15 16,0 0-6-16,20-18-1 0,-5 1-3 15,-2-5-1-15,1-5-3 0,1 2-7 0,0-1-9 16,2 1-4-16,-1 1-6 0,2 0 3 16,0 3 15-16,-5-1 2 0,3 5-2 0,-2 0 9 15,0 2-10-15,-3 4 1 0,-5-1-7 16,3 6 3-16,-4 2-14 0,-1 3 12 0,0 1 7 15,-4 0 1-15,0 0-3 0,11 11 1 0,-3 7 2 16,0-5-7-16,-2 7-3 0,-1-4 2 0,5 7-1 16,-2 4-5-16,2-4-10 0,3 1-41 15,-4-1-31-15,3-4-35 0,4 3 8 0,0-2-91 16,0-2-21-16,4-4-33 0,4 0-32 16,0-3 2-16,1-4-4 0,1-5 26 0,-12-2-34 15,5 0 14-15,26-18 34 0,-23 6 19 0,-2-5 56 16,3-4 31-16,-5-1 32 0,4 0 49 0,-7 3 63 15,2 0 39-15,2 1 42 0,-8-1 49 16,1 5-1-16,-2-1-16 0,-1 9 0 0,-4-1-27 16,-4 3-11-16,-1 4-14 0,-2 0-10 15,-2 3 29-15,-2 0 16 0,-8 8-3 0,2-1-5 16,2 6-11-16,-2 0-4 0,5 3-14 0,3-2 1 16,4 5-14-16,0-11-2 0,10 22-2 15,0-12-3-15,4-1-9 0,2 0-5 0,2-2-13 16,2-5 8-16,1 1-14 0,0-4-4 15,2-4 5-15,-1-3 7 0,-4 0-10 0,-2-3-8 16,-8 0 15-16,15-15-7 0,-10 3-9 0,0-5 11 16,-4-4 2-16,-6 0-12 0,0 0-9 0,-3-1 11 15,0 10 7-15,-10-22-17 0,-3 13-4 16,0 3 2-16,1 1-1 0,-9 2 5 0,-2 3 1 16,0 1-7-16,-2 0-41 0,3 5-25 15,3 3 7-15,2 0-121 0,4 2-35 0,5 0-21 16,3 1-15-16,5 0-18 0,4 2 23 15,1-1-115-15,3-1-87 0,14 1 33 0,-12-1 30 16,9 0-32-16,25-13 30 0,-18 6 32 0,-3-5 9 16,4 2 18-16,-3-2 19 0</inkml:trace>
  <inkml:trace contextRef="#ctx0" brushRef="#br0" timeOffset="29453.86">17992 3081 351 0,'24'-21'304'0,"-1"0"7"16,-3 0 18-16,0 1-11 0,-4-1-40 0,0 2 54 16,-1-2 12-16,-2 0 0 0,-3 3-25 15,-1 2-2-15,0 3-40 0,-2 4-25 0,-4 3-24 16,1-1-26-16,0 4-27 0,-3 3-12 15,-1 0-24-15,0 5-15 0,-1-1-2 0,-4 14-4 16,-1 1-20-16,2 7-16 0,-1 2-3 0,2 3-8 16,2 0 3-16,-1 6-10 0,2-17-22 15,0 13-36-15,0 9-50 0,17 48-64 0,-10-38 11 16,-1-2-192-16,0 1 26 0,0-2-249 0,-1-6 47 16,-5-2-77-16,0-9 40 0,1 0 77 15,0-9 16-15,2-6 10 0,4-8 47 0,1-2 28 16,1-6 18-16,-9-1 10 0</inkml:trace>
  <inkml:trace contextRef="#ctx0" brushRef="#br0" timeOffset="29617.85">18292 3253 620 0,'6'-12'317'15,"5"-1"-62"-15,6 2-26 0,6 3-41 0,2 1-30 16,3 1-39-16,3 2-41 0,2 1-43 15,3 3-37-15,-21 0 0 0,12 0-134 0,3 0-143 0,-1 0 21 16,1 0 21-16,-1 0-94 0,23 11 10 16</inkml:trace>
  <inkml:trace contextRef="#ctx0" brushRef="#br0" timeOffset="30149.18">18799 3221 237 0,'-6'0'316'0,"-1"-2"-33"0,-11 2-42 0,-4-2-25 0,12 2-17 15,-3 0-16-15,-2 0-21 0,-3 0-26 16,-13 13-18-16,18-9 2 0,-3 1-22 0,3 5-20 16,4-3 4-16,0-3-16 0,0 5-8 15,5-1-2-15,1-2-2 0,3-6-24 0,0 0-4 16,0 0-4-16,12 14-6 0,-8-12-7 0,-1 0 3 16,3 1 1-16,-1-2-7 0,3 0-4 15,-2-1 6-15,-1 3-2 0,-1-3-3 0,3 3 7 16,-2-1 4-16,6 5-5 0,-2-2 4 15,-4 1 0-15,0 0 16 0,2 6-7 0,-1-3 10 16,1 5-5-16,1 0-17 0,3-3 9 16,0 1 9-16,3 1-17 0,4-2 7 0,3 0-6 15,2-4 2-15,1 0-2 0,1-4 5 0,-4-2 1 16,6-1-10-16,-16 0 19 0,25-11-18 16,-14 2-4-16,-2-4 13 0,1 0-2 15,-5-4 4-15,1 1-16 0,-3-4 1 0,1-2 20 16,0-6-6-16,-2-1 21 0,0 0 17 0,-4-1-12 15,1-2 13-15,-3 4 34 0,-2-4-19 0,2 2-10 16,-3 2 61-16,-4-4 17 0,3 6 5 0,-2 0-5 16,-1 17-1-16,0-4-3 0,0 0-5 15,0-2-22-15,0 1-12 0,-12-4-21 0,8 15-4 16,-1 1-7-16,-2 2-10 0,1 2 4 16,-6 8 0-16,1 3-16 0,1 8 3 0,2 5-13 15,3-1 7-15,4 7-2 0,1 3 1 16,0-16-21-16,0 12-28 0,15 44-53 0,-4-26-39 15,1-3 10-15,1 0-163 0,-3-1-64 0,-1-4 29 16,-2-3 30-16,-1-9 24 0,-4 0-278 0,-2-19 32 16,0 2 42-16,0 0 32 0,-15 0-7 15,11-12 26-15,-1-3 71 0,0 1 15 0,0-10 6 16</inkml:trace>
  <inkml:trace contextRef="#ctx0" brushRef="#br0" timeOffset="30414.62">19101 3246 533 0,'-3'-12'445'15,"-1"0"-76"-15,1-3 22 0,2 6-63 16,0 2-26-16,1 7-22 0,0-7-63 0,25-6-2 16,1 10-31-16,5-1-9 0,3 3-33 0,-14 1-24 15,9 0-7-15,3 0-18 0,3 0-1 16,40 12-28-16,-38-7-3 0,-6-1 2 0,-1 1 1 16,1-2-19-16,-5 3-10 0,-5-2-10 0,1 6 10 15,-7 1-15-15,0 1 0 0,-6 4 23 16,-3-1 2-16,-2 1-8 0,-2 3 2 0,-2 3 10 15,0-11-8-15,0 8 5 0,-14 26-25 16,9-18-2-16,-1 4-2 0,3 1-155 0,-4-6-78 16,6-1 22-16,0 2-322 0,-6-5 38 0,3-5 37 15,2-2 14-15,1-7 30 0,-1-1 42 0,2-7-8 16,0 0 48-16,0 0 16 0,15 0-15 16</inkml:trace>
  <inkml:trace contextRef="#ctx0" brushRef="#br0" timeOffset="30563.85">19700 3164 530 0,'-5'-37'457'16,"5"22"-68"-16,-8-31-83 0,2 17-16 0,4 4-51 15,1 4-59-15,0 3-44 0,-1 5-84 16,2 13-43-16,0-6-57 0,12-2-43 0,7 10 8 16,2 3-230-16,2 1-67 0,2 3 12 0,-2 0 22 15,3 3 11-15,-2-2-4 0</inkml:trace>
  <inkml:trace contextRef="#ctx0" brushRef="#br0" timeOffset="31221.83">20139 3191 334 0,'0'-2'342'0,"2"2"-30"0,-4 0-50 16,2-1-16-16,0 0-13 0,-1 1-40 0,1 0-12 15,-1 0-33-15,-2 1 1 0,-2 2-23 0,-9 2 23 16,-2 1-19-16,-4 5-3 0,-4-1 19 16,1 4-17-16,0 0-11 0,-1 2-10 0,0 1 6 15,-1 1-17-15,5 0 10 0,-2 0-17 0,3 1-18 16,2 0-2-16,3-2-2 0,0 3-4 16,4-3 5-16,4-1-12 0,6-3-5 0,0-13-7 15,0 8-12-15,12 5 4 0,2-8 6 0,-2-2-7 16,3-2-5-16,-6-1-18 0,8 0 4 15,18-14-1-15,-11 3-12 0,-3-1-14 0,2-4 8 16,2-2 0-16,-2-1-32 0,1 1 22 16,-2-4-19-16,-1 2-2 0,0 2 4 0,-4 3 14 15,2-2 17-15,-5 3-2 0,0 2-1 0,-3 0 0 16,-2 4 1-16,3-1 16 0,-7 2 4 0,0 2-3 16,-2 0-2-16,2 1-7 0,-4 1 18 0,2 2-4 15,-3 0-2-15,3-2-18 0,0 3-4 16,-1-3 13-16,4 3-4 0,-3 0-1 15,-3 0-10-15,0 0 9 0,7 0-10 0,-7 0-1 16,23 15-9-16,-15-1 6 0,0 1 2 0,-5 5 5 16,-3-11 23-16,0 8-8 0,0 0-5 15,0 5 15-15,-14 23-1 0,9-25-6 0,2 5-14 16,-1-4 25-16,2-1-18 0,-1-4 12 16,1-1-9-16,2-8 15 0,0 1-5 0,0-2 10 15,23 7 12-15,-9-9-10 0,6-1 2 16,-8-3-1-16,5 0-9 0,30-14 12 0,-23 5-13 0,3-4 4 15,1-3 1-15,2 1-14 0,0-1 16 16,-1 2 6-16,-4 2 15 0,0 1 7 0,1-1 4 16,-6 2-5-16,-3 2-1 0,-1 0-14 0,-5 3-10 15,-2 1-5-15,-3 4 5 0,-6 0-17 16,0 0 10-16,6 10-4 0,-4-3-11 0,0 9-45 16,0 6-66-16,3 1 9 0,0 2-188 15,5-2 26-15,-2 1-349 0,3-4 52 0,1-6 42 16,2-2 36-16,5-7 7 0,-13-5 28 0,6 0 95 15,19-17 13-15,-11 4 51 0,2 1 11 0</inkml:trace>
  <inkml:trace contextRef="#ctx0" brushRef="#br0" timeOffset="33876.71">1433 4450 606 0,'0'-14'278'0,"-32"-8"-27"0,13 15-26 16,0 3-5-16,-3 0-26 0,-1 0-23 0,-2 4-13 16,2 0-10-16,13 0-15 0,-6 0-17 15,-18 11-27-15,16-3-11 0,3 0-3 0,2 2-7 16,1 1-3-16,3 4-14 0,3-3-7 16,3 5-5-16,1 0 1 0,2-6-4 0,0 3 8 15,20 22-4-15,-8-15 3 0,1-1-24 0,4-1 0 16,2 1-8-16,3 2 9 0,-2-1-3 0,7 3-5 15,0-4 5-15,-3-1-6 0,-2 1 17 16,-1 1-10-16,1-4 4 0,-5-1 12 0,1 3 16 16,-5-4 19-16,-2 1-7 0,-7-4 78 0,-4 0 8 15,0-8-20-15,-28 16-6 0,0-13-1 16,-6 3-27-16,-3-3 0 0,-4-1-14 16,-2 0 0-16,-3-5-15 0,1 3-8 0,0-4-7 15,4 0 5-15,22 0-31 0,-7 0-47 0,-31-10 4 16,32 3-150-16,2-7-64 0,11-1 24 0,7-4-214 15,5 11-72-15,23-23 24 0,-3 14 35 16,9-2 37-16,5-2 45 0,2 0 9 0,5 0 20 16,5-1 12-16,-1 0 2 0</inkml:trace>
  <inkml:trace contextRef="#ctx0" brushRef="#br0" timeOffset="34178.78">1764 4616 502 0,'20'3'374'0,"-6"5"-28"0,-7 0-24 16,-3 2-42-16,-6-2 31 0,2-1-3 0,-11 19-28 15,1-9-21-15,3 2-20 0,-4 0-27 16,2-1-29-16,4 5-26 0,1-2 0 0,4 1-17 16,0-11-19-16,0 5-11 0,21 21-9 15,-6-18-3-15,4-2-8 0,2-4-17 0,0-3 4 16,6-2-7-16,2-4-17 0,-1 0-11 0,-2-4-2 16,-13 0-11-16,24-14-5 0,-18 5 0 0,-1-4 4 15,-4-1 0-15,-3-4 9 0,-4 0-7 16,-7 7-22-16,0-4 6 0,0-3 11 0,-23-18-8 15,7 16-2-15,-3 5-12 0,-5 1 5 0,-2 1-4 16,-3 2 1-16,-3 3-41 0,-1 1 3 16,1 2-105-16,6-2-60 0,1 0-50 0,0 2-39 15,14 0 28-15,6 2-250 0,5 3 44 16,0 0 35-16,20-19-9 0,-3 5 28 16,7 0 49-16,0-1 52 0,3-5-8 0,1-4 39 15</inkml:trace>
  <inkml:trace contextRef="#ctx0" brushRef="#br0" timeOffset="34384">2340 4306 827 0,'19'-7'382'0,"-3"0"-72"16,-5 8-38-16,-8 5 98 0,0 3-12 15,0 13-16-15,-3-13-42 0,0 11-32 0,-16 26-27 16,7-19-20-16,4 4-22 0,-1-2-17 16,1 4-25-16,1-1-6 0,1 3-24 0,0 0-12 15,-1-3-9-15,-1 2-59 0,3-3-38 0,-2 2-38 16,4 0 3-16,-1 1-140 0,-3-5-55 15,2-3-43-15,0-4 24 0,-3-1-271 0,0-3 40 16,1-9 33-16,0-2 31 0,-1-4 28 0,1-3 23 16,4 0 26-16,0 0-8 0,-6-26 11 15</inkml:trace>
  <inkml:trace contextRef="#ctx0" brushRef="#br0" timeOffset="34714.58">2660 4333 581 0,'15'-14'488'0,"-1"4"-76"0,-6 4-58 16,0 3-44-16,-3 6-22 0,-4 2-15 0,3 0-13 16,-4 5-32-16,4 9-26 0,0 5-23 15,-3 1-8-15,5-2-33 0,0-2-1 0,1 2-22 16,1-4-7-16,2-4-10 0,0 0-6 16,6-1-10-16,-1-5-12 0,1-3-3 0,4-6 1 15,-11 0-8-15,20-10-2 0,-6-1-17 0,-1-5-3 16,-6-1 6-16,1 3 10 0,1-5 26 0,0 2 12 15,-4 2 9-15,0 3 13 0,-6 2-18 16,-2 3-14-16,3 2-17 0,-4 0-4 0,-3 3 2 16,-2 2-12-16,0 0-9 0,0 0-2 15,12 26 1-15,-8-8-31 0,2 2-37 0,-5 3-45 16,1 3 7-16,4 1-128 0,-3 1-39 0,1-1-72 16,1 0 28-16,0 0-310 0,-1-2 49 15,-3-2 41-15,0-2 44 0,-1-10 34 0,0 1 39 16,-11 17 26-16,7-18 22 0,-3 3 26 0,0-3 12 15,-6 7 38-15</inkml:trace>
  <inkml:trace contextRef="#ctx0" brushRef="#br0" timeOffset="35036.89">815 5591 470 0,'-64'12'373'0,"8"-4"-75"0,9-2-28 0,8-1-31 15,6-3-36-15,20-1-9 0,13-1 17 0,18-10-2 16,14 6-23-16,17-3-3 0,17 2-21 0,12-2-18 16,10 3-24-16,10-3-12 0,9 5-11 0,4-1-25 15,11 3 9-15,-60 0-9 0,30 0-5 16,17 0-13-16,2 0-4 0,0 0-6 0,-3 0-3 15,-3 0-6-15,91 12 12 0,-112-11-19 16,-10 2-1-16,-6 0-3 0,-11-2-112 0,-7-1-76 16,-7 3 15-16,-9-2 15 0,-23-1-384 0,5 0 48 15,-4 0 33-15,-4 0 27 0,5-12 25 16,-7 9 64-16,15-4 12 0,9 3 7 16</inkml:trace>
  <inkml:trace contextRef="#ctx0" brushRef="#br0" timeOffset="35207.93">3270 5715 452 0,'23'2'754'16,"-7"1"-130"-16,-7-3-89 0,-1 0-47 0,-1 0-60 16,1 0-58-16,4-13-58 0,-7 10-28 0,-4-4-33 15,0 2-32-15,1 1-58 0,-1-2-79 16,-1 2-117-16,3 0 2 0,-3 0-260 0,1 0 28 16,-1-1-275-16,0-2 40 0,1 2 38 15,3-12 32-15,2-2 63 0,1 1 7 0,3-6 30 16,9 7 52-16,7-5 13 0,6 3-101 0</inkml:trace>
  <inkml:trace contextRef="#ctx0" brushRef="#br0" timeOffset="35999.58">3773 4649 394 0,'0'-18'534'0,"28"-12"-115"0,-24 19-42 16,-1 3-55-16,-1 1-40 0,1 2-120 15,-2 0-83-15,0 0-94 0,1 2 1 0,-2 2-223 16,1 1-165-16,2 1 23 0,-2 2 28 16,0 1 20-16,9 11 10 0</inkml:trace>
  <inkml:trace contextRef="#ctx0" brushRef="#br0" timeOffset="36164.01">3928 5063 269 0,'-2'20'605'0,"1"-3"-116"0,1-10-57 0,0 0-57 15,0 3-45-15,0-3-39 0,0-2-36 0,0-5-35 16,0 7-49-16,0-7-20 0,0 7-116 16,0-7-93-16,0 0-72 0,0 0 11 0,0 0-330 15,-10 10 13-15,8-11 28 0,3-3 14 0,0 1 24 16,3-3 39-16,10-8 10 0,6 0-3 16</inkml:trace>
  <inkml:trace contextRef="#ctx0" brushRef="#br0" timeOffset="38005.61">4889 5098 415 0,'0'-14'317'0,"4"-9"-44"0,-4 12-18 16,1 3-23-16,1 0 5 0,-2-1-26 15,0-1-22-15,0 0-8 0,0-1-23 0,0 3-22 16,5-7 13-16,-5 8-19 0,0 2-8 0,1-2-13 16,-1 3 0-16,0-2-13 0,0 6-10 0,0 0-2 15,0 0-16-15,0-8 18 0,0 8-21 16,0-6-10-16,0 6 1 0,0 0 7 15,0-6-4-15,0 6-36 0,0 0-3 0,0 0-11 16,-4-8-1-16,3 14 7 0,-6 16-3 16,0 3-1-16,1 2 23 0,-4 7-5 0,-1 1 22 15,0-1-11-15,0 2-5 0,-1-2 16 16,3 3-9-16,0-3-6 0,3-1-7 0,0-1-15 16,2-3 21-16,4 2-11 0,0-19-3 0,0 6 5 15,0 2 6-15,16 17 3 0,-7-21-18 16,5-3 2-16,-2-5 12 0,6-7-2 0,-9-1-6 15,4 0-1-15,23-11-2 0,-14-3 2 0,-3-2-10 16,0 0-17-16,1-2 21 0,-1 2-17 0,-3-3 9 16,4 2 15-16,-3 2 14 0,-4 3-9 15,0 0 9-15,-3 3-12 0,-3 3-4 0,-1 4-4 16,-4 2 3-16,-2 0-3 0,0 0-7 0,0 0 0 16,19 20-10-16,-8-6 17 0,4 3-11 15,0-3 1-15,6 1 16 0,-1-2-22 0,4 1 18 16,1-2-16-16,-2-1 15 0,2 0-7 15,0-3-4-15,-1 1 4 0,0-2 17 0,-2-2 14 16,-7-4 23-16,0-1-1 0,-6 0 5 0,2 0-5 16,16-16 2-16,-15 3 4 0,-1-2-21 0,-5-4 10 15,0-4-11-15,2-4 1 0,-4-2-2 16,-2-2-17-16,-2-3 5 0,2-1-5 0,-2 17-9 16,0-9 11-16,0-2-12 0,-16-31 1 15,13 33-24-15,-3 4-46 0,4 4-63 0,-3 5 12 16,-2 5-143-16,0 8-26 0,7 1-59 0,-16 13 30 15,6 2-258-15,-1 6 45 0,4 0 7 0,0 1 34 16,7-11 49-16,0 5 40 0,14 24 29 16,-2-17 26-16,1-1 41 0,4-3-14 0</inkml:trace>
  <inkml:trace contextRef="#ctx0" brushRef="#br0" timeOffset="38331.61">5752 5438 976 0,'8'0'449'0,"-3"0"-50"0,2-2-63 0,0 0-14 15,7-5-38-15,1-4-29 0,2 2-25 0,1-3-18 16,1-3-28-16,2-1-21 0,-1 1-20 16,3-3-21-16,-2-1-14 0,-1-4-1 0,2 1-12 15,-3 0-9-15,-1 0-5 0,-1-1-14 0,-2 5-12 16,-2-4-7-16,-2 3 3 0,-2 7-10 0,-7 4-9 16,-1 3-7-16,-1 5 0 0,-6 0-12 15,0 5-5-15,-8 5 1 0,-4 2 0 0,-1 7 22 16,2-2 0-16,-1 0 14 0,-2 7 9 15,2-2 6-15,-1 2-6 0,3-1 0 0,2 3-11 16,7-2 9-16,1 5-3 0,4-2-10 0,2-13 0 16,24 19 2-16,-4-13 2 0,4-7-30 15,8 0-29-15,5-2-62 0,6-3 9 16,6-2-115-16,-1-6-70 0,-21 0-55 0,12 0 29 16,49-14-263-16,-35 4 42 0,-4-6 26 0,0-3 60 15,0-4 20-15,1-4 25 0,0-5 52 16,1-6 31-16,3-3 16 0,-2 0-80 0</inkml:trace>
  <inkml:trace contextRef="#ctx0" brushRef="#br0" timeOffset="39191.4">7672 5225 401 0,'13'-16'297'0,"-7"2"-51"0,1-2-15 16,-5-1-23-16,2 0-12 0,-1-2-17 0,-3 5 11 15,0 14-9-15,0-12-25 0,0 2-6 16,0-3-31-16,-12-8-9 0,2 9-2 0,-5 3-29 16,-5 5-4-16,0 4-5 0,6 0 18 0,-7 0-8 15,-30 15 26-15,22-7-1 0,-4 6-11 16,1 1-10-16,1 1 8 0,0 2-10 0,2-1-9 16,5 4-7-16,1-2-6 0,2 0 3 15,5 2-5-15,3 5 4 0,8-4-12 0,5-10-13 0,14 19-4 16,-4-11-3-16,8-4 5 0,6-1-7 15,2-7 13-15,4 0-9 0,-4-2-14 0,8-5 5 16,-18-1-3-16,7 0 0 0,29-13-16 16,-27 4 2-16,-1-4 6 0,0-2-13 15,-4-6-1-15,-4 1 25 0,0-4-16 0,-1 2 15 16,-5 1 23-16,5-1 9 0,-6 4 10 0,3 0 16 16,-5 2 0-16,-2 7-16 0,-3 0 11 15,3 4-18-15,-3-1-3 0,1 0-11 16,-3 3-4-16,0 3-20 0,0 0 14 0,0 1-7 15,-1 2-6-15,-2 1 5 0,-1 10-2 0,-1 1-11 16,1 2 4-16,0 4-28 0,4 1-35 16,0-3-10-16,0-7 5 0,0 5-108 0,16 24-29 15,-11-21-36-15,4-1-33 0,0-1 25 0,-4-4-187 16,-1-1 33-16,-1-6 32 0,0-3 27 0,-3-2 28 16,0-2-70-16,0 0-4 0,3-2 25 0,-2-3 19 15,3-10 21-15,2-1 0 0</inkml:trace>
  <inkml:trace contextRef="#ctx0" brushRef="#br0" timeOffset="39666.21">7905 5196 465 0,'18'-15'331'0,"0"1"-46"0,2 4-20 16,-3 3-19-16,4 2-34 0,-2 3 3 0,-9 2-20 15,2 0 3-15,25 17-50 0,-16-4 6 0,-2 1-28 16,-1 0-3-16,-1 6-2 0,0-4-7 16,-4 1-29-16,4 0-12 0,-4 0 18 0,1-2 0 15,1-2-7-15,-11-2-27 0,2-4-6 0,-1-2-5 16,-1 2-6-16,-3-1 78 0,1-2 4 15,2-2 20-15,-3-2-19 0,-1 0-3 0,0 0-15 16,0 0-16-16,14-20-6 0,-4 4-4 0,0-3-5 16,3-1-16-16,1 4 4 0,-2-2-16 15,0 6-6-15,0 0-20 0,-4 3-2 0,10 6-15 16,-6 3-7-16,2-2-27 0,-6 2-14 0,9 0 3 16,17 11-31-16,-12-3 1 0,1 3-12 0,0-2-8 15,5 0-13-15,-2 2 16 0,3-3 11 16,-1-2 4-16,-3 1 5 0,-1-2 14 15,-1-4 22-15,-13-1-14 0,7 0-4 0,-1 0 31 16,21-15-15-16,-21 7 16 0,0-4 0 0,-3-2 24 16,-1-4-2-16,3 1-3 0,-4-5 14 15,0 1 27-15,-2 1-4 0,0 1 37 16,-3 2 13-16,0 1-2 0,-5 5-10 0,2 3 2 16,-3 8-19-16,0 0 0 0,-13-11-10 0,6 11 6 15,-9 5-6-15,-3 2 10 0,0 3-9 16,3 0-8-16,1 7-4 0,3 0-11 0,-1 4 14 0,8 1-4 15,3 1-10-15,2-10 5 0,16 21-28 16,-2-17-43-16,10 3 6 0,4-1-109 0,4-5-42 16,5 3-57-16,5-7 23 0,1-2-305 15,-2-3 38-15,3-4 35 0,-22-1 30 0,10 0 29 16,43-12-11-16,-31-2 26 0,-5-2 59 0,5-3 26 16</inkml:trace>
  <inkml:trace contextRef="#ctx0" brushRef="#br0" timeOffset="40383.81">9931 5196 593 0,'0'4'286'0,"0"0"-51"0,1-2-11 0,0 0-14 16,-1 3 2-16,2-4-24 0,-1 1 15 0,-1 3-23 15,0-4-9-15,0 2 9 0,0-3-8 16,3 3-18-16,-3-2 32 0,0 0-19 0,0 1 17 16,3-1-3-16,0-1-15 0,1 1-5 0,6-2-10 15,8-3-26-15,5 0-14 0,5-5-7 16,-6-3-8-16,1 1-14 0,0-1-15 0,-1-2 2 15,-3-3-5-15,3-2-12 0,-1-6-12 0,-1 1-3 16,0-1 7-16,-1-3-12 0,-8-1-11 16,3 3 12-16,-2 0-5 0,-3 3-10 0,0-3 9 15,-4 5-1-15,-1 2-13 0,-4 6-18 0,0 13-2 16,0-8 2-16,0 8-7 0,-14-14-5 16,10 15-5-16,-2 2-18 0,-6 10 0 0,-3 4 27 15,2 4-14-15,3 6 11 0,1-3-5 16,-1 5 11-16,6 3-3 0,-4 6-3 0,7-1-6 15,-3 3 21-15,4 2-6 0,0-20 4 0,11 42-4 16,-5-21-18-16,3-2 23 0,-2-1-3 0,2-5 7 16,-5 3 3-16,2-3 17 0,-4-2 1 15,-2-18 20-15,0 9 4 0,-13 27-12 0,1-23 4 16,0-5-8-16,-5-2-4 0,-5-1-1 16,-6-4 4-16,0-1-5 0,-4-6 0 0,-1-2-17 15,-8-1-20-15,1 1-34 0,1-5 5 0,17-2-82 16,-7 0-52-16,-2 0-37 0,-31-14-57 15,37 6 27-15,2-6-290 0,11-1 60 0,11-3 37 16,1 7-21-16,13-18 31 0,3 10 87 0,4-1 3 16,4-1 4-16,4 1 62 0,3-5 0 15</inkml:trace>
  <inkml:trace contextRef="#ctx0" brushRef="#br0" timeOffset="40591.25">10491 5150 589 0,'27'-11'451'0,"-6"1"-81"15,-4 2-47-15,-3 1-49 0,-1 3-32 0,-13 4 60 16,0 0-10-16,8 0-7 0,6 14-24 0,-9 3-29 16,-3 1-18-16,3 7-9 0,1-1-27 15,0 5-18-15,0 0-11 0,-1-4-19 0,3 6-22 16,-4-7-68-16,2 8-48 0,1-3 0 0,-2 0-203 16,0-3-74-16,0 0 27 0,-5 3-260 15,0-17 38-15,0 4 28 0,0-4 29 16,0-2 52-16,0-3 21 0,0-7 11 0,-1 4 67 15,4-8 12-15</inkml:trace>
  <inkml:trace contextRef="#ctx0" brushRef="#br0" timeOffset="40732.37">10824 5075 754 0,'-1'-29'416'0,"1"17"-65"0,0-7-39 0,0 2-86 15,0 1-81-15,0 5-62 0,-10-4-59 16,9 13-54-16,-2 2-18 0,1 5 4 0,4-4-117 15,-1 5-164-15,8 6 23 0,-1-1 22 0,1 2 16 16,1-2 10-16</inkml:trace>
  <inkml:trace contextRef="#ctx0" brushRef="#br0" timeOffset="41588.53">10952 5085 651 0,'1'0'379'0,"-1"-3"-15"0,-1 1-47 0,1 1 2 16,0-3-6-16,-1 4-38 0,3-2-8 0,1 1-33 15,-3 0-3-15,0-2-54 0,0 1-10 16,0 2-32-16,0 5-4 0,0-1-10 0,-3 13-1 16,2 4-25-16,1-10-5 0,0 8-1 15,0 5-3-15,0 1-7 0,0 4-3 0,0-3-13 16,0 2-11-16,9 28-3 0,-4-31 6 0,4-2-15 16,-1-3 10-16,3-2-15 0,1-4-8 0,1 0-8 15,2-4-24-15,4-3-23 0,4-6-14 16,-9-1 5-16,2 0-41 0,27-13-7 0,-18 4-3 15,0-5 12-15,3-4 11 0,-1-1-17 16,2 1 26-16,-3 2 3 0,-3-1 20 0,-4 5 14 16,4-3 2-16,-4 3 28 0,-3 0-17 15,-4 3-1-15,-1 4 3 0,-5 2-10 0,-1 1 6 16,-5 2 15-16,0 0-13 0,8 0 2 0,6 14-1 16,2-4 2-16,-3 1-15 0,8 0 36 15,-3-2-10-15,2 1-16 0,3-2-1 0,-5-1-4 16,2-2-19-16,-2-2 16 0,3-3 10 0,-12 0-28 15,4 0 4-15,3 0 5 0,16-15 9 16,-16 7-15-16,-3-1 11 0,0 0 5 0,-2-2-3 16,1 2 38-16,-4 1 8 0,-2 1-5 0,-3 1-21 15,-2 2 14-15,-1 4 0 0,0 0 33 0,-13-4-1 16,-4 7 10-16,4-2-13 0,-4 6 2 16,3 3-17-16,2 0 20 0,-2 3-10 0,6 1-2 15,0 2-15-15,3 1 3 0,2 3-13 0,3-13 18 16,0 5-10-16,23 15-3 0,-5-13-8 15,-1-4-7-15,2-1-5 0,5-1-1 0,3-1-56 16,-1-6-20-16,-10-1-7 0,6 0 6 0,29-10 13 16,-21 4 4-16,-4-1-5 0,-3-4 19 0,2-1-3 15,-7-2 10-15,6-2-12 0,-5-3 22 16,2-1 3-16,-2-1 6 0,-3-1 31 0,2 0 4 16,-4 0 42-16,2 1-21 0,-4 0 11 15,-1 1-4-15,-2 3 39 0,-3 0-7 0,3 5 2 16,-3-1 23-16,-1 4 0 0,-2 2-17 0,-2 2-10 15,1 0-3-15,-2 2-6 0,2 3-14 16,-2 0-15-16,-2 4 14 0,0 2 9 0,-6 10 1 16,1 0 1-16,2 5-9 0,-7 1 8 0,3 0-9 15,1 2-6-15,4-2 2 0,-2 2 1 0,4-2-15 16,2-3 8-16,0-9-7 0,0 4-1 16,0 1-5-16,18 13 13 0,-8-17-11 0,3-2 2 15,-1-3-1-15,8-3-5 0,-1 0 6 16,-8-3-2-16,5 0 1 0,27-17 1 0,-22 5-5 15,4 0-1-15,-1 2-7 0,1-5 7 16,-3 6 0-16,-3-3 3 0,0 5 4 0,-4-3-8 0,-3 5-4 16,-3 1-17-16,-2 4 3 0,-7 0 0 15,0 0-24-15,23 13-32 0,-16-5-23 16,2 4-40-16,-1 3 11 0,2 0-112 0,-3 1-63 16,4-4 27-16,-1 1-329 0,0-1 52 0,0-3 39 15,-2-2 27-15,-2-2 44 0,0-4 30 16,-1 2 24-16,-1-3 25 0,2 0 21 0,-3 0 26 15,-1 0 5-15</inkml:trace>
  <inkml:trace contextRef="#ctx0" brushRef="#br0" timeOffset="43246.16">3825 6495 649 0,'0'0'379'0,"0"0"-60"16,-13 0-33-16,13 0-33 0,0 0-34 16,0 0-3-16,0 0-37 0,0 0-35 0,-27 15-6 15,27-15-1-15,6 0-36 0,-1-1-7 16,4 0-7-16,11-4 0 0,5 0-12 0,-1 0-11 16,4-2 12-16,-1 2-12 0,0-1-12 0,3-1 1 15,-2-1-29-15,-2 0 14 0,0-2-7 16,-2-1 8-16,-3 3-1 0,-2-4-28 15,-4 1-4-15,2 0 0 0,-3-1-7 0,-4-3 3 16,0 1 1-16,-1 2-3 0,-1-3 3 0,-5 1 8 16,3 2 0-16,-5-1-15 0,0 4 33 0,-1 2-17 15,0-1 7-15,0 3 1 0,0-2 0 16,0 7-14-16,0 0 2 0,0-6 6 16,0 6-12-16,0 0-4 0,0-5 6 0,0 5 12 15,0 0-7-15,-10-7-7 0,9 8 20 16,-3 2-5-16,-2 11-3 0,-1-1 0 0,-3 1-2 15,6 3 53-15,-7 3 0 0,3 0 6 0,-3 5 3 16,4 4 0-16,3-2 9 0,-1 1 4 0,1 3 1 16,-2 2-7-16,2 0 1 0,0 4-1 15,2-1-13-15,-3 1-5 0,5 2 0 0,-5 3 0 16,2-2-15-16,0 1 2 0,-1 0 2 16,2-2-9-16,-2 1-8 0,2-1-29 0,-1 0-36 0,-1 0-27 15,3 0 5-15,-3 0-127 0,4-1-39 16,-6 2-38-16,-2-3 21 0,-1 2-280 0,-5-6 38 15,0-5-22-15,1-8 33 0,-3-1 32 16,4-7 53-16,-2-5 36 0,6-5 21 0,8-2 14 16,-21-12-19-16</inkml:trace>
  <inkml:trace contextRef="#ctx0" brushRef="#br0" timeOffset="43438.84">3790 6974 722 0,'-8'-25'520'0,"-1"-3"-57"0,4 2-39 0,0 2-32 15,5-1-46-15,-1 3-41 0,1 11-34 16,0-5-40-16,13-18-16 0,1 16-27 0,2 1-32 16,2 2-34-16,4 4-43 0,5 1-59 0,1-1-2 15,3 3-84-15,3 0-67 0,2 3-36 0,2 0-70 16,2 3 21-16,-1-6-217 0,6 4-30 16,-4-1 38-16,1-1 29 0,-1 1 24 0,-2-1 40 15,0-3 18-15,3 1 11 0</inkml:trace>
  <inkml:trace contextRef="#ctx0" brushRef="#br0" timeOffset="43733.11">4877 6288 796 0,'-8'-1'354'0,"-1"1"-49"15,-13 1 2-15,-3 7-41 0,-1 0-32 0,-2 3-27 16,1 3 57-16,0 3-24 0,4 2-22 15,-2 5 2-15,0 3-11 0,1-1-8 0,7 2-6 16,0 2-9-16,1-1-16 0,2 3-3 16,5-1-15-16,2 1-12 0,2-3-11 0,5 4-6 15,0-16-12-15,0 5-16 0,12 27-7 0,-2-21-3 16,7-3-17-16,2 0-22 0,3-4-38 16,1-2-58-16,0-2-39 0,7-2 11 0,-5-3-155 15,3-3-36-15,-1-4 23 0,5-3-299 16,-17-2 44-16,26-14 37 0,-14 5 11 0,-5-3 36 15,-2-8 29-15,1-2 23 0,2-1 26 16,-3-6 17-16,0 0 13 0</inkml:trace>
  <inkml:trace contextRef="#ctx0" brushRef="#br0" timeOffset="44114.75">5183 6512 293 0,'2'-9'515'0,"-1"2"-106"0,-1 2-26 0,-3 2-31 0,-1 3-9 15,1 3-20-15,-8 8-24 0,-1-1-16 16,0 5-24-16,-1 2-30 0,4 0-12 0,0 4-20 15,-2 1-21-15,6 0-14 0,4 5-24 16,-2 1-12-16,3-15-7 0,0 6-11 0,0 3-10 16,0 2-3-16,13 21-20 0,-7-24-21 0,1-3-29 15,2-2-12-15,-1-4-5 0,3-3-23 16,-2-4-11-16,3-3-24 0,-12-2-10 0,14 0 7 16,18-15-17-16,-14 1 4 0,-1-1 4 0,-2-3 6 15,5 0 5-15,-4 0 15 0,1-2 6 0,-3 3 5 16,-1-1 53-16,2 3 12 0,-5 2 26 15,0 2-3-15,-3 0 6 0,-1 4-13 0,-1 0 3 16,-1 2-3-16,-1 2-15 0,2 3 5 0,-5 0 6 16,0 0 1-16,0 0 8 0,11 22-8 15,-8-6 4-15,-2 2-7 0,2 4-4 0,-1 2-10 16,0 3 4-16,0 2 0 0,-1 1-11 0,4 0-3 16,-1-3-38-16,-3 6-42 0,0-3 7 15,1 4-158-15,-2-1-49 0,0-18-62 0,0 7 30 16,-11 24-276-16,4-22 42 0,1-7 38 15,1-3 34-15,1-7 51 0,0-7 17 0,3 0 24 16,1-4 24-16,0-3 21 0,2-11 7 0</inkml:trace>
  <inkml:trace contextRef="#ctx0" brushRef="#br0" timeOffset="44335.31">5668 6716 252 0,'18'-20'547'0,"-3"6"-117"15,2 2-77-15,-3 4-46 0,5 5 36 16,-4-1-16-16,-5 4-29 0,6 0-29 0,15 18-15 15,-11-5-14-15,-2 4-28 0,-2 3-24 0,-2 2-16 16,-2 0-20-16,-2 1-12 0,0 4-14 16,-5 0-9-16,-3 7-8 0,-2-20-17 15,-19 33-20-15,2-16-40 0,-6 1-9 0,-3-3-36 16,0-1 0-16,-4-1-109 0,-4-2-50 0,-1 0-53 16,1-3-42-16,-1-7 25 0,6-1-278 0,1-3 39 15,1-6 39-15,10-5 32 0,9 0 32 0,-11-16 29 16,18-1 32-16,1 7 14 0,0-11 11 15</inkml:trace>
  <inkml:trace contextRef="#ctx0" brushRef="#br0" timeOffset="44566.46">6431 6804 940 0,'3'-6'508'0,"-2"-2"-42"0,-2 1-20 15,1 1-22-15,0-2-22 0,1 2-22 16,-1 0-41-16,0 6-53 0,0-9-37 0,22-14-40 16,-3 11-41-16,9 2-59 0,4 2-66 15,8 0-4-15,8 5-182 0,2-2-93 0,1 4 21 16,-1 0-342-16,-28 1 50 0,13 0 46 0,0 0 31 16,35 12 30-16,-42-5 6 0,-6 8 25 15,-8 4 22-15,-8 3 11 0,-4 0-5 0</inkml:trace>
  <inkml:trace contextRef="#ctx0" brushRef="#br0" timeOffset="44724.63">6720 7003 592 0,'-40'12'530'0,"4"2"-60"16,6-5-41-16,2-2-14 0,2 2-43 0,2-4-23 15,3 3-41-15,6-4-31 0,6-1-35 0,9-3-24 16,0 0-37-16,32 1-30 0,-17-1-45 16,16 0-91-16,10 0-2 0,61-9-198 15,-38 2-85-15,2 2 24 0,1-1-271 0,1-4 66 16,5 0 34-16,-6-3 29 0,4-2 24 0,-1 1-13 15,-2 0 54-15,-1 0 9 0,4 1 7 16</inkml:trace>
  <inkml:trace contextRef="#ctx0" brushRef="#br0" timeOffset="45836.71">8282 6418 539 0,'0'-15'361'0,"0"15"-58"0,14 0-46 15,-14-14-31-15,0 14-7 0,0 0-4 0,0 0 27 16,2 7-52-16,-13 10 6 0,-3 5-29 0,1-3-18 16,-3 7 12-16,-3 0-16 0,-1 3-16 15,-3-1-23-15,3 4-5 0,-1-6-15 0,-2 5-6 16,2-2-11-16,1-2-1 0,-1-1 2 0,2-1-14 16,0-2-1-16,0-3-6 0,6-2-7 15,-3-2-3-15,4 0-4 0,1-2 2 16,3-5 6-16,4-2 14 0,1-4-4 0,1-1-6 15,2-2-18-15,4 0 3 0,0-2 14 16,2 1-22-16,12-3-8 0,3 1 13 0,4-2-18 16,2 2 11-16,5 0-2 0,1 0-14 15,-1 1 9-15,4 0-7 0,-1 1-6 0,0 0 16 16,0 0-26-16,0-1 4 0,-1 1 18 16,2 0-20-16,-1-1 5 0,-4 1 4 0,-1-2-8 15,-6 1-12-15,-1 0-2 0,-3-2 20 0,-4 2 1 16,-2 0-3-16,-4-1-11 0,-3-1 3 0,1 0 11 15,-3 1 0-15,-2 0-8 0,0-4 17 16,-1 2-6-16,-1 0 9 0,1-1 1 0,-1 0 6 16,-1-3 4-16,0 0 7 0,0-2 6 0,0 0 13 15,0 0-4-15,0 2 16 0,0 1 5 16,0 1-10-16,0 7 0 0,0-7 2 0,0 7-6 16,-12-14-11-16,12 9-8 0,0 3-5 15,0 1-1-15,-1 1-16 0,-1 1 4 0,0 1 12 16,-3 3-1-16,4-1 11 0,-5 15 7 0,-2 3 4 15,0 1-3-15,-1 3-5 0,4 3 9 0,-2 0-15 16,3 1 0-16,0-1 1 0,1 4 5 16,1 1-15-16,2 0 10 0,0-18-9 0,0 6-10 15,0 6-36-15,0-1-41 0,14 32-57 16,-8-30 12-16,-3-1-185 0,-1 1-47 0,-2-3 29 16,0-15-293-16,0 6 55 0,-9 12 41 15,3-14 47-15,5-7 34 0,1-4 23 0,0-4 23 16,4 0 64-16,-1-1-14 0,1-5 52 15,8-3-18-15</inkml:trace>
  <inkml:trace contextRef="#ctx0" brushRef="#br0" timeOffset="46322.28">9032 6745 645 0,'4'-12'537'0,"-1"3"-83"0,1 3-38 0,-2-1-49 0,2 3-46 15,-4 0-50-15,1 3-15 0,0 1-6 16,1 1-6-16,-2 3-12 0,1 2-26 0,1 15-9 16,1 1-19-16,0 5-16 0,-1 2-20 15,2 1-11-15,0-1-14 0,-1 2-16 0,3-2-1 16,-2 0-6-16,1-1-12 0,1 0-12 0,1 1-4 16,-3-3-7-16,2-4-2 0,-4-2-8 15,-1-4-1-15,2 1-6 0,0-5-8 0,-3-4-3 16,0-1 10-16,0-2-13 0,4 0-1 15,-4-5 1-15,-2 2 10 0,2-5-20 0,2 0 3 16,-2-2-4-16,3-11 8 0,3-1-14 0,4-4 10 16,-1 1-10-16,1 1 3 0,2 0-8 0,0 2-10 15,2-1 4-15,0 2 11 0,2 1-11 0,-2 1-4 16,1 4 10-16,-2-2-5 0,-1 4 1 16,1-1 3-16,-5 2-4 0,0 4-1 0,1-1-8 15,-4 3 1-15,-5 1-4 0,0 0 26 16,8 0-6-16,11 21 8 0,-12-8 10 0,1 3-3 15,0 6-9-15,-5-2 1 0,2-2 11 0,1 5-16 16,-2-1 8-16,1-2 4 0,-1 1-10 16,2 1-30-16,-2-2-41 0,0 0-44 0,-3-3-58 15,1 4 14-15,-2-12-142 0,0 1-82 16,0 0 32-16,-11 7-263 0,6-13 56 0,4-1 42 16,-3-2 9-16,4-2 34 0,-2-2 71 0,5-1 20 15,6-10 33-15,2-6 9 0,5 1 26 16,-2-5 48-16</inkml:trace>
  <inkml:trace contextRef="#ctx0" brushRef="#br0" timeOffset="47015.02">9564 6539 299 0,'-9'-11'377'0,"2"3"-60"16,3 1-27-16,-2 0-25 0,4 4 5 0,-4-2-15 15,3 1-29-15,2 0-18 0,-1 2-6 16,0 0-22-16,1-3 6 0,-1 3-7 0,0-1-27 16,0-2-5-16,1 3-6 0,1-3-18 0,-1 2 8 15,1-1-17-15,0 1-2 0,0 1-9 0,0-4-13 16,0 5-9-16,0-4 5 0,0 5 12 15,0 0-14-15,0 0 10 0,0-5-5 0,0 5-10 16,0 0-6-16,0-7 0 0,0 7-4 0,0-8-11 16,0 8-7-16,0 0-4 0,0-7-6 0,11-3-2 15,-8 7-4-15,0 0 0 0,2 1-17 16,-3 0 1-16,3-2 10 0,7-3-5 0,-1 2-14 16,1-2 4-16,1 0 2 0,-1 4-6 15,4-4 5-15,-2 4-5 0,-3-1 3 0,4 1-15 16,-2 1 13-16,-2-1-15 0,-1 3 3 0,0-2 5 15,-2 2-1-15,-8 0-7 0,7 0 5 0,-7 0 0 16,25 12-1-16,-18-4-5 0,-3 1-5 0,-3-2 11 16,-2 3-8-16,1 1 11 0,-15 16-8 15,5-12 10-15,-4 3-5 0,-3-2-5 0,0 1 7 16,1 0-4-16,-1-6 8 0,2 3-7 16,1-5-4-16,1 4 0 0,3-2 0 0,-4-3-6 15,7-2-3-15,3 1-6 0,2-2-3 0,-1 0 5 16,2-1 4-16,1-4 3 0,0 0 8 15,0 8 0-15,19 9-10 0,-5-4 15 0,0-4-12 16,3 1 4-16,-2 0 2 0,2 0-9 0,-2 1 5 16,1-1 1-16,-2 0-11 0,0 1 15 0,-3-1 1 15,-3-2 1-15,-3-1-3 0,0-2 11 16,-2-1-8-16,-3-4 0 0,0 0 0 16,0 0 3-16,-23 19-9 0,5-13 2 0,-3-3 1 15,-2 2-12-15,-2-3-27 0,1 0-7 0,-3-2-12 16,4 2 5-16,-4-2-78 0,13 0-44 0,-4 0-36 15,-1 0-39-15,0 0 27 0,-17-11-192 16,19 3-85-16,6-4 35 0,5 5 35 0,3-1 29 16,3 8-5-16,0 0 26 0,19-18 69 15,-4 10-1-15,2 0-1 0</inkml:trace>
  <inkml:trace contextRef="#ctx0" brushRef="#br0" timeOffset="47477.75">10120 6959 620 0,'0'3'437'0,"-5"-2"-56"0,2 1-50 16,1 0-5-16,-1-2-21 0,2 3-5 0,0-1-37 16,1-4-26-16,2 4-29 0,3-4-22 15,11-1-34-15,4 3-5 0,-8 0-11 0,35-7-14 16,-12 5-16-16,2 0-17 0,4 0-24 16,7 2-8-16,-2-1-107 0,3 1-57 0,-2 0-42 15,-3 0-47-15,-22 0 18 0,12 0-219 0,2 0-68 16,-2 0 29-16,1 0 18 0,-1 0 26 15,-7 0 26-15,24-12 33 0,-36 10 28 0,-4 1 5 16</inkml:trace>
  <inkml:trace contextRef="#ctx0" brushRef="#br0" timeOffset="47766.95">10533 6768 642 0,'-10'-12'440'0,"2"1"-74"16,2 4 3-16,-2 2-31 0,3 0-31 0,0 0-37 16,4 2-28-16,-2 1-37 0,2 0-34 15,-1 1 4-15,1 2-26 0,1 2-7 0,0 0-1 16,0 3-20-16,0 1-6 0,4 15-2 16,-4-10-11-16,0 7 3 0,6 27-11 0,-3-16-14 15,-3 3-3-15,0 1-12 0,0-18 2 0,0 7-10 16,0 6-53-16,0 1-33 0,0 3 1 15,0 2-72-15,0 0-56 0,0-4-46 0,0 3-44 16,0-3 23-16,0-1-278 0,5 23 37 0,3-36-7 16,-2-3 32-16,3-5 26 0,0-6 28 0,0 0 91 15,-9-3-5-15,15 0 4 0</inkml:trace>
  <inkml:trace contextRef="#ctx0" brushRef="#br0" timeOffset="48251.18">10997 6861 582 0,'-9'-7'386'0,"3"2"-66"16,1-1-7-16,-1-8-24 0,3 5-26 15,0-1-29-15,3 2-29 0,0 8-22 0,0-8-21 16,17-8-21-16,-2 7-8 0,-1 3-17 0,4 3-12 16,1 2-17-16,2 1-17 0,-11 0-7 15,5 0-7-15,22 15 2 0,-16-3 6 0,-6 0-7 16,2 7 3-16,-7 0-8 0,-1 3-7 16,-5 3-3-16,-4 1-18 0,0-14-1 0,-18 27 27 15,7-17-4-15,-3 2-6 0,2-3-7 0,-5 0 28 16,2-2 5-16,-2-2-4 0,2 2-10 15,-2-4 4-15,-1-1 10 0,7-1-6 0,1-4 11 16,2 0 6-16,3-2 4 0,1-3 2 0,0 0-6 16,2-1 0-16,0-2-11 0,2-1-4 15,0 0-7-15,0 0-6 0,12 4-4 0,-3-4-8 16,11 1-6-16,3-1-6 0,0 1-4 0,-10-1-2 16,6 0-9-16,4 0-24 0,2 0-18 15,0 0-38-15,25-10 8 0,-30 5-93 0,-2 2-26 16,1-1-41-16,-7 1-37 0,-1 0 24 0,-2 0-224 15,0 0 38-15,3-2-79 0,-3-2 33 16,-4 1 32-16,1 1 63 0,-2 1 9 0,8-5 23 16,-2-1 15-16,-1 1 1 0</inkml:trace>
  <inkml:trace contextRef="#ctx0" brushRef="#br0" timeOffset="48696.67">11641 6817 360 0,'3'-2'497'0,"-1"0"-104"0,-2 1-54 16,3 2-46-16,-3 1 41 0,0 0-21 0,-1 1 0 16,1 4-26-16,-3 12-30 0,3-11-27 0,-6 22-18 15,3-8-24-15,3 0-12 0,0 2-16 16,0 2-25-16,0-13-7 0,0 3-7 0,0 4-12 16,0-2-5-16,10 23-13 0,-8-24-15 15,0-2-1-15,1-2-19 0,-2-5 5 0,0-1-9 16,-1 0 6-16,2 0-19 0,0-3 6 0,-1-2 3 15,2 0-4-15,0-2-18 0,3-3 7 0,9-4-4 16,1-2-11-16,1-6 4 0,3-2 0 16,-4-1-3-16,2-2-3 0,1 0 0 0,0 3-2 15,0-1-12-15,-3 2 15 0,-2-1-2 16,1 0 5-16,0 5 3 0,-4 0-4 0,-6 3 8 16,2 4-8-16,-4 0 8 0,3 1-7 15,-3 1-3-15,1 3-9 0,0-3 0 0,-4 3 14 0,0 0 5 16,0 0 1-16,6 13 0 0,-6-8 7 15,6 14-6-15,-5 0-16 0,5-1 19 0,-2 1-14 16,6 3 5-16,-1-1-10 0,0 0-11 16,5 1-32-16,-1-2-31 0,0 1-38 0,3-4-43 15,4 0 15-15,-5 1-116 0,2-1-24 0,-3-3-47 16,3-5 27-16,0 0-278 0,-2-4 40 0,-3-2 37 16,-2-3 35-16,-10 0 32 0,17 0 36 15,16-14 26-15,-9 5-1 0,-2 1 19 16,0-8 36-16</inkml:trace>
  <inkml:trace contextRef="#ctx0" brushRef="#br0" timeOffset="49178.24">12587 6919 1020 0,'-2'2'375'0,"-3"-2"-50"0,2 3 3 16,0-2-10-16,1 1-37 0,-1-2-20 15,1 1-20-15,1-1-14 0,-2 3-25 0,-1-2-18 16,4 0-14-16,3-1-28 0,1 1-16 15,0 1-6-15,15-2-8 0,6 3-15 0,5-1-13 16,1 0-42-16,4 1-21 0,6 0-37 0,4 0 2 16,4-2-86-16,0 2-36 0,2-2-33 0,-27-1-42 15,15 0 18-15,3 0-227 0,0 0-48 16,2 0 34-16,35-14 12 0,-48 7 26 0,-2-1 49 16,-5-1 30-16,-6 0 15 0,-5 1 7 15</inkml:trace>
  <inkml:trace contextRef="#ctx0" brushRef="#br0" timeOffset="49455.67">12951 6767 560 0,'-15'-7'397'16,"4"1"-20"-16,2 4-29 0,1-1-46 0,0 1-37 15,5 0-16-15,-1 2-16 0,0-3-31 16,1 3-22-16,3 0-37 0,0 0-4 0,0 0-9 15,-3 11-2-15,3-4-9 0,3 12 6 16,-3-8-16-16,7 24-21 0,-1-10 18 0,2 0-20 16,-1 3-6-16,-1 1-18 0,0-4-13 0,-2 2 8 15,5 2-8-15,-5-2-56 0,1 3 0 16,1-1-75-16,-5 1-29 0,2-1-52 0,0-1-41 16,2-3 19-16,-4-4-265 0,1-5-17 0,0-4 22 15,0-2 31-15,5 2 26 0,-1-7 27 16,4-4 59-16,-1-1 15 0,-9 0 5 0</inkml:trace>
  <inkml:trace contextRef="#ctx0" brushRef="#br0" timeOffset="50188.95">13488 6831 376 0,'-5'-8'366'0,"4"2"-52"0,-3-1-31 16,2 0 4-16,1 1-40 0,-2 2-10 0,3-3 1 15,-3 4-51-15,2-3-1 0,0 3-23 16,1-2-15-16,-2 0-18 0,0 1-13 0,2 1-14 16,-3-1 36-16,3 3-10 0,-1-3-20 15,0 1 14-15,1 0-5 0,0 1-17 0,-2 0-3 16,2-1-3-16,0 2-7 0,0-1-5 15,-1-2 1-15,1 4-18 0,0-3-4 0,0 0 1 16,0 3-13-16,0 0-9 0,0 0 0 0,0 0-6 16,0 0 4-16,0-7-11 0,0 7-8 15,0 0-5-15,12-12 14 0,-12 11-3 0,2-1 5 16,1 1-10-16,-2-3-1 0,2 2-9 0,3 0 1 16,-2-2 1-16,2 3-1 0,8-4-8 0,-1 2 2 15,4 0-1-15,2 1-12 0,0-1 14 16,-10 3-4-16,9 0 7 0,0 0 0 0,20 12-7 15,-19-5 6-15,-2 0-11 0,-2 3-3 16,1-1 2-16,-6 3-2 0,3 1 2 0,-3 1 8 16,-3 1-7-16,-3 2 2 0,-2-4 0 0,-2 0-12 15,0-3 16-15,-14 20-2 0,0-11-3 16,-1-2-3-16,-1 1 6 0,3-3 3 0,-3 0-1 16,1-4-4-16,1 0 4 0,3-2 0 0,2-4-3 15,1 1-9-15,2-2 18 0,2 1-17 16,1-1 8-16,0-2-11 0,1 1-1 0,2 0 15 15,0-3-3-15,0 0-1 0,0 0 6 0,21 19-2 16,-3-9-13-16,2-2 13 0,1 1-11 0,3 3-3 16,1-1 18-16,-3 0-12 0,0 1-2 15,1 0 8-15,-2 0-2 0,0-2-3 16,-4 2-1-16,-4 0 2 0,-3-1 2 0,-1 0-14 16,-7-1 11-16,-2-10 12 0,0 11 0 0,-23 10 2 15,5-13-7-15,-3 6 5 0,-6-6 0 16,0-1-2-16,3 3-7 0,-1-2 0 15,-3 1 8-15,1-1-1 0,2-2-11 0,8-1 18 16,-2 1-5-16,3-4 3 0,4 2-6 0,3-2-13 16,0-1 7-16,3 1-24 0,-1-2-27 0,6 0 5 15,-4 0-128-15,5 0-56 0,0 0 22 16,0 0-332-16,-4-6 24 0,4 1 40 0,0 2 6 16,0-2 34-16,-3-2 70 0,1 3 24 15,6-1-4-15,-3 0 10 0,8-8 48 0</inkml:trace>
  <inkml:trace contextRef="#ctx0" brushRef="#br0" timeOffset="52545.78">8100 7910 371 0,'0'0'305'0,"0"0"-52"0,0 0-39 16,0 0-26-16,0 0-26 0,0 0-21 0,0 0-14 15,16-11-8-15,7 2-4 0,7 2-10 16,1 0 5-16,4 1-16 0,6-1 4 0,6 0-17 15,5 0-11-15,15-1 3 0,5 2 2 16,10 0-12-16,0 1-17 0,8 1 5 0,3 0-3 16,8 4-22-16,3-2 11 0,6-2 3 15,2 2-17-15,-51 2-4 0,31 0 4 0,21 0-11 16,7 0-4-16,8 0 7 0,130 12-5 0,-124-8-3 16,2-1 13-16,-2 3 6 0,4 2 4 15,-5-1-16-15,4-2-6 0,-7 0 6 16,-2 2-3-16,-5 3-1 0,-3-3 13 0,-8-2-16 15,-2 0-5-15,-4 2 4 0,-5-4 16 0,-5 0-4 16,0 0-8-16,-5-1-9 0,-5 1 18 0,-5-1-23 16,-4-1 18-16,-5-1-10 0,-8 1 6 0,-3 1 28 15,-32-2-8-15,11 0 0 0,5 0 6 16,-2 0 6-16,2 0 20 0,-7 0-8 0,-1 0-5 16,-1 0-4-16,-5 0-7 0,-1 0 39 0,23-11 7 15,-33 10 5-15,-6 1-9 0,-14 0 8 16,11 0-22-16,-4 0 2 0,-1 0 9 0,-6 0-12 15,10 0-12-15,-10 0-24 0,7 0-9 16,-7 0-4-16,0 0-77 0,0 0-34 0,9-4-17 16,-10 4-36-16,0-1-40 0,1-2 17 15,0 3-164-15,0-2-138 0,0 2 35 0,2-3 19 16,2-1 61-16,8-4 7 0,6-6 29 0,3-1-7 16,0 3 40-16</inkml:trace>
  <inkml:trace contextRef="#ctx0" brushRef="#br0" timeOffset="54430.34">15506 6791 634 0,'0'-16'187'0,"14"16"-5"0,0-30-8 0,-13 23-25 16,0-3-11-16,-1 5-2 0,0-2-12 0,2 2-16 16,-1-3-22-16,-1 0 6 0,0 2-7 15,1-1-4-15,1-1-9 0,-2-9 0 16,0 4-9-16,2 2-3 0,-2 3-14 0,0 0-2 16,0-2 3-16,-11-8-10 0,4 7 2 0,-2 1-10 15,-1 3-3-15,-2-1-5 0,-5 0 0 0,0 4 3 16,-4 2-4-16,-1 0 6 0,10 2 0 0,-7 0 14 15,-29 16 1-15,22-8 12 16,-1 1-16-16,1 1 3 0,3 2-3 0,-1-1-11 16,3 3 10-16,2-1-18 0,1 1 9 0,4 0-7 15,2-2-6-15,2-1 22 0,6 0-18 16,2-3-4-16,2-8 9 0,0 7-9 0,19 6 1 16,-4-6-1-16,5-6-21 0,3-1 1 15,-12 0-5-15,7 0-1 0,30-14 1 0,-21 4 0 16,-5 0-4-16,1-2 13 0,-2-3-7 0,-1 1 21 15,-1 2-2-15,1-1 31 0,-4 2-6 0,-1-2 6 16,-2 4 6-16,-5 3-20 0,1 2 2 0,-9 4-11 16,0 0 2-16,14 13 19 0,-10 6 25 15,-1 7-21-15,-1 5 25 0,-2-13-8 16,0 9 19-16,0 10-1 0,-12 51 2 0,6-30-14 16,-1 0-9-16,0 6 11 0,1 0-10 0,-2 6-4 15,1-1 6-15,-3-4-5 0,3 1-18 16,-1-4 5-16,-1-3-9 0,-4-2 7 15,0-2 2-15,-2-3 3 0,-1-5-3 0,-4-5 10 16,1-5-2-16,0-4-9 0,-2-3-9 0,3-5 10 16,2-6 13-16,-3-3 4 0,-1-2-1 0,3-6-7 15,-2-7-3-15,12-1-7 0,-16-13 5 16,13-3-8-16,2-5-7 0,4-5-5 0,2-5 2 16,2 13-3-16,0-14-6 0,18-41-8 0,-3 25-3 15,4-2-2-15,7-1-10 0,1 0 4 16,1-1-9-16,6 4-5 0,1 0 5 0,1 5-24 15,2-3 0-15,0 5-18 0,2 2 8 16,3 0-17-16,2 3-10 0,3 0 6 0,-4 3-24 16,4 1 1-16,-5 0-5 0,2 1-9 0,0 4 0 15,-3-2 10-15,1 2-6 0,-2 1-3 16,-1 1 8-16,1 0 9 0,-5 0 17 0,-5 3 0 16,3 1 6-16,-6-2 0 0,-2 4 15 15,0-1-9-15,-3 1 8 0,-5 2 24 0,1 3-7 16,-1-3 1-16,0 5 13 0,-4-5 11 15,-1 5 4-15,-3 0 19 0,-1-3-21 0,-1 6 7 16,1-1 8-16,-5 2 26 0,-3 0 8 0,4 3-29 16,-2 0 22-16,-3 2 9 0,2-1-27 15,-1 0 18-15,2 1-28 0,-3 2 21 0,1-2-19 16,0 1 26-16,1 1-31 0,-4 2 3 16,0 1 15-16,-4 1-3 0,-3 6 40 0,-7 8 2 15,0 0 17-15,0 7 21 0,-5 1-6 0,0 6 9 16,1 0-2-16,1 2-7 0,-2 2-9 0,4 0-8 15,-2-2 2-15,8 3-4 0,1 0 2 16,3-1-7-16,6-3 7 0,0 1-12 0,1-16-4 16,19 26-6-16,-4-17 0 0,7-1-4 15,-2-1-10-15,5-7-4 0,-1-2 3 0,3-3-14 16,1-3-11-16,2-4-5 0,1-1-8 0,-17-4-16 16,29-9-10-16,-14-3-7 0,-1-1-8 15,-3-4-10-15,-1-3-3 0,-3-2 1 0,0-1 5 16,-3 0 8-16,-1-1-1 0,-2 1 4 0,-3-3 8 15,0 3-19-15,-1 0 20 0,-3 0 11 16,0 0-8-16,-1 6 16 0,0 1 0 0,-4 3 19 16,1 4-16-16,3-2 5 0,-3 4-4 0,-4 0 4 15,2 3-4-15,0 1-8 0,-2 3 7 16,0 0-2-16,-3 3 12 0,2 1-2 0,-7 11 13 16,3 2 6-16,-4 0 3 0,3 3 1 0,-1 1 3 15,1 0-7-15,2 1-2 0,1 0-4 16,0 1 2-16,1-4 1 0,0 0-8 0,2-10 8 15,0 4 1-15,12 15-14 0,-4-18 14 16,2 1 0-16,4-2-8 0,3 0-4 0,5-5 12 0,-2-2-11 16,-8-2-3-16,4 0 4 0,24-20-10 15,-16 9 5-15,-4-3-6 0,2-5 3 0,-1 4-3 16,-1-3 3-16,0 1-1 0,0 0-6 0,-5 2 10 16,-2 2-9-16,0 2 0 0,-3 2-9 15,-3 3-1-15,-2 6 3 0,-5 0 1 0,1 8 11 16,-4-1 2-16,-3 10-2 0,0 2-7 15,-2 1 12-15,1 2-4 0,1 2 2 0,-3 1 7 16,4 5-16-16,1-6-13 0,0 2-35 0,3-1-57 16,1-12 10-16,0 6-122 0,0 2-47 0,0 1-50 15,0-2 27-15,0-4-266 0,10 8 30 16,-6-19 41-16,1-3-4 0,2-4 36 0,-2-2 70 16,9-8 47-16,4-4 0 0,-1-7 11 0,3-2-3 15</inkml:trace>
  <inkml:trace contextRef="#ctx0" brushRef="#br0" timeOffset="54614.62">17693 6846 1061 0,'19'13'366'0,"-4"2"-33"15,-2 6-46-15,-4 2 12 0,-5 2-24 0,0 4-30 16,-4-13-18-16,0 7-24 0,0 6-32 16,-17 30-10-16,2-26-19 0,-2 0-64 0,-5 1-8 15,-6-1-97-15,-7-2-43 0,-4 1-52 16,-5-4-55-16,-3 0 17 0,-4-5-216 0,-4-4-50 15,-5-2 31-15,-6-2-25 0,-7-8 42 0,-5-2 24 16,-6-4 13-16,43-1-17 0</inkml:trace>
  <inkml:trace contextRef="#ctx0" brushRef="#br0" timeOffset="55091.42">14635 6064 383 0,'6'-38'305'0,"2"4"-12"0,-4 0-28 15,4 0-32-15,-7-2 7 0,7 5-32 16,-6 2-6-16,3 0-14 0,-1 0 19 0,2 5-55 16,-3 5-11-16,5 1-19 0,-6 4 11 0,-2 6-20 15,3 2-24-15,-2 4-18 0,-2 5-10 16,1 5 15-16,-3 15-12 0,3-7 27 0,-11 50-8 16,2-12 24-16,-1 11-7 0,-4 7-7 0,-2 10 9 15,0 7-11-15,-4 9-14 0,3 9 7 16,-1 3 12-16,0 10 2 0,1 1 14 0,-1 5 9 15,6 2-5-15,1 8-14 0,5-3 4 16,-2-2-11-16,4-3-1 0,1-5-19 0,0-5-7 16,-1-6 1-16,3-9-8 0,-2-7-12 15,1-7-7-15,-2-5-21 0,-2-10-28 0,-1-3-45 16,1-6-29-16,-1-6 6 0,1-8-137 0,-2-7-25 16,1-6-30-16,0-9 23 0,-2-4-208 15,-1-3-66-15,0-8 40 0,3-12 35 0,7-2 37 16,-9-11 33-16,4-11-7 0,3-5 43 15,2-5 14-15,0 11 9 0</inkml:trace>
  <inkml:trace contextRef="#ctx0" brushRef="#br0" timeOffset="55914.12">17929 6794 304 0,'0'0'426'15,"0"0"-98"-15,0 0-32 0,0 0-41 0,0 0-44 16,19-11-27-16,8 2 1 0,-2 3-56 0,14-2 5 16,3 4-61-16,12 0-46 0,-2 0-77 0,4 1-49 15,1 3 8-15,-1-3 9 0,-1 1-336 16,-4-3 24-16,-6 4 64 0,-2 1 6 0,-26 0 8 16</inkml:trace>
  <inkml:trace contextRef="#ctx0" brushRef="#br0" timeOffset="56106.45">18355 7074 589 0,'-23'12'446'0,"2"-5"-78"0,2 3 11 0,5-4-16 15,4 0-24-15,4-3-28 0,3-1-59 16,8 0-20-16,2-2-34 0,18-2-18 16,-9 2-14-16,12 0-38 0,2 0-57 0,5 0-7 15,2 0-118-15,5 0-58 0,5 0-64 0,49-12 17 16,-45 10-291-16,-1-1 34 0,-2-4-36 0,-4 0 29 15,0 2 26-15,-5-2 28 0,-1 0 13 16,-4-1 1-16</inkml:trace>
  <inkml:trace contextRef="#ctx0" brushRef="#br0" timeOffset="60240.62">19652 6639 299 0,'0'0'362'0,"-13"0"-47"0,13-13-23 15,0 13-11-15,-20-24-20 0,18 18-19 16,-1 0 18-16,2 1-45 0,-2 2-24 15,1-1 10-15,1 1-30 0,1-1-20 0,0 2-6 16,-3-2-12-16,2 2-33 0,1 2-11 0,0 0-1 16,-2 0 2-16,1 5-7 0,1 1 10 0,-4 15 18 15,-3 3 3-15,3 5 1 0,-3-2-15 16,4 1 18-16,-1 3 1 0,2 1-19 0,2 2-8 16,0-19 0-16,0 8 5 0,0 5-15 0,11 30 1 15,-5-33 2-15,2 1-13 0,-5-2 5 16,7-3 1-16,-3-4-8 0,1-1 18 0,-3-1-13 15,1-5 14-15,0-4-4 0,1-1-5 0,-2-4 6 16,1-1-7-16,-6 0-7 0,14 0-8 16,15-20-5-16,-12 4-8 0,1-1 18 0,1-2-8 15,1-4-25-15,4-5-10 0,-2 2 2 16,1 2 6-16,-3-1-6 0,0 5-11 0,-5 2 5 16,5 0-6-16,-4 2-12 0,-2 4-12 0,-1 1 10 15,-4 0-10-15,-2 3-4 0,1 5 9 16,-4 2 0-16,0-2 5 0,-4 3-5 15,0 0-2-15,0 0 10 0,20 23 5 0,-12-7-1 16,-3 1-3-16,-1 2 11 0,0 1-17 0,1 4 29 16,0-1-13-16,-2 2-4 0,-1 0-7 15,5 0-4-15,-5 0 7 0,2 2-9 0,-2 1 22 16,3-7-6-16,-2-1-23 0,-1 0-35 16,0 1-36-16,-1-1-57 0,0-3-51 0,0 0 18 15,-1-10-169-15,0 2 32 0,0-2-278 0,0 1-23 16,0-8 51-16,-11 14 57 0,11-16 31 15,0 0 34-15,0-4 31 0,5-9 36 0,5-2 22 16,3-3 40-16,4-2-13 0,2-2 28 16</inkml:trace>
  <inkml:trace contextRef="#ctx0" brushRef="#br0" timeOffset="60964.81">20379 6411 212 0,'-11'-12'370'0,"3"8"-51"0,4-4-19 16,-2 5-45-16,4-2-6 0,-3 1-14 15,2 1-3-15,1 1-6 0,1 2-46 0,-3-5 15 16,4 4-35-16,-2 0-11 0,1 0-18 0,0-2 5 15,-2 0 0-15,2 2 20 0,1 1-9 0,-1-2-1 16,-1 2-10-16,0-1-13 0,2-1 0 16,0 2-7-16,0-2-4 0,0 0 6 15,0 0-4-15,0 1-13 0,0-1-2 0,0 2-13 16,0 0-3-16,0 0-5 0,0 0-8 0,0 0 1 16,0 0-11-16,0-7 2 0,0 7-8 15,0 0-7-15,0 0 8 0,0 0-5 0,0 0-12 16,0-8 5-16,0 8 1 0,2-5-6 15,0 3-6-15,-1 1 13 0,-1-2-11 0,0 2 6 16,1 1-18-16,-1-2 2 0,3 1-1 0,-3 1-7 16,1-1 12-16,0-2-18 0,1 3 5 15,0-3-6-15,1 2 13 0,2 0-19 0,0-2 4 16,-1 1-2-16,1 0 6 0,11-2 4 0,0 0-7 16,0-1 1-16,2 1 1 0,-1 4-17 15,-8 0 10-15,5 0 0 0,-1 0-14 0,16 10 11 16,-16-3-17-16,0 1 4 0,-4 0-5 0,0 3-16 15,-3 1 10-15,-6-2-2 0,0-1-5 0,0 2-10 16,-15 20-3-16,4-15 11 0,-1 1 4 16,-1 0-1-16,-1-3 4 0,2-3 6 0,2 5-4 15,-1-8-6-15,3 1-6 0,-1 0-11 16,8-1 16-16,-3-3-2 0,4 4-1 0,0 0 3 16,0-9 17-16,0 12-3 0,14 20-5 0,-6-16-5 15,2-1 10-15,-1 1 10 0,4 0 6 16,-2-1-6-16,-1-2 5 0,0 1-8 0,-1-2 17 15,-2-5-2-15,-3 0 6 0,1-3 1 0,-3-1-2 16,0 0 3-16,-2-3 3 0,0 0 9 16,0 0-4-16,-24 7-7 0,3-5-1 0,7-2 0 15,-8 0-2-15,-6 0-32 0,0 0-43 16,-4 0 5-16,1 0-170 0,-1 0-71 16,-1 0 28-16,-1 0 25 0,-23 8 25 0,46-8-293 0,-2 0 39 15,5 0 36-15,-2-12 12 0,15 7 30 16,16 0 24-16,7-4 44 0,4 1 21 0,9 1 51 15,3-5 8-15</inkml:trace>
  <inkml:trace contextRef="#ctx0" brushRef="#br0" timeOffset="62618.64">16372 7749 477 0,'-30'-2'307'16,"16"2"-75"-16,-3 0-19 0,-24-8-22 0,27 6-24 15,1 0-8-15,3 0-3 0,1 1-14 0,3-2-11 16,0 2 12-16,2 0-20 0,-1 1-6 0,5 0-3 15,-1 1-5-15,4 3-32 0,19 0 10 16,7 2-16-16,8 1-16 0,12-1-18 16,20 0 24-16,9 1-13 0,10 3-27 0,13-2-13 15,13 1 1-15,19 3 0 0,5-2 2 16,6 4-1-16,108 12-6 0,-54-8 3 0,-38-2-1 16,-12-2 2-16,2 0 10 0,95 10-20 15,-56-6 12-15,-39-1 14 0,-25-4-24 0,0 2 20 16,-3 0-7-16,-8-1 21 0,-3-2 13 0,-4-1 19 15,-7 1-32-15,-8-1 39 0,-6-2-7 0,-8-1 8 16,-9 1-7-16,-7-2 56 0,-10-6 2 0,-5 3 5 16,-9-1 11-16,-3 1-2 0,-3 0-7 15,-4-2 3-15,-5-1-10 0,0 2-11 0,-2-3-22 16,-4 4 1-16,-4-4-6 0,-13 0-5 16,7 0-18-16,-7 0-17 0,7 0-23 0,-7 0-25 15,6-4-56-15,-8 4 5 0,2-3-125 16,-5 2-50-16,1 1 21 0,-1 1-319 0,-4-2-11 15,4 0 38-15,-1-2 8 0,1-1 33 0,-6-4 30 16,11-4 23-16,2-2 28 0,-2 9 14 16,17-19-2-16</inkml:trace>
  <inkml:trace contextRef="#ctx0" brushRef="#br0" timeOffset="68596.73">1828 8724 379 0,'0'0'279'0,"14"-17"-52"0,7-11-10 15,-18 15-17-15,0 4-16 0,-2-8-17 0,0 5-6 16,0 1-17-16,-1 11-20 0,0-11-13 16,0-2-15-16,-12-6-1 0,2 6-22 0,-1 2 4 15,0 3-14-15,-7 1-7 0,-1 3-1 16,-1 1 2-16,8 3-15 0,-6 0 20 0,-6 0-3 16,-27 19-5-16,27-9 18 0,-1 1-3 0,0 3 20 15,-1 1-24-15,3-1 9 0,0 2-17 0,-1-1-17 16,4-1 7-16,3 2 18 0,1 2-30 15,6-1 27-15,0 5-22 0,10-15 1 0,0 8-27 16,13 19 11-16,2-16-2 0,5-6-2 0,2 2 11 16,0-3-9-16,3-3-5 0,5 0 5 15,2-7-2-15,-1-1 11 0,-17 0-32 0,7 0 18 16,28-9-11-16,-21 1 22 0,-2-1-23 16,-4-4 9-16,1-1 1 0,0 0 0 0,-2-2-23 15,-1 0 10-15,-2 1-3 0,0 0 1 0,-3 1 49 16,-1 5-7-16,-2-3 7 0,-4 6 4 15,-3 0-3-15,0-1-17 0,0 5-5 0,-1-2-4 16,-3 2-1-16,1 1-2 0,-1 1-10 0,-1 0 0 16,0 0-3-16,0 0 2 0,5 14 1 15,-1 5 1-15,-3-3-6 0,3 3 0 0,1 1-2 16,-4 5 8-16,3-4-2 0,1 4-63 16,-1 0-39-16,1 0-29 0,-1 0-27 0,2 0-34 15,-3 0-40-15,2-3 19 0,-1-1-195 16,-4-3-62-16,3-7 31 0,-3-1 32 0,2-2 25 15,-2-5 25-15,2 1 24 0,0-3 40 0</inkml:trace>
  <inkml:trace contextRef="#ctx0" brushRef="#br0" timeOffset="68986.39">2504 8724 742 0,'4'-10'389'0,"1"1"-39"0,-5 1-17 0,4 1-51 15,-4 0-35-15,0 2-29 0,0 0-24 16,0 5-23-16,0 0-18 0,0 0-9 16,-10-8-14-16,3 9-14 0,2 4-3 0,-10 5-11 15,7 1-35-15,-7 3-9 0,6 1 5 0,1 0-24 16,-2 2-3-16,7 2 16 0,3 1-6 15,-1 2-4-15,1-12-18 0,0 8-3 16,13 24-1-16,-6-18 3 0,1-1-5 0,2-5 9 16,-1 2-2-16,-2 1-13 0,2-10-3 0,-3 3 7 15,-1-2-11-15,-1-3 3 0,-4-3-6 0,0 0 0 16,-10 2 1-16,-4-3-14 0,-3-1 3 16,-6-4-4-16,8 0-19 0,-3 0-16 0,-7 0-23 15,-26-17-19-15,23 9-27 0,4 0-40 16,1-2-29-16,3-5 15 0,-2 1-287 0,4-1 10 15,4-2 30-15,5 0 28 0,5 0 24 0,4 8 21 16,0-3 37-16,17-15-17 0</inkml:trace>
  <inkml:trace contextRef="#ctx0" brushRef="#br0" timeOffset="69415.07">3256 8465 743 0,'-4'-12'431'0,"0"5"-43"0,-1 1-47 0,4 4-49 16,-2-3-35-16,-1 5-31 0,4 0-26 15,-2 5-22-15,-5 8 6 0,2 4 4 0,-4 4 13 16,0 4-20-16,3 1-12 0,-2-1-10 16,-1 1-3-16,4 3-14 0,0 1-9 0,1 3-9 15,3 1-7-15,-2 5-12 0,1-1-11 0,-1 1-11 16,2 2-8-16,-3 0 1 0,4-2-13 0,-1 2-22 15,-3-3-33-15,3-1-35 0,-2 0-34 16,-2 3 5-16,2-5-133 0,-2 1-40 0,0-5-46 16,0 1 29-16,-3-3-269 0,2-3 35 15,0-4 18-15,-2-7 34 0,2-3 32 0,2-7 23 16,1-4 41-16,3-1 19 0,0 0 15 0,1-26 3 16</inkml:trace>
  <inkml:trace contextRef="#ctx0" brushRef="#br0" timeOffset="69702.82">3258 8773 688 0,'7'-32'523'0,"-1"4"-76"0,-1-1-69 0,5 4-43 0,-1 4-48 15,2-2-36-15,1 1-33 0,2 5-20 16,5 5-38-16,2 4-15 0,0 0-29 0,0 8 9 16,-9 0-7-16,28 12-30 0,-13-3-5 0,-2 4 5 15,0 0-16-15,-2 3-2 0,0 1-20 16,-3 1 12-16,-3 0-20 0,-4 3-12 0,-5 1 19 15,-3 0-17-15,-5-12 1 0,0 7-1 16,-18 17 3-16,3-16-13 0,-6 0 6 0,-3-1-15 16,-3 0 24-16,-2-3-14 0,-2 1 1 0,0-3-19 15,1 2-1-15,-1-4-88 0,3 0-55 16,-3-3-38-16,3-3-59 0,4-4 22 0,13 0 19 16,-14-15-323-16,19 3 17 0,3-1 56 0,3 1 16 15,19-18 28-15,0 13 76 0,2 1 21 16,3 1 12-16,2 5 4 0</inkml:trace>
  <inkml:trace contextRef="#ctx0" brushRef="#br0" timeOffset="70274.59">3835 8782 643 0,'5'0'395'0,"-3"-1"-35"15,0-2-57-15,-1 0-27 0,4 1-40 16,-1-1-9-16,1-2-48 0,6-4-4 0,2-1-28 15,3-3-43-15,0 1-14 0,5-2-1 0,-1 0-29 16,3 0-32-16,-4 0-13 0,3-2 19 16,-2-1-17-16,-2 2-15 0,1-1 7 0,-2-1 12 15,1 5 6-15,-6 0 14 0,0 0-10 0,-4 4 0 16,-4-1-18-16,-4 4 10 0,0 5-11 16,0 0 25-16,-13-3 6 0,-6 8-2 0,3 2 12 15,-4 3 19-15,-4 2-7 0,2 3 9 16,2-1-1-16,-2 1 6 0,0 2-5 0,3 1-5 15,0 2 4-15,2 2-8 0,2-1-9 0,5 4-13 16,3 4 12-16,6-2-6 0,1-15 1 16,11 27-7-16,-2-15-13 0,4-5 2 0,4-2-22 15,2-2-25-15,5-2 1 0,3-4-57 0,1-6-27 16,-12-3-2-16,27-11 3 0,-16-1 5 16,6 0 25-16,0-10 7 0,8 3 10 0,-1-5 1 15,2 4 16-15,1-2 44 0,2 1 21 0,-1 1-3 16,-3 0 55-16,-2 2 2 0,1 3-10 15,-3 1-6-15,-3 5 7 0,-2 1-8 0,-1 2-6 16,1 4-17-16,-3 2 10 0,-16 0-2 0,9 0-7 16,20 15-3-16,-20-8 7 0,-4 3-18 0,-1-1 0 15,-2 1 1-15,-2-3-10 0,-7 1 6 16,2-2-8-16,-3-1 3 0,-1 1-9 16,-2-4 10-16,2 1-10 0,-4 1 2 0,3-3 3 15,-1 1 6-15,0-2-5 0,-2 0-9 0,0 0-14 16,0 0-9-16,8 0-17 0,10-15-24 0,-6 7 6 15,4-1-82-15,0 2-8 0,2-3-38 0,2-2-39 16,2 3-26-16,6 0 22 0,-1-2-244 16,-5 0-28-16,-1 0 35 0,2-4 31 0,0 2 35 15,-4-1 19-15,-1-2 42 0,2 2 17 16,-3 1 8-16</inkml:trace>
  <inkml:trace contextRef="#ctx0" brushRef="#br0" timeOffset="70746.81">6031 8399 876 0,'-4'-7'377'0,"1"-1"-32"0,1 5-44 15,-1-2 40-15,2-1-27 0,-3 2-20 0,4 3-36 16,-1 0-23-16,-2-2-34 0,3 3-38 0,-2 2-15 16,2 0 6-16,0 6 1 0,-4 11-8 15,1 3-4-15,1 3-21 0,-1 3-5 0,-1 4-17 16,2 0-3-16,-4-3-4 0,5 2-6 0,0 3-15 16,1-1-3-16,0-13-11 0,0 9-63 15,0 7-42-15,12 44 4 0,-7-39-132 0,-1 1-43 16,-2-1-43-16,1-2 27 0,-3-1-275 15,0-23 39-15,0 9 34 0,0 2 34 0,-12 25 28 16,7-34 5-16,3-5 28 0,-3-7 21 0,4-5 16 16,-2 0 7-16</inkml:trace>
  <inkml:trace contextRef="#ctx0" brushRef="#br0" timeOffset="71850.08">5803 8823 585 0,'-16'-15'460'0,"-1"1"-79"15,2 1 20-15,3-1-40 0,3 3-34 16,4-4-35-16,3 6-38 0,2 9-31 0,0-10-13 16,23-13-30-16,-1 14-22 0,3 0-22 0,9 1-48 15,3 0-29-15,3 1-5 0,5 1-70 0,1 0-49 16,2-2-25-16,2 2-18 0,-3-2-21 0,1 2-24 16,-5-2-12-16,-3-1-6 0,2-1 2 15,-6 2 15-15,1 0 4 0,-6-3 14 16,1-1 12-16,-6 0 11 0,-3 0 12 0,-2-2 8 15,2 1 88-15,-4 2 7 0,-6 0 26 0,-4 2 28 16,5-3 24-16,-5 5 15 0,4-3 4 16,-7 5 9-16,-2-1 14 0,1 0 0 0,-1 4 25 15,-4-3-10-15,1 2-13 0,0-1 33 0,1 1-4 16,-2 0-13-16,5-1-3 0,-4 3-3 16,2-2-20-16,-3 0 0 0,2 2 7 15,-2-1-4-15,1 0-8 0,1 2-10 0,-1-3-2 16,-1 1-15-16,3 0-4 0,-3-1-11 0,1 3-1 15,-1 0-9-15,0 0-7 0,0 0 0 0,0 0-9 16,0 0-8-16,0 0-6 0,0 0 2 16,0 0-3-16,0 0-2 0,0 0-7 0,0 0 2 15,0 0 2-15,0 0-13 0,0 0 3 0,0 0 3 16,0 0-5-16,0 0 2 0,0 0-10 0,0 0-1 16,0 0 7-16,0 0 3 0,6-10-7 15,-6 10-6-15,-1 2 4 0,1 1-2 0,0-2 0 16,0 1 7-16,0 3-4 0,0-3 8 0,0 3-5 15,0-1-5-15,0 2 3 0,0 0-12 0,0 2 8 16,0 5 2-16,0 3 10 0,0 6-8 16,-10 22 1-16,7-20 5 0,-2 2-2 15,-3 3 3-15,2 0-5 0,0-2 3 0,-2 2 2 16,2-2 4-16,1 0-12 0,-2 4 4 0,-3-5 1 16,6 6-2-16,-2-6 2 0,-2-4 0 0,2-1 0 15,-1-3 5-15,2-2-4 0,1-5-9 0,2-7 13 16,-1 4 6-16,2-1-11 0,0-5 6 15,1-2-9-15,1-5 7 0,-1 0-11 0,2 1-8 16,1-1 4-16,7-10 2 0,-2-4 1 16,1-2-9-16,-2 2 14 0,0 0-7 0,3 0 2 15,-1 0 1-15,-1 5 2 0,-3-1-4 16,0-1 8-16,0 5 5 0,1 0-3 0,-4 1 8 16,3 2 2-16,-4 1 4 0,-1 5 4 0,4-4 4 15,-3 2-9-15,-1 2-5 0,1-1 1 0,1 3-12 16,-1-3-2-16,-1 1 2 0,0 2 1 0,0 0-11 15,-1 7-3-15,-2-2 8 0,1 10 6 16,-7 5-1-16,6-4-1 0,-2 9-1 0,0-1 2 16,2 1-7-16,2 1 3 0,1-12 9 15,0 3-4-15,0 3-1 0,12 23-1 0,-7-24 4 16,9-6-4-16,-1 1 7 0,6-5-4 16,1-5-12-16,3-4-8 0,-9 0-20 0,3 0-9 15,26-22 6-15,-19 8 0 0,6-2 1 16,-3 2 11-16,0-2-3 0,0 1-6 0,-2 1 5 15,-3 5 4-15,-2-3 7 0,-1 6 0 16,-3-1-5-16,-4 0-1 0,1 5 10 0,0 0 1 16,-13 2 3-16,13 0-4 0,6 0-2 15,21 19 9-15,-16-9 5 0,0-1-13 0,1 2 8 16,0-2 3-16,0-3-1 0,1 0-7 0,-4-6 2 16,0 3 2-16,-3-1 4 0,-8-2-12 0,2 0-8 15,17-14 3-15,-18 5-2 0,1 1 16 16,-6 0-7-16,-2 1 13 0,0-2-12 0,-3 6 4 15,0-3-1-15,0 2-5 0,-2 1 1 0,0 3 1 16,0 0-10-16,-9-1 1 0,5 2 2 16,2 2 14-16,-7 8 1 0,0 3-1 0,8 5 9 15,1 0-3-15,0-9-1 0,16 23 5 0,2-10-16 16,5 1-45-16,7 0-9 0,4 1 8 16,7-2-128-16,1-3-47 0,4-2-56 0,-2-4 28 15,7-3 23-15,-4-3 20 0,6-4-269 0,-28-4 37 16,10 0 33-16,53-17 27 0,-37 1 25 15,1-2 27-15,-2-5-3 0,5-2 16 0,-1 1 38 16</inkml:trace>
  <inkml:trace contextRef="#ctx0" brushRef="#br0" timeOffset="73528.95">8879 8443 357 0,'0'-14'407'0,"26"-8"-56"0,-23 14-63 0,-1 4-26 16,0-2-36-16,1 2-22 0,-3 2-33 0,2 2-20 16,0 1-14-16,-2 5 9 0,1 0 14 0,0 15-22 15,-1 5-5-15,0-11-18 0,0 8 7 16,0 3-23-16,0 3-6 0,0 4-7 0,0-1-13 15,0-1-3-15,0 5-3 0,0 2-24 16,0-1-64-16,0 2-47 0,0 1-51 0,8 41-55 16,-6-45 16-16,-2-17-292 0,0 6 25 0,0 4 15 15,0-2 33-15,0-5 27 0,-12 13 8 16,12-35 64-16,0 0-10 0</inkml:trace>
  <inkml:trace contextRef="#ctx0" brushRef="#br0" timeOffset="73940.61">9034 8842 649 0,'10'-11'344'0,"6"6"-43"0,5 1-57 0,-1 0-26 0,5 4-24 16,-10 0-25-16,5 0-5 0,33 13-19 16,-28-4-31-16,3 3 4 0,-1 0-31 0,-5 3-4 15,1 2 8-15,-5-1-14 0,-1 4-21 16,-6 0 21-16,-6 1-22 0,-5-11-16 0,0 4 23 15,-18 17-19-15,3-15-1 0,-2-4 9 0,-1 0-5 16,-3-3 6-16,-2-4 7 0,0-2 1 16,3-3-18-16,10 0 4 0,-1 0 8 0,-19-20 1 15,22 8-6-15,6-5-38 0,2 5-18 16,10-20 6-16,1 13-9 0,8-1-19 0,-1-1-7 16,0 2 9-16,7 4 13 0,1-1-8 0,2 3 9 15,-1 1 9-15,1 4-7 0,0 2-10 0,4 1 1 16,-3 3-1-16,-13 2 4 0,3 0 25 15,5 0 13-15,25 14 20 0,-26-4 4 0,-5 4 23 16,1 2-15-16,-2 5 5 0,-4-1-11 16,-4 2-3-16,0 6 6 0,-6-3-6 0,-2 4-5 15,-1-15-61-15,0 7-46 0,-15 24-51 0,5-20-59 16,-3-3 15-16,-1-2-215 0,-4 1 29 0,0-5 29 16,0-3-87-16,8-3 31 0,3-5 23 15,5-3 27-15,2-2 14 0,0-3 20 0</inkml:trace>
  <inkml:trace contextRef="#ctx0" brushRef="#br0" timeOffset="74061.45">9839 8678 403 0,'-5'-5'158'0,"-1"5"-23"0,5 0-119 0,-2 1-79 15,-3 1-241-15</inkml:trace>
  <inkml:trace contextRef="#ctx0" brushRef="#br0" timeOffset="74524.97">10009 8944 403 0,'-1'-4'351'0,"-1"1"-42"0,1-2-48 0,2 0-29 16,1 0-14-16,-1-2-13 0,4-7-15 0,1-1-13 16,2 0-14-16,-2-1-9 0,-2-1-8 15,4 2 8-15,0-1-17 0,-2-2 14 0,-2 2-7 16,-2 2-13-16,0 3-21 0,-2 11 9 0,0-9-6 16,0 2-6-16,0-1-31 0,-11-3-4 15,8 5-11-15,-1 5-6 0,-1-2-10 0,-1 3-5 16,1 2-9-16,-7 5-6 0,-2 5 7 0,2 3-24 15,-1 4 26-15,7 5-5 0,0 8-27 16,3-4 22-16,0 7-3 0,3-16-11 0,0 8 0 16,12 43 9-16,-7-30-15 0,6 0 8 0,1 1-5 15,3-2 10-15,-1-6-9 0,2 1 5 16,-2-5-2-16,0 0 13 0,-5-4 6 16,-1 1 1-16,-7-2 4 0,-1-14-10 0,-14 21 18 15,-8-15-8-15,1-5-4 0,-5-3-8 0,-5 2-4 16,-2-9 0-16,-2 4-6 0,-1-3 1 0,16-2-17 15,-7 0 1-15,-6 0-115 0,-30-8-52 0,33-3-75 16,3 1 24-16,6-5-316 0,5-3 33 16,7-5 66-16,9-3 37 0,0 14 28 0,19-27 24 15,1 11-1-15,6 1 54 0,5 1-14 16,2 1 4-16</inkml:trace>
  <inkml:trace contextRef="#ctx0" brushRef="#br0" timeOffset="74698.64">10300 8949 241 0,'17'-11'680'16,"-4"5"-125"-16,-4-1-83 0,-3 5-47 0,2-2-57 16,-2 2-46-16,1 0-48 0,-2 0-33 0,15 0-44 15,1 2-59-15,-9 0-61 0,10 0-8 0,29 11-142 16,-17-8-53-16,-4 3-55 0,5-2 17 16,-2 0-267-16,-16-4-18 0,8 0 47 0,6 0 27 15,39-14 23-15,-33 9 40 0,-4 0-6 16,2-6 5-16</inkml:trace>
  <inkml:trace contextRef="#ctx0" brushRef="#br0" timeOffset="75436.39">11067 8818 880 0,'-2'-4'337'0,"-3"1"-38"0,-2 1 17 15,-12 0-41-15,7 2 20 0,-5 0-12 0,-28 14-3 16,18-6-24-16,0 1-16 0,2 1-22 0,-1 2-30 16,7 3-18-16,1 0-8 0,4 6-11 15,4 0-24-15,2 8-4 0,7 0-12 0,1-14-12 16,15 26-13-16,3-15-1 0,-1-1-7 0,3-1-12 15,1-5-10-15,3 1-11 0,-5-2-1 16,7-7-11-16,-3 1 3 0,-3-6-17 0,2-1 7 16,-13-5-11-16,4 0-7 0,13-16 2 15,-17-1 6-15,-3-4-13 0,1-4 16 0,-7-2-4 16,0 10-10-16,0-4-5 0,0-4 10 0,-15-28-7 16,10 27 5-16,-2-1-4 0,-4 5-7 15,2-3 9-15,0 4 4 0,1 1-8 0,1 4-4 16,1-1 14-16,1 7-2 0,1 0-11 0,3 3-7 15,1 7-27-15,0-7-3 0,18-10-24 16,-1 10-7-16,1 0 7 0,2 2-9 0,2-2 27 16,-3 4 5-16,3-1 3 0,-2 0-23 15,-2 0 24-15,-1 4 1 0,-7 0 4 0,4 0-3 16,-14 0 7-16,9 0 0 0,1 0-3 16,17 12 21-16,-16-5 8 0,-2 6-5 0,-2 4 25 15,-6 2-10-15,0 3 0 0,3 4 22 0,0-1-4 16,0 4-9-16,-2 0 12 0,1 2-4 15,1-4-2-15,1 2-2 0,-4-3-1 0,3-6-17 16,1 4 15-16,-1-7-4 0,0 0-2 16,-2-3 5-16,1-6-7 0,-2-1 8 0,4-3-10 15,-2-1 4-15,2-3-17 0,-5 0-1 0,11 0-8 16,15-19-24-16,-8 3 0 0,0 0-17 0,0-3 19 16,5 0 4-16,-3-2 4 0,-3 5-6 15,2-2 12-15,-2 2 28 0,-1 4 12 16,-3-2-3-16,-2 6-10 0,-4 1-14 0,-2 4 21 15,-5 3-2-15,0 0 1 0,0 0-16 0,14 12 15 16,-7 4 5-16,4 5 6 0,4-1-1 16,-1-2-1-16,3-2-7 0,0 3-12 0,3-2 4 15,0-3 6-15,0-2 3 0,1-2-9 0,-1-3 0 16,-2-4 6-16,2-1-4 0,-14-2-3 16,7 0-6-16,20-14 12 0,-17 4 2 0,3-3-7 15,-2-3-8-15,-1 4-1 0,-2 2 15 16,-1 3 12-16,-7 2-14 0,1-1 10 0,-1 2-3 15,-2 4-9-15,1-3-8 0,-5 3 17 0,0 0-21 16,5 15 20-16,-4 2-11 0,1 5 2 0,-2-12-24 16,0 8-33-16,0 5 6 0,-13 25-143 15,8-22-59-15,0-1 23 0,0-5-218 16,3-1 36-16,2-13-104 0,0 5 37 0,0-2 61 16,0-3 47-16,0 1 5 0,15 2 25 0,-13-9-13 15,6 0 12-15,-5 0 27 0</inkml:trace>
  <inkml:trace contextRef="#ctx0" brushRef="#br0" timeOffset="75734.62">12104 9251 291 0,'10'-13'526'0,"-3"5"-111"0,-1-4 44 0,1 0-41 16,0 3-49-16,2-2-37 0,-1-1-38 15,5 1-43-15,4 1-25 0,6 2-20 16,2-2-22-16,0 1-28 0,2 0-13 0,0 3-17 16,1-2-12-16,0 2-12 0,2-2-2 0,-5 0-11 15,3-1-11-15,-6-1-20 0,0-4-17 0,-3-1-5 16,-4 6-18-16,-1-5-2 0,-5 2-7 15,-5 4 12-15,-4 8-17 0,0 0 0 0,-13-9 2 16,-8 9 6-16,-5 0-9 0,13 0 7 16,-27 14-21-16,18-2 20 0,-3 3 1 15,1 2-5-15,2 2-5 0,6 3 2 0,-3 0 7 16,8-1-4-16,2 6-1 0,7 1 0 0,2-15-10 16,12 26 13-16,0-18-28 0,9 0 3 0,4 0-107 15,3-4-36-15,3-1-56 0,5-3 20 0,5-2-258 16,-4-4-63-16,0-1 44 0,6-6 30 15,-22 0 52-15,11 0 19 0,43-12 24 0,-29 0 40 16,4 0-12-16,-1-8 31 0</inkml:trace>
  <inkml:trace contextRef="#ctx0" brushRef="#br0" timeOffset="76543.39">13056 9081 442 0,'2'0'192'16,"-1"0"4"-16,-1-1-19 0,2-2-23 0,0-1-1 15,0 1-3-15,1 1-6 0,0-3-17 0,0 0 7 16,4-7-4-16,3-3-14 0,-5-1 6 16,0 2-20-16,-1-1-8 0,0-2 2 0,-2 4-5 15,0 1 2-15,-2 0-14 0,0 3-4 16,0-2-8-16,0-2-9 0,-12-7 10 0,6 15-4 16,-1 0-2-16,0 3-21 0,-3 2 0 0,0 0-14 15,-19 14 14-15,7-1-22 0,6 4 12 0,-2 3 2 16,0 5-13-16,3 0 15 0,1 8-6 15,2 2-19-15,4 3 4 0,2 0-3 0,1 3 25 16,5 1-19-16,0-20 18 0,0 9 1 0,18 50-7 16,-9-38-15-16,5 5 26 0,4-1-15 15,-2-2 5-15,0-2-4 0,-2-1 4 0,-1-4 17 16,-6-3-8-16,-1-2-4 0,-6-16 37 16,0 7 5-16,-18 25 12 0,3-28-16 0,-5-1 1 15,-8-6-7-15,-4 0-5 0,-3-3-14 0,-9-4-2 16,-4-4-5-16,-3 1 9 0,23-4-4 0,-10 0-19 15,-8 0 3-15,-46-17-8 0,47 10-30 0,8-1 2 16,-1-3-60-16,7 1-53 0,5-1-43 16,2-2-31-16,5 0-51 0,13-1 23 0,4 0-217 15,2 6 34-15,22-15 31 0,-4 8-35 16,5 2 21-16,3-3 26 0,6-1 22 0,2-1 31 16,0 3-5-16</inkml:trace>
  <inkml:trace contextRef="#ctx0" brushRef="#br0" timeOffset="76975.6">13829 9056 261 0,'5'-25'359'0,"-5"1"-68"0,0 14-22 16,-12-21-44-16,-1 14-1 0,1 0-43 15,-5 5-16-15,-4 1-7 0,5 3-23 0,-7 4-17 16,2 1 8-16,10 3-20 0,-7 0-17 0,-1 0-15 16,-17 12 12-16,18-3-23 0,4-2-4 15,2 3-10-15,4-3 10 0,6 3 0 0,2-3-25 16,0-7 5-16,0 0 6 0,19 22-19 15,-2-12 0-15,4 0-4 0,0-1-7 0,2 3-1 16,-1 0 2-16,1-1 1 0,1 3-16 0,-2-1 19 16,-1 3-2-16,-1 0 3 0,-6 0-13 15,1 3-5-15,-4 1 4 0,3 2-10 0,-7 3 19 16,1-3-2-16,-4 0-9 0,1 2-4 0,-2-1 1 16,2-1 2-16,-4 1 3 0,1-2-34 15,0-1-34-15,-2-12-35 0,0 3-61 0,0 4 14 16,0-5-230-16,0-2-29 0,0 0 26 0,-14 7 12 15,10-13 22-15,4 1 46 0,0-3 8 16</inkml:trace>
  <inkml:trace contextRef="#ctx0" brushRef="#br0" timeOffset="77846.77">14597 8899 914 0,'4'2'331'0,"1"3"1"16,-3 0-46-16,5 9-36 0,-2 7 24 15,1-1-16-15,-2 6-33 0,4 1-17 0,-3 0-20 16,0-1-15-16,0 1-18 0,-1 2-30 15,1-1-7-15,1-5-9 0,-2 1-4 0,1-5-19 16,-2-3-24-16,1-1 13 0,-2-4-12 0,-1-1-3 16,2-2-3-16,-3-3 39 0,1-2 9 0,2 1 8 15,-2-4-5-15,-1 0-14 0,0 0-10 16,12-16-5-16,-3 2-10 0,5-4-10 0,0-1-6 16,2-1-10-16,1 2-3 0,3 1-7 15,0 1 6-15,0-2-11 0,1 5 1 0,-5 2-12 16,1 1-9-16,-4 5 7 0,1 3-8 0,-14 2 14 15,9 0-7-15,15 14 3 0,-11-3-4 0,-1 2 3 16,-1 3-1-16,-2 2 1 0,1 2-7 16,-1 2 9-16,-1 2-5 0,0-2-26 0,0 2-30 15,4 0-38-15,-1-1-28 0,-1-2 12 16,3-2-72-16,1-2-11 0,0-1-31 0,0-3-18 16,2-4-7-16,1-4-11 0,-1-5 23 0,-5 0 7 15,5 0 11-15,23-14 33 0,-18-1 16 16,0-2-2-16,1-8 27 0,0 3 25 15,2-5 37-15,1 1 63 0,-3 5 50 0,-5-2 41 16,2 4 50-16,-4 1-16 0,-2 1-8 0,-5 4-10 16,-3 2 14-16,-5 11-14 0,0 0-2 0,-13-5-8 15,4 6 26-15,-10 5-4 0,3 3 6 16,-2 1-4-16,4 2-15 0,1 2-5 0,-1 1-11 16,6 2-9-16,4 4-5 0,3 0-2 15,1-12-13-15,0 8-4 0,21 17 5 0,-10-18-7 16,4-1-7-16,3-2-4 0,1-1-1 0,4-5-2 15,-2 0-7-15,-1-4 6 0,-11-3-20 16,4 0 12-16,8-11 2 0,-14 2-18 0,-3-5 15 16,-3-3-14-16,-1 7 2 0,-14-19-6 15,3 7-2-15,-4 2 6 0,0-1-26 0,-1 4-12 16,0-2-30-16,0 0 5 0,-1 4-79 0,-1 0-33 16,0 1-23-16,4 3-24 0,5 0-20 0,6 2 22 15,3 0-286-15,0 9 23 0,14-20 42 16,1 6 43-16,4-2-3 0,5 0 48 0,-1-1 24 15,5-1 12-15,1 0 38 0</inkml:trace>
  <inkml:trace contextRef="#ctx0" brushRef="#br0" timeOffset="78035">15794 8822 627 0,'18'-15'452'0,"2"-2"-76"0,-1 7 31 16,-6-5-64-16,-3 6-33 0,3 1-24 0,-8 1-38 16,-1 5-20-16,-2 2 5 0,-2 0-7 0,0 9-18 15,-2-3-4-15,-4 12-18 0,1 4-12 16,-2 3-30-16,1 6-6 0,-1 3-15 0,3 6-9 15,0 4-15-15,4 1-44 0,0 3-63 0,0-24 2 16,10 49-169-16,-5-25-82 0,3-2 24 16,-5 0-317-16,-1-3 39 0,1-4 43 0,-1-8 34 15,0 1 30-15,2-4 34 0,-1-8 23 16,0-5 24-16,0-9 21 0,-2-3 13 0</inkml:trace>
  <inkml:trace contextRef="#ctx0" brushRef="#br0" timeOffset="78198.61">15830 9197 1141 0,'-8'-26'438'0,"3"5"-62"16,3 2-36-16,2 10-48 0,11-16-46 0,4 11-34 15,2 0-53-15,8 6-16 0,7 1-115 0,0 4-40 16,0 0-64-16,0 3-35 0,-13 0-39 16,6 0 13-16,6 0-240 0,1 0-30 0,1 0 26 15,30 14 24-15,-31-13 27 0,-5 1 15 16,-3 3 5-16</inkml:trace>
  <inkml:trace contextRef="#ctx0" brushRef="#br0" timeOffset="78742.84">16372 9117 262 0,'-1'-2'343'0,"0"1"-56"0,-4-2-26 16,2 1-21-16,-2-1-24 0,0 0-17 0,-8-1-17 15,-5-1-19-15,0 3-12 0,7 2-30 0,-3 0-2 16,-21 11-31-16,16-3-11 0,3 2 13 15,1 0-23-15,4-1-3 0,5 3-15 0,2 0 3 16,2-2-5-16,2-10-9 0,0 10 7 16,17 9 7-16,-3-14-29 0,3 2-11 0,1-2-6 15,0 0 5-15,1-3-8 0,-1 1 9 0,1-2-15 16,-8 0 5-16,1 0-11 0,-5-1 24 16,0 2-21-16,-2 0 6 0,-1-1-2 15,0-1 10-15,-3 3 4 0,3 0 14 0,-4 0 7 16,0 1-21-16,0 1 0 0,2 0 9 0,1 1-4 15,1 9-8-15,3 0 1 0,4 0 1 16,1-3 15-16,4 0-17 0,-1-1 2 0,7-2-4 16,0-3 13-16,2-3-11 0,-3 0 15 15,-10-3-9-15,8 0-18 0,22-12 1 0,-17 3 12 16,-2-3 15-16,0-4-15 0,-5-1-10 16,6-3 3-16,-6-5 1 0,2-2 14 0,-3-6 0 15,3-2-3-15,-4-4 18 0,-1 1 1 0,-2-1 28 16,2-1-6-16,-4 0 33 0,1 5 18 0,-5 2 24 15,1 0 12-15,-2 5 9 0,-1-2-1 16,-1 5-13-16,-2 2-12 0,3 12-14 16,-4 11-20-16,0-9-4 0,0 9-9 0,-14-11-7 15,10 14-3-15,-12 7-13 0,5 11-3 0,1 2-8 16,2 6 6-16,2 10-2 0,1 5-12 16,3 3-8-16,2 6-34 0,0-26-68 15,0 14-41-15,11 52 11 0,-5-40-153 0,-5-5-37 16,-1-26 28-16,0 10-264 0,-11 37 5 0,2-37 56 15,0-3 24-15,-3-8 31 0,1-4 28 16,-4-9 34-16,3-1 23 0,2-4 18 0,10-3 10 16</inkml:trace>
  <inkml:trace contextRef="#ctx0" brushRef="#br0" timeOffset="78990.75">16710 9172 1092 0,'6'-22'374'0,"1"0"-52"0,5 3-55 16,3-1-15-16,5 4-28 0,4 1-30 0,4-1-21 15,4 5-19-15,1-1-17 0,5 5-10 16,-1 1-18-16,0 5-9 0,0 1-9 0,-21 0-4 16,9 0-23-16,27 9-5 0,-25-1 8 0,-6 3 6 15,1 3 19-15,-5 4 11 0,-7 4 4 16,-5 2-2-16,-5 1-6 0,0-11-17 0,-11 25-11 16,-2-13 4-16,4 3-4 0,-2 1-28 15,-2-2-40-15,-3 2 1 0,1 1-143 0,0-2-76 16,1 0 21-16,2-3-278 0,-4-4-27 0,3-2 38 15,-1-3 10-15,5-2 29 0,6-8 59 0,3-5 32 16,3-2 18-16,2-2 13 0,0-3 6 16</inkml:trace>
  <inkml:trace contextRef="#ctx0" brushRef="#br0" timeOffset="79136.17">17355 9006 380 0,'3'-33'416'0,"-3"20"-80"16,0-8-48-16,0 2-34 0,0 0-73 15,10-13-78-15,-10 25-27 0,1 2-21 0,2 5-44 16,2 0-56-16,9 17 4 0,5-5-95 16,0 5-162-16,0-2-50 0,1 2 23 0,1 1 39 15,-2 0-20-15</inkml:trace>
  <inkml:trace contextRef="#ctx0" brushRef="#br0" timeOffset="79722.75">17740 9150 424 0,'-2'0'376'0,"-2"0"-13"0,-3 1-30 0,-12 4-7 0,-9 1-41 16,-1 1 35-16,-3 1-29 0,4 4-26 0,-4-1-34 15,5 1-25-15,0 3-13 0,4-1-37 16,2 4-8-16,5-1-15 0,2 2-11 0,4-1-5 16,7-2-10-16,3-6-17 0,11 12 0 15,4-10-19-15,5-2-7 0,3-2-10 16,4-2-15-16,2-4-12 0,-15-2 0 0,8 0-10 0,28-11-14 15,-22 3-12-15,-2-4-19 0,1-3 3 16,1-4-23-16,-3 0-5 0,-3 2 21 16,0 2 4-16,-2-1 3 0,-2 2 41 0,-4 3 9 15,-1 1-7-15,-5 4-12 0,-1 2 5 0,-2 2-3 16,-3 1-10-16,-2 1 21 0,0 0-11 16,0 0-11-16,2 11 12 0,-2-8 6 0,0 2-2 15,0 1-4-15,0-1-1 0,0 0 4 16,0 0-2-16,0 0-8 0,0-1-4 0,0-4 14 15,0 0-3-15,0 7 7 0,0-7-23 0,0 6 9 16,13 3 9-16,-7-6-13 0,-1 1 4 16,0-1-1-16,5 4 6 0,-5 1-13 0,3-2 5 15,-2 0 0-15,-3-1 1 0,0 2 3 16,6 4 2-16,1 1-3 0,0-2-1 0,1 3-2 16,5-4 10-16,5 0-3 0,2 2-2 0,4-2 11 15,3-1-27-15,6-2 17 0,5 0 1 0,-3-5 2 16,-1-1 2-16,-17 0-19 0,8 0 11 15,32-13 3-15,-27 7-14 0,-2-1 27 0,-5 0 28 16,4-1 4-16,-5 2 23 0,-5 0 4 16,-1 0-13-16,-6 4-8 0,-13 2-13 0,7 0-7 15,-7 0 4-15,9 16-7 0,-10-1-34 16,-2 3-50-16,3-7 5 0,-6 26-142 0,-2-11-100 0,3 0 26 16,1 2 25-16,-1 1 24 0,3-6 19 15,-2 4 18-15,1-1-298 0,3-15 23 16,0 7 8-16,0 0 47 0,13 17 51 0,-8-17 22 15,4-4-39-15,1 1 14 0,1-2 64 0</inkml:trace>
  <inkml:trace contextRef="#ctx0" brushRef="#br0" timeOffset="85534.68">3387 10294 219 0,'0'-15'325'0,"4"-11"-56"0,-9 17-34 0,0 1-31 0,-2 5-23 16,1-1-13-16,0 4 1 0,-3 0-7 15,-13 15 9-15,5-1-8 0,-2 3-4 0,4 2-9 16,-3 2-3-16,-1 4-2 0,6 2 6 0,-2-1-16 16,1 3 4-16,2-1 2 0,2 2-8 15,3 2 2-15,5-2-5 0,2-16-4 0,0 8-9 16,12 28-5-16,3-23-7 0,1-4 4 15,6-3-16-15,1-1-5 0,3-4-7 0,2-4-9 16,1-2-4-16,3-5-1 0,3-2-8 0,-20-2-15 16,8 0 3-16,28-18 8 0,-23 5-20 0,-5-3-2 15,-1-1 3-15,-3 0-1 0,-2-5-8 16,-3-2-1-16,-4-3 1 0,-6-2-2 0,-1-2-11 16,-3 16 9-16,0-7-2 0,-18-27-16 15,5 23 3-15,-5 4 0 0,-4 1-6 0,-3 1-4 16,-2 4-11-16,-4 5-17 0,1 0-6 15,-2 4-25-15,2 2 6 0,-2 1-73 0,3 4-60 16,17 0-43-16,-4 0-10 0,-15 11-27 16,22-7 23-16,6 2-258 0,6 1 38 0,2-3 32 15,12 2 22-15,1-2 32 0,5 0 24 16,2 3 25-16,3-3 20 0,4-2 1 0</inkml:trace>
  <inkml:trace contextRef="#ctx0" brushRef="#br0" timeOffset="85934.59">4369 10204 299 0,'6'-8'460'0,"-1"2"-88"0,-1 1-55 0,-1 1-46 16,-1 1-28-16,1 1-28 0,-4 2-19 0,-1 2-18 15,-9 6-15-15,-7 8-22 0,-1-1-36 16,-2 1-4-16,-2 2-14 0,-3 1-19 0,4-2 6 16,-3 4-16-16,-3-3-13 0,3-1 21 15,-1 0-29-15,3-2 3 0,5 1-2 16,-1 1 1-16,0-1-1 0,6-1 13 0,3-2-3 16,1 3-9-16,4 1-3 0,4-3 5 0,1-8-11 15,0 7 14-15,12 15-5 0,-3-9-3 16,4 1-5-16,4-2 34 0,0 2 10 0,0-5-19 15,2 4 1-15,2-1 4 0,1 1-3 0,2 0-16 16,1 0-2-16,-1 2 8 0,0-1-11 16,1-1-36-16,1 1 1 0,-1-1-83 0,0 1-30 15,-5-3-42-15,2 2-41 0,-3 3 17 16,-3-6-244-16,-4 2 33 0,-2-3 31 0,-4-2-48 16,-2-5 3-16,-2-1 51 0,-2-1 25 15,0-5-35-15,0-1 26 0</inkml:trace>
  <inkml:trace contextRef="#ctx0" brushRef="#br0" timeOffset="86216.33">4096 11019 280 0,'-24'0'456'0,"1"2"-70"16,17-2-45-16,-7 0-51 0,4 0-42 16,2 0-26-16,7 0-2 0,-13 9-24 0,16-4 28 15,9 4-9-15,7 0-29 0,7 2-18 0,-1 0-12 16,5-1-13-16,2-1-18 0,0 2-26 0,1 0 1 15,-1-1-8-15,0 0-21 0,-5-3-7 16,0 3-10-16,-1-2-22 0,-1 2-5 16,-6-4-14-16,-1 2 5 0,-7-2-2 0,2 3-13 15,-5-7 0-15,-6 3-2 0,1-2 2 0,-3-3-13 16,0 0-8-16,-5 1-52 0,1 2-8 16,0-6-39-16,-1 2-35 0,-1 1-37 0,1-1 18 15,-6-7-228-15,1-1-66 0,-3-1 33 16,6 0-2-16,-1-5 28 0,4 1 90 0,0-1 0 15,4 15 43-15</inkml:trace>
  <inkml:trace contextRef="#ctx0" brushRef="#br0" timeOffset="87434.01">5876 10181 599 0,'0'0'189'0,"0"-13"-10"0,-29-5-26 0,20 15-5 0,-1 3-3 15,-2 0-10-15,4 0-10 0,-8 0 9 16,-19 14 4-16,14-4-2 0,1 4 1 0,-1 1 13 15,-2 3-1-15,1 0 6 0,-1 2-11 16,1 2 5-16,-1-1-15 0,3 1 13 0,0 4 19 16,0-4-11-16,3 3-13 0,2-1-8 0,2-2-13 15,3 2 2-15,1 2 1 0,4-1-5 16,5 0-1-16,0-12-19 0,18 24-2 0,-7-16-14 16,8-1-10-16,2-1-8 0,5 0-9 0,3-2 8 15,2-4-14-15,1 2 2 0,2-4 0 16,2-1-10-16,-3-2-5 0,2-2-2 0,-5-1-18 15,5-1-1-15,-6-1-9 0,-3 0 8 0,-8-3-6 16,1 0-14-16,-13 0-2 0,3 0-24 0,0 0-31 16,-1 0 7-16,1-12-112 0,-8 7-56 15,-1 1 20-15,-1 0-238 0,-6-10 37 16,2 3-108-16,1-2 35 0,2 4 60 0,2 9 47 16,0-9 23-16,13-11 25 0,5 9 26 0,1-1-6 15,4 6 42-15</inkml:trace>
  <inkml:trace contextRef="#ctx0" brushRef="#br0" timeOffset="87631.4">6451 10642 461 0,'2'-4'632'0,"-1"0"-89"16,-1 1-58-16,1 0-48 0,-1-2-54 0,0 0-40 16,0 1-45-16,0-1-32 0,0 0-26 0,0 0-25 15,0 0-32-15,0 5-23 0,0 0-81 16,0 0-78-16,0-6-1 0,0 6-194 0,0-6-85 15,0 6 25-15,0 0-246 0,0-7 22 16,21-8 33-16,-6 6 29 0,3 2 32 0,4-2 34 16,2 1 27-16,5 0 8 0,5-1 10 0</inkml:trace>
  <inkml:trace contextRef="#ctx0" brushRef="#br0" timeOffset="89215.68">7369 10265 374 0,'3'-4'218'0,"-2"-1"-15"0,2 2-12 16,0-4-20-16,0 4-23 0,-2-4-13 0,0 3-11 16,2-2-8-16,-2-1-4 0,0 0-3 15,1 0 8-15,3-6-20 0,-5-1-1 16,1 5-2-16,-1 9 9 0,0-9-23 0,0 1-9 16,0 0 2-16,0 8-7 0,-16-19-16 0,2 14-3 15,-1 0 4-15,0 5 5 0,-9 0-4 16,12 0 7-16,-27 10-7 0,13 0-4 0,-2-1 6 15,0 2-5-15,1 4 16 0,-1 1-27 0,4 1 6 16,3-1-13-16,1 2 13 0,2-2-28 16,3 6 7-16,3-4 0 0,3-1-1 0,3-1 7 15,3-6-2-15,3-10 4 0,19 18-20 16,-7-11-3-16,7-1 13 0,-1-6-17 0,-5 0 4 16,5 0-5-16,25-19-14 0,-18 7 10 0,-1 0-15 15,-1 0 23-15,0 1-18 0,1-1 1 0,-3 1 17 16,4 0-18-16,-1 0 4 0,-3 4-1 15,3 2 14-15,-1 5-16 0,-13 0 17 0,24 14 14 16,-13-1-5-16,-7 6 2 0,3 3 0 16,-2 6 22-16,-2 4 6 0,-3 6 8 0,-1 3-3 15,0 7-6-15,-1 2 19 0,1 2 13 16,-4 2-17-16,1 2-7 0,-2 4-13 0,-1 2-3 16,-2-3-4-16,-1-32 2 0,0 16 19 0,-14 54-14 15,6-48 20-15,-4 0-3 0,-3-5 7 0,0-2 4 16,-2-5-9-16,-3-5 3 0,0-3 6 15,0-6 11-15,-4-5 5 0,4-6-6 0,0-1 4 16,-5-9 0-16,12-2-24 0,-20-17 9 0,16 2-13 16,2-5-10-16,3-8 2 0,1-3-6 15,5-5-2-15,3-6-5 0,3 21-15 0,0-13 4 16,13-47-1-16,-4 29-8 0,4 4-4 0,2-1-13 16,3 1 9-16,1 2-9 0,1 0-19 0,3 5-18 15,2 0-7-15,0-1-27 0,3 4-21 16,-1 4 9-16,1 1-46 0,0 2-16 0,0 1-23 15,2 0-4-15,4 1-2 0,-3 3 2 16,2 5-10-16,-1 0 1 0,3 0 20 0,-2 2-18 16,-1 2 30-16,1 0 21 0,-2 1 1 15,-2 1 26-15,-1 0-6 0,-2 3 36 0,-4-2 33 16,-3 3 9-16,2-1 18 0,1-2 18 0,-5 2 20 16,-2 1 8-16,-1 2 8 0,-2-2 6 15,-3 3 31-15,-3-2-9 0,-1 3 8 0,0 2 10 16,0 2 3-16,-3-1-10 0,0 2-12 0,-2 0-6 15,0 2-16-15,-2 1 19 0,-2 0-6 0,-14 9 41 16,4 4-16-16,-5 2 29 0,0 3 3 16,1 1 2-16,0 7-16 0,1-3 11 0,-1 3-4 15,5 2 1-15,0-2-15 0,2 2-1 0,5-3-5 16,-2 4-5-16,8-15-9 0,0 5-1 16,14 31-7-16,-5-27-7 0,6-4-6 0,1-3-1 15,3 0-14-15,1-5-5 0,6 0 7 0,1-6-4 16,5-1-12-16,0-5-5 0,-16 0 0 15,4 0-4-15,31-16-8 0,-27 4-10 0,-1-4 0 16,-1 0 6-16,-3-8-7 0,1 0-2 16,-3 0-2-16,1 0 1 0,-6 2 2 0,1 0 5 15,-3 0 1-15,0 1 19 0,1 1-12 0,-2 5 11 16,-5 4-2-16,0 2-2 0,-2 1 1 16,2 3-7-16,-2 2-6 0,-2 3 5 0,-2 0 14 15,2 3 3-15,-1 2 2 0,-2 2 3 0,-2 10 2 16,0 2-2-16,4 3 2 0,0-3-9 15,1-8 6-15,0 5 0 0,0 3-10 0,0 0-5 16,14 18 12-16,-5-18-10 0,-3-7-1 0,3 1 2 16,-3-1 8-16,2-3-10 0,1 1-6 0,-1-3 2 15,-1-2-4-15,2-2 9 0,-1-3-5 16,-8 0 6-16,12 0-4 0,16-16-11 0,-12 5-2 16,0-5-4-16,2-1 0 0,-1-1 1 0,3-2 2 15,-6 4-3-15,2 1 11 0,-2 2-9 16,-4 2-2-16,-1 4-4 0,-3 0 0 0,1 5 2 15,-3 1-5-15,-4 1 17 0,0 0 8 0,0 0 3 16,10 14 3-16,-7 0-2 0,2 4 7 16,-1 0-12-16,2 2 5 0,-1 0-6 0,0 0 0 15,2 1-43-15,-1 1-22 0,3 0-64 16,-2 0 11-16,-2 1-134 0,0-5-36 0,-4-1-41 16,0-5 27-16,-1-12-174 0,0 0-87 15,0 0 41-15,-6 10 36 0,5-15 61 0,1-3 25 16,0-9 14-16,0 8 21 0,0-12 24 0,20-24 10 15,-4 11-16-15</inkml:trace>
  <inkml:trace contextRef="#ctx0" brushRef="#br0" timeOffset="89401.93">9069 10338 239 0,'21'-15'460'0,"0"1"-113"15,-6 4-30-15,4 5-3 0,-4 5-38 0,-6 0 6 16,14 16-15-16,-8 0-9 0,-2 3-18 16,-1 3-29-16,-3 0-27 0,-2 4 1 0,0 3-25 15,0 3-8-15,-4-1-22 0,-3-14-9 0,0 10-13 16,-11 39-5-16,-2-30-35 0,-6 3-12 15,-8-4-39-15,-5-1-2 0,-3-2-76 16,-7-4-62-16,-5-2-77 0,1-4 16 0,0-2-310 16,0-5 22-16,0-4 31 0,10-3 41 0,2-5 15 15,6-3 25-15,18 0-10 0,-12-11 12 16,20-1 50-16</inkml:trace>
  <inkml:trace contextRef="#ctx0" brushRef="#br0" timeOffset="89991.63">10518 10286 480 0,'1'3'409'0,"-2"1"-64"0,-2 2-57 0,-7 7-3 0,-7 3-50 15,0 3-27-15,1 1-23 0,-6-2-24 16,-2 5-22-16,-5-1-26 0,-2 0 0 0,2 0 10 16,-6-3-33-16,0 2-1 0,1-1 0 15,5-3-2-15,-1-3-7 0,6-1-9 0,-2-1 56 16,5-5-13-16,3 4-4 0,4-2 7 0,-1-2-5 15,8-2-21-15,3 0-1 0,3-2-15 16,1-3-5-16,0 0-1 0,20 16 7 0,-3-9-4 16,3 1-16-16,1 2 8 0,1 2-15 0,-1-1 2 15,2 2-10-15,2 0-12 0,-1 3 5 16,4-1 5-16,3 1-10 0,-1 3-10 0,0-2-3 16,2 4 4-16,1-1-26 0,-1-2-47 0,2 3 5 15,1-1-94-15,-7-2-29 0,-1 1-37 16,-3-2-49-16,-1 0 25 0,-1-1-231 0,-7-3 36 15,-4-1-48-15,-5-4 21 0,-2-3 29 0,-4-5 52 16,0 0 25-16,0 0 8 0,0 0-21 0</inkml:trace>
  <inkml:trace contextRef="#ctx0" brushRef="#br0" timeOffset="90294.42">10239 11076 491 0,'-31'0'485'0,"17"0"-63"0,-5 0-27 0,0 0-52 15,0 0-29-15,2 0-35 0,7 0-14 16,1 0-11-16,8 9-7 0,11-1-20 0,10 1-17 16,6-1-31-16,2 4-10 0,10 0-22 0,6-3-18 15,-2 4-12-15,5-1-9 0,-1 0-10 0,-1-2-22 16,2 1-5-16,-5-1 0 0,-5 1-15 0,-2-1-9 16,-3-2 2-16,0-5 0 0,-5 5-5 15,-4-2-4-15,-4 1-3 0,0-4-8 0,-6-2-13 16,-3 2-2-16,-6-2 3 0,-1 0 2 15,-1 1-11-15,-2-2-35 0,0 0-31 0,0 0 6 16,-9 0-105-16,7-2-33 0,-6 1-78 0,6 0 25 16,-1-2 24-16,-2 1 22 0,5-4 18 15,0 1 16-15,0-2-329 0,8-9 21 0,0-2 33 16,3 2 30-16,2 1 27 0,3-3 24 16,0 4 72-16,5-2 14 0</inkml:trace>
  <inkml:trace contextRef="#ctx0" brushRef="#br0" timeOffset="91435.57">11710 10674 831 0,'0'0'385'0,"0"0"-21"0,0 0-45 0,0 0 35 15,0-14-26-15,0 14-27 0,0 0-17 16,-7-20-41-16,7 17-18 0,1 0-36 0,3 0-18 15,1 0-13-15,11-2-23 0,7-4-16 0,-1-1-15 16,4 5-8-16,2-2-27 0,1-3-27 0,-1 3-11 16,-1-1-31-16,1-1 0 0,-5-1 3 15,-2-3-6-15,2 3 1 0,-1-1-2 0,-7-3-15 16,2 0 8-16,-7-1-11 0,0-4 25 16,-3-1-17-16,-2 1 9 0,-2-3 7 0,-1 0 0 15,-1 0-6-15,-1 1-3 0,0 9 10 0,0-3-5 16,0-2 20-16,-12-16 1 0,11 20-4 15,-3 3 26-15,3 3-2 0,-1 0 0 0,2 2-7 16,-2 1-7-16,1 0 2 0,1 0-12 0,-3 2 5 16,2 2 1-16,-1 2 7 0,-4 3 14 15,0 9 10-15,-5 5 0 0,1 1 7 0,2 5 16 16,-2-3-7-16,4 4 10 0,2 2 15 0,-1 4-6 16,1 2 17-16,2 5-19 0,1 5 17 15,1-1-9-15,0-21-1 0,0 11 7 0,0 8-13 16,0 3-9-16,10 44-4 0,-4-44-21 15,0 0-3-15,2 0-6 0,-1 0-4 0,0-2-3 16,3-1-5-16,0 0-44 0,-1-3-54 0,-4 1-51 16,0-3-66-16,-4 3 18 0,-1-22-143 0,0 8-46 15,-10 37 33-15,0-32-287 0,-4-5 53 16,-1-2 42-16,-1-5 37 0,4-1 7 0,-5-5 41 16,2-7 16-16,3-4 24 0,12-1 23 15,-20-11 9-15,9 0 59 0</inkml:trace>
  <inkml:trace contextRef="#ctx0" brushRef="#br0" timeOffset="91631.48">11776 11080 759 0,'-2'-28'530'15,"2"13"-69"-15,0-7-42 0,0-1-38 0,17-26-45 16,-6 25-33-16,2 2-26 0,6 2-42 16,2-1-23-16,3 4-21 0,3 0-24 0,0 2-31 15,3 2-49-15,0 4-60 0,3-2-4 0,2 2-125 16,-3 0-45-16,5 2-46 0,1 2 18 15,0-4-199-15,4 6 32 0,0-2 27 0,1-3 26 16,-2-2 23-16,0 0-105 0,2 0 25 16,-2 0 24-16,-4-1 1 0,4-4-2 0,-1 5 42 15</inkml:trace>
  <inkml:trace contextRef="#ctx0" brushRef="#br0" timeOffset="92224.37">12904 10425 339 0,'-7'-10'391'0,"-1"4"-71"0,-2-2-31 16,-4 5-12-16,2 2 10 0,2-1-39 0,0 2-12 16,-20 11-27-16,11 0 30 0,-3 2-6 15,0 1 4-15,5 3-23 0,-2 1 6 0,3 2-24 16,2 2-5-16,3 1-7 0,1 1-17 16,3 2-14-16,3-1-3 0,4 3-18 0,0-15-11 15,0 6-5-15,23 26-14 0,-5-20-6 0,5 2-23 16,3-2-24-16,2-4-45 0,0 0-46 0,3-3 5 15,1-2-109-15,-3-3-32 0,2-2-30 16,-3-3-36-16,4-6 0 0,-18-2-19 0,9 0 26 16,24-12-78-16,-25-2-35 0,0-3-24 0,-1-7-37 15,0-1 29-15,-3-1 24 0,1 1 99 16,-1 1 221-16,1 1 3 0,-6 1 123 16,1 0 39-16,-4 0 29 0,3 3 14 0,-3 2 48 15,-4 4-10-15,1 0 1 0,-3 5-24 0,0 0 13 16,-2 4-15-16,-2 1 26 0,0 3 16 0,-6 3-13 15,4 1-5-15,-6 6-8 0,2 4-7 16,0 2-20-16,1 3-11 0,0 2-21 0,5 4 0 16,0-13-19-16,0 6-12 0,0 2-9 15,16 26-11-15,-7-26-5 0,2-1-16 0,0-1-3 16,-1-4 7-16,3-1-24 0,-1-2 14 0,5-1-8 16,-5-8-10-16,1-2-8 0,-4 0-8 0,3 0 2 15,20-17 5-15,-13 5-17 0,1-1 2 16,-3-4-1-16,1 1-4 0,0-2 3 0,1 2-5 15,-2 1-4-15,-3 3 14 0,-2 3-1 0,0 1-7 16,-4 1 4-16,-1 1 4 0,-2 4-10 16,-3 2-2-16,-2 0 9 0,0 0-17 0,0 0-2 15,9 15 20-15,-5 0-13 0,0 6 1 16,-2-1-35-16,0 2-48 0,-1 1-48 0,-1 2 13 16,0-14-148-16,0 9-51 0,-14 22 27 15,6-21-318-15,2-1 55 0,2-3-1 0,-4-5 40 16,3-6 71-16,4-3 29 0,-1-3 28 0,4-2 45 15,0-3 25-15,2-9 12 0,4-3-20 0</inkml:trace>
  <inkml:trace contextRef="#ctx0" brushRef="#br0" timeOffset="92439.87">13997 10492 762 0,'18'-18'484'0,"2"4"-72"0,0 4-28 0,-1 4-28 15,-10 6-10-15,22 13-27 0,-11 1-26 0,-3 4-21 16,-3 6-18-16,1 10-20 0,1 4-22 15,-4 3-28-15,0 2-8 0,-6 3-20 0,-2 3-22 16,-4-3-10-16,0-21-12 0,-16 43-24 0,-2-21-37 16,-6-4-51-16,-7-1-53 0,-7 2 7 15,-4-4-142-15,-14 2-73 0,-4-2 24 0,-5-2-330 16,-11-4 49-16,-4-2 40 0,0-4 32 16,1-2 33-16,2-4 25 0,3-6 30 0,2-3 64 15,8 0 15-15,1-4-71 0</inkml:trace>
  <inkml:trace contextRef="#ctx0" brushRef="#br0" timeOffset="94748.54">3235 11950 464 0,'0'0'284'16,"0"-15"-24"-16,0 15-36 0,0 0-24 0,7-26-19 15,-13 23-12-15,1 3-13 0,0 0 1 0,-13 5-8 16,2 2 10-16,-4 4-11 0,0 4 12 16,1 1-30-16,4 0 13 0,-3 8-13 0,-3 1 27 15,4 1-16-15,3 1-8 0,2 0-11 16,4 1 4-16,2 0-18 0,6 3-5 0,0-15 19 16,10 26-22-16,3-13-18 0,1-3 6 0,6-2-8 15,4 0-6-15,4-6-20 0,3 0-5 16,0-4 14-16,6-3-13 0,-2-2-6 0,2-6-7 15,2 0 2-15,-22-3-2 0,10 0-1 16,32-14-17-16,-29 4 16 0,0-5-8 0,-5-2-9 16,-3-5 4-16,-6 0-10 0,-1-6 6 0,-5 0-9 15,-5-3 3-15,-5-2 7 0,0 16-14 0,-15-32-5 16,2 18 14-16,-4 4-6 0,-2 0 4 16,-5 1-10-16,-2 2 1 0,1 4-9 0,-1 0-21 15,-2 4 3-15,6 2-88 0,-1 5-50 16,0 1-28-16,0 2-32 0,3 6-38 0,13 0 23 15,-2 0-272-15,-3 10 26 0,8-5 38 0,6 0 31 16,2 0 26-16,13 2 31 0,2 1 34 16,8 1 11-16,1-3-11 0</inkml:trace>
  <inkml:trace contextRef="#ctx0" brushRef="#br0" timeOffset="95385.2">4782 11816 549 0,'5'-4'340'0,"-4"1"-65"16,2 1-31-16,-3 2-42 0,-4 2-14 0,-9 5-2 15,-9 3-20-15,0 3-26 0,-7-1-11 0,-4 6-10 16,-1 2-12-16,-6-1 12 0,-1 3-19 16,1 2-4-16,-1-2 6 0,4-1-10 15,1-3-9-15,2 1 8 0,5-5-21 0,-1 1-3 16,10 0 10-16,-3-4-27 0,0 2-8 15,7-3-8-15,1-3 15 0,6 2-20 0,3-4 24 16,1 5-6-16,5-10 61 0,0 10-15 0,18 12 14 16,-3-10-16-16,-1-1-7 0,9 5-11 15,-5-5 2-15,6 4-8 0,2-1-7 0,4 1 4 16,0 1 5-16,2-2-13 0,1 4 1 0,2-2-12 16,-1 2-7-16,2-1-1 0,-3 2 5 15,-1-1-11-15,0 1-29 0,-3 1-13 0,-1-2-34 16,-1-1 4-16,-3-2-109 0,-4 3-37 0,0-2-43 15,-3-1-36-15,0 0 24 0,1 0-249 0,-8-2 36 16,-5-5 34-16,-1-4 9 0,-3 1 24 16,-1-3 19-16,0 0 72 0,-1-2-17 15,1-2 7-15</inkml:trace>
  <inkml:trace contextRef="#ctx0" brushRef="#br0" timeOffset="95668.4">4389 12697 262 0,'-34'7'440'0,"3"0"-86"0,2-3-34 16,1 3-49-16,7-3-15 0,2 0-19 16,8 0-15-16,8 3-27 0,2-2 34 0,1-5-26 15,21 13-3-15,3-1-21 0,6-5-32 16,5 4 2-16,7-3-21 0,4 0-17 0,1 0-18 16,4 0-20-16,0 4 10 0,-2-4-15 0,-4-2-6 15,-4 2-34-15,-2 1-4 0,-7-4-16 16,-1 1-4-16,-2-1 2 0,-3 2-19 0,-4-5 3 15,-8-2 2-15,-3 4 2 0,-3-3-15 16,-3 1-4-16,-5-2-39 0,0 0-5 0,0 0-17 16,5-2-30-16,-5 1-28 0,-2 1-24 0,0-4 16 15,1 1-305-15,-2 0 20 0,3-1 33 16,0-3 11-16,0-1 25 0,7-10 18 0,0-2 31 16,1-2 16-16</inkml:trace>
  <inkml:trace contextRef="#ctx0" brushRef="#br0" timeOffset="96490.77">6022 12034 388 0,'5'-7'296'0,"0"2"-43"15,-1 2-24-15,-3-3-19 0,2 3-3 0,0-2-30 16,-3 0-7-16,1 1-10 0,-1 1-7 0,0-1-18 16,0 0-25-16,0 4-7 0,0 0-14 15,0 0-11-15,-13-13 10 0,-1 9-14 0,-7 6-5 16,9-2 17-16,-27 10 5 0,15 1 35 0,-6-1-13 16,5 6-12-16,-5 1 23 0,0 3 8 0,2 2 1 15,1 3-12-15,-1 3-11 0,3-2 9 16,1 2-15-16,6 2 0 0,0-3-7 0,7 2 4 15,2 1-15-15,3-2 2 0,6 7-2 0,0-23-8 16,19 26-3-16,-4-15-9 0,7 0-9 16,7-2 2-16,3-3-5 0,4-2-15 0,5-1 4 15,0-4-3-15,-2 0-3 0,2-4-10 0,-1 1-1 16,-3-2-29-16,-2-4-7 0,-1 1-15 16,-3 0-36-16,-21-3-17 0,8 0 7 0,-2 0-99 15,14-14-36-15,-22 7-37 0,-5 3 24 16,-1-3-203-16,-2 0 36 0,0 0 30 0,0-1-86 15,0 8 30-15,0-11 29 0,0-4 25 16,14-9 3-16,-5 7 35 0,6 3 20 0,3 1-9 16</inkml:trace>
  <inkml:trace contextRef="#ctx0" brushRef="#br0" timeOffset="96708.81">6578 12374 724 0,'3'0'557'0,"-1"0"-49"0,1 0-38 15,-2 0-36-15,4 0-24 0,-5 0-44 16,2-1-31-16,0-1-38 0,-2 2-30 0,4 0-35 16,-3 0-21-16,1 0-19 0,0 0-26 15,-1 0-52-15,-1 0-47 0,0 0-58 0,-1 0-70 16,1-3 8-16,-2 3-172 0,2 0-69 0,2 0 28 16,-1 3-284-16,-1-3 39 0,4-3 60 15,1 3 32-15,3-2 30 0,-3 0 28 0,11-3 22 16,1 0 24-16,7-1 4 0,-1-1 7 0</inkml:trace>
  <inkml:trace contextRef="#ctx0" brushRef="#br0" timeOffset="97541.46">7267 11937 210 0,'1'-4'436'16,"-1"-1"-80"-16,0 1-31 0,3-2-7 0,-3 3-69 16,1 1-30-16,0-2-23 0,1 4-21 0,0 1 1 15,2 3-2-15,-1 0-6 0,4 14-18 16,1 5-5-16,-2 3-15 0,-2 2 10 0,6 2 1 15,-6-2-16-15,2-5 4 0,2 6-14 0,-1 3-20 16,0-3-1-16,1 0-12 0,0-2-10 0,1-2-7 16,-2 1 0-16,2 0-9 0,-2-4-15 15,-1-3 9-15,-1-1-7 0,1-4-4 0,-3-4-1 16,2-2 26-16,-2-2 27 0,-1-4 3 16,1-2-17-16,-3 0-3 0,0 0-8 0,20-16-16 15,-7 1-3-15,5-4 4 0,-5 0-8 0,5-6 1 16,1 1-10-16,-2-2-14 0,3 1 6 15,3-1 3-15,-4-1-8 0,4 1 0 0,-4 6-5 16,1-5 2-16,-3 6-5 0,-1 1-3 0,0 0 3 16,0 3 0-16,-4 2-8 0,-3 3-4 15,0 2-4-15,-4 3 6 0,2 3-5 0,-5 0 3 16,-2 2 0-16,0 0 15 0,13 26 6 16,-9-11 5-16,1 5 3 0,-4 0 5 0,-1-6-4 15,0 4 9-15,0 5-4 0,0 0-4 0,0 3-6 16,0 4-2-16,0 0-2 0,0-2-1 15,0 1-16-15,0 2-36 0,0-4-42 0,0 0-59 16,0-1 12-16,-11 20-125 0,6-24-54 0,5-2 26 16,-4-4-258-16,1-6-26 0,1-3 59 15,2-4 37-15,0-3 34 0,5 0 42 0,0-4 10 16,3-5 24-16,7-7 32 0,1-1 13 0,5-4 6 16</inkml:trace>
  <inkml:trace contextRef="#ctx0" brushRef="#br0" timeOffset="98320.86">7974 11787 348 0,'-3'-2'276'0,"2"-3"-45"0,-2 0-2 0,3 2-22 0,0 2-23 15,-2-5-3-15,1 5 2 0,-1-3-21 16,2 0 9-16,-1 1-15 0,2-2-20 0,-1 3-7 16,0-2 11-16,0 1 13 0,0 3-26 0,0 0 2 15,0 0-22-15,0-9-3 0,0 9-5 16,0-8-11-16,0 8 9 0,0-8-6 0,0 8 7 15,0-9-13-15,0 4 5 0,0 5 0 0,0-7-5 16,0 7 3-16,11-18-9 0,-10 14 3 16,1 0-29-16,-2 1 2 0,3-2-2 0,-2 1 0 15,2-1 6-15,0 2-14 0,0-3-3 0,-2 1-2 16,1 2-8-16,3-2-2 0,-3 0-6 16,2 0-4-16,1 2-8 0,-2-2 13 0,2 1-12 15,-3-1 9-15,9-4-16 0,-3 2 10 16,-2 4-6-16,0 0 3 0,-1-1-6 0,0 1 2 15,2 0-3-15,-2 1 1 0,5 2-16 0,-2-1 16 16,11 0-3-16,-11 1-6 0,3 0 6 16,4 0 6-16,1 0-12 0,16 11-5 0,-17-5 4 15,-5-1-9-15,-3 0-6 0,-1 1 5 16,-2 1-2-16,-3 1-10 0,-1-3 27 0,0 3-14 16,-16 14 7-16,2-6-9 0,-2-5 13 0,0 2-7 15,-3-4 5-15,1 2 1 0,1-1-10 0,0-3 11 16,2 0-4-16,1-2 8 0,5 1-5 15,1-2 4-15,2-1-5 0,-1 0 5 0,5-1-2 16,-2-2 3-16,1 1-6 0,2 0 9 0,0 1-21 16,0-1 22-16,1-1-10 0,0 0-1 15,0 0-8-15,11 5-2 0,-7-2 19 16,13 5-6-16,-1-1 2 0,2 0-4 0,-1 1 1 16,6 1-4-16,-3 2 4 0,2 2-19 0,-3 2 8 15,3 0-4-15,-4 0 5 0,-7 2-3 16,2 1-7-16,-6 0 10 0,-5 0-6 0,-2-6 20 15,0-3-13-15,-17 14-12 0,3-11 14 0,-5-2-9 16,-5 3 24-16,-2-4-26 0,-1-1 15 0,-1-3 2 16,0 2 2-16,-1-6-3 0,3 3 1 0,3-1-27 15,4-3-25-15,10 0-43 0,-1 0-37 16,-4 0-60-16,2 0 18 0,-7-15-276 0,14 8 34 16,3-1 33-16,3 1-48 0,0 0 30 15,12-5 23-15,0-4 59 0,6 6-19 0,2 0 19 16</inkml:trace>
  <inkml:trace contextRef="#ctx0" brushRef="#br0" timeOffset="99082.97">10050 12071 727 0,'4'0'278'0,"-4"0"-20"0,-4 3-7 0,-5 6-38 0,-9 2-11 15,-2 2-34-15,-5 0-7 0,-4 3-9 16,-1 1-21-16,-4 0-23 0,-3 0 12 0,1 0-24 16,-2-3-4-16,5 3 1 0,2-2-28 0,-1-1 16 15,4-2-13-15,6 0-19 0,-1-2 16 16,4 0 9-16,5-5-2 0,-1 3-1 16,6-4-6-16,3 1-6 0,6-3 15 0,0-2-7 15,0 0-7-15,14 7-5 0,4-6-5 0,4 3 26 16,-3-2-5-16,4 0-21 0,0 3-2 0,0 2 16 15,0-1-12-15,0 2 0 0,1 0 17 16,-1 2-8-16,-2 2-24 0,3 0 8 0,-2 2-16 16,-3 0 19-16,3 4-11 0,-3-2-4 15,3 4 1-15,1-2-53 0,1 4 3 0,-1-3-78 16,3 0-54-16,-3 1-49 0,1-1-51 0,-1 2 20 16,-3-3 22-16,0-3 18 0,0 1-272 15,-6-4 38-15,3 2 31 0,-7-4 9 0,-5-5 45 16,0 3-15-16,-4-5 15 0,1-1 34 15</inkml:trace>
  <inkml:trace contextRef="#ctx0" brushRef="#br0" timeOffset="99380.9">9728 12730 406 0,'-34'-1'428'0,"18"1"-50"0,-5 0-53 0,-2 0-35 15,-24-8-62-15,38 8-38 0,-1 0 3 16,2 0-23-16,-1 15-20 0,14-8-14 0,16 7-17 15,2-1-11-15,9 3 54 0,4-2-22 16,3 2-5-16,5 1-21 0,-3 0-19 0,1-1-13 16,0 0-1-16,-4-2-20 0,1 0 4 0,-5-1-1 15,-1 1-7-15,-6-4-5 0,1-1-12 16,-2-2-1-16,-7-1-15 0,-2 0 26 16,-4-3-24-16,-7-1 6 0,-6-2-4 0,0 0 0 15,3-4-20-15,-6-1-1 0,-1 5-49 0,-1-2-25 16,1-2-47-16,-6-4-38 0,1 2-51 15,0-6 18-15,6 7 18 0,1-6 14 0,2 11-321 16,0-6 35-16,0 6 33 0,17-21 27 0,-7 12 6 16,2 1 17-16,4 0 13 0,2 1-3 15</inkml:trace>
  <inkml:trace contextRef="#ctx0" brushRef="#br0" timeOffset="101807.59">9678 12283 403 0,'-13'0'337'0,"13"0"-45"15,0 0-19-15,0 0-43 0,0 0-3 16,0 0-34-16,0 0-27 0,0 0-13 0,-1-7-32 16,21-4-12-16,6 1-6 0,-1 2-1 0,2-4-30 15,4 1 2-15,3 3 6 0,5-2-23 16,-1 2-3-16,3-3-1 0,0 1-7 0,-3 2 11 0,1-1-10 16,0-1-15-16,-2 3 13 0,-4 2-22 15,-2-3 14-15,-4 1-9 0,0 1-3 0,-5 1 24 16,-3 2-5-16,-4-1-2 0,-1 1-3 15,-5 1-6-15,-2 2 0 0,-1-3-4 0,-1 0 7 16,-1 3-19-16,-3 0 2 0,3 0 0 16,0-1-17-16,-2 0 7 0,-2 1-15 0,0 0-33 15,0 0-34-15,0 0-23 0,0 0-41 0,0 0-50 16,0 0 18-16,0 0-279 0,0 0 22 16,8 0 44-16,6 0 11 0,16-9 28 0,-5 5 23 15,6-4 9-15</inkml:trace>
  <inkml:trace contextRef="#ctx0" brushRef="#br0" timeOffset="102960.43">11676 12112 388 0,'0'0'326'0,"0"-12"-59"0,0 12-22 0,0 0-3 15,0 0-8-15,0 0-30 0,11 17 7 16,-20 2-32-16,0 3-17 0,0 0 14 0,-2 1-13 16,1 2-28-16,1-2-18 0,0 2 4 0,2-1-10 15,-1-2-16-15,2 2-15 0,1-4 21 16,0 2-10-16,3-5-11 0,-1 1-19 0,3-6-17 16,0-1 10-16,0-11 5 0,0 7-5 0,0 0-8 15,0-7-3-15,24 18 11 0,-9-14-5 16,2 1-4-16,-1-5-5 0,-5 0 5 0,3 0-12 15,24-15-14-15,-17 7 12 0,2-1-9 0,-3-5-11 16,1 2-1-16,-1-3-21 0,1-2 9 16,-3 0-4-16,1 0 2 0,-4 1-1 0,1-4 8 15,-4 4-4-15,1 1 1 0,-3 0 0 16,-2 1 1-16,2 5 18 0,-3 1-3 0,-4 2 0 16,1 1-2-16,-1 1-11 0,0 2 4 0,-3 2-1 15,0 0-11-15,0 0 0 0,0 9 31 0,0-4 3 16,-6 13 9-16,-3 5 12 0,4-1-5 15,-5 1 15-15,6 3-3 0,-3 2-3 0,0-1 11 16,-2 0-15-16,5 2-3 0,-1-1 0 0,1-1-3 16,-2 1-8-16,2 0-4 0,4 1 1 15,0-3-4-15,-2 2-11 0,2 1-45 0,-3-1-45 16,2-3 7-16,-2 1-85 0,1 0-38 0,1-3-38 16,-3-2-44-16,2-2 25 0,-3-4-226 0,1-3-1 15,4-7 33-15,0-5-13 0,0 0 33 16,4 1 26-16,-1-4 61 0,6-8 22 0,6-5 5 15</inkml:trace>
  <inkml:trace contextRef="#ctx0" brushRef="#br0" timeOffset="103402.61">12258 12424 371 0,'6'-10'478'0,"-2"3"-70"15,-1 0-61-15,0 3-68 0,0 1-18 16,-3 4-33-16,0 2 39 0,-2 0-34 0,0 4-5 15,-3 10-14-15,-2 0-17 0,2 5-32 0,3 1-4 16,-4-1-9-16,3 2-25 0,3-1-9 16,-2 1-4-16,2-14-18 0,0 8-9 0,0 2-13 15,0 1-4-15,12 18-2 0,-9-22-8 0,-3-7-7 16,2-1-5-16,-1-3 3 0,-1 1-9 16,5-5-1-16,-2-2 6 0,2-1-14 0,-1-2 2 15,9-5-7-15,4-4-1 0,-1-2-2 16,1-4-3-16,1-2-6 0,1-2-11 0,4 3 14 15,-3-3-5-15,1 3-7 0,3 1 2 16,-6 3 7-16,0-2-15 0,-2 5 2 0,-3 0 6 0,0 4-11 16,-8 0-3-16,3 5 9 0,-1 0 2 15,-7 3 8-15,0 0 12 0,9 0 5 0,7 20 2 16,-9-6 6-16,1 3 2 0,-3 1 3 16,0 2 6-16,0-2-8 0,2 3-2 0,1 4-10 15,0-1 8-15,-1-1-9 0,-1 2-2 0,-1 0-9 16,3-2-15-16,-3-3-39 0,-1 1-34 15,-4-1-39-15,2 0 9 0,-2-11-110 0,0 6-46 16,-11 16-60-16,3-19 28 0,-1-2 30 0,2-5-295 16,0-4 42-16,6-1 56 0,-1-5 32 15,4-1 58-15,4-8 1 0,5-2 24 16,1-3 53-16,2-7-13 0</inkml:trace>
  <inkml:trace contextRef="#ctx0" brushRef="#br0" timeOffset="104033.25">12860 12076 660 0,'-7'-13'277'0,"3"1"-20"15,-5 1-38-15,4 1-26 0,0 2-6 0,3 3-22 16,-2 0 8-16,2 1-19 0,0 1-34 0,1 1-2 15,-1-1 4-15,0 0-12 0,2 2-34 16,0-2 4-16,-5 1 9 0,5 0-22 0,0 1 5 16,-1-1-10-16,-1 0 27 0,2 1-11 0,-2-1 0 15,2 0-6-15,0 1-12 0,-2-1 7 16,2-2-3-16,-1 2-12 0,1 0 11 0,-2 0-16 16,2 0 11-16,0 0-10 0,0-1-6 15,0 2 14-15,0-2-11 0,0 3 11 0,0 0-7 16,0 0-19-16,0 0-4 0,0 0 20 15,0 0-4-15,0 0-15 0,0 0-2 0,0-5 7 16,0 5-23-16,0 0 11 0,0-8 7 16,0 8-10-16,0 0 1 0,17-13 5 0,-14 9-9 15,1 1-3-15,2 2 4 0,-1-2-6 0,3 3-23 16,-2 0 24-16,-6 0-22 0,13 0 12 16,17 11-1-16,-18-2-3 0,0 3-3 0,-3 4 0 15,-5-1-44-15,2 4 4 0,-6 3 4 16,0-12 5-16,0 4-4 0,-14 20-8 0,10-17 23 15,-2 0-17-15,-1-3 15 0,3-1 11 16,2-5 16-16,1-2-1 0,-2 0-24 0,2-2 1 16,1 1 18-16,-1 0-13 0,1-5-4 15,0 0 23-15,0 7-16 0,12 16-2 0,0-10-1 16,-3 2 12-16,3-1-12 0,-1 3-1 16,2-5 3-16,-3 3 22 0,0-1 3 0,0 0-11 15,-2-1 15-15,-3-4-11 0,-1-2 2 0,-3 3 7 16,-1-10-3-16,0 8 0 0,-18 8 0 0,4-8-9 15,-4 2 8-15,-2-3 2 0,-3 0-4 16,0-5-47-16,0 1-28 0,1 0-40 0,9-3-47 16,-3 0 12-16,-3 0-269 0,-1 0 31 15,-15-18-67-15,26 10 44 0,5-3 23 16,4 1 76-16,0 10 16 0,19-19-43 0</inkml:trace>
  <inkml:trace contextRef="#ctx0" brushRef="#br0" timeOffset="104366.07">13762 12598 646 0,'-1'1'439'0,"-2"0"-68"0,4-1-48 16,2-1-56-16,1 1-20 0,2 0-21 0,16-1-23 16,-10 1-27-16,8 0-15 0,8 0-17 0,1 0-13 15,5 0-12-15,4 0-55 0,3 0-45 16,1 0-44-16,50 10-54 0,-43-8-74 15,-2 1 14-15,-1-2-301 0,-5 2 31 0,-4-2 0 16,-20-1 25-16,8 0 32 0,-1 0 38 0,2 0 6 16</inkml:trace>
  <inkml:trace contextRef="#ctx0" brushRef="#br0" timeOffset="104660.01">14245 12422 928 0,'-15'-14'374'0,"7"3"-52"0,-2 3-1 16,1 1-23-16,4 1-34 0,1 3-41 15,-1-2-11-15,2 1-19 0,2 3-47 0,-1 1-16 16,2 0-15-16,0 0 15 0,-8 11-23 16,4 8-18-16,0 3 9 0,-1 4-5 0,-1 3-13 15,1 0-16-15,-1 0 4 0,0 1-6 0,-2 3-4 16,3 4 0-16,0-1-15 0,-1 2 6 15,2-1-10-15,-2-1-16 0,6 2-3 0,0-1-92 16,-3-1-37-16,3-2-36 0,-1-3-32 16,1-14-55-16,0 5 20 0,0 2-278 0,0-2 43 15,0-5 27-15,0-4 27 0,0-6 24 0,0-7 26 16,4 8 18-16,3-11-31 0</inkml:trace>
  <inkml:trace contextRef="#ctx0" brushRef="#br0" timeOffset="105018.7">14601 12482 339 0,'12'-22'525'0,"0"3"-99"0,-3 4-54 16,0 4-48-16,0 5-40 0,1 5-64 0,-10 1-25 15,23 11 2-15,-10 1-22 0,0 5-19 0,-3 5-20 16,-1-2-2-16,-7 9-14 0,-2-15-13 15,0 7-10-15,-19 23-32 0,6-20-5 0,-6-2-9 16,-1 0-4-16,-1-1 14 0,0-5-14 16,-1 0 7-16,4-1-3 0,-1 2-5 0,3-4-6 15,4 0 3-15,0-4 39 0,4-2 0 0,1-2 20 16,2-2 5-16,1 0-4 0,2-1-5 0,2-2-21 16,0 0-2-16,16 3-12 0,8-6-6 15,-9 3-25-15,12 0-24 0,4 0-21 16,5 0-28-16,5 0 5 0,2 0-82 0,1 0-27 15,-1 0-41-15,1 0-39 0,42-8-39 16,-48 1 24-16,-1 0-283 0,3 0 34 0,-9-2 48 16,-1-2 17-16,-3 0 44 0,-3-4 50 0,0 2-1 15,-4-3 18-15,-2-2 8 0</inkml:trace>
  <inkml:trace contextRef="#ctx0" brushRef="#br0" timeOffset="105395.96">15340 12431 616 0,'-1'-1'372'16,"-4"0"-53"-16,1 2-14 0,1 2-30 0,-4 1-7 16,-3 8-36-16,1 2-16 0,0 3-26 15,3 1-4-15,0 0-29 0,5-1-11 0,1-5-16 16,0 2-15-16,11 21 9 0,-4-19-15 0,1 3-26 16,0-2-6-16,-2-5-2 0,2 1-3 15,-2-4-7-15,-1-4-8 0,-1-1-2 0,2-3 2 16,-2-1-8-16,-4 0-11 0,13 0-4 0,16-19-4 15,-11 6-8-15,-1-2 14 0,2 0-15 16,0-1 14-16,3-2-20 0,-3 3 8 0,3 0 0 16,-4-2-10-16,-1 5 26 0,-4 0-5 0,0 3-1 15,-4 3-11-15,0 2-4 0,-4 4 3 16,-5 0 11-16,0 0 7 0,0 0 4 16,11 15-4-16,-10-10-5 0,1 17-5 0,-2-3-2 15,0 3 8-15,2 1-2 0,3 4-11 16,-2 0 5-16,1 5-15 0,2-6-55 0,0 4 6 0,0 0-125 15,1-3-49-15,-2 5-54 0,0-1 26 16,-2-3-298-16,0 1 59 0,-3-4 35 0,2-2 32 16,0-7 29-16,7-2 16 0,-3-3 25 15,1-5 20-15,-7-6 16 0,12 0 41 0</inkml:trace>
  <inkml:trace contextRef="#ctx0" brushRef="#br0" timeOffset="105724.54">16458 12711 304 0,'-15'-7'489'0,"3"3"-96"0,2 1-60 16,1 1 31-16,4 0-27 0,0-1-26 16,3 2-16-16,0-1-34 0,3-1-32 0,2 1-15 15,4 0-31-15,18-2-20 0,5 1-21 0,5 1-14 16,-13 2-39-16,12 0-44 0,12 0-4 16,5 0-105-16,58 13-48 0,-55-9-42 0,-1-2-48 15,1 3 21-15,-4-3 15 0,-3 1-322 16,-3-3 34-16,-10 0 48 0,-17 0 12 0,6 0 45 15,1 0 43-15,20-13-4 0,-33 8 6 0</inkml:trace>
  <inkml:trace contextRef="#ctx0" brushRef="#br0" timeOffset="105979.31">16921 12518 385 0,'-18'-17'408'0,"-1"2"-29"16,1 1-51-16,5 0-16 0,0 4-40 15,2 1-1-15,4 1-35 0,0 3-26 0,3 2-24 16,-1 3-34-16,5 0-21 0,0 0-17 0,0 0-11 16,-13 23 29-16,7-2 3 0,2 4-23 15,2 4 3-15,1 3-7 0,1-16-9 0,0 9-18 16,0 3-8-16,0 6 1 0,16 39-7 0,-6-35-4 16,-4 0-66-16,6 2 0 0,-2-3-91 15,0 1-38-15,-2-2-60 0,-1-2 17 0,0-3-198 16,-3-2 31-16,1-7-145 0,0-2 41 0,-5-8 27 15,5-7 27-15,-1-2 25 0,-4-3 16 16,0 0-6-16</inkml:trace>
  <inkml:trace contextRef="#ctx0" brushRef="#br0" timeOffset="106550.68">17406 12518 285 0,'-3'-12'346'0,"-1"4"-46"0,-2-4-42 15,0 1-5-15,3 1-9 0,-1 2-41 16,1 2-19-16,0 1 12 0,1 0-12 0,1 1-18 16,-1-2-9-16,1 5-7 0,1-3-20 0,-4 2-8 15,2-1-7-15,2-2-6 0,0 4-12 16,0-2 19-16,0-1-14 0,0 1-10 0,0 3-10 15,0 0-29-15,0 0 0 0,0-8-7 0,0 8 3 16,22-19-5-16,-7 12-21 0,4-2-2 16,1 2-2-16,1 3-8 0,7-3 6 15,3 3-1-15,-3 4-3 0,-15 0-1 0,11 0-3 16,-1 0 8-16,23 16-12 0,-26-6-16 0,-3 0 2 16,-6 4 29-16,-3 3-2 0,-4-1-14 15,-4-8 0-15,0 7 13 0,-23 22-3 0,9-16-29 16,-9-4 14-16,-4 1 7 0,-1 1 0 0,2-3-1 15,1 1-14-15,0-5 3 0,1 0-7 16,4 1-13-16,4-2 3 0,1-2 0 0,4 1-10 16,3 3 13-16,3-4-8 0,5-2 25 15,0 2-6-15,19 17 4 0,-2-10-5 0,-1 1 22 16,2 0-25-16,1 0 4 0,2 0 6 0,0-2 10 16,0 5-7-16,1 1-5 0,1-3-3 15,-7 3-2-15,1-2 19 0,-3 0 5 0,4-4-12 16,-9 2 5-16,-2 0 12 0,-7-5 9 0,0-6-8 15,-24 12-1-15,-1-11 3 0,-7-2-2 16,-3-1-2-16,-3-1-11 0,-4 1-23 0,-3 0-40 16,2-3-31-16,-1 2-45 0,-2 0-59 0,5-1 16 15,-2 1 17-15,0-1-345 0,24-2 38 16,-8 0 74-16,-3 0 26 0,-1 0 25 16,3 0 11-16,-14-13 13 0,35 8-43 0</inkml:trace>
  <inkml:trace contextRef="#ctx0" brushRef="#br0" timeOffset="134649.67">17004 13365 291 0,'-15'-12'223'0,"15"12"13"0,0 0-27 16,-15 0-8-16,15 0-17 0,-20-24-23 15,15 24-3-15,2-3-13 0,2 3-7 0,-2 0 5 16,0-1-19-16,0 0-6 0,2-1-1 15,1 2-5-15,-3 0 13 0,1-1-26 0,2 1 6 16,0 1-18-16,2-2 1 0,1 1-22 0,1 0 2 16,2 0-11-16,15 1-7 0,-10-1 3 15,10 0-16-15,3 0 14 0,31 7-22 0,-21-3 4 16,0-3-2-16,5 1-16 0,1 0 13 16,1-1-18-16,2 0 14 0,2 2-22 0,-4-3 25 15,3 0-25-15,0 0 6 0,-5 0 5 16,-4 0 5-16,1 0-12 0,1 0 1 0,-5 0-1 15,-4 3-5-15,-4-2 27 0,-13-1-22 0,4 0 0 16,-1 0 13-16,-3 0-14 0,0 0-4 16,-4 0 14-16,-7 0 2 0,8 0-30 0,-8 0 12 15,5 0-6-15,-10 0 21 0,0 0-14 16,-1-1 0-16,-3 1 1 0,-12 0 16 0,7 0-21 16,-6 0 21-16,-6 0-22 0,-6 0 1 15,0 0 22-15,-2 0-8 0,-1 0-6 0,0 0-13 16,1 0 7-16,-2 0 17 0,3 0-13 15,0 0-8-15,0 0 7 0,-31-14 0 0,32 11 6 16,1 0-13-16,-2 2 17 0,-1-3-9 16,4 3 13-16,4-2 2 0,6 0 6 0,-3 1 17 15,13 2-18-15,-2 0 4 0,1 0-3 0,2 0-2 16,1 0-3-16,1 0 52 0,7 0 4 16,-7 0 12-16,7 0-16 0,0 0-6 15,-6-8-15-15,12 6 0 0,-2 0 1 0,18 2-8 16,-10 0 0-16,7 0 0 0,6 0-24 0,3 0 9 15,4 0-3-15,2 0 8 0,1 0-29 16,4 0 17-16,1 0-3 0,1 0 4 0,4 0-8 16,42 5-2-16,-46-3 1 0,0 0-1 0,-3 1-22 15,0 1 22-15,-3-3-5 0,-3 0-1 16,3 1 10-16,-4 0-9 0,-4 0-1 0,-4-1-14 16,-5 0 15-16,-2-1-17 0,-5 0 0 0,-2 3 2 15,-3-3-13-15,0 0-11 0,-3 0 11 0,-2 2-8 16,-2-1 28-16,-3-1-7 0,-2 1 4 15,-16 0-10-15,9-1 17 0,-12 0-11 16,-7 0-5-16,-4 0 0 0,-5 0 12 0,-42-9-21 16,42 6 19-16,0 2 6 0,4 0 8 0,3-2-14 15,-2 3-1-15,6-1-7 0,4-1 2 0,2 2 10 16,5 0-10-16,4-2-6 0,5 2 26 16,2 0-1-16,1 0 9 0,5-3 5 15,2 3-19-15,1 3 13 0,6-3-4 0,12 0-2 16,-4 0 9-16,10 0-7 0,31 9-1 0,-17-6-7 15,1-1-2-15,1 1 4 0,2 1 3 16,-2 1-16-16,1-2 9 0,-1-1 2 0,-2 2 2 16,-1 0 7-16,-2-1-10 0,-3 1 2 15,2-3-5-15,-5 2 4 0,-3 0 5 0,-4-1-7 16,-3 1 5-16,-7-1-10 0,-1-2 11 16,-4 0 3-16,-1 1-3 0,0 1-6 0,-3-2 7 15,-1 0 0-15,3 0-1 0,-4 0-16 16,3 0 15-16,-2 0-30 0,-1 0-22 0,-1 2 3 15,-1 1-69-15,0-3-33 0,0 0-49 0,-11 7-70 16,-3-2 22-16,-4-1 22 0,0 0-311 16,-2-2 38-16,-2 0 75 0,-5 1 26 0,4-2 53 15,0 0 34-15,-5 1-9 0,0 1 10 16,2 1 32-16</inkml:trace>
  <inkml:trace contextRef="#ctx0" brushRef="#br0" timeOffset="141507.13">1904 14001 269 0,'0'0'167'15,"-16"0"-39"-15,-9-14 34 0,19 11-6 0,-1 2-8 16,3 0-19-16,-1-2 2 0,-1 1-8 0,-1 0-14 16,3-1 0-16,-3 1-10 0,4 1 1 15,-4-1 2-15,3 0 5 0,-1-1 8 0,1 2-11 16,1-2 17-16,-2 3-16 0,1-1 1 16,1-2-4-16,1 3-2 0,-2-3 4 0,2 3-22 15,1-2-19-15,0 1 17 0,2-1-33 0,2-1 2 16,-3 3 15-16,10-2-31 0,8-1 16 15,2 0 6-15,5 1-32 0,-13 2 13 0,7 0-6 16,5 0-13-16,2 0 2 0,4 0 14 0,-2 0-14 16,3 0 10-16,1 0-12 0,1 0-17 0,28-13 14 15,-30 9-9-15,-5 3 9 0,0-2 8 16,-2 0-5-16,-4 2-20 0,0-3 1 0,1 0 16 16,-5 1-10-16,-3 1-22 0,-4-1 16 15,0 0 2-15,-3-1-10 0,1 1 21 0,-2-1-26 16,-1-1 7-16,-3 0 12 0,3 0-20 0,1-10 10 15,-2-3 3-15,-2 6-3 0,-1 2-13 0,0-2 7 16,-9-13 0-16,4 8 5 0,-1 5-3 16,-2-2-9-16,2 4 21 0,1 3-21 0,1 0 22 15,1 2-17-15,-1 0 9 0,0 0-8 16,-2 3 2-16,2-1 15 0,0 2-21 0,0-1-1 16,0 1 3-16,4 1 6 0,0 0-5 0,-7 0 16 15,7 0-15-15,-21 21 5 0,12-6 22 16,0 2-12-16,0 2 16 0,3 5 5 0,-4-1 2 15,5 3 11-15,0 1 12 0,-2 3-7 16,2-3 0-16,0 2 5 0,0 0 16 0,0 2 5 16,1 0-14-16,-3 2-3 0,4-2 7 0,-3 1-9 15,0 2 15-15,2-1 0 0,-1 0-19 16,0 0 11-16,0 0-16 0,2 0 19 0,-3 1-10 16,4-4-12-16,-3 4-1 0,2-2-5 0,-1 2 11 15,-3 0-35-15,2-1 0 0,-3 1-66 16,0-2-26-16,0 1-34 0,-3-3-32 0,0 0-30 15,-3-1-45-15,2 1 22 0,-1-8-151 0,-3-2 27 16,4-3-118-16,-2-4 31 0,-1-7 37 16,5-5 24-16,1-1 21 0,-9-11 21 0,7-4-4 15</inkml:trace>
  <inkml:trace contextRef="#ctx0" brushRef="#br0" timeOffset="141700.93">1833 14451 526 0,'-5'-18'431'15,"5"0"-41"-15,0 11-65 0,0-6-30 0,0-2-37 16,0 0-31-16,18-13-26 0,-6 15-28 16,0 1-19-16,2 0-6 0,3 2-27 0,2 2-21 15,3 1-18-15,4 4-45 0,1-2-42 16,3 0-11-16,0 1-47 0,2 3-25 0,-1-1-48 0,-13 2 13 16,10 0-141-16,6 0-143 0,2 0 5 15,3 0 47-15,0 0 11 0,38-9 17 0,-41 7 12 16,2-3-1-16</inkml:trace>
  <inkml:trace contextRef="#ctx0" brushRef="#br0" timeOffset="142482.74">3015 14088 299 0,'0'-5'233'0,"0"1"-49"0,-1-1 19 0,1 0-29 16,-2 0-35-16,1 0 6 0,0 3-27 0,1-4-9 15,-1 2 7-15,-1 0-21 0,2 4-7 16,-3-10-11-16,1 5 1 0,0 1-15 0,2 1-4 15,-3-2 9-15,2 0-8 0,0 3-12 0,-2-3-6 16,2 2-7-16,0 0-2 0,-2-1-1 16,1 0-13-16,-1 1 8 0,0 0-5 0,1 1-1 15,-3-1-14-15,1 0 15 0,0 2-1 16,-1 1-11-16,0 0-6 0,-3-3 5 0,8 3-4 16,-6 0 10-16,-7 0-13 0,-15 12 9 0,9-6-12 15,5 3-9-15,-8 0 3 0,3 1 15 16,1 5-4-16,1-3 7 0,1 2-4 0,0 2 2 15,1 0-4-15,1 1 5 0,1-3-4 0,3 1-10 16,0 2 11-16,2-3-5 0,-1 3 7 16,4-2-3-16,-3-3-3 0,5-3 6 0,-1-1-5 15,1-2-9-15,2 0 11 0,-1-3-3 16,0 1 16-16,2-1 22 0,0-1-8 0,0-2-3 16,2 0 7-16,0-2-5 0,2 0-16 0,1-2 21 15,9-2-21-15,-1-7 1 0,2 1 0 0,3 1 16 16,5 0 13-16,-2-1-10 0,4 0-12 15,2 2 18-15,-3 1-21 0,3 1 14 0,4 4-13 16,-2-1 8-16,2 5-4 0,-12 0-14 16,1 0 1-16,30 17-3 0,-24-6 10 0,-3 3 2 15,-1 2-19-15,-1 3 9 0,-2 1-14 0,-3 1 12 16,-1-1-7-16,-1 0 1 0,-5 2 13 0,-2-1-8 16,-1-1-8-16,-5-2 15 0,0-7-12 15,1-2 8-15,-2-9-17 0,0 7 38 0,0 0 8 16,0-7 31-16,0 7-18 0,0-7 8 0,-2 6-22 15,1-9-11-15,1 0 5 0,1-4 2 16,3-10-22-16,-1-2 17 0,4 0-11 0,1-3 12 16,2 3-18-16,3 1-1 0,1-1 7 0,-1 4-10 15,3-3 13-15,1 2-12 0,0 1 4 16,-2 1-8-16,3 0 15 0,0 2-24 16,-5 3 24-16,2 1-7 0,-7 3-31 0,-1-1-4 15,0 3-37-15,-5-1-57 0,2 1-49 0,0 2-13 16,0 1 17-16,-2 0-148 0,1 0-137 0,-3 0 21 15,0 0 26-15,0 0 26 0,8 0 26 16,-1 0 47-16,9 0 17 0</inkml:trace>
  <inkml:trace contextRef="#ctx0" brushRef="#br0" timeOffset="143223.81">5009 13871 730 0,'-17'3'237'0,"-8"1"-17"0,-3 1-22 0,5 5-1 0,0-2 0 15,-3 5-9-15,2 0-7 0,-1 6-3 16,1-3-18-16,2 4 14 0,-3 0-3 0,8 2-22 16,-2-2-15-16,3 3 20 0,3 1 1 0,-1-4-15 15,5 6-16-15,4-3-13 0,5 0-3 16,0-11-6-16,10 23-5 0,5-14-2 0,4-4-11 16,4-1-2-16,3 0-12 0,2-2-10 0,3-1 1 15,2-2-20-15,-1 1 2 0,-2-5-5 16,-1 0 2-16,4-2-14 0,-3-1 11 0,2 2-4 15,-5-5-11-15,-2-1 9 0,-6 3-11 16,-5-2 1-16,-4 2-4 0,0-3 2 0,-2 0 0 16,-8 0-14-16,0 0-12 0,0 0 9 0,7 0-18 15,-7 0 3-15,0 0-18 0,0 0-8 16,8-11 6-16,-8 10 3 0,0 0-75 0,-3 0-17 16,2-3-27-16,-2 3 0 0,2-2-23 15,0 0-55-15,-1 0 19 0,1-2-234 0,1 1-24 16,3-1 37-16,-3-2 42 0,14-13 25 0,1 6 25 15,-3 0 41-15,7 0 2 0,4 2-9 0</inkml:trace>
  <inkml:trace contextRef="#ctx0" brushRef="#br0" timeOffset="143558.06">5741 14000 382 0,'-7'-2'378'0,"2"2"-55"0,-1-3-36 0,4 2 3 15,0 1-21-15,-1-2-17 0,0 2-18 0,3-1-21 16,-3 0-24-16,3 0 3 0,-4-1-9 15,3 2-19-15,1 0-45 0,4-3 4 0,-2 2-23 16,5 0-4-16,11-2-12 0,6-1-8 0,4 1-8 16,3 1-47-16,2 1-43 0,0-1-26 15,3 0-48-15,1-1-47 0,-1 2-48 0,2-3 17 16,1 4 16-16,-22 0-320 0,9 0 34 16,3 0 39-16,2 0 25 0,-6 0 25 0,1 0 33 15,12 13 11-15</inkml:trace>
  <inkml:trace contextRef="#ctx0" brushRef="#br0" timeOffset="143759.17">5960 14262 507 0,'-30'10'378'0,"3"0"-41"0,5-1 3 16,2 0-33-16,-1-2-41 0,4-2 34 0,7-3-44 16,5 0-21-16,4 1-22 0,7-3-29 15,2 0-33-15,14-1-24 0,-8 1-20 0,8 0-9 16,6 0-79-16,3 0-49 0,0 0-46 15,37-11-45-15,-32 8-58 0,0 3 15 0,-1-5-149 16,-2 2-129-16,0-1 51 0,-1 2 0 0,-3 1 26 16,-2-1 0-16,-3-1 12 0,-3 2 35 15</inkml:trace>
  <inkml:trace contextRef="#ctx0" brushRef="#br0" timeOffset="145442.99">7176 13629 241 0,'0'-12'369'0,"0"12"-41"15,28-29-42-15,-26 24-18 0,0 1 0 0,1 0-49 16,-2 0-24-16,0 1-28 0,1 1-36 0,-2 0 6 16,-2 2-27-16,0 2-11 0,-7 11-10 15,-5 1-12-15,-2 2-10 0,1 2 5 0,-3 2-13 16,-3 5 13-16,0 0-16 0,-1 3-4 0,-2-1 4 16,-3 0-20-16,3 2 0 0,-3-3-3 0,3 1 2 15,-1-2-5-15,1 1 4 0,1-3-10 16,3-1 14-16,3-3-7 0,-1 0-12 0,3 0 8 15,-1-4-7-15,6 1-1 0,-2-4 3 0,4-3-6 16,3-1 16-16,-1-3-14 0,0-1 16 16,1-1 22-16,4 2-14 0,-1-5-4 15,2 0 6-15,0 0-4 0,0 0 5 0,16 5 7 16,4-3-22-16,5-2 5 0,0 0-8 0,0 1 11 16,-9-1-19-16,6 0 7 0,6 0-13 15,3 0 0-15,2 0-3 0,0 0-1 0,3 0 0 16,-4 0-1-16,2 0-1 0,-2 0 0 0,33-15 11 15,-35 12-6-15,-3-2 1 0,-2 2-4 0,-3-1-7 16,2 1 0-16,-3-1 14 0,0 1-24 16,-4 1 9-16,-3-3 15 0,3 3-1 0,-7-3-1 15,0 3-11-15,-2-2 19 0,-2 0 4 0,-1 1 4 16,2 0-3-16,-5-2 0 0,2 2-6 16,5-7 14-16,-4 0-12 0,-2 3 2 0,-2 0-9 15,-1-3-8-15,0 10 5 0,0-7-12 0,0 2 9 16,0-6-9-16,-11-9-2 0,7 12 19 15,1 1-8-15,-1 0-3 0,3 3-11 0,-3 0 23 16,4 1-13-16,-4-1 3 0,3 2-14 0,0 1 12 16,-2 1-2-16,1 0-1 0,-1 2 3 0,-7 9-1 15,0 1 19-15,-2 4 10 0,2 3 10 16,-3 3-6-16,3 2 15 0,-2-1 3 0,2 4 5 16,-3-1-4-16,3 5 4 0,0-1 3 15,0 1-4-15,2 2 3 0,-1 0 4 0,3 1-15 16,-1-1 8-16,2-1-8 0,1 0-8 15,-1-1 1-15,3 0 0 0,-1 0-13 0,3-1 2 16,0-6-2-16,0-10 13 0,0 4-17 0,0 2 9 16,0-2-10-16,0-3-12 0,0-1 18 15,0-4-17-15,0-1 2 0,0 0-1 0,0-3-8 16,0-6 5-16,0 8 3 0,0-2 18 0,0-6-4 16,0 7 25-16,0-7 4 0,0 6-6 15,0-6 10-15,0 0 11 0,0 0-27 0,0 7 5 16,0-7-18-16,0 0 4 0,4 4 13 0,-4-5-18 15,0-2-5-15,0 0-1 0,0 2-14 16,-1-3 1-16,2 1-2 0,-1-1-58 0,0 1-23 16,-1 0-47-16,2 0-48 0,-2-2-54 0,1 2 19 15,-1-1-141-15,-1-1-62 0,2 5 35 16,0-10-249-16,15-13 52 0,-2 8 38 0,4 0 38 16,2 1 34-16,3-1 31 0,6-2 43 15,4-1 53-15,4 2 22 0,8-1 18 0,1-3-23 16</inkml:trace>
  <inkml:trace contextRef="#ctx0" brushRef="#br0" timeOffset="146144.34">9003 14362 1055 0,'0'0'348'0,"0"0"-41"0,0 0-43 0,0 0-31 16,0 0-35-16,0 0-25 0,23 0-11 16,-23 4-11-16,0 2-22 0,-1 11-26 0,1-7-6 15,-10 20 0-15,8-8 13 0,-3 1-17 0,1 0-22 16,0 3-7-16,2-1-32 0,-1-1-34 0,1 0-27 15,-1-2-35-15,2-1-31 0,1-1-56 16,0 1-8-16,0-12 13 0,0 3-253 0,0-1-30 16,0-1 30-16,0-3 25 0,10 5 36 15,-7-12 24-15,2-2 7 0</inkml:trace>
  <inkml:trace contextRef="#ctx0" brushRef="#br0" timeOffset="146708.04">9662 13975 298 0,'6'-21'444'0,"3"2"-88"0,-4 3-6 0,1 1-35 16,-2 5-22-16,-2 2-39 0,1 2-31 0,-2 1-25 15,1 1-37-15,-1 1-4 0,-1 3-22 16,2 0-19-16,-2 3-12 0,2 5 12 0,-2-1 14 15,0 12 2-15,1 2-15 0,-1 3-5 0,1 1 2 16,-1 1 0-16,0 1-11 0,3-1 3 0,-1 1-6 16,0 0-13-16,1-1 2 0,1 2-6 15,0-5-14-15,-1 4 1 0,2-5-15 16,-1-1 8-16,-3-1-1 0,3-5-10 0,1-4-16 16,-4-1 3-16,3-3 5 0,-4-1 3 0,1-1 27 15,0-2 13-15,2-2-8 0,1-1-12 16,-4 0-5-16,0 0-15 0,27-15 1 0,-10-2-4 15,0-1-4-15,0-2-11 0,2-2 10 0,-1 2-11 16,1-4-2-16,2 2-9 0,-1 2 4 0,-1-3 7 16,3 1-15-16,-2 1 2 0,-2 1-8 15,-1 2 3-15,1 2 3 0,0-1 2 0,-6 3-15 16,0 2 3-16,-2 3 5 0,-2 1-4 0,0 2-5 16,-3 2 4-16,-1 1-3 0,-1 3-4 15,-3 0 4-15,0 0 9 0,7 0 4 0,8 21 2 16,-7-9 6-16,0 2 5 0,-1 3-13 15,-2 2 2-15,-1 1 17 0,1 1-15 0,-1 3-1 16,0 0 1-16,-1 1 1 0,3 1-3 0,-2 1 1 16,-1 2 0-16,-3 0-12 0,2-2-39 0,-2 0-41 15,0-12-37-15,0 8 11 0,-12 27-131 16,3-25-38-16,2 1-47 0,-1-1-34 16,-3-1 32-16,3-3-234 0,7-2 45 0,1-4-9 15,0-15 44-15,0 8 31 0,10 3 60 0,0-11 42 16,-2 0 23-16,9-9 15 0,-1-4-15 15</inkml:trace>
  <inkml:trace contextRef="#ctx0" brushRef="#br0" timeOffset="147015.1">10461 14409 700 0,'14'-9'446'0,"-1"0"-72"0,-5 4 3 0,-3-2-47 16,1 3-32-16,-2 1-41 0,0 3-17 16,-1-3-24-16,-3 3 8 0,0 0-12 0,0 7-22 15,0-1-10-15,0-1-24 0,1 12-12 0,-1-8-14 16,12 18-9-16,-1-6-17 0,3-2-10 15,4 1-5-15,-1-6-12 0,3 1-11 0,1-1 2 16,-1 0-8-16,7-6-6 0,-4 2-11 16,-2-5-6-16,0-1 8 0,-3-2-9 0,-8-2-2 15,4 0-12-15,12-14 3 0,-15 3-6 0,-3-6 7 16,-3 2-17-16,0-9-7 0,-5 12 12 16,0-7-5-16,0-1-1 0,-20-24-10 0,8 21 4 15,-3 2 2-15,-3 5-12 0,-1 1-24 0,-7 5-30 16,5-1-19-16,-7 4 6 0,4 1-110 15,0 4-36-15,1 1-32 0,13 1-40 0,-3 0 30 16,-11 11-265-16,16-2 35 0,8-4 44 0,3-1 33 16,1 1 38-16,15 2 17 0,0-1 28 15,6 2 13-15,4-3-47 0</inkml:trace>
  <inkml:trace contextRef="#ctx0" brushRef="#br0" timeOffset="147716.37">11223 13987 477 0,'-9'-10'329'0,"0"0"-22"16,3 1-9-16,-3-3-23 0,5 4-24 0,2-1 14 15,-2 4-32-15,2 0-27 0,2-2-17 16,0 7-21-16,0 0-18 0,0 0-17 0,0 0-14 16,15-10-12-16,-9 12 5 0,14 3-12 15,2 6-42-15,4 0 4 0,-6 1-4 0,7 2-8 16,1-1 2-16,0 4-9 0,3-2-4 0,1 4-5 16,0-1-3-16,1 0 5 0,0 0-4 15,4 0-13-15,-2-1-5 0,-2-1-1 0,-3-2-13 16,-1 1-3-16,-4-2-13 0,-1-3 10 0,0 1 22 15,0 0-20-15,-4-2 1 0,0-1 2 16,-5-4 1-16,1-2-6 0,-3-1 25 0,-4-1-24 16,-9 0-19-16,7 0 36 0,-1 0-2 0,-6 0 21 15,9 0 3-15,-9 0-4 0,7 0 20 16,-7 0-4-16,14-12-1 0,-12 12-23 0,2-3 16 16,-1 3-17-16,-1 0 5 0,-1 0-17 0,-1 0 9 15,0 3-4-15,-3-1 2 0,1 1-18 16,-12 11 14-16,0 0 10 0,-6 3 9 0,-1-1-3 15,-1 2-7-15,-6 0 9 0,3 5 6 16,-3 1-8-16,-2-2-1 0,-2 0 3 0,3 1-5 16,-3 0-9-16,1 2 6 0,-2-4-3 0,5 1 5 15,0 2-4-15,2-2-30 0,-3 0-15 0,7 2 3 16,3-3-77-16,-3-1-16 0,5 0-45 16,2-1-19-16,0 1-28 0,2-2-37 0,8-1 21 15,1-6-151-15,4-5 31 0,0-6-119 0,11 7 31 16,0-7 28-16,8-4 39 0,-8 4 24 15,28-15 15-15,-16 5 13 0</inkml:trace>
  <inkml:trace contextRef="#ctx0" brushRef="#br0" timeOffset="148028.53">12404 14412 310 0,'-1'-3'404'16,"-1"2"-81"-16,-4 0-35 0,0 2-12 0,-10 5-26 15,-4 5 6-15,1 0-8 0,-4 2-30 0,2 1 11 16,-1 3-18-16,0 0-30 0,-1 4 1 16,0 2-19-16,0-1-15 0,1 2-19 0,1 2-19 15,1-1-16-15,0 1 4 0,-1 1-7 0,5-1-6 16,-2 0-20-16,2-1 2 0,2-1-20 15,2-1-27-15,-1-2-2 0,1 1-61 0,2-3-41 16,3 0-54-16,-1-3-35 0,1-2-38 0,4-6 19 16,3-2-288-16,0-6 12 0,0 0 35 15,3 1 37-15,1-4 46 0,3-9 2 0,4-5 19 16,-1 0 10-16</inkml:trace>
  <inkml:trace contextRef="#ctx0" brushRef="#br0" timeOffset="148499.21">12589 14002 806 0,'5'-19'423'0,"-1"1"-63"0,2 3-35 16,-2 6-42-16,-2 3-59 0,-2 6-26 0,-2 0 19 15,2 4-8-15,-6 11-3 0,2 3-9 16,0 4-10-16,-1 2-20 0,3 3-15 0,0 4-3 15,-1-2-25-15,3 3-3 0,0-15-10 16,0 7-21-16,0 5-7 0,0-2 8 0,13 29-12 16,-8-26-8-16,1-3-9 0,0-1-13 15,-1-3-2-15,-3-2 6 0,1-1-11 0,1-9 6 16,0-4-10-16,-1 2 24 0,-2-4 14 0,2-3-19 16,-3-2 2-16,0 0 0 0,27-12-10 0,-11 0-5 15,4-7-3-15,-2 0-8 0,0-1 1 0,3-3-13 16,-1 2 6-16,1 0 4 0,0-3-9 15,-3 3-12-15,-1 2 5 0,-1 3 4 16,2 1-1-16,-3-2-2 0,-1 2-3 0,-4 3 7 16,-1 3-1-16,-4 1 11 0,2 3-15 0,-5 0 5 15,2-1-5-15,-1 4 2 0,-1 0-4 0,0 0 0 16,1-2-2-16,0 2 2 0,-2-1-8 16,0 0-23-16,-1 3-34 0,0-4-25 0,0 4-45 15,0 0 10-15,-11-3-110 0,4 3-39 0,1 0-36 16,-2 0 28-16,0 2-183 0,-3-2-91 15,0 0 40-15,-1 0 37 0,3 0 42 0,0 0 37 16,1 0 43-16,-4 8 24 0,8-6 20 0,0-2 11 16,0 0 5-16</inkml:trace>
  <inkml:trace contextRef="#ctx0" brushRef="#br0" timeOffset="149389.29">12860 14033 359 0,'0'-9'396'16,"5"1"-72"-16,-5 1-20 0,0 2-25 0,0-1-28 15,1 2-25-15,-2 1-25 0,1-1-12 0,-5 4-11 16,1 0-20-16,-12 5 32 0,0 4-1 0,-6 3 8 16,-1 0-6-16,4 6-1 0,-3 1-12 15,2 2-9-15,0 3 4 0,0 2-9 0,5 0-13 16,-1 3-8-16,6 0-6 0,1 4 1 0,4-1-6 15,5-17-6-15,0 7-18 0,17 33-5 16,1-26-8-16,1 2-18 0,6-3-11 0,1-2 1 16,1-2-10-16,5-6 7 0,-2 1-4 15,4-4-18-15,-1-4-3 0,-1-2 0 0,1-4-6 16,4-5 12-16,-22 0-14 0,28-14-13 0,-16 0-1 16,-2-6-8-16,-1-9 4 0,-3-1-7 15,-1-6-6-15,-3-3-3 0,-4 0 13 0,-6-1-16 16,-1-1 10-16,-5 3-3 0,-1 18-5 15,-10-35 9-15,-3 21-6 0,-3 2-4 0,-2 4 1 16,-3 2 1-16,-2 2 8 0,-1 3-3 0,-3 3-4 16,2 3 4-16,0 3-11 0,0 3-2 0,-5 4 4 15,2 3 1-15,15 2-1 0,-9 0-1 0,-24 14 8 16,22-1-6-16,1-1 6 0,0 5 1 16,-3 2-3-16,6 3 4 0,1 2 1 0,1 5 7 15,4-2 4-15,2 6-4 0,3-2 4 16,3 3-13-16,5 1 6 0,1-18 0 0,11 36-3 15,3-19 11-15,2 0-1 0,8-3-8 0,5 0-2 16,2-4 2-16,0-3 9 0,2-3-10 16,0-3-5-16,0-4 4 0,3-4 0 0,-4-4-1 15,1-5-1-15,-17-1-4 0,8 0 5 16,31-22-9-16,-28 6 2 0,2-4-17 0,0-4 1 16,-1-7-6-16,-4-1 1 0,4-4-8 0,-6 0 10 15,-2-1-1-15,-2-1 4 0,-5 2 0 16,-1 0 2-16,-5 1 0 0,-2 3-4 0,-5 16 8 15,0-8 3-15,-17-25-8 0,2 23 12 16,-3 4-5-16,-8 3 1 0,1 3-2 0,-5 2 6 16,0 3 1-16,-2 6-4 0,0 0 1 0,13 5-5 15,-6 0-4-15,-36 13 13 0,23 0 7 16,0 3 3-16,3 3 4 0,-2 5 14 0,1 4-10 16,2 1 9-16,2-1 13 0,6 7-15 0,3-1 10 15,4 2-4-15,10 3-1 0,4-2 12 0,5-17-5 16,15 39-4-16,5-21-5 0,6-3 0 15,5-1 6-15,3-3-17 0,1-4 9 0,3-5-2 16,3-2-16-16,1-6 19 0,0-2 0 16,3-7-7-16,1-3-13 0,-25-2 3 0,37-21 5 15,-23 1-6-15,-7-6-14 0,0-6-4 16,-4-6-12-16,-8-2 2 0,0-5-19 0,-5 1-2 16,-8-7 1-16,-3 3-11 0,-11 2-1 15,-6 2 1-15,-6 5-20 0,-6 1-10 0,-7 6-49 16,-2 6 15-16,-6 4-84 0,-4 6-24 15,-1 3-35-15,-2 8-38 0,-3 4 26 0,25 1 30 16,-49 15-317-16,27-2 40 0,-1 4 85 0,5 2 37 16,3 4 7-16,3 7 33 0,3 0 25 0,7 5-20 15,4 6 7-15</inkml:trace>
  <inkml:trace contextRef="#ctx0" brushRef="#br0" timeOffset="167042.5">5343 15702 605 0,'0'0'253'15,"0"0"-37"-15,0-15-1 0,-23-6-16 0,22 17-24 16,1 0-16-16,0 0-17 0,0 0-27 16,0 0-11-16,-2 2-23 0,1 0-5 0,-1 1-3 15,-2 2-5-15,0 2-22 0,-5 8 0 0,-7 4 7 16,-4 1-3-16,4 4-2 0,-1 0-7 15,-5 7 19-15,1-3-13 0,1 3 2 16,-3 1 6-16,-1-2-14 0,1 3 0 0,1-3-5 16,-1 0 17-16,3-3-8 0,2 3-10 0,0-5 6 15,2 0-11-15,4-1 4 0,-2-3 16 16,1-2-6-16,4-4-6 0,3-3 3 0,0-1 0 16,2 0 7-16,2-3 9 0,-1 0-6 15,2-2-15-15,1-2-11 0,0 0 2 0,0 0 16 16,14 0-19-16,-8 0-5 0,12-2 4 0,-7 2-2 15,3 0-7-15,3 0-4 0,2 0 27 0,22-5-15 16,-18 5-15-16,0 0 5 0,3-1-13 16,2-1 3-16,-2-1 0 0,0 3 6 0,1-2-7 15,-5 0 17-15,-3 2-19 0,0-3 19 16,-3 1 2-16,-2 0-20 0,-3 0 3 0,-2 2 7 16,-5-2 1-16,3-2-15 0,-2 1 8 0,-1 2-10 15,-1-2 7-15,-2 0 3 0,2-1-5 16,-1-1 16-16,-2 5-13 0,0-5 16 0,0-7-14 15,0-3-6-15,0 1 32 0,-15-18-12 16,11 18-1-16,0 2 36 0,0 4 10 0,2-1-7 16,2 3-4-16,-3 2-14 0,0 0-5 0,1 4-13 15,1-3 9-15,-3 6-7 0,0 1 6 16,-10 6 12-16,4 5 6 0,-1 3 4 0,-1 3 5 16,0 1 13-16,1 1-5 0,2 0-12 15,4 3 5-15,-3-2-11 0,3 3 2 0,0 0-8 16,2 1-2-16,1 1 2 0,-1 0-8 0,3 3 7 15,-2-3-8-15,2 0-22 0,-2 0-31 16,0-2-40-16,-1 2 7 0,-1-2-92 0,2-1-25 16,-8-4-33-16,3-1-43 0,0 3 25 15,3-6-124-15,-6-2-142 0,1-3 37 0,3-4-16 16,1-2 31-16,1-4 27 0,-1-3 12 0,5 0 18 16,0-5 5-16</inkml:trace>
  <inkml:trace contextRef="#ctx0" brushRef="#br0" timeOffset="172660.67">5813 15974 507 0,'2'-8'354'0,"-1"-1"-54"15,0 4-32-15,-1 0-34 0,0 0-37 0,2 3-10 16,-2 2-4-16,-2 1 9 0,-3 12-17 15,1 3 9-15,-2 3-17 0,0 4-15 0,2 3-17 16,-3 2 5-16,2 1-4 0,1 0-6 16,1 1-22-16,2-2-1 0,-1 1-9 0,-2 0-12 15,4-5-8-15,0 0-9 0,-2-1 2 0,2-14-6 16,0 7-1-16,0-1-28 0,0-2 11 16,0-2 5-16,0 0 15 0,12 3 1 0,-8-12-14 15,-1 0-7-15,3-5-5 0,8-4-7 16,2-2 6-16,-2-6-8 0,1-2-5 0,3-4 3 15,-1 1-5-15,6-4 0 0,-2 0-8 0,2 0 5 16,0-1-7-16,0 4 0 0,-1 0-8 0,-3 3 6 16,0 3-1-16,-2-1-4 0,-4 4-8 15,1 2 1-15,-4 5 4 0,0 3 10 16,-3 1-2-16,-7 1 15 0,0 0 9 0,15 10-10 16,-9 2 1-16,-2 3 1 0,-2 1-5 0,3 2 7 15,-5-1-6-15,0 4 0 0,1 1 2 0,-1-2-13 16,1 1 3-16,3 2 1 0,-4 0-6 15,2-4-34-15,0 4-35 0,2 0-40 0,-3 0 10 16,3-3-111-16,-3 1-33 0,2-2-60 16,1-3 30-16,-4-5-189 0,1-7 35 0,-1 0-98 15,2-4 49-15,-2 0 39 0,0 0 18 0,16-16 24 16,-7-2 76-16,2-4-13 0,2-1-19 0</inkml:trace>
  <inkml:trace contextRef="#ctx0" brushRef="#br0" timeOffset="173262.95">6469 15680 320 0,'-4'-4'276'0,"2"-1"-24"0,-2 3-8 15,2-1-5-15,-2 0-17 0,1 1-28 0,-1 1-20 16,3-1-4-16,0 0-15 0,-2 0 5 16,2 0-24-16,-1 0 5 0,-1 2-10 0,3-3-12 15,-1 2-11-15,1 0 6 0,-2-2-10 16,1 1-32-16,1 0 14 0,0 1-15 0,0-2 19 16,0-1-27-16,0 1 8 0,0 1-8 0,0-3-1 15,0 3-7-15,0-1 6 0,0 3-6 16,0 0-7-16,0 0 10 0,0-10-10 0,0 5 0 15,0 5-18-15,11-15 17 0,-8 9-21 16,9-4-6-16,-1 0 2 0,3 2-8 0,-1 1 20 16,6 0-13-16,0 3-3 0,-2 4-2 0,1 0-10 15,-8 0-1-15,5 0-20 0,16 17-17 16,-17-8-15-16,-1 7 1 0,-7 2 4 0,-2 1-13 16,-4-8-14-16,-15 20-1 0,4-9 4 15,0-3-5-15,-7 2 19 0,4-3-6 0,-3-2 6 16,1 3 14-16,-1-4-5 0,3 1 0 15,4-3 11-15,0 2-6 0,2-4 5 0,2 2-2 16,3-3 5-16,3 1 5 0,0-11 7 16,0 10 7-16,20 13-5 0,-8-9-2 0,1-4 6 15,0 0 5-15,0 0-10 0,1 0 12 16,2 0-5-16,-2 1 13 0,0-2-14 0,-5-1 12 16,-3-3-5-16,0 0-6 0,-4-1 4 0,-1 0 6 15,-1-4-1-15,0 0 12 0,-11 8-15 16,-7-3 12-16,-1-4-9 0,-1 0-8 0,-1 0-20 15,7-1-15-15,-5 0-32 0,-4 0-31 0,-3 0-23 16,-2 0 11-16,1 0-89 0,2 0-100 16,0 0 23-16,3 0-109 0,5 0 28 15,4-7 16-15,1 7 12 0</inkml:trace>
  <inkml:trace contextRef="#ctx0" brushRef="#br0" timeOffset="173726.51">6835 16179 374 0,'-6'1'415'0,"-1"-1"-58"0,2 1 3 0,0 0-47 15,0 3 7-15,1-3 2 0,-2 0-32 16,2 0-15-16,0 1-16 0,0-2-27 0,3 0-19 16,1 0-24-16,1 0-24 0,5 0-19 0,12-4-23 15,5 1-9-15,9-1-5 0,3 3-19 0,-1-3-22 16,5 3-32-16,-1-1-44 0,7 2 2 0,-24 0-72 16,13 0-27-16,3 0-37 0,2 0-28 15,2 0-35-15,-1 0-35 0,-2 0 23 16,-6 0 19-16,35 10-315 0,-39-8 35 0,-8 2 31 15,-8-1 29-15,-1 0 48 0,-6-2 27 16,-2 0-25-16</inkml:trace>
  <inkml:trace contextRef="#ctx0" brushRef="#br0" timeOffset="174009.7">7275 15988 454 0,'-11'-25'381'15,"-1"3"-22"-15,1 3-40 0,2 3-18 0,2 1-29 16,-1 3-15-16,6 2-42 0,-1 3-29 0,-1 2-19 16,0 3-11-16,4 2-20 0,0 0-15 0,0 0-12 15,-19 26-6-15,14-8-11 0,1 6 16 16,0 5-3-16,-1 0-16 0,4 2 3 0,-3 0-5 16,4 1-13-16,-1 2-14 0,0 0-2 15,1 2-5-15,0 0-5 0,0 3-4 0,-3-2-26 16,3 1-2-16,0 0-80 0,-4 0-43 0,-1 0-34 15,1-2-41-15,-1 1 16 0,0-8-164 0,1 7 27 16,-1-7-179-16,4-5 11 0,1-14 30 16,0-1 26-16,0-1 24 0,18 1 73 0,-9-6 31 15</inkml:trace>
  <inkml:trace contextRef="#ctx0" brushRef="#br0" timeOffset="174502.67">7783 16125 282 0,'-5'-9'390'0,"-4"-3"-40"0,0-1-34 15,3 1-25-15,-2-1-19 0,2 1-8 0,-2-1-33 16,6 3 7-16,2-1-24 0,0 1-21 0,0 10-30 15,0-7-10-15,0-3-13 0,21-12-22 16,-8 14-5-16,6 1-16 0,-2 0-13 0,7 3-10 16,-2 4-15-16,-12 0 1 0,25 10-7 0,-12-2-16 15,-2 4 4-15,-5 6 2 0,0 1-4 16,-4 4-4-16,-5 4-18 0,-5 1 8 16,-2-13-3-16,-17 28 8 0,3-16-14 0,-8 1 2 15,1 1-3-15,-5-2-9 0,-1-5 13 0,4 2-17 16,-1-3 14-16,1-3-19 0,1-1 30 15,4-3-12-15,-3-2 1 0,5 2 10 0,2-6-3 16,5 2 5-16,-2-3 20 0,8-2 4 0,3-2-5 16,0-3 9-16,0 0 5 0,14 8-15 15,9-5-1-15,-1-3 7 0,8 0-23 0,-15 0 11 16,12 0-9-16,3 0-4 0,2 0 3 16,1 0-2-16,34-11-3 0,-34 8 0 0,2 1-17 15,-3 0-19-15,1-2-43 0,1 2 6 0,-3 2-103 16,-5-2-44-16,-5-1-59 0,1 3 26 15,-10-2-185-15,0 1-111 0,-4 0 38 0,-7-2 19 16,1 0 21-16,-1 1 22 0,-1 0 41 16,0-2 19-16,0 4 38 0,0 0-6 0</inkml:trace>
  <inkml:trace contextRef="#ctx0" brushRef="#br0" timeOffset="174921.69">8444 16129 401 0,'4'-4'437'16,"-3"2"-81"-16,1-1-57 0,-4 2 4 0,1 1-17 15,-3 2-35-15,4 2 22 0,-9 7-38 0,3 5-21 16,-3-1-12-16,2 6-30 0,5-1-14 0,-4 4-13 16,1 1-20-16,5-1-3 0,-3-1-18 15,-1-1-21-15,4 0-2 0,0-14-13 0,0 8-5 16,0-2-2-16,0-2-13 0,0-2 3 15,0-2 4-15,0-1-1 0,0-7-2 0,0 0-2 16,18 10 4-16,-6-15-11 0,3-7-10 0,0-3-13 16,4-1-13-16,-2-6 4 0,3 0-9 15,-2-4-4-15,5 4 3 0,1-2-5 0,-2 4 0 16,-2 1 5-16,-3 3 8 0,0-3-10 16,-3 6 8-16,-1 4-5 0,0 1-14 0,-7 5 31 15,-1 2 3-15,-5 1 9 0,0 0-4 0,9 11-5 16,-9-4 8-16,0 0-3 0,-1 10 3 15,1-7-11-15,0 6 5 0,0 3-1 0,0 3-37 16,0 3-39-16,0-1 5 0,0 1-131 0,0 1-60 16,0-1 24-16,9 25-240 0,-3-28 37 15,1-1 33-15,3-6 29 0,1-1 30 0,1-4-94 16,6-2 39-16,0-3 24 0,2-1 23 16,3-4 12-16,-11 0-46 0</inkml:trace>
  <inkml:trace contextRef="#ctx0" brushRef="#br0" timeOffset="175315.86">9276 16274 265 0,'-5'0'445'0,"-1"-1"-46"0,1-1-29 0,0 1-47 16,2 1 33-16,-1-1-25 0,2-2-16 0,-3 3-15 15,3-2-36-15,0 0-29 0,2 1-27 0,0-3-15 16,5 3-27-16,9-3-26 0,8 1-15 16,3 1-16-16,5-1-28 0,0 0-35 0,6 2-50 15,6-2 2-15,2 3-109 0,1 0-34 0,-22 0-45 16,10 0-52-16,9 0 23 0,-2 0-261 16,-1 0 10-16,-2 0 34 0,-2 0 28 0,-2 0 26 15,23-10 10-15,-38 8 17 0,-5 2 39 16</inkml:trace>
  <inkml:trace contextRef="#ctx0" brushRef="#br0" timeOffset="175569.87">9494 16063 911 0,'-9'-9'300'0,"0"5"-40"16,4-1-40-16,0 3-22 0,1 0-39 0,4 4 12 15,-3 0-13-15,3 2-3 0,2 0-9 0,-1 1-20 16,3 12-11-16,1 2-8 0,0 3-20 0,2 0 10 16,1 2-24-16,-2 3 12 0,1 2-20 0,-3-3-16 15,1 6-21-15,-3-3-35 0,0 5-24 16,-2-17-35-16,0 6-29 0,0 3-52 0,0 2 11 16,0-1-157-16,-13 24 23 0,12-29-184 15,-2-8 28-15,3-3 81 0,0-11 17 0,0 8-45 16</inkml:trace>
  <inkml:trace contextRef="#ctx0" brushRef="#br0" timeOffset="176206.84">10060 16102 397 0,'-5'-8'327'0,"4"-1"-39"0,-3 2-24 0,1 1-22 16,2 0-13-16,0 2-5 0,0-2-40 15,-1 1-13-15,1 0 7 0,1 2-22 0,0-2-15 16,0 5-20-16,0 0 8 0,0-6-23 16,0 6-7-16,0-5-12 0,0 5 10 0,0-7-10 15,0 7-9-15,0-8 9 0,0 8-12 0,0-7-5 16,0 7-6-16,0-7 12 0,9-5-6 15,-4 7-14-15,0 0-10 0,4-5 12 0,5 1-11 16,-1-1-19-16,1 3-2 0,-4 0-2 16,7 3-4-16,-1-3 9 0,0 3 4 0,-9 4-17 15,4 0-5-15,5 0 2 0,-2 0 5 16,18 16-10-16,-17-6-2 0,-3 3 4 0,-3 4 0 16,-4 0-2-16,-2 4-1 0,-3-10-14 15,0 4-1-15,-22 22 3 0,11-17 2 0,-1 1 8 16,2-4-5-16,-3 0 0 0,4-2-5 0,-1 0 2 15,-2-4 1-15,5-4 9 0,0-1-5 16,1 1 0-16,0-4 0 0,3 1 1 0,2-2 4 16,-1 1 3-16,2-1-2 0,0-2 2 15,0 0-9-15,13 5 0 0,1 0-7 0,4 0 16 16,0 0-8-16,1 2-5 0,3 0 10 0,0-2-4 16,2 5 2-16,0 0-4 0,-1 1 0 15,-2-1 0-15,-2 3 11 0,-4 0-22 0,-2 2 1 16,0 0 1-16,-8-1 7 0,-4 1 0 0,-1-8 1 15,-13 15-2-15,-3-7-19 0,-7-2 12 16,-2-2 2-16,0-1 1 0,-2-1-1 0,-1 0 2 16,-4-1 0-16,0-3 25 0,3 2-3 0,-2-2-24 15,-1 1-10-15,4-3-6 0,1-3-30 16,17 0-27-16,-6 0-41 0,-14-12-39 0,17 7-42 16,13-2 18-16,-5-1-185 0,5-1 28 0,0 2-126 15,13-15 17-15,-2 6 25 0,2 2 73 16,6-2 18-16,1 2 12 0,1 1-31 0</inkml:trace>
  <inkml:trace contextRef="#ctx0" brushRef="#br0" timeOffset="176973.54">11414 16100 478 0,'0'0'318'0,"0"0"-29"0,-13 0-13 0,13 0-19 15,-22-16 6-15,18 14-7 0,2 0-31 16,-1 2-25-16,1 0-23 0,-1-2-19 0,3-1-18 16,5 3-3-16,-2-3-8 0,3 1-13 15,12-5-5-15,4 0-11 0,2 4-11 0,6-4-8 16,0 2-25-16,2-1-40 0,5 2-10 0,3 2-43 16,1 0-42-16,1 0-33 0,-2 1-55 15,-19 1 16-15,10 0-183 0,4 0 25 16,0 0 26-16,0 0 23 0,-1 0 19 0,34 11-115 15,-39-5 24-15,-1-1 18 0,-8 5-8 0</inkml:trace>
  <inkml:trace contextRef="#ctx0" brushRef="#br0" timeOffset="177166.17">11660 16300 822 0,'-36'3'350'0,"20"-3"6"0,-8 0-39 0,-2 0-39 16,1 0-8-16,5 0-34 0,-8-8-13 15,27 3-42-15,9 1-2 0,13-1-41 0,9 2-15 16,2-1-79-16,4 3-27 0,7-2-36 16,3 2-31-16,0 1-35 0,-19 0-26 0,12 0 10 15,6 0-124-15,3 0-135 0,0 0-58 0,-1 0 27 16,-3 0-10-16,-2 0 16 0,-4 0 9 0,0 0 36 16</inkml:trace>
  <inkml:trace contextRef="#ctx0" brushRef="#br0" timeOffset="178281.01">12976 16247 326 0,'0'0'349'0,"0"0"-67"0,-15 0-44 16,15 0 10-16,0 0-12 0,0 0-21 16,0 0-20-16,0 14-10 0,-22 3 9 0,23-11-30 15,0-1-10-15,1 1-14 0,0-1-18 0,7 7-13 16,3-2 9-16,-1-2-20 0,1 0 11 16,6-2-9-16,-2-2-18 0,5-1-13 0,-12-3 0 15,7 0-17-15,1 0-5 0,19-13 11 0,-12 5-7 16,-6-2-5-16,-2-2-5 0,2-3 5 15,3-1 3-15,-8-4-1 0,3 0-14 0,-2-3-7 16,-1 0 4-16,0-3-2 0,-3-6-3 0,0 3 9 16,1 0-11-16,0-8-8 0,-2 3 2 0,0-4-8 15,0 1 6-15,2-1-4 0,1-2 1 16,1 0 3-16,3 2 6 0,1 0-14 0,1 3 1 16,5-3-2-16,1 6-13 0,-1 3 24 15,4 3-19-15,-1 1-1 0,-3 4 1 16,1 2 0-16,0 1-4 0,-5 6-1 15,3 2 1-15,-2 6 11 0,-5 1-2 0,-8 3 2 16,11 17-7-16,-9-1 7 0,-4 6 0 0,-4 1 20 16,-1-6 10-16,0 4-2 0,-11 34 16 0,4-18 6 15,0 4-5-15,-2-2 20 0,0 1-1 16,2 2-5-16,1 0 5 0,-3 1-2 0,4-2 1 16,3 0-3-16,0 0 2 0,2-3-10 15,0-18-1-15,0 9-7 0,14 37-9 0,-1-32 3 16,4 0-10-16,2-5-3 0,4 0-17 0,5-1-34 15,0-6-40-15,1 2 6 0,1-4-147 16,-2-3-53-16,0-1-80 0,-6-1 31 16,4-5 29-16,-1-2-274 0,-2-2 41 0,-5-5 50 0,-11-1 22 15,5 0 41-15,20-18 28 0,-13 7 24 16,-1-5 18-16,-1-5 10 0</inkml:trace>
  <inkml:trace contextRef="#ctx0" brushRef="#br0" timeOffset="178646.26">14687 15426 664 0,'0'-9'311'0,"0"1"-50"15,-2 4-33-15,-3 3-10 0,-3 2 2 0,-11 6 19 16,-4 5-27-16,1 4 1 0,-5 10-24 16,-1 7 48-16,-2 1-17 0,0 2 0 15,0 3-11-15,0 3-7 0,3-1-6 0,4 5-15 16,4 0-13-16,1 0-12 0,9 0-3 0,-2 2-21 16,8-2-11-16,3-24-5 0,0 11-14 0,23 43-8 15,-4-33-9-15,5-4-12 0,6-1-36 16,7-2-15-16,4-2-28 0,5-4-41 0,3-1 4 15,2-3-120-15,2-3-39 0,-3-5-60 16,2-3 23-16,-1-1-315 0,0-7 30 0,-2-5 39 16,-22-2 35-16,9 0 35 0,49-18 25 0,-37 3 30 15,2-2 26-15,1-5-3 0,0-1 26 16</inkml:trace>
  <inkml:trace contextRef="#ctx0" brushRef="#br0" timeOffset="179574.31">15476 15612 649 0,'2'-8'369'0,"0"1"-37"0,1 3-51 15,-2-2-27-15,0 3-34 0,0-2-21 0,1 5-19 16,0 0-15-16,1 5 16 0,-1 2-17 0,2 10-19 16,1 7 27-16,-5 2-21 0,3 2-14 15,-2 1-11-15,2-1 5 0,0-1-26 0,1 5-3 16,2-3-1-16,0-2 1 0,0 0-5 16,4-1-8-16,2-3-9 0,-3 0 3 0,2-6-19 15,1 0 2-15,-2-1-9 0,2-1-8 0,1-7-7 16,-2-4 7-16,-2-1-3 0,0-3-5 15,5 0-3-15,19-15-2 0,-16 0-8 0,2-1-2 16,1-4-2-16,-2-4 0 0,7-3-10 0,-3-2 3 16,4-3-5-16,-2 4 6 0,-4-1-8 15,3 4 7-15,-7 6-5 0,2-1 9 0,-5 2-8 16,2 3-3-16,-3 3 5 0,-4 6-7 0,-7 5 17 16,-1 1 6-16,4 5 11 0,-6 2 16 15,0 0 8-15,-1 9 0 0,3-4 6 16,-5 20 2-16,5-22 3 0,0 6-18 0,0 4 0 15,0 0 1-15,18 26-6 0,-8-23 1 0,4 0-5 16,0-4-16-16,5 2 8 0,2-3-9 0,5-1-2 16,-1 0-32-16,2-3-31 0,1-2-45 0,-2 0-51 15,0-1 12-15,0-2-135 0,0-2-53 16,-3 0 27-16,-14-7-291 0,5 0 52 0,11-12 42 16,-15 1 36-16,-3-4-41 0,4-3 19 15,-2-6 29-15,0 0 73 0,3-2 24 0,2-2 13 16,4-1 20-16</inkml:trace>
  <inkml:trace contextRef="#ctx0" brushRef="#br0" timeOffset="180310.01">16399 15283 320 0,'-7'0'292'0,"3"-1"-35"16,0 1-15-16,0 0-11 0,3 0-12 0,-4 0-23 16,3 0-21-16,0 0 1 0,-1 0-7 0,1 0-27 15,-2-3-15-15,3 1-3 0,1 0-9 16,-2 1-1-16,0-2 0 0,2 1 0 0,-3-1 17 15,1 0-10-15,0 2-9 0,1-4-12 16,0 2 23-16,1-1-18 0,0-1-4 0,-3 2-2 16,3-1-5-16,0 0 0 0,0 0-25 15,0 0 9-15,0 1-12 0,0 0-4 0,0 3 0 16,0 0-2-16,0 0-13 0,0 0 6 0,0-8-11 16,0 8-15-16,0 0 18 0,0-5-10 15,0 5-9-15,0 0 2 0,0-7-7 16,0 7 6-16,0 0-11 0,0 0-2 0,0 0 8 15,0-7 0-15,0 7-22 0,0 0 6 0,0-6-1 16,9-2 13-16,-4 6-9 0,2 0-12 0,-1 2 18 16,2 0-18-16,-3 0 8 0,8 0 2 0,1 0-9 15,0 0-10-15,4 0-12 0,10 12-6 16,-17-7-2-16,-3 7-9 0,-3-1 8 0,-1 4 5 16,-4-9 6-16,0 6 2 0,-12 15-18 15,1-14 5-15,-2 4 3 0,-1 1-6 0,0-4-9 16,-1 0 5-16,3 0 4 0,-1-3 10 15,1 0 8-15,1-3-12 0,1 3-2 0,2-4-2 16,3 0-6-16,0-1 8 0,5 0-2 0,-2 0 6 16,2 1 0-16,0-7 21 0,0 10-16 0,23 14 8 15,-9-11-9-15,2 3 1 0,3-2-3 16,2 0 7-16,2 0 5 0,-1 1 12 0,1-1-15 16,-1 3 21-16,0-2-8 0,-2-1-19 15,-2-2-4-15,-6 1 15 0,0-3 22 0,-8 0 5 16,-4-10 5-16,0 8-12 0,-21 5 1 15,0-4 5-15,-3-4-13 0,-6-1 6 0,-2 2-1 16,-1-5 5-16,-2 4-2 0,-1-2 19 16,-1-2-19-16,-1 3-37 0,1-2-19 0,4 0-23 15,-1-1-36-15,4 0-29 0,3-1-56 0,6 2 19 16,7-2-278-16,14 0 32 0,-7 0-15 16,7 0 29-16,0-8 24 0,13 2 23 0,9-2 51 15,5-2-17-15</inkml:trace>
  <inkml:trace contextRef="#ctx0" brushRef="#br0" timeOffset="180575.58">17114 15375 581 0,'31'-7'378'0,"-15"7"-22"0,7 0-11 16,0 0-36-16,31 18-39 0,-29-6 1 15,3 7-18-15,1 5-14 0,-1 5-15 0,-2 5-29 16,0 0-11-16,-2 5-14 0,-3 4-26 15,-1-1-25-15,-6 1-3 0,-5 1-12 0,-6-1-14 16,-3-19-3-16,-10 40-14 0,-9-19-37 0,-3-4-15 16,-12 1-21-16,-5-4 1 0,-6 3-66 15,-6-4-16-15,-9 0-25 0,-8-3-28 16,-6-2-35-16,-5-3-33 0,1-1 18 0,-4-5-130 16,1-1 28-16,-3-5-188 0,0-2 32 0,3-4 50 15,2-3 29-15,7-2 25 0,38-6 11 16,-16 0 9-16</inkml:trace>
  <inkml:trace contextRef="#ctx0" brushRef="#br0" timeOffset="184112.68">5297 15349 491 0,'0'0'257'0,"-16"0"-33"16,16 0-21-16,0-12-33 0,-24-5-15 0,22 14-26 15,2 2-8-15,-3-2-18 0,6 1 1 16,-1 2-15-16,2-3-11 0,1 0-15 0,14 2 15 16,2-3-16-16,4 2-9 0,4 0-8 0,2-3 1 15,2 4-17-15,1-1 5 0,4 1-2 16,-4 0 1-16,0 1-16 0,3-1 8 0,2-1-1 16,0 1 0-16,1-2-17 0,-22 3 9 15,15 0 2-15,0 0-8 0,7 0-5 0,0 0 7 16,3 0 2-16,-2 0-15 0,2 0 13 0,6 0 1 15,-2 0-6-15,1 0-2 0,3 0 2 16,1 0 0-16,2 0 9 0,3 0-14 0,65-4 1 16,-57 1-6-16,5 0 8 0,3-4-8 0,1 2 13 15,3 2-16-15,-3-1 10 0,0 2 3 16,2-1-5-16,-1 0 3 0,-2 2-3 0,2-3-6 16,0 3 4-16,1-1 5 0,0 1-5 0,1-2-13 15,3 2 6-15,-39 1-2 0,19 0 3 16,10 0-8-16,5 0 5 0,2 0-4 0,2 0-9 15,-2 0 9-15,2 0-9 0,76-10-3 16,-77 7 13-16,-2 0-15 0,-2-1 16 0,1 2 0 16,-7-3 4-16,2 2-19 0,0-3 19 0,-2 0 6 15,-1-1-4-15,-2 2-12 0,1-3 15 0,1 2 6 16,-5-1-1-16,4-1-7 0,-2-1-4 16,-2 1-5-16,-2 1 8 0,2 1 9 0,-2-3-3 15,5 2-3-15,-1-1 8 0,-4-1-5 16,4 2-11-16,-4-3-7 0,4 3 12 0,-2-1 10 15,1 3-12-15,-2-5 1 0,1 3-7 16,-1-2 9-16,0 4-7 0,-3-2 11 0,2-1-6 16,0 2 13-16,0-2-10 0,-2 1-12 0,1 3 24 15,-4-3-9-15,2 4 0 0,-1-3 4 16,2 3-4-16,-1-1-16 0,1 2 14 0,-1-1 2 16,0-1-4-16,-1 3-9 0,2-3 21 0,-1 3-11 15,-1-2 11-15,2 2-10 0,-1 1 2 16,1 0-10-16,-1-3 21 0,1 3-21 0,-1-3 21 15,5 3-8-15,-2 0 12 0,3-2-6 16,-5 2-3-16,8-2 4 0,-1-1 4 0,-3 3-4 16,-31 0-4-16,18 0-9 0,6 0 4 0,5 0-8 15,1 0 10-15,0 0 5 0,3 0-3 16,0 0 4-16,0 0-9 0,68-11-2 0,-63 10-1 16,0 0 3-16,1-5-15 0,0 4-5 15,-1-1 15-15,3-1-17 0,-7-1 7 0,3 0 5 16,-2 0 10-16,0 1-11 0,-1 1 1 0,0-1 4 15,-1 0 9-15,-2 0 10 0,0-1-31 0,2 2 17 16,-4-3 3-16,5 3 5 0,-1 0-16 16,0-1 12-16,5 2 0 0,-1-1 1 0,1-2-3 15,1 2-4-15,2 0 12 0,-3 0-12 16,0-1-3-16,0 0 1 0,1 0 10 0,-5-1-21 16,2 2 8-16,-3-2 10 0,2 1 0 15,-1-2-12-15,-3 3 24 0,1-1 0 0,1-1 1 16,-2 3-2-16,2-1-6 0,-2-1-7 15,-2 2 4-15,2-4 4 0,0 4 1 0,-1-3-1 16,1 2 3-16,0-2-17 0,-2 2 8 16,-3-1-1-16,2 0-7 0,-2 2-11 0,3-1 14 15,1-1 4-15,1 0-6 0,0 3-16 0,-2-1 17 16,0 1 14-16,-1 1-15 0,-2-4 12 16,-29 4-1-16,13 0-3 0,5 0-5 0,3 0-3 15,-1 0 1-15,-2 0 6 0,0 0-6 0,-2 0 4 16,2 0 10-16,42 12-20 0,-46-11 16 15,1 2-4-15,0-1-3 0,0 1 9 0,-3-1-1 16,1 1-7-16,-1 0 15 0,-2 0-1 0,-1 0 7 16,-1 1-11-16,-3 2 14 0,-2-4 0 15,1 2 4-15,0 0-13 0,-4 2 4 0,-3-3-2 16,-2 2 5-16,-5-1-5 0,-1 2 0 0,-2-2-3 16,-2 2-9-16,-5-1 7 0,1-1 3 15,-3 2 4-15,-1-2-9 0,-3 2 11 0,1 1-8 16,-3 0 6-16,4 9 12 0,-3-2-5 15,-1 5-6-15,0-10-3 0,0 5 1 0,0 4-3 16,0 1-1-16,0-1 6 0,0 2 12 0,-12 24-3 16,9-18-9-16,-1-3-4 0,-2 5-3 15,0 1 23-15,-1 0-14 0,-2-3 11 0,0 3-4 16,0 3-8-16,-4 2 0 0,3 3 2 16,-3 1-4-16,-2 2-2 0,5 0-17 0,-5-1 23 15,4 6-16-15,2-4 15 0,-4 3-17 0,2-2 14 16,-3 1-12-16,6 0-12 0,-6-4 8 15,4-1-4-15,0 2 6 0,3-3-7 0,-3-3 2 16,0 1 13-16,-1-1-11 0,0-2 6 0,2-2 14 16,-1 2-9-16,1-3 1 0,0-4-7 0,0 5-1 15,-2-2 16-15,2 0-17 0,1-3-2 16,-1-1 15-16,0 0-1 0,-1-1-19 0,-1-2 2 16,0 1 5-16,2 0-12 0,-6-3 17 15,3-2-12-15,2-3 18 0,-3 1-9 0,-1-1-4 16,-1-3-6-16,1-1 13 0,-3 1-14 0,3-3-8 15,-2 1 10-15,-1-2 10 0,-4-1-6 16,6 2-1-16,-5-3-3 0,-1 0 21 16,2 0-25-16,-3 0 5 0,-3-2-5 0,-1 1 6 15,-1 0 0-15,1-1-1 0,-4 0 11 0,-2-1-5 16,2 3-9-16,-5-3 2 0,2 3 6 0,-1-2 5 16,2-1-12-16,0 2 14 0,2-1-25 15,-2 0 8-15,-3 1-5 0,2 0 13 0,1 1-8 16,-4-4 21-16,-1 2-16 0,0-1 11 15,-1 0-9-15,-4-1-3 0,-4 3 18 0,0-4-9 16,0 3-13-16,-3-3 17 0,2 0-17 16,-4 2-6-16,5 0 27 0,-2 0-6 0,-1-2-15 15,0 3 10-15,-1 2-3 0,3-2-5 16,-1 0 13-16,-3 1 0 0,4-2-17 0,-3 3-10 16,-1-2 29-16,-2 1-24 0,0-1 8 0,1 2-5 15,-5 0 18-15,2 0-14 0,1-1 3 16,-3-1 6-16,-2 2 2 0,0-1-12 0,0 1 5 15,2-1 4-15,1 2-9 0,0-1 18 16,3 2-15-16,-2 0 4 0,0-2-9 0,-1 2 16 16,1 3-13-16,3-2 13 0,-5-2-16 0,1 2 1 15,1-1 5-15,-5 0 5 0,3-1-1 0,-1 2-2 16,-3-1 0-16,2-1 1 0,-2 4-1 16,1-5-1-16,-2 2-2 0,1 0 5 0,-2 0-6 15,-1 0 13-15,2-2 0 0,2 2-22 16,-5 0 24-16,2-1-17 0,-5-1 3 0,4 2 4 15,-4-2 15-15,2 2-4 0,1-2-23 0,-3 2 11 16,-2-3-1-16,-1 2 11 0,0-2-3 16,-5 0-2-16,2 0 14 0,0-1-19 0,4 1 10 15,-2 0-17-15,3-1 21 0,0 0-12 0,0-1 8 16,0 1-25-16,4-2 1 0,-3 2 12 16,1 0 12-16,-3-2-17 0,1 0 27 0,1-1-27 15,-2 0 13-15,2 0 0 0,1 2 2 0,4-2-14 16,-1 1-5-16,31-1 22 0,-15 0-20 15,-5 0 4-15,-7 0-5 0,0 0 11 0,0 0 6 16,-2 0-12-16,1 0 4 0,-1 0 0 0,1 0 1 16,-58-13-1-16,59 10 4 0,3 0 5 0,0 2 5 15,5-2-5-15,-3-1 6 0,-2 1-3 16,5 2 0-16,-2-2-12 0,-1-2 31 0,5 2-15 16,-4 0-9-16,3 1 14 0,1 0-15 0,0 2 9 15,0 0-13-15,0-2 9 0,24 2 5 16,-12 0-10-16,-9 0-6 0,0 0-6 0,-3 0 13 15,0 0-3-15,-1 0 4 0,0 0-11 0,-3 0 5 16,2 0 2-16,-3 0 5 0,-56 14-9 16,54-14-1-16,1 3 12 0,-3-1-11 0,3 0 12 15,4 1-12-15,-6 1-3 0,4-4-7 0,0 3 21 16,-4 1-13-16,1 1 2 0,-4-2 11 0,4 0-4 16,0-1 1-16,-1 1-8 0,-4 1 8 15,1-1 6-15,1-1-19 0,-1-1 4 0,0 1 8 16,1-2 3-16,0 0 4 0,0 2-12 0,1-1 2 15,-3-1-7-15,32 0-9 0,-14 0 9 16,-6 0 11-16,-8 0-19 0,2 0 17 0,-3 0 10 16,-2 0-3-16,1 0-17 0,-3 0 2 0,2 0-6 15,-2 0 14-15,2 0 16 0,-2 0-17 0,2 0-1 16,1 0 1-16,0 0-6 0,0 0 6 16,1 0-3-16,0 0 22 0,-1 0-24 15,1 0 29-15,-1 0-26 0,0 0 11 0,1 0-15 16,-1 0 25-16,1 0-35 0,2 0 3 0,-2 0 14 15,2 0 10-15,-1 0 11 0,0 0-33 16,1 0 18-16,2 0 12 0,-1 0-12 0,1 0-2 0,1 0 26 16,0 0-24-16,1 0 5 0,-2 0-8 15,-1 0 5-15,0 0 2 0,3 0 7 16,-2 0-19-16,-49 2-6 0,54-1 13 0,4 0-11 16,5 1 10-16,-3 1 7 0,-1-3-13 0,4 2 7 15,-1 0 3-15,2-1 10 0,1 0-10 0,0 2-8 16,-2-3 0-16,7 1-1 0,-3-1 4 15,19 0 12-15,-9 0-2 0,-1 0 0 0,1 0 1 16,-2 0-5-16,-25-13-1 0,28 10 3 0,6-1-1 16,-1-1-1-16,1 0 6 0,2-2 7 15,1 0 2-15,1-2-2 0,1-1 5 0,-1 0-5 16,3-3 3-16,0 0 3 0,0-5-15 16,1 2 6-16,-1-1-2 0,3-2 2 0,-1 0-17 15,0 0 12-15,2-2-3 0,-1 2-16 0,3-3 26 16,-1-1-11-16,0 0 0 0,-2-1-7 0,6-2-3 15,-2-1-14-15,2-1 16 0,-2-3-1 16,3 3-7-16,-2-3 16 0,1 1-4 0,2-4 2 16,2 0-19-16,0 17 18 0,0-9-18 15,0-5-3-15,0-1-14 0,0-3 18 0,0 1-2 16,0 1-6-16,0-1 6 0,0 1 16 16,0 1-11-16,0-1-6 0,0 3-8 0,0 1 15 15,0 3-6-15,-3-19 10 0,3 22-14 16,-1 3 12-16,-1 2-15 0,2 10 12 0,0-7-1 15,0 1-1-15,0 2 10 0,0-1-5 0,0 4 2 16,0-2-13-16,0 4 9 0,0-1 2 0,0 1 1 16,0 0-17-16,0 7 12 0,0-8 9 15,0 8-4-15,0-8-3 0,0 3 0 0,0 5 2 16,0-8 5-16,0 8-12 0,0-8 3 16,0 8 10-16,0-6 4 0,0 6 7 0,12-14-31 15,-11 11 15-15,2 1-5 0,-1-3-4 0,0 1-4 16,8-4 9-16,0 0 4 0,0 2 4 15,6-2-16-15,0-1 6 0,2 1 4 0,2 1-14 16,1-1 18-16,6-1 0 0,-2 2-2 16,2-1 4-16,1 0-13 0,4 2 10 0,6 0-2 15,-2 0-5-15,5 2 19 0,0 0-2 0,4 0-8 16,-4 2 2-16,9-1-13 0,5 3-5 16,-1-3 19-16,6 3-16 0,8-1 1 0,-2-1-60 15,0 0-38-15,3-2-30 0,7-1-44 0,0-2-57 16,4 2 21-16,3-5 19 0,1 0-314 15,2-1 36-15,1-4 61 0,5 1 29 0,0-1 53 16,-3 2 22-16,6 2 15 0,2-1 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6T05:11:23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1546 1569 314 0,'0'-14'260'0,"0"14"-45"15,-8-32-13-15,4 22-19 0,0 2-10 16,3 1-14-16,-1 1 6 0,0 3-16 0,2 3-5 16,0 0-8-16,0 0 3 0,0-9-26 0,0 9 3 15,0-5-16-15,0 5 14 0,0 0-34 16,0 0-9-16,-12-15-6 0,8 18 8 0,1 1 1 15,-10 9 38-15,-1 4 8 0,-2 3-6 16,-1 1-11-16,2 5 60 0,-4 5-25 0,1 0 5 16,4 2-8-16,-3 1-2 0,4 2-19 0,-2-2 14 15,7 1-17-15,1 2 1 0,2-5-9 0,2 2-9 16,3-21-3-16,0 12-7 0,15 27-12 16,-8-29-18-16,5 0-3 0,3 0 9 0,4-6-10 15,3-2-16-15,-3-3 11 0,6-3-9 16,1-2-5-16,1-4-6 0,0-3-8 0,-13 0 16 15,7 0-8-15,24-18 5 0,-20 5-13 0,-3-1-9 16,0-5 13-16,0-3-6 0,0-5-9 0,0 0 4 16,-6-6-8-16,2-4 8 0,-6 1-2 15,1-2-4-15,-4 0 10 0,-1 0-8 0,-4 4-1 16,-1-2-4-16,-3 20-2 0,0-6-1 16,0-6 4-16,0 3 6 0,-17-19-9 0,11 25-3 15,1 4 5-15,-7 4-3 0,5 4-3 16,1 3 2-16,0 3 1 0,6 1-2 0,-11 0 10 15,-9 22 6-15,10-10 1 0,-1 10 7 0,5 5 18 16,-1-1-7-16,4 6-6 0,3 3 13 16,0 0-4-16,0-16-1 0,0 10-9 0,16 38 8 15,-6-27-2-15,3-2-6 0,1-4 1 0,4 0-15 16,-2 3 4-16,2-4 0 0,-3-2 11 0,3-3-10 16,-3 3-9-16,-2-2-10 0,-2-2-20 15,-8 1-53-15,0 6-60 0,-3-19 14 0,-11 28-141 16,-8-11-61-16,-7 2 28 0,-7-2-293 15,-1-1 52-15,-1 1 18 0,-2-6 36 0,1-2 35 16,-1 0 28-16,0-3 43 0,1-2 23 16,-1-1 21-16,0 2 2 0</inkml:trace>
  <inkml:trace contextRef="#ctx0" brushRef="#br0" timeOffset="1">1100 2798 849 0,'-16'6'422'15,"4"-2"-62"-15,5-3 6 0,6-2-16 0,2-2-6 16,4-1-27-16,9-1-20 0,9-6-33 15,0 3-27-15,7-5-25 0,5 1-23 0,5-2-16 16,7 1-28-16,2-2-40 0,2 0-58 0,3 0-59 16,3 1 1-16,-4-1-179 0,3 0 21 0,-4-1-274 15,0 1 34-15,-1-2-84 0,1 5 35 16,-1 0 32-16,5-2 25 0,-7 3 26 0,-4 3-3 16,-2 1 3-16</inkml:trace>
  <inkml:trace contextRef="#ctx0" brushRef="#br0" timeOffset="2">2362 2526 862 0,'20'1'610'15,"-4"2"-40"-15,-2-2-30 0,-14-1-73 0,8 0 37 16,-3 0-11-16,-5 0-25 0,9 0-27 16,-9 0-33-16,6 0-41 0,-6 0-38 0,10-12-30 15,-8 12-33-15,-1-4-23 0,-1 2-42 16,2-1-42-16,0-2-53 0,-4 1-65 0,2 1-4 16,0 1-173-16,0-4-74 0,0 0 21 0,0 6-205 15,0-10 34-15,0-2-320 0,15-19 51 16,-5 13 8-16,2-6 61 0,1 2 42 0,5-1 67 15,-1-4 26-15,7-5 47 0,-1-1 22 16,13-2 56-16,4-3-20 0,5 0 11 0</inkml:trace>
  <inkml:trace contextRef="#ctx0" brushRef="#br0" timeOffset="3">3469 1538 771 0,'-5'0'355'0,"-1"0"-43"16,2 0-11-16,1 0-29 0,-2 0-10 15,3-3-31-15,0 3-9 0,1-2-17 0,2 2-5 16,1-1 0-16,5 1-20 0,-3-1-14 0,5 0-29 16,10 2-3-16,-8-1-15 0,5 0-2 15,6 0-28-15,26-8 9 0,-21 2-9 0,0 2-17 16,1 0 1-16,0-1-9 0,0-1 2 0,-2 2-11 16,-2 2-5-16,-1-1-14 0,-1-6-8 15,0 4 9-15,-2-2-14 0,-3 2 0 0,-6-5-9 16,2 3 12-16,-4-4-6 0,0 0-20 15,0 1-2-15,-7-2-15 0,2 0 2 0,-4 3-19 16,0-1 9-16,0-5-13 0,0-2 17 16,-14-19-11-16,8 21 3 0,-2 0 4 0,2-3 2 15,-6 7 0-15,3 2 2 0,4 2-12 0,-3 0 4 16,0 3 2-16,0 1 4 0,5-1 9 0,-4 4 1 16,7 0 2-16,-7 0 0 0,-3 0 9 15,-3 13-3-15,4-1 17 0,2 0 3 0,-1 0-2 16,2 3 25-16,2 3 17 0,0 4 17 0,-1 3 8 15,2 2-11-15,-2 5 10 0,1-3 11 16,4 7 17-16,-2-1-13 0,2-15-12 0,0 12-2 16,0 7-12-16,0 4 11 0,0 1-11 15,0 1-12-15,0-2 5 0,0 2-23 0,0-1 5 16,0-1-21-16,0-2-34 0,0-1-56 0,-3 42-43 16,-1-44 10-16,-3 0-137 0,-4 2-94 15,1 1 29-15,0-3-198 0,-4-4-27 0,0-3 38 16,1-4 36-16,0-7 25 0,-2-1 28 0,1-7 26 15,0-2 24-15,4-8 17 0,10-2 10 0</inkml:trace>
  <inkml:trace contextRef="#ctx0" brushRef="#br0" timeOffset="4">3525 2010 246 0,'0'-19'537'16,"0"1"-62"-16,0 9-70 0,0-4-66 0,18-17-36 15,-4 14-50-15,2 0-17 0,3-1-24 16,0 5-29-16,4-1-19 0,3 1-40 0,2 3-16 16,2 1-13-16,4-1-129 0,-1-1-63 0,5 2-45 15,2 1 14-15,-3-4-238 0,0 3 29 0,1 0 27 16,-1-1 23-16,-1-1-104 0,-1-2 12 16,-2 0 18-16,0 0 7 0</inkml:trace>
  <inkml:trace contextRef="#ctx0" brushRef="#br0" timeOffset="5">4577 1465 371 0,'0'0'304'0,"0"0"-25"0,-32-14-6 15,15 23-3-15,-1 3 8 0,-3 0 13 0,2 5-36 16,0-1 40-16,-2 5-20 0,3-1-7 0,-1 3-27 16,1 3-8-16,0 0-10 0,4 4-26 0,0 0-6 15,3 0-15-15,3 0-21 0,2 1-6 16,1-3-14-16,3 6-16 0,2-18-7 0,0 8-14 16,16 27-10-16,-5-29-18 0,1 3-5 0,4-7-6 15,-1-1-42-15,7-2-34 0,-1-4-41 16,1-1 5-16,6-2-119 0,-5-8-39 0,-9 0-51 15,2 0-16-15,26-20 29 0,-20 7-77 16,-1-3-37-16,-2-5-34 0,-4 1 30 0,4-6-76 16,-2-4 21-16,1-1 6 0,-1 4 51 0,-1-6 13 15,-2 4 380-15,0 2 40 0,-2 1-7 16,-2 1 102-16,2 2 33 0,-4 3 11 0,-1 0 11 16,3 6 1-16,-7 2 0 0,1 5 0 0,-1 1-3 15,-3 2-24-15,0 4 46 0,-3 0-7 16,3 1 6-16,-4 5-10 0,0 6-16 0,0 5 5 15,-2 4-10-15,3 1-28 0,2 0-4 0,1 3-16 16,-3-1-7-16,3-10-29 0,0 3-9 0,14 24-10 16,-11-17-9-16,5-2-6 0,-2-2-3 0,0 0-13 15,3-6-1-15,-2-2-24 0,0 0 6 16,-1-2-32-16,0-3-22 0,0-6-30 0,1-1-12 16,-7 0-4-16,0 0-21 0,23-18-1 15,-12 3 8-15,2-7-28 0,-3 1 17 0,2-4-13 16,3-3 12-16,-1-1 9 0,1 2 7 0,-2-1 4 15,1 3 3-15,-2 2 36 0,1-1 13 0,-5 5 14 16,1 1 0-16,-1 4-13 0,0 3 3 16,-8 4 8-16,6 4 0 0,-3 0 25 0,-3 3 18 15,0 0 7-15,7 10-1 0,-1 5-10 0,-3 2 11 16,1 1-9-16,2 3 7 0,0 4-4 16,-1 3-7-16,1-2-9 0,-1 2-4 0,0-2 3 15,3-2-42-15,-3 2-49 0,-1 1 4 0,0-5-167 16,-4-10-45-16,0 7 24 0,0 0-250 15,-16 18 46-15,8-24-95 0,3 1 40 16,-2-10 40-16,3-1 28 0,2-6 73 0,-5-1 24 16,6-3-54-16,1-1 7 0</inkml:trace>
  <inkml:trace contextRef="#ctx0" brushRef="#br0" timeOffset="6">5472 1598 468 0,'21'-10'469'0,"-2"6"-87"0,-6 4 36 15,-13 0-20-15,24 12-15 0,-11 2-40 0,-4 2-26 16,0 5-26-16,1 5-21 0,-4-2-28 0,-1 3-22 16,0 5-29-16,-3-1-20 0,-2-13-13 15,0 3-15-15,-17 30-19 0,3-22-5 0,-1 2-15 16,-5-4-26-16,-2 1-20 0,-5-3-60 0,0-2-25 16,-5 0 3-16,4-1-130 0,-5-1-50 0,6-4-63 15,0-5 26-15,4-1-319 0,-2-1 43 16,11-9 1-16,14-1 36 0,-10 0 72 0,1-15 28 15,14-1 22-15,8-6 23 0,4-4 10 16</inkml:trace>
  <inkml:trace contextRef="#ctx0" brushRef="#br0" timeOffset="7">6265 1610 896 0,'-4'3'392'0,"0"-1"-7"0,0 0-14 0,0 1-33 15,2-2-17-15,-1 1-30 0,1 2-36 0,0-4-23 16,1 3-22-16,2-6-33 0,1 2-16 16,4 1-21-16,13-1-1 0,7-2-25 0,3-2-19 15,2 1-20-15,5-3-54 0,5 3-2 0,2-3-175 16,2 0-78-16,2-1 22 0,-2 0-275 0,2 2 37 16,-5 1-35-16,-2-1 38 0,-3 3 16 15,-8 2 33-15,-18 1 23 0,17 13 9 0,-18-3-11 16</inkml:trace>
  <inkml:trace contextRef="#ctx0" brushRef="#br0" timeOffset="8">6531 1847 296 0,'-26'12'412'15,"3"0"-25"-15,3-2-57 0,3 0 0 0,7-5-43 16,0 0 20-16,-1 2-27 0,6-2-15 0,1-5-53 16,4 0-14-16,0 0-21 0,17 3-11 15,6-3-26-15,-11 0-11 0,10 0-30 0,5 0-40 16,3 0-7-16,3 0-52 0,1 0-32 15,1 0-34-15,0 0-10 0,-3 0-8 0,-3 0-15 16,-2 0-7-16,-3 0-20 0,-2 0-10 0,-6 0 9 16,-2 0-15-16,-4 0-1 0,-3 0-2 15,-7 0 13-15,8 0-75 0,-8 0 5 0,5-6-61 16,-5 5-60-16,-3 1 21 0,3-1-78 0,-5-1 32 16,3-1 0-16</inkml:trace>
  <inkml:trace contextRef="#ctx0" brushRef="#br0" timeOffset="9">7271 1269 436 0,'0'0'324'0,"0"-17"-33"0,25-3-16 0,-22 12-31 15,-3 3-10-15,0 3-17 0,0-2-16 0,0 1-41 16,2 2-1-16,1-4-10 0,-4 7-42 15,1 1-12-15,-4 5-7 0,10 4-1 0,-12 2 3 16,6-6 15-16,-8 18-7 0,4-5 13 0,-3-1-11 16,-2 3 28-16,0 3-20 0,-3-1-20 0,1-1-2 15,3-1-14-15,-2 1 4 0,2 2-9 0,-1-3-3 16,-1 3-7-16,1-2 0 0,2 1-17 16,0-2 0-16,-2 1 16 0,3-3-24 15,2-5 4-15,0 1-7 0,0-8-10 0,3 1 14 16,0 0-6-16,-1-3-4 0,2-1 6 0,0-6-7 15,0 0 8-15,0 6-22 0,0-6 11 0,26 15 7 16,-9-13-14-16,4 0 14 0,-13-2-8 0,7 0-4 16,5 0-12-16,25-14-1 0,-19 7 11 15,-3 0-2-15,3-1 0 0,-1-1 3 0,-2-3-5 16,-1 2 5-16,2-1-9 0,-3-3-13 16,0 2 17-16,-5-2-6 0,0 0 13 0,-3 1-6 15,-5 1-2-15,1-5-6 0,0 5-4 0,-4-4 18 16,1 2-3-16,-2 5 3 0,-4 2-1 15,4-2-11-15,-3 4 9 0,-1 1-6 0,0-2 8 16,0 1-1-16,0 2-11 0,0 3 1 0,0 0 6 16,0 0-1-16,-9 0-12 0,7 3 14 0,-6 9-3 15,-2 5 14-15,-2-1 11 0,3 9-7 16,3-1 5-16,-2 1 2 0,1 1-8 16,0-1 6-16,3 8-3 0,2-4-5 0,-2 1 6 15,-2 1-1-15,4 3-18 0,2-17 11 0,0 9-8 16,0 3-38-16,0 1-20 0,0 3-44 15,0-1 7-15,0 1-119 0,0-1-55 0,0 1-37 16,0-3 32-16,0-1-232 0,-2 22 39 0,-5-27-23 16,4-10 8-16,-1-9 30 0,2 0 26 15,1-5 25-15,4-2 59 0,-2-4 5 0</inkml:trace>
  <inkml:trace contextRef="#ctx0" brushRef="#br0" timeOffset="10">7946 1659 532 0,'10'-20'553'0,"-4"6"-65"0,1-1-36 0,-3 10-60 15,-3-2-34-15,1-3-36 0,2 6-41 0,-4 1-31 16,3 2-34-16,0 2-9 0,-1 2-19 0,-1 1 1 16,0 3-17-16,1 12-14 0,0 6-8 15,2-1-20-15,-3 2-13 0,3 4-18 0,-1-3 7 16,-1 4-22-16,1-2-8 0,2 3-7 0,0-3-5 15,-2-5-16-15,1 1 14 0,-2 1-23 0,2-6 1 16,0-1 1-16,1-3-3 0,-4-3-8 16,2-4 7-16,-2 1-5 0,1-5 0 15,-2-1 1-15,2 1-8 0,0-4 7 0,-2-1-7 16,0 0-2-16,0 0-10 0,16-23 4 0,-6 7-7 16,1-5-7-16,2-1 3 0,0-1 6 0,2 2-11 15,-1 1 1-15,-1-1 8 0,4 4-12 16,-2-4 2-16,-1 3 3 0,0 1-3 15,3 2 5-15,-3-1 8 0,-1 3-14 0,0 1-4 16,-4 2 12-16,-1 3-9 0,-4 0 6 0,1 4-12 16,1 1 1-16,-4 2 3 0,-2 0 7 15,0 0-3-15,18 15 11 0,-9-1 3 0,-5 1 0 16,0 2-6-16,4 5 0 0,-2 2 5 16,-4 0 8-16,2-1-18 0,1 2 14 0,-2 2-10 0,-1-2 4 15,4 1-13-15,-4-2-27 0,-2 0-30 16,0-12-35-16,0 5-59 0,0 4 14 0,0-1-119 15,0-2-52-15,-18 19-28 0,12-24 28 16,0-3 29-16,-1-3-292 0,4-5 31 0,-1-2 40 16,2-5 34-16,3 0 63 0,-1-2 52 15,4-16 29-15,-4 10 2 0,13-28 7 0,-6 13-4 16</inkml:trace>
  <inkml:trace contextRef="#ctx0" brushRef="#br0" timeOffset="11">8556 1317 431 0,'-4'-10'336'0,"-1"4"-31"0,-1-2-37 0,1 0-13 16,-1 4-43-16,3 1-15 0,2 1-3 15,1-1-13-15,-3-1-34 0,3 2-8 0,0 1 10 16,-3-2-11-16,1 3-17 0,2 0-24 16,0 0-3-16,0 0 11 0,0 0-18 0,0 0-9 15,0 0-7-15,0 0-8 0,0 0-7 16,-4-6-5-16,4 1 26 0,3 4 6 0,-3-2 3 16,0 3-12-16,0 2 1 0,1-2-4 0,2-3-11 15,-6 0-1-15,1 2-3 0,4 0 2 16,1-1-4-16,-1-1-24 0,-2 1 16 0,0 0-5 15,0 4-2-15,2-2-5 0,-1-2-11 0,-1 0 15 16,0-1-4-16,1 1 5 0,6-1-1 0,-7 1-10 16,2 0 0-16,-1-1-2 0,3 1-13 0,-1 2 1 15,-3-4-2-15,6 3 7 0,1-2-2 16,2-1-7-16,-1 1 1 0,3 0 1 0,-2 1 0 16,7 0-18-16,1 2 19 0,-2-3-13 15,-7 3 0-15,6 0 1 0,14 12 5 0,-12-4-21 16,-4 1 12-16,-1 2-8 0,-2 0 4 0,-4 1 16 15,0-1-9-15,-4-1 1 0,-1 1-1 16,0-11 9-16,0 10-12 0,-15 18 10 0,6-15-8 16,-3 1-6-16,1-3 9 0,-3 2 2 0,2-3 12 15,5-1-18-15,0-3 9 0,3-2-4 16,-1 2-12-16,0-2-1 0,3 0 13 0,-2-1 3 16,2 1-5-16,2-1-1 0,0 1 2 0,0-4 1 15,0 0-12-15,0 5 13 0,0-5-3 16,21 25 7-16,-12-12-3 0,6-1-7 0,-3 5 6 15,1-5-9-15,2 0-9 0,-5-3 2 16,3 1 8-16,-3 0-7 0,2-1 11 0,-11 0-10 16,1-2 19-16,2-1 0 0,-4-6 0 0,0 6-8 15,-16 9 8-15,0-7 3 0,-6 2-4 16,1-3 9-16,-2 0-12 0,0-2-10 0,-2-1-11 16,0 0-38-16,1 0 5 0,2-1-66 15,1-3-41-15,10 0-30 0,-5 0-54 0,5 0 24 16,-2 0-200-16,-5-13-84 0,15 6 34 0,5 0 15 15,6-3 41-15,6-2 28 0,2 0 25 0,5-2 15 16,2 4 7-16</inkml:trace>
  <inkml:trace contextRef="#ctx0" brushRef="#br0" timeOffset="12">9169 1881 314 0,'-6'0'344'0,"-2"0"-36"0,2 3-35 16,2-3-35-16,-1 0-3 0,-2 0 12 0,3 2-34 16,1-1-30-16,0-2-5 0,2 2-13 0,-5-1-16 15,6 0-4-15,0 0-32 0,-1 2 22 16,2 0-17-16,5-2-16 0,0 0-17 0,20 0-10 15,-14 0-7-15,13 0-7 0,3 0 20 0,5 0-10 16,1 0-26-16,46-11-24 0,-34 7-22 16,-5-1-44-16,1 1-22 0,3-1-45 0,-7 2-38 15,1-1-30-15,1 1 14 0,-5-4-153 16,-5 1 26-16,0 1-150 0,-5-3 26 0,-5 3 61 16,0-2 23-16,-6 2 18 0,-6 0-19 0</inkml:trace>
  <inkml:trace contextRef="#ctx0" brushRef="#br0" timeOffset="13">9535 1651 605 0,'-9'-2'377'16,"2"0"-73"-16,3 3-20 0,2-2-49 0,-3-2-20 15,3 3-23-15,0 0-34 0,2 0-13 0,-4 0 25 16,3 4-30-16,-1 2 11 0,2-1-3 16,0 3-17-16,3 10 6 0,-3-6-15 0,0 5-16 15,0 5 0-15,0 2-13 0,0 3-10 0,0 2-15 16,0 2-1-16,0 1-19 0,0-1-4 16,0 1-62-16,0-1-30 0,0-2-26 0,0-2-50 15,0-3-42-15,13 23 15 0,-11-31-188 16,2 2 28-16,0-7-144 0,0-7 14 15,4-3 20-15,-3-1 51 0,2-2 21 0,10-6 28 16</inkml:trace>
  <inkml:trace contextRef="#ctx0" brushRef="#br0" timeOffset="14">10184 1620 650 0,'0'0'195'16,"-4"-3"-13"-16,4 3-9 0,-1 0-14 0,1-2-12 16,-3 1-5-16,2 0 1 0,1 1-23 15,0 0-3-15,0 0-5 0,-3 0-6 0,3-3-4 16,-1 3-6-16,-1 0 6 0,2 0-7 16,0 0-18-16,0 0 2 0,0 0-6 0,0 0 4 0,0 0 6 15,0 0-11-15,0 0 0 0,0 0-14 16,0 0-1-16,0 0 15 0,0 0-21 15,0 0-4-15,0 0 4 0,0 0-3 0,0 0-16 16,0 0 12-16,0 0-6 0,0 0-11 0,0 0 10 16,0 0-14-16,0 0 9 0,0 0-30 15,0 0 27-15,0 0 9 0,0 0-26 0,0 0 3 16,0 0-3-16,0 0 3 0,0 0 15 0,0 0-13 16,0 0-1-16,0 0-2 0,0 0-5 0,0 0 12 15,0 0-10-15,0 0 0 0,0 0-9 16,0 0 21-16,0-14-2 0,0 14-17 0,0 0 16 15,0 0-30-15,0 0 13 0,0-22 30 16,3 20-23-16,0-1 12 0,1 0-27 0,0 1 14 16,1-1-11-16,10-3 3 0,-5-1 11 0,2 2 5 15,3-3-23-15,-3 6 1 0,2 0 15 0,-4 2-5 16,-2 0-4-16,-8 0-15 0,11 0 6 16,12 14 18-16,-11-4-16 0,-3-1-6 0,-4 7 4 15,0 0-2-15,-4 2 27 0,-1-6-26 16,0 6 14-16,-19 23-5 0,6-18 5 0,0 5-8 15,-4-1-6-15,-1-1 2 0,-2-2 2 0,0 1 25 16,2-1-22-16,0-5-4 0,-1 2 16 0,4-1 2 16,-2-3-16-16,1-4 11 0,9-1 17 15,-3 0-12-15,1-4-2 0,5-4 32 0,0 1-4 16,3-2 5-16,-2 0-4 0,3-2-12 0,0-1 7 16,0 0-12-16,0 0-1 0,13 2 12 15,-5-2-4-15,11-5-14 0,-9 5 12 16,20-7-6-16,-6 2-10 0,-1-2 21 0,0 5-12 15,2-3-11-15,-3 0 0 0,2 0 3 0,0 0-22 16,-3 4 3-16,1-3-39 0,0 2-47 0,-2-3-38 16,-3 3-23-16,2-1-30 0,3 0-33 15,-4 2 21-15,-1-7-145 0,0 6-138 0,0-1 33 16,-6-1 25-16,-1 0 26 0,-2 0 26 0,8-3 19 16,-5 0 25-16,3-2-6 0</inkml:trace>
  <inkml:trace contextRef="#ctx0" brushRef="#br0" timeOffset="15">10823 1557 524 0,'0'-2'331'0,"0"-2"-38"0,0 1-33 0,0 2-14 16,0-1-37-16,1-1-28 0,1 1-24 15,-2 1-18-15,1 0-9 0,0 2 12 0,3-1-11 16,-2 4 10-16,1 1-12 0,1 0-15 0,0 11 11 16,4 3-6-16,-5-1-14 0,3 6-10 15,-1-2-10-15,0 2 25 0,-4 2-12 0,4-6-14 16,-4 4-6-16,2-5 0 0,-2 5-6 15,-1-16-4-15,0 6-11 0,0 1-6 16,0-3-1-16,0-2-5 0,0 1-4 0,0-3-5 16,0-3 12-16,0-5 9 0,0 7 5 0,0-7-4 15,0 0-7-15,7 8-9 0,-5-11-8 0,1-1 4 16,3-9-8-16,1-4-5 0,3-3 3 16,0-4-5-16,3 4-3 0,-3-6-11 0,0 4 17 15,2 1-9-15,-2 1-6 0,5 0-2 0,-2-1-11 16,0 4 6-16,-4-2 6 0,1 4-2 0,0-1-1 15,-2 4-11-15,0 4 17 0,-4 3-13 16,2-2 7-16,-1 2-9 0,-5 0-6 0,6 3-3 16,-4 0 13-16,0 1 6 0,-2 1 3 0,0 0 14 15,0 0 3-15,11 10 3 0,-3 2-10 0,-1 3 10 16,-1-1-5-16,-1 3 5 0,-1 3 3 16,1 1-1-16,-1 1-10 0,1 0 6 0,-4 0-13 15,3 0 10-15,1-1-28 0,-1 1-31 0,0 0-41 16,5 0 7-16,-7-5-126 0,2 2-44 15,-2-1-71-15,0-10 33 0,1 5-270 0,-2-5 42 16,0-3 22-16,1-1 9 0,-1-1 56 0,3-3 26 16,-4 0 25-16,0 0-11 0,26-11 20 15</inkml:trace>
  <inkml:trace contextRef="#ctx0" brushRef="#br0" timeOffset="16">11558 1743 323 0,'0'-4'550'16,"3"1"-81"-16,-1 1-35 0,-2-1-59 0,5-1-31 15,3-4-29-15,1 3-34 0,5-4-41 0,3 2-17 16,3-1-31-16,6 1-25 0,2 5-18 16,5-2-11-16,0 0-19 0,3 0-30 15,1-2-28-15,-1 4-5 0,4 0-119 0,-3-2-33 16,0 0-31-16,-3 1-48 0,0 1-48 0,-1 0 20 15,-2 2-183-15,-3-3 31 0,-9-2-128 0,-1 1 60 16,-9 2 13-16,-3 2 20 0,-3-4 34 16,-3 4 21-16</inkml:trace>
  <inkml:trace contextRef="#ctx0" brushRef="#br0" timeOffset="17">11838 1509 612 0,'-7'-4'388'16,"4"0"-76"-16,-1 1-12 0,2 2-25 16,-4-2-31-16,2 3-47 0,2 0-12 0,-2 0-21 15,3 3 6-15,-2-1-18 0,3 4 35 0,0-1-18 16,0 16-13-16,-3 3-16 0,3-12 1 16,0 9-25-16,0 1-8 0,13 32-6 0,-9-25-19 15,2 1-3-15,-3-1-10 0,1 1-5 16,-1-1-29-16,-1-1-5 0,2 2-86 0,2 2-39 15,-6-20-39-15,0 9-66 0,0 2 20 16,0 0-175-16,-12 19-113 0,12-28 34 0,0-14-1 16,0 7 31-16,0-7 23 0,0 0 44 0,9 9 32 15,-3-10 8-15</inkml:trace>
  <inkml:trace contextRef="#ctx0" brushRef="#br0" timeOffset="18">12352 1535 554 0,'-2'-9'315'15,"0"1"-42"-15,0 2-25 0,0 0-24 0,1 1-18 16,-1-2-12-16,0 4 3 0,2-3-37 0,-1 3-2 15,0-1-19-15,1 1-3 0,-2 0-7 16,1-2-15-16,0 1 0 0,1 1-15 0,0 0 19 16,-1-1-7-16,1 2-17 0,0 2-5 15,0 0-11-15,0 0 8 0,0-7-17 0,0 7 4 16,0-7-10-16,0 7 7 0,0 0-3 16,0-6 4-16,0 6-11 0,0 0 5 0,0-8-6 15,0 8 2-15,0 0 2 0,0-6-15 0,0 6-2 16,0-7-6-16,0 7-16 0,0-5 10 15,11-4-2-15,-8 5-5 0,1 4-7 0,1-4-6 16,9-3 16-16,-1 2-15 0,6 0 6 0,-1 0-3 16,2 0-7-16,3 3-16 0,-1 2 10 15,-2 0-6-15,-8 0 3 0,3 0-3 0,5 0 7 16,20 14 3-16,-21-7-5 0,-1 0-3 0,-2 3 2 16,-5 1-4-16,0 4 7 0,-5-4 0 15,-1 6-8-15,-5-1 8 0,0-8 0 0,0 2-4 16,-21 19 1-16,10-13-12 0,-4-1 4 15,2-1-3-15,-4 0 17 0,-1-3-4 0,2 0-11 16,-1 0 23-16,7-2-10 0,-3 3-2 0,3 0-1 16,3-7-10-16,2 2-5 0,3-2 19 15,2 2-6-15,0-1-4 0,0-6 14 0,0 7-2 16,20 14-10-16,-3-8 5 0,1-4-5 0,2 3-14 16,3 1 13-16,-2-1 2 0,2 0 3 0,1 0-6 15,-3 2-5-15,3 1 20 0,-3-3-14 16,-4-3-2-16,0 0 0 0,-6-2 10 0,-3 2-4 15,-3-2-3-15,-3-2 3 0,-2-5-7 0,0 0 18 16,-17 20-12-16,0-13 17 0,-5-3-7 0,-7 3-9 16,-2-2 14-16,2-1-10 0,-3 2 1 15,-3-3-12-15,-1 1-29 0,0-3-8 0,0 1 4 16,1 2-112-16,18-4-50 0,-7 0-59 0,-5 0 24 16,-29-12 24-16,33 4-320 0,7 0 35 15,1-4 27-15,11-1 32 0,0-1 57 0,-1-1 23 16,3 5 22-16,4 3 12 0,0 7-4 15</inkml:trace>
  <inkml:trace contextRef="#ctx0" brushRef="#br0" timeOffset="19">2122 3297 380 0,'0'0'339'15,"-13"0"-67"-15,13 0-10 0,0 0-16 16,0 0-37-16,0 0 23 0,0 0-37 0,-15 0-5 16,15 0-17-16,0 0-26 0,-16-8 2 0,16 8-16 15,-1 0-14-15,1-1-22 0,3 1-6 16,-1 0 13-16,1 0-28 0,2 1-2 0,4 1-19 15,7 1-19-15,-7-3 9 0,21 4 5 0,-7-1-4 16,4 0-13-16,-17-3 17 0,10 0-16 16,4 0-24-16,2 0 11 0,0 0 4 0,3 0-8 15,-2 0 8-15,0 0-22 0,0 0-7 16,21-10 18-16,-27 3-20 0,-2 2 25 0,1 0-28 0,-3 0 1 16,-4 1 5-16,-1-4 3 0,-2 1 9 15,3 0-11-15,-6-1-5 0,-2-2-14 0,-1 3 32 16,-3 0-14-16,5-9-5 0,-6 2 5 0,0 5-1 15,0-4-6-15,0-4-11 0,0 2 11 16,-12-19 4-16,7 16 8 0,-1 3-8 0,3 2 22 16,-1 1-3-16,-2 3 12 0,3 1 7 0,3 3 15 15,-3-1-12-15,1 2-14 0,0 1 15 16,2-1-18-16,-2 1-12 0,1 1 2 16,-2 0 7-16,3 2-10 0,0 0-1 0,0 0-13 15,0 0 30-15,-19 21-17 0,12-5-2 0,-1 5 1 16,5 1-1-16,-4 4 33 0,3 1 18 15,1 4 6-15,-2-3-1 0,4 2-1 0,-1 2 1 16,0 2-11-16,-2-1-6 0,0 0 11 16,3 1-6-16,-4 0-7 0,2 0 0 0,2 1 0 15,-4 0-6-15,3 2-50 0,-1 0-5 0,-4-1 3 16,5 2-131-16,-5-1-52 0,1-1-45 16,-1 0 23-16,-3-1 19 0,-1-2-309 0,-1-2 38 15,2-5 33-15,0-5 12 0,-1-4 48 16,4-10 25-16,2-2 16 0,1-2-19 0</inkml:trace>
  <inkml:trace contextRef="#ctx0" brushRef="#br0" timeOffset="20">2343 3624 360 0,'0'-15'507'15,"0"4"-90"-15,0 0-60 0,2 2-26 0,-2 9-42 16,0-7-55-16,11-12-26 0,3 5-25 0,0 3-19 15,4 0-12-15,1 0-17 0,6 2-33 16,2 1-29-16,-1 0-16 0,4 1-31 0,-1 1-5 16,0-2-11-16,2 3-36 0,1-2-3 15,-3-1-12-15,0 1 2 0,-1 0-2 0,1-1 11 16,-6 0 9-16,0-2-2 0,2 0 0 16,-2-2 34-16,-6 2 16 0,1-2 16 15,-4 0-15-15,-1 2 21 0,-3-2 16 0,-2 4 12 16,-1 4-7-16,-3-1-8 0,0 2 3 0,0-1-6 15,-2 3-7-15,0-1-15 0,0 2-22 0,-2 0 2 16,0 0 8-16,0 0 17 0,10 20-23 16,-6-6-9-16,-4 5 14 0,3 1-11 0,-2 5-10 15,3-3-35-15,-3 3-40 0,-1 2-44 0,3-1-32 16,-2-1-65-16,-1-11 19 0,0 4 16 0,0 4 18 16,0-1 14-16,-13 22-326 0,7-28 35 15,6-2 29-15,-4-4 74 0,3-1 9 0,1-4 19 16,0-4 12-16</inkml:trace>
  <inkml:trace contextRef="#ctx0" brushRef="#br0" timeOffset="21">3077 3257 509 0,'-4'-27'482'0,"4"14"-73"0,0-4-56 0,-13-21-47 15,9 18-37-15,2 5-32 0,-1 2-99 16,3 5-61-16,-3-2-60 0,2 5-67 0,1 5-48 15,0 0 9-15,0 0-57 0,11-4-116 0,-9 4 21 16,6 2-158-16,6 5 37 0,-1 0 18 0,-1-1 27 16</inkml:trace>
  <inkml:trace contextRef="#ctx0" brushRef="#br0" timeOffset="22">3259 3243 539 0,'3'8'313'0,"-3"10"-4"0,0 0-52 0,0-8-13 16,0 5-1-16,0 3-22 0,-12 19 6 15,9-13-45-15,-1-5-18 0,4-8-10 0,0 5 1 16,0 3-35-16,0 0 4 0,0-1-10 0,14 15-5 16,-6-20-17-16,-6 0-5 0,2-5-5 15,0-1-8-15,-2-3 23 0,2 0 3 0,1-4 14 16,2-3-30-16,-1 3-11 0,14-17-19 0,-4 1 11 16,0-3-6-16,-1-1-7 0,0 1-8 15,-1-3 4-15,1 5-1 0,1-4 9 0,-1 3 31 16,-2 2 5-16,-3 2 4 0,0 3-18 0,-3 4-5 15,-1-1-10-15,0 3-1 0,-3 1-13 16,1 1-9-16,-2 2 1 0,-2 1-4 16,0 0-1-16,0 0-2 0,17 21-1 0,-10-9-38 15,1 5-31-15,1-2-33 0,-1 3 9 0,7 1-82 16,-2 1-43-16,4-3-30 0,2 2-15 0,0-6-34 16,5 2 25-16,3-4-94 0,-3-4-115 15,1-2 34-15,0-2 32 0,-11-3-15 0,6 0 25 16,27-12 23-16,-23 4 25 0,0-5 14 15,-3 0 8-15</inkml:trace>
  <inkml:trace contextRef="#ctx0" brushRef="#br0" timeOffset="23">4044 3347 470 0,'14'-21'317'0,"0"1"-2"0,-2 2-20 0,-6 1-38 15,-2 4-36-15,-2 5-9 0,-2 8-24 0,0 0 7 16,-15-7-14-16,-4 10-13 0,-3 6-16 16,-2 4 4-16,1-1-19 0,0 6 1 0,1 2 0 15,-1 0-15-15,3 4-16 0,3 2 5 16,3 2-21-16,1-1-8 0,6 1-21 0,3 1 11 15,4-13-5-15,0 5-17 0,15 22-4 0,-5-19 4 16,3-7-17-16,3-3 17 0,-1-3-6 0,3-4-22 16,-5-1 13-16,-2-6 4 0,-3 0-9 15,15-12-8-15,-9-1-4 0,-4-7 3 16,3-3-9-16,-3-2 12 0,-3-4-2 0,3-8-13 16,0-4 9-16,3-5-16 0,-4-3 11 0,1-6-7 15,1 1-2-15,-2-1 23 0,-1 6 29 16,1 1 37-16,-3 7 10 0,-4 3 18 0,1 6 4 15,0 0-9-15,4 6-27 0,-4 5-1 0,1 5-24 16,-4 16 15-16,-11 0-7 0,-1 13 6 16,-2 6 22-16,-1 6-18 0,-3 6-3 0,4 5-9 15,-3 5 37-15,6 6 1 0,-1 0-2 0,3 2-2 16,3 1 13-16,2 1-4 0,3-2-10 0,1-24-9 16,0 8-7-16,0 8-7 0,0-2-6 15,14 43 0-15,-4-45-14 0,-5-6 0 0,0 1 2 16,3-5-16-16,2-4 3 0,-4-1 3 0,7-3-4 15,5-5-18-15,4-6-4 0,2-4-16 16,-11-4-21-16,11 0-27 0,31-12-26 0,-19 6 6 16,1-2-61-16,1-2-29 0,-2-1-18 15,-2 0-11-15,1-2-28 0,0-1 19 0,-5 0-96 16,-2 1-39-16,-6-1-47 0,5 0 33 0,-8-3-226 16,-1 0-38-16,0 0 53 0,-5-1 6 0,1-2 60 15,-2-1 32-15,1 0 30 0,0 0 24 16,6 1 84-16,0-4-12 0,2 1 11 15</inkml:trace>
  <inkml:trace contextRef="#ctx0" brushRef="#br0" timeOffset="24">5325 3342 981 0,'3'-3'321'0,"-2"2"-26"0,1 1-38 0,-2 0-31 16,0 0 17-16,0 1-20 0,-2 2-27 16,1 1 1-16,-3 0-5 0,-3 8-31 0,1-2-2 15,1 5-19-15,0 3-16 0,4-1 5 0,1-9-47 16,0 5 16-16,10 17-10 0,1-14-16 15,3 0 14-15,2-7-28 0,2 4-2 0,0-3-2 16,1-2 3-16,-5-2-16 0,2-2 4 0,0-3 0 16,-16-1-9-16,9 0-2 0,-2 0 0 15,10-22-8-15,-9 10-10 0,-2-7-7 0,-3 1-4 16,-3-4 12-16,0 11-5 0,0-7-10 0,0 1 14 16,-16-20-1-16,10 18 2 0,-2-1-7 15,3 5-16-15,-1 1 24 0,-1 0-14 0,3 4 7 16,1 2-20-16,1 5 1 0,2 3-72 15,0 0-8-15,0-8 1 0,25-6-4 0,-7 5 0 16,6 1-12-16,3 1 7 0,1 2 21 16,1 1-8-16,2 1 13 0,-5 1 1 0,3-1 8 15,-2 1 7-15,-6-1 10 0,-9 3 13 0,5 0 29 16,0 0 17-16,-1 0 34 0,-5 0-15 16,-1 0-2-16,-2 0 61 0,-1 0 9 0,-7 0 0 15,17-7 2-15,-15 5 1 0,0 2 21 16,2-2-3-16,-4 2-1 0,4-1-13 0,0 1-4 15,-4-1 3-15,2-1-11 0,0 2-8 0,-2 0-7 16,0 0-12-16,0 0-1 0,0 0-4 0,0 0-7 16,0 0-9-16,0 0-8 0,0 0-9 15,6 0 3-15,-6 0-8 0,0 0-3 16,0 0-9-16,9-2 3 0,-8 1-5 0,-1 2-4 16,2 0 7-16,-2-1-1 0,0 1-7 0,0 2-4 15,0 2 5-15,3-2 0 0,-1 2 2 0,1 15 1 16,0 0-6-16,-3 1-4 0,4 0 0 15,-3 0 3-15,0 1-2 0,2-2-2 0,0 2 2 16,2-3-2-16,-3 2 3 0,1-5 4 16,2-1-12-16,-2-4 12 0,3 3 0 0,-1-4-11 15,1-5-12-15,11 0-35 0,1-3-25 0,-7-2-22 16,5 0-4-16,27-20 10 0,-16 12-33 16,-7-5 4-16,1-7 14 0,3 6 15 0,-3-1 15 15,-2-2 3-15,2 3 7 0,-6 1 6 16,2 0 6-16,-6 4 5 0,0-2 29 0,-3 8 2 15,-4 1-12-15,-4 2 7 0,0 0-1 0,7 10-7 16,-4-5 3-16,-3 2 30 0,5 10-10 16,-1 2 7-16,5-1-2 0,1 0 16 0,4-1-2 15,-1 0 2-15,1-1 2 0,3 0 2 16,-3-4 1-16,2 3-4 0,2-8-4 0,-2 2-8 16,4-5 6-16,-2-3 5 0,2-1-6 0,-11 0-8 15,4 0-6-15,18-15 17 0,-17 4 0 16,1 1 13-16,-2-7-9 0,1-5-11 0,-5 0 22 15,3-3-9-15,-2-4 12 0,-3-3-10 0,1-2 17 16,0-2-2-16,3 1 26 0,-11 0 3 0,4 0 9 16,-3 1 5-16,2 4 12 0,-2-2 7 0,-1 15 6 15,0-3-3-15,0-2 3 0,0 2-7 16,0 2-8-16,0 5-8 0,0 0-22 0,0 5 0 16,0 1 5-16,0 7-14 0,-10-8 2 15,9 12-14-15,-2 2-11 0,2 11 4 0,-4 7 2 16,5 6-11-16,0-16 5 0,0 12-6 0,11 35-15 15,-4-21-35-15,2 0-61 0,1 2-74 0,-3 3 14 16,1-4-152-16,-4 2-67 0,-3-2 34 0,-1-23-266 16,0 10 63-16,-16 26 33 0,3-29 47 15,5-3 33-15,-1-3 5 0,-4-7 27 0,5-3 25 16,2-5 23-16,0-3 10 0</inkml:trace>
  <inkml:trace contextRef="#ctx0" brushRef="#br0" timeOffset="25">6665 3332 581 0,'6'-16'348'0,"6"1"-72"0,3-2-32 16,7 4-37-16,1 1-21 0,0 1-19 0,8 0-11 15,4 1-42-15,0 0-6 0,2 3-31 16,0 2-9-16,-1-3-29 0,1 4-21 0,-3-2-20 16,-2 2-30-16,-2-1-18 0,-6-2-28 15,-1 5 8-15,-14 2-60 0,-1 0-28 0,-2 0-100 16,-6 0 19-16,8 0-124 0,-8 0 19 15,0 0 6-15</inkml:trace>
  <inkml:trace contextRef="#ctx0" brushRef="#br0" timeOffset="26">8048 2912 262 0,'2'-10'392'0,"4"-4"-51"0,-3 5-5 0,0 1-47 16,-3 3-25-16,4-1-28 0,-1 2-19 0,-3 2-29 15,0 1-25-15,1 0-26 0,-1 3 7 16,1 3 10-16,-1 2-18 0,0 14 22 0,0 2-8 16,0 4-20-16,0 3-11 0,0 1 6 0,0 2-14 15,0-2-11-15,3 3-7 0,0 0-9 0,0 2-6 16,-1 0-9-16,0 3-40 0,0-3-3 16,3 0-97-16,-5 1-35 0,1-3-49 15,2-1-34-15,1-1 16 0,-4-17-229 0,0 6-82 16,-10 23 34-16,2-27 5 0,1-3 27 0,3-7 67 15,-4-6 20-15,4-1 14 0,-2-4 35 0</inkml:trace>
  <inkml:trace contextRef="#ctx0" brushRef="#br0" timeOffset="27">7773 3217 543 0,'-13'-12'454'0,"2"3"-79"16,-2 0 18-16,3 2-29 0,3 2-47 0,4-1-41 15,0 0-29-15,-1 2-20 0,4 4-39 16,0 0-14-16,21-17-18 0,0 10-33 0,6-1-21 16,3 1-30-16,3 4-6 0,9-4-85 0,1 3-24 15,7-2-24-15,-4-1-33 0,2 1-20 16,0 0 7-16,2-3-20 0,-3 3 5 16,-1-2 11-16,-1-2-1 0,-1 1 12 0,-9 1 9 15,-1-2 24-15,-4-1 12 0,-2 3 28 0,-3-3 32 16,-4 0 11-16,0-1 16 0,-2-3 29 0,-4 5-6 15,-4-2 19-15,1 1 11 0,-6 3 2 16,0 1 20-16,-3-1-5 0,-1 1-10 0,1 2 43 16,0 0 15-16,-3 1-19 0,2 1-1 15,-1-1 6-15,-1 1-6 0,1-1-7 0,1 1-11 16,-2-1-2-16,1 2 0 0,0 0-10 0,-1 2-5 16,0 0-8-16,0 0-14 0,0 0-1 15,0 0 3-15,0-7-10 0,0 7-9 0,0 0 7 16,0 0-6-16,0 0-7 0,0 0-13 15,0-7-1-15,0 7 2 0,0 0-13 0,0 0 1 16,0 0 4-16,0 0-2 0,0 0-6 0,0 0-4 16,9-10-4-16,-9 10 0 0,1 0 1 15,-1 0 0-15,0 0 2 0,0 3-14 0,0-2 14 16,2 2-4-16,-2 0 3 0,2-1-13 0,0 3 2 16,-2-3 6-16,0 4-1 0,2-3-4 15,-1 2 8-15,-1 1-4 0,3-1-4 0,-2-2 3 16,-1 1-6-16,1 0 0 0,1-1 8 15,-2 0-2-15,0 2 1 0,1-3 1 0,0 1-8 16,-1-3 10-16,0 0-7 0,0 0 8 0,0 0-13 16,0 0 8-16,0 7 4 0,0-7-4 0,0 0-1 15,0 5-3-15,0-5 3 0,0 9-9 16,0-1 18-16,0 4 5 0,0 6 4 0,0 2 10 16,-9 29 0-16,6-20-5 0,-3 3-8 15,3-2 3-15,0 1 5 0,-1 3-4 0,0-3 2 16,3 2 1-16,0 1-8 0,1-18 0 15,0 9 6-15,0 1-2 0,0 3 0 0,11 22-6 16,-6-30-6-16,4-2 0 0,2-5-25 0,-2-3 0 16,5-5-21-16,0-4-20 0,-5-2-21 0,20-11-14 15,-9 3 2-15,5-3 4 0,-7-3 3 16,3-3 7-16,0 1-4 0,1-5 15 0,1 3 20 16,-5-2 9-16,2 4 4 0,2 2 28 15,-8 4-4-15,-1 2-3 0,-2 1-9 0,0 4 16 16,-3-1-4-16,-1 4-1 0,-7 0 1 0,10 0-2 15,14 19 6-15,-7-9-9 0,2 2 4 16,-1 2 20-16,5 0-3 0,0-1-7 16,2-2-6-16,-2-1 8 0,2-1-6 0,0-2 7 15,1-3 4-15,-2-4-1 0,-11 0-11 0,5 0-4 16,24-9-7-16,-22-1 1 0,1-1-20 0,1-5 19 16,-5-2-12-16,-1-5 4 0,0-1-15 0,0 2 29 15,-2-2-7-15,-3 2 30 0,-3 3 8 16,1-1-6-16,-3 6 10 0,-3 3 1 0,-3 11-7 15,0 0 11-15,-14-13-8 0,6 15 21 16,-7 3-3-16,1 4-8 0,0 4 2 0,4 3 1 16,-1 1-7-16,5 5-7 0,6 2 5 0,0-10 6 15,13 21-3-15,4-11-21 0,8 0-16 0,7 0-29 16,2-2 2-16,5-3-130 0,0-3-64 16,3-1-78-16,1-5 31 0,1-2 26 0,-3-7-297 15,6-1 48-15,-23 0 36 0,46-11 48 16,-27 0 35-16,5-4 51 0,-2-1 5 0,1-6 14 15,-1-4 1-15</inkml:trace>
  <inkml:trace contextRef="#ctx0" brushRef="#br0" timeOffset="28">10936 2804 605 0,'0'0'343'0,"0"0"-51"0,0-14-51 0,0 14-32 0,0 0 4 15,0 0-19-15,0 0-19 0,0 0 11 16,-21 20-38-16,21-10-12 0,0 7-11 0,7 26-5 16,-1-16-27-16,-1-3 14 0,0 5-25 15,0-2-9-15,2 5 0 0,-4 1-35 0,4 0-26 16,-5 0-45-16,2 1-43 0,-1-3-55 0,-1 3 12 15,0-3-139-15,-2-15-175 0,0 9 29 0,0 2 27 16,-13 19 24-16,9-27 17 0,4-8 14 0,-1-5-3 16</inkml:trace>
  <inkml:trace contextRef="#ctx0" brushRef="#br0" timeOffset="29">11071 3193 696 0,'2'-8'380'0,"9"-2"-76"0,-1-1-34 16,6 3-17-16,0 3-48 0,2 1-20 0,1 1-21 15,2 3-30-15,-11 0 4 0,8 0-19 16,20 16-18-16,-14-3-12 0,-6-2 2 0,2 5-26 16,-3 1-3-16,-4 1 5 0,0 2-20 15,-3-3-5-15,-5 2 13 0,-2-4-15 0,-3-4 12 16,0 2 10-16,-22 16-1 0,9-15-11 0,-7-3-14 15,-3 1 4-15,-3 0 1 0,1-3-15 16,2-3 3-16,1-1 5 0,3-1-5 0,12-4 19 16,-7 0-41-16,4 0 1 0,-13-22 17 0,19 14-40 15,2-1-2-15,2 3 8 0,0-7 5 16,18-16-15-16,-3 10 3 0,2 2 1 0,3 0-7 16,-2 0 9-16,6 5-11 0,-2-2 11 15,11 2 3-15,-6 2 2 0,1-1 1 0,0 3 9 16,0 0-6-16,2 1 27 0,-5 3-11 15,0 3 12-15,-15 1 0 0,5 0 16 0,21 10-6 16,-21 0-4-16,-1-1 26 0,1 2-7 0,-4 7-20 16,-1 2-4-16,-5-2 7 0,0 3 6 0,-3-1-16 15,-2-7-1-15,0 4-70 0,0 4-51 16,0-1-61-16,-14 26-53 0,7-26 18 0,4-1 19 16,-4-4-310-16,-2 1 35 0,4-8 41 0,-1-4 28 15,6-2 24-15,0 1-13 0,0-6 27 16,3-1-7-16</inkml:trace>
  <inkml:trace contextRef="#ctx0" brushRef="#br0" timeOffset="30">11681 3081 391 0,'1'-26'480'0,"2"6"-95"0,-3 10-31 0,0-2-73 16,0 1-46-16,0 1-8 0,0 1-42 0,0 3-74 15,0 6-40-15,0 0-36 0,0 0-33 0,-7-12-48 16,4 16-48-16,1 2 9 0,4 1-105 15,1 10-168-15,-3-10 24 0,9 16 23 0,2-7-16 16,-4-1 14-16,4 1 3 0</inkml:trace>
  <inkml:trace contextRef="#ctx0" brushRef="#br0" timeOffset="31">11960 3305 348 0,'3'-4'332'0,"0"0"-53"0,-2-1-33 0,-1 2-16 0,4-2-22 16,-1 1-12-16,0-1-31 0,0 2-22 0,1-1-23 15,-1-1-9-15,5-7-11 0,-1 2-16 16,0 0 18-16,-3 2-6 0,4-3-13 0,1-1 0 15,-2-1 17-15,0-1-1 0,0 1-24 0,-3-2 26 16,2 2-33-16,-3 0-4 0,-3 2 5 16,0 1-2-16,0 10-1 0,0-10-4 0,0 3 2 15,0-1-15-15,0 1 11 0,0 1-15 0,0 6-10 16,-10-17-4-16,5 13 2 0,0 3 1 16,0 0-19-16,-2 1-1 0,-8 5 0 0,1 3-8 15,-2 1 10-15,4 5-7 0,0 2 9 0,5 5-5 16,0 3-12-16,4 4 11 0,-1-2-18 0,4 3 12 15,0-12 4-15,0 5-6 0,15 35 0 16,-5-22-13-16,0 1 11 0,0 1 5 0,1 1 4 16,0-2-3-16,3 0-6 0,-1 0-2 15,-2-2 5-15,3-4 16 0,-8 1-2 0,0-2 9 16,0 3 28-16,-6-1-2 0,0-18 10 0,-15 25-8 16,2-13 17-16,-2-5-14 0,-8-2-8 0,-3 0-2 15,-4-3-7-15,-1-3 5 0,-3 1-8 16,-3-4-21-16,-2-3-25 0,4-1 2 15,-5-1-114-15,0-1-52 0,3-3-50 0,21 0 22 16,-32-12-337-16,23 4 36 0,8-10 37 0,7-5 32 16,9-6 27-16,1 16 26 0,18-32 34 15,2 15 25-15,11-6 19 0</inkml:trace>
  <inkml:trace contextRef="#ctx0" brushRef="#br0" timeOffset="32">12288 3323 1235 0,'9'-9'474'0,"-5"4"-62"16,1 2-41-16,-3-4-40 0,2 2-33 15,2 2-37-15,8-4-33 0,5-2-24 0,5 1-49 16,5 4-51-16,3-2-53 0,6 5-5 16,-6 0-156-16,6-1-58 0,-4 0 16 0,3 0-263 15,1 1 33-15,1-1 30 0,-2-3 27 0,-1 1-96 16,-1-2 31-16,2 1 9 0,-1-4 15 15,-2 1-2-15</inkml:trace>
  <inkml:trace contextRef="#ctx0" brushRef="#br0" timeOffset="33">13168 3029 382 0,'-8'-5'389'0,"-1"4"-46"0,-1-1-49 16,1 2-1-16,-3 0-38 0,-4 0-31 0,-23 16-26 15,15-5 57-15,2 4-24 0,4-1-32 16,-2 2 7-16,3 1-21 0,-1 3-15 0,2 5-14 0,3-2-29 16,4 4-10-16,0-1-2 0,5 6-4 15,3-3-19-15,1-15-2 0,13 27-8 16,-4-17-10-16,2-4 5 0,3-2-17 0,6-2-2 16,3-2-10-16,2-5 5 0,1-2-14 15,-1-3 7-15,-14-4-14 0,9 0-9 0,21-14 19 16,-22 2-12-16,-2-4-1 0,-1-5-11 0,-4 4-12 15,-4-9 2-15,-2-3-2 0,-6 1-1 16,0 12-23-16,-12-23 8 0,2 15-9 0,-5 4-29 16,-3 1 5-16,-4 1-40 0,-2 0-41 0,-4 3-25 15,3 5-27-15,0-1-15 0,2 1-32 16,-4 2 20-16,4 4-88 0,6-3-88 0,6 3-86 16,7 0 32-16,3 1 18 0,1 3 24 15,0 0 40-15,14-9 44 0,-2 2-11 0</inkml:trace>
  <inkml:trace contextRef="#ctx0" brushRef="#br0" timeOffset="34">13359 2985 817 0,'8'-2'352'0,"1"1"-13"16,-3-1-34-16,2 2-25 0,-5 0-33 0,2 0-29 16,-1-3-21-16,-3 3-22 0,4 0-7 0,-4 3-8 15,-1-3-2-15,8 8-2 0,3 8-4 16,-6 1-1-16,10 2-25 0,-7 1 0 0,3 4-12 15,-5-2-12-15,3 2-18 0,0 2-5 16,-1 0-5-16,-1 0-5 0,1-3 4 0,-4-3-8 16,1 4-12-16,0-3-3 0,-1-1-2 0,-3-2-11 15,1-5-13-15,-1-3 4 0,0-1 3 0,-1-3-6 16,1-1 15-16,-1-1-21 0,3 2 12 0,-3-4-6 16,0 1-6-16,0-3-1 0,0 0 4 15,0 0-5-15,11-20-2 0,-4 5-9 0,-1-4 2 16,7-3-8-16,-1-2-3 0,1 0 13 15,0 4-6-15,3-1-13 0,-4 2 13 0,0 3-9 16,-2 0-9-16,-2 3 13 0,0 5 2 0,-3 1-11 16,1 6-5-16,-5-1 15 0,4 2-3 15,-5 0-5-15,0 0 9 0,0 0 2 0,21 21-5 16,-8-12-1-16,-3 4-7 0,5-4 15 16,1 3 3-16,1 0-13 0,-2-2 16 0,1 0 0 15,1-1-3-15,2-3-8 0,-4-2 12 16,3-1-4-16,-4-2-8 0,-5-1-1 0,3 0 6 0,17-16-1 15,-14 7 5-15,2-3-2 0,-2-5 1 16,2 5-6-16,-3-2 9 0,0-1 13 0,-1 5 3 16,-4-1 11-16,-3 4 4 0,1 0-11 15,-1 3-15-15,-4 1 1 0,1-1 6 0,-3 4-6 16,0 0 4-16,0 0-13 0,3 11 5 0,-5-4-1 16,2 0 8-16,-1 16-10 0,1-12-11 15,0 7-32-15,0 1-49 0,0 5 7 0,-10 25-138 16,7-25-68-16,3-12 26 0,0 6-208 0,0-1 42 15,0 1-118-15,0-3 38 0,0-4 60 16,0-4 64-16,9 4-7 0,-8-9 38 0,2-2 40 16,1-2-12-16,1-1 12 0</inkml:trace>
  <inkml:trace contextRef="#ctx0" brushRef="#br0" timeOffset="35">14252 3273 613 0,'4'-9'404'0,"3"1"-48"16,-3 2-41-16,1-2-24 0,3-3-36 0,1-3 5 15,2-1-7-15,-1 2-35 0,5-1-37 0,1 1 5 16,-1-2-36-16,2 1-8 0,3 0-12 16,-3 1-25-16,-2 0-18 0,0 1 10 0,-4 1-4 15,-3 5-2-15,-2 1-19 0,-4 1-7 16,-2 1-7-16,0 3 0 0,-8 0-10 0,2 3-12 16,-11 4-3-16,-4 3-7 0,1 2 22 15,-1 2-3-15,3 2-10 0,1 0 2 0,0 5-17 16,4-1 15-16,-1 1-4 0,3 1-3 0,2 3 7 15,5-1-2-15,4-12-17 0,0 5 7 16,22 22 2-16,-6-22-13 0,1-1-18 0,11 0-25 16,4-1 1-16,5-3-118 0,4-2-42 0,4-4-61 15,6-1 26-15,1-3-298 0,-26-2 27 16,14 0 41-16,55-12 25 0,-40 2 59 0,5-5 30 16,-6-2 1-16,0-7 16 0,-1-5-11 0</inkml:trace>
  <inkml:trace contextRef="#ctx0" brushRef="#br0" timeOffset="36">15044 3191 325 0,'11'-3'201'16,"-3"2"-21"-16,0-2 5 0,-2 0-25 0,1 2-7 16,-1-1-6-16,-1-1 7 0,9-4-18 0,-4 2-11 15,3-2-5-15,-4 2 0 0,-2-4-14 16,2 0-9-16,-2-2 0 0,1 2-3 0,-5 0-15 16,-1 1 0-16,3 0-6 0,-4-1-1 0,1 2-8 15,0-10 10-15,0 0-2 0,-2 3-9 16,0 14-16-16,0-10 1 0,0 0-10 15,0 1 8-15,-14-11-13 0,3 9 5 0,0 2 4 16,-3 3-18-16,-2 1 20 0,2 3-12 16,-5 1-17-16,10 1 16 0,-5 0-23 0,-2 0 3 15,-18 12 4-15,20-5-5 0,0 1-9 0,8-1 5 16,1 1 4-16,3-2-2 0,2 1 7 16,0-7-11-16,13 18 17 0,-1-7-19 0,1 1 12 15,4-2-4-15,0 0-8 0,1 0 11 16,-1 4-5-16,4-2-16 0,-3 3 5 0,-1-3 1 15,-1 7 8-15,0 4-1 0,0 3-7 0,-2 3 22 16,0 5-14-16,-2 4 17 0,0 6 13 0,-4 4 1 16,1 1 17-16,-6 4-11 0,2-2-1 15,0 3 6-15,1 0-5 0,-2 0 12 16,0 0-30-16,0-4 1 0,-3 2 15 0,-1-26-3 16,0 8 21-16,0 7 2 0,-19 43 4 0,10-45-5 15,-4-2 26-15,2-7-4 0,-6-2 21 0,-1-3-15 16,-1-5 8-16,-3-5-11 0,-2-5-6 15,0-1 0-15,-3-4 7 0,17-5-12 0,-26-14-12 16,13 0 1-16,6 1-11 0,0-6-3 0,4-6-11 16,1-8-5-16,6-4-18 0,3-1-14 15,3 15-19-15,0-11-24 0,21-50-6 0,-7 33-10 16,5 1-6-16,0 1-2 0,4 1 13 0,2 2-7 16,4 4 6-16,0 0 5 0,3 4 5 15,-1 0-45-15,2 4 5 0,2 2 15 0,-1-1-7 16,1 4-4-16,3 3 5 0,0 1 11 15,2 1-3-15,3 2 9 0,-2 2 18 0,-1-2-8 16,1 2 10-16,-1-1 3 0,-3 3 10 16,1-2-1-16,0 1-19 0,-5-1 27 0,2 2-16 15,-8 0-3-15,0 3 11 0,-4 1 9 0,-3 2 8 16,1-3 13-16,-7 4 2 0,1 3-10 16,-9-1-2-16,0 3-4 0,-6 6 4 0,0 0-3 15,-11-3 42-15,4 4-10 0,-15 5 3 0,-1 1 1 16,0-1 9-16,-1 3-8 0,-2 2-4 15,2-2 0-15,5 5-4 0,2-6-2 0,3-1-2 16,2 3-1-16,1-3 15 0,5-2-3 0,2-1 1 16,4-4-1-16,0 0-4 0,0 0 12 15,14 11-4-15,1-6-21 0,-1-3-1 0,2 0-1 16,2 4-12-16,2-1 8 0,-2 2 0 0,0 1-3 16,0 2 2-16,-3 2-2 0,2 1 0 15,-4 1 0-15,2 5 12 0,-1-2-3 0,-2 4 0 16,3 0 0-16,-3 1-2 0,-1 0-1 15,1 1-66-15,1-3-18 0,0 2-30 0,0 2-32 16,-2-4-45-16,3 1 18 0,-2-4-252 0,-4-3-53 16,0-3 35-16,-4-4-1 0,0-3 28 15,-1-3 25-15,0-1 17 0,-3 0 88 0</inkml:trace>
  <inkml:trace contextRef="#ctx0" brushRef="#br0" timeOffset="37">16808 2948 928 0,'-2'-2'278'0,"2"2"-29"0,0 0-10 15,0 3-5-15,0 2 5 0,6 10-8 0,-5 7-26 16,-1-11 4-16,0 5-1 0,0 5-19 16,0 4-25-16,0 2-1 0,0 1-9 0,0 2-18 15,16 28-13-15,-11-31-16 0,4 2-3 16,-2-5-10-16,-1 3-23 0,4-3 14 0,-4-3-18 15,2-1-2-15,-1-3-3 0,1-6-2 0,-5-1 5 16,2-4 7-16,-2-2 5 0,3-4-7 0,-6 0-15 16,0 0-6-16,20-18-1 0,-5 1-3 15,-2-5-1-15,1-5-3 0,1 2-7 0,0-1-9 16,2 1-4-16,-1 1-6 0,2 0 3 16,0 3 15-16,-5-1 2 0,3 5-2 0,-2 0 9 15,0 2-10-15,-3 4 1 0,-5-1-7 16,3 6 3-16,-4 2-14 0,-1 3 12 0,0 1 7 15,-4 0 1-15,0 0-3 0,11 11 1 0,-3 7 2 16,0-5-7-16,-2 7-3 0,-1-4 2 0,5 7-1 16,-2 4-5-16,2-4-10 0,3 1-41 15,-4-1-31-15,3-4-35 0,4 3 8 0,0-2-91 16,0-2-21-16,4-4-33 0,4 0-32 16,0-3 2-16,1-4-4 0,1-5 26 0,-12-2-34 15,5 0 14-15,26-18 34 0,-23 6 19 0,-2-5 56 16,3-4 31-16,-5-1 32 0,4 0 49 0,-7 3 63 15,2 0 39-15,2 1 42 0,-8-1 49 16,1 5-1-16,-2-1-16 0,-1 9 0 0,-4-1-27 16,-4 3-11-16,-1 4-14 0,-2 0-10 15,-2 3 29-15,-2 0 16 0,-8 8-3 0,2-1-5 16,2 6-11-16,-2 0-4 0,5 3-14 0,3-2 1 16,4 5-14-16,0-11-2 0,10 22-2 15,0-12-3-15,4-1-9 0,2 0-5 0,2-2-13 16,2-5 8-16,1 1-14 0,0-4-4 15,2-4 5-15,-1-3 7 0,-4 0-10 0,-2-3-8 16,-8 0 15-16,15-15-7 0,-10 3-9 0,0-5 11 16,-4-4 2-16,-6 0-12 0,0 0-9 0,-3-1 11 15,0 10 7-15,-10-22-17 0,-3 13-4 16,0 3 2-16,1 1-1 0,-9 2 5 0,-2 3 1 16,0 1-7-16,-2 0-41 0,3 5-25 15,3 3 7-15,2 0-121 0,4 2-35 0,5 0-21 16,3 1-15-16,5 0-18 0,4 2 23 15,1-1-115-15,3-1-87 0,14 1 33 0,-12-1 30 16,9 0-32-16,25-13 30 0,-18 6 32 0,-3-5 9 16,4 2 18-16,-3-2 19 0</inkml:trace>
  <inkml:trace contextRef="#ctx0" brushRef="#br0" timeOffset="38">17992 3081 351 0,'24'-21'304'0,"-1"0"7"16,-3 0 18-16,0 1-11 0,-4-1-40 0,0 2 54 16,-1-2 12-16,-2 0 0 0,-3 3-25 15,-1 2-2-15,0 3-40 0,-2 4-25 0,-4 3-24 16,1-1-26-16,0 4-27 0,-3 3-12 15,-1 0-24-15,0 5-15 0,-1-1-2 0,-4 14-4 16,-1 1-20-16,2 7-16 0,-1 2-3 0,2 3-8 16,2 0 3-16,-1 6-10 0,2-17-22 15,0 13-36-15,0 9-50 0,17 48-64 0,-10-38 11 16,-1-2-192-16,0 1 26 0,0-2-249 0,-1-6 47 16,-5-2-77-16,0-9 40 0,1 0 77 15,0-9 16-15,2-6 10 0,4-8 47 0,1-2 28 16,1-6 18-16,-9-1 10 0</inkml:trace>
  <inkml:trace contextRef="#ctx0" brushRef="#br0" timeOffset="39">18292 3253 620 0,'6'-12'317'15,"5"-1"-62"-15,6 2-26 0,6 3-41 0,2 1-30 16,3 1-39-16,3 2-41 0,2 1-43 15,3 3-37-15,-21 0 0 0,12 0-134 0,3 0-143 0,-1 0 21 16,1 0 21-16,-1 0-94 0,23 11 10 16</inkml:trace>
  <inkml:trace contextRef="#ctx0" brushRef="#br0" timeOffset="40">18799 3221 237 0,'-6'0'316'0,"-1"-2"-33"0,-11 2-42 0,-4-2-25 0,12 2-17 15,-3 0-16-15,-2 0-21 0,-3 0-26 16,-13 13-18-16,18-9 2 0,-3 1-22 0,3 5-20 16,4-3 4-16,0-3-16 0,0 5-8 15,5-1-2-15,1-2-2 0,3-6-24 0,0 0-4 16,0 0-4-16,12 14-6 0,-8-12-7 0,-1 0 3 16,3 1 1-16,-1-2-7 0,3 0-4 15,-2-1 6-15,-1 3-2 0,-1-3-3 0,3 3 7 16,-2-1 4-16,6 5-5 0,-2-2 4 15,-4 1 0-15,0 0 16 0,2 6-7 0,-1-3 10 16,1 5-5-16,1 0-17 0,3-3 9 16,0 1 9-16,3 1-17 0,4-2 7 0,3 0-6 15,2-4 2-15,1 0-2 0,1-4 5 0,-4-2 1 16,6-1-10-16,-16 0 19 0,25-11-18 16,-14 2-4-16,-2-4 13 0,1 0-2 15,-5-4 4-15,1 1-16 0,-3-4 1 0,1-2 20 16,0-6-6-16,-2-1 21 0,0 0 17 0,-4-1-12 15,1-2 13-15,-3 4 34 0,-2-4-19 0,2 2-10 16,-3 2 61-16,-4-4 17 0,3 6 5 0,-2 0-5 16,-1 17-1-16,0-4-3 0,0 0-5 15,0-2-22-15,0 1-12 0,-12-4-21 0,8 15-4 16,-1 1-7-16,-2 2-10 0,1 2 4 16,-6 8 0-16,1 3-16 0,1 8 3 0,2 5-13 15,3-1 7-15,4 7-2 0,1 3 1 16,0-16-21-16,0 12-28 0,15 44-53 0,-4-26-39 15,1-3 10-15,1 0-163 0,-3-1-64 0,-1-4 29 16,-2-3 30-16,-1-9 24 0,-4 0-278 0,-2-19 32 16,0 2 42-16,0 0 32 0,-15 0-7 15,11-12 26-15,-1-3 71 0,0 1 15 0,0-10 6 16</inkml:trace>
  <inkml:trace contextRef="#ctx0" brushRef="#br0" timeOffset="41">19101 3246 533 0,'-3'-12'445'15,"-1"0"-76"-15,1-3 22 0,2 6-63 16,0 2-26-16,1 7-22 0,0-7-63 0,25-6-2 16,1 10-31-16,5-1-9 0,3 3-33 0,-14 1-24 15,9 0-7-15,3 0-18 0,3 0-1 16,40 12-28-16,-38-7-3 0,-6-1 2 0,-1 1 1 16,1-2-19-16,-5 3-10 0,-5-2-10 0,1 6 10 15,-7 1-15-15,0 1 0 0,-6 4 23 16,-3-1 2-16,-2 1-8 0,-2 3 2 0,-2 3 10 15,0-11-8-15,0 8 5 0,-14 26-25 16,9-18-2-16,-1 4-2 0,3 1-155 0,-4-6-78 16,6-1 22-16,0 2-322 0,-6-5 38 0,3-5 37 15,2-2 14-15,1-7 30 0,-1-1 42 0,2-7-8 16,0 0 48-16,0 0 16 0,15 0-15 16</inkml:trace>
  <inkml:trace contextRef="#ctx0" brushRef="#br0" timeOffset="42">19700 3164 530 0,'-5'-37'457'16,"5"22"-68"-16,-8-31-83 0,2 17-16 0,4 4-51 15,1 4-59-15,0 3-44 0,-1 5-84 16,2 13-43-16,0-6-57 0,12-2-43 0,7 10 8 16,2 3-230-16,2 1-67 0,2 3 12 0,-2 0 22 15,3 3 11-15,-2-2-4 0</inkml:trace>
  <inkml:trace contextRef="#ctx0" brushRef="#br0" timeOffset="43">20139 3191 334 0,'0'-2'342'0,"2"2"-30"0,-4 0-50 16,2-1-16-16,0 0-13 0,-1 1-40 0,1 0-12 15,-1 0-33-15,-2 1 1 0,-2 2-23 0,-9 2 23 16,-2 1-19-16,-4 5-3 0,-4-1 19 16,1 4-17-16,0 0-11 0,-1 2-10 0,0 1 6 15,-1 1-17-15,5 0 10 0,-2 0-17 0,3 1-18 16,2 0-2-16,3-2-2 0,0 3-4 16,4-3 5-16,4-1-12 0,6-3-5 0,0-13-7 15,0 8-12-15,12 5 4 0,2-8 6 0,-2-2-7 16,3-2-5-16,-6-1-18 0,8 0 4 15,18-14-1-15,-11 3-12 0,-3-1-14 0,2-4 8 16,2-2 0-16,-2-1-32 0,1 1 22 16,-2-4-19-16,-1 2-2 0,0 2 4 0,-4 3 14 15,2-2 17-15,-5 3-2 0,0 2-1 0,-3 0 0 16,-2 4 1-16,3-1 16 0,-7 2 4 0,0 2-3 16,-2 0-2-16,2 1-7 0,-4 1 18 0,2 2-4 15,-3 0-2-15,3-2-18 0,0 3-4 16,-1-3 13-16,4 3-4 0,-3 0-1 15,-3 0-10-15,0 0 9 0,7 0-10 0,-7 0-1 16,23 15-9-16,-15-1 6 0,0 1 2 0,-5 5 5 16,-3-11 23-16,0 8-8 0,0 0-5 15,0 5 15-15,-14 23-1 0,9-25-6 0,2 5-14 16,-1-4 25-16,2-1-18 0,-1-4 12 16,1-1-9-16,2-8 15 0,0 1-5 0,0-2 10 15,23 7 12-15,-9-9-10 0,6-1 2 16,-8-3-1-16,5 0-9 0,30-14 12 0,-23 5-13 0,3-4 4 15,1-3 1-15,2 1-14 0,0-1 16 16,-1 2 6-16,-4 2 15 0,0 1 7 0,1-1 4 16,-6 2-5-16,-3 2-1 0,-1 0-14 0,-5 3-10 15,-2 1-5-15,-3 4 5 0,-6 0-17 16,0 0 10-16,6 10-4 0,-4-3-11 0,0 9-45 16,0 6-66-16,3 1 9 0,0 2-188 15,5-2 26-15,-2 1-349 0,3-4 52 0,1-6 42 16,2-2 36-16,5-7 7 0,-13-5 28 0,6 0 95 15,19-17 13-15,-11 4 51 0,2 1 11 0</inkml:trace>
  <inkml:trace contextRef="#ctx0" brushRef="#br0" timeOffset="44">1433 4450 606 0,'0'-14'278'0,"-32"-8"-27"0,13 15-26 16,0 3-5-16,-3 0-26 0,-1 0-23 0,-2 4-13 16,2 0-10-16,13 0-15 0,-6 0-17 15,-18 11-27-15,16-3-11 0,3 0-3 0,2 2-7 16,1 1-3-16,3 4-14 0,3-3-7 16,3 5-5-16,1 0 1 0,2-6-4 0,0 3 8 15,20 22-4-15,-8-15 3 0,1-1-24 0,4-1 0 16,2 1-8-16,3 2 9 0,-2-1-3 0,7 3-5 15,0-4 5-15,-3-1-6 0,-2 1 17 16,-1 1-10-16,1-4 4 0,-5-1 12 0,1 3 16 16,-5-4 19-16,-2 1-7 0,-7-4 78 0,-4 0 8 15,0-8-20-15,-28 16-6 0,0-13-1 16,-6 3-27-16,-3-3 0 0,-4-1-14 16,-2 0 0-16,-3-5-15 0,1 3-8 0,0-4-7 15,4 0 5-15,22 0-31 0,-7 0-47 0,-31-10 4 16,32 3-150-16,2-7-64 0,11-1 24 0,7-4-214 15,5 11-72-15,23-23 24 0,-3 14 35 16,9-2 37-16,5-2 45 0,2 0 9 0,5 0 20 16,5-1 12-16,-1 0 2 0</inkml:trace>
  <inkml:trace contextRef="#ctx0" brushRef="#br0" timeOffset="45">1764 4616 502 0,'20'3'374'0,"-6"5"-28"0,-7 0-24 16,-3 2-42-16,-6-2 31 0,2-1-3 0,-11 19-28 15,1-9-21-15,3 2-20 0,-4 0-27 16,2-1-29-16,4 5-26 0,1-2 0 0,4 1-17 16,0-11-19-16,0 5-11 0,21 21-9 15,-6-18-3-15,4-2-8 0,2-4-17 0,0-3 4 16,6-2-7-16,2-4-17 0,-1 0-11 0,-2-4-2 16,-13 0-11-16,24-14-5 0,-18 5 0 0,-1-4 4 15,-4-1 0-15,-3-4 9 0,-4 0-7 16,-7 7-22-16,0-4 6 0,0-3 11 0,-23-18-8 15,7 16-2-15,-3 5-12 0,-5 1 5 0,-2 1-4 16,-3 2 1-16,-3 3-41 0,-1 1 3 16,1 2-105-16,6-2-60 0,1 0-50 0,0 2-39 15,14 0 28-15,6 2-250 0,5 3 44 16,0 0 35-16,20-19-9 0,-3 5 28 16,7 0 49-16,0-1 52 0,3-5-8 0,1-4 39 15</inkml:trace>
  <inkml:trace contextRef="#ctx0" brushRef="#br0" timeOffset="46">2340 4306 827 0,'19'-7'382'0,"-3"0"-72"16,-5 8-38-16,-8 5 98 0,0 3-12 15,0 13-16-15,-3-13-42 0,0 11-32 0,-16 26-27 16,7-19-20-16,4 4-22 0,-1-2-17 16,1 4-25-16,1-1-6 0,1 3-24 0,0 0-12 15,-1-3-9-15,-1 2-59 0,3-3-38 0,-2 2-38 16,4 0 3-16,-1 1-140 0,-3-5-55 15,2-3-43-15,0-4 24 0,-3-1-271 0,0-3 40 16,1-9 33-16,0-2 31 0,-1-4 28 0,1-3 23 16,4 0 26-16,0 0-8 0,-6-26 11 15</inkml:trace>
  <inkml:trace contextRef="#ctx0" brushRef="#br0" timeOffset="47">2660 4333 581 0,'15'-14'488'0,"-1"4"-76"0,-6 4-58 16,0 3-44-16,-3 6-22 0,-4 2-15 0,3 0-13 16,-4 5-32-16,4 9-26 0,0 5-23 15,-3 1-8-15,5-2-33 0,0-2-1 0,1 2-22 16,1-4-7-16,2-4-10 0,0 0-6 16,6-1-10-16,-1-5-12 0,1-3-3 0,4-6 1 15,-11 0-8-15,20-10-2 0,-6-1-17 0,-1-5-3 16,-6-1 6-16,1 3 10 0,1-5 26 0,0 2 12 15,-4 2 9-15,0 3 13 0,-6 2-18 16,-2 3-14-16,3 2-17 0,-4 0-4 0,-3 3 2 16,-2 2-12-16,0 0-9 0,0 0-2 15,12 26 1-15,-8-8-31 0,2 2-37 0,-5 3-45 16,1 3 7-16,4 1-128 0,-3 1-39 0,1-1-72 16,1 0 28-16,0 0-310 0,-1-2 49 15,-3-2 41-15,0-2 44 0,-1-10 34 0,0 1 39 16,-11 17 26-16,7-18 22 0,-3 3 26 0,0-3 12 15,-6 7 38-15</inkml:trace>
  <inkml:trace contextRef="#ctx0" brushRef="#br0" timeOffset="48">815 5591 470 0,'-64'12'373'0,"8"-4"-75"0,9-2-28 0,8-1-31 15,6-3-36-15,20-1-9 0,13-1 17 0,18-10-2 16,14 6-23-16,17-3-3 0,17 2-21 0,12-2-18 16,10 3-24-16,10-3-12 0,9 5-11 0,4-1-25 15,11 3 9-15,-60 0-9 0,30 0-5 16,17 0-13-16,2 0-4 0,0 0-6 0,-3 0-3 15,-3 0-6-15,91 12 12 0,-112-11-19 16,-10 2-1-16,-6 0-3 0,-11-2-112 0,-7-1-76 16,-7 3 15-16,-9-2 15 0,-23-1-384 0,5 0 48 15,-4 0 33-15,-4 0 27 0,5-12 25 16,-7 9 64-16,15-4 12 0,9 3 7 16</inkml:trace>
  <inkml:trace contextRef="#ctx0" brushRef="#br0" timeOffset="49">3270 5715 452 0,'23'2'754'16,"-7"1"-130"-16,-7-3-89 0,-1 0-47 0,-1 0-60 16,1 0-58-16,4-13-58 0,-7 10-28 0,-4-4-33 15,0 2-32-15,1 1-58 0,-1-2-79 16,-1 2-117-16,3 0 2 0,-3 0-260 0,1 0 28 16,-1-1-275-16,0-2 40 0,1 2 38 15,3-12 32-15,2-2 63 0,1 1 7 0,3-6 30 16,9 7 52-16,7-5 13 0,6 3-101 0</inkml:trace>
  <inkml:trace contextRef="#ctx0" brushRef="#br0" timeOffset="50">3773 4649 394 0,'0'-18'534'0,"28"-12"-115"0,-24 19-42 16,-1 3-55-16,-1 1-40 0,1 2-120 15,-2 0-83-15,0 0-94 0,1 2 1 0,-2 2-223 16,1 1-165-16,2 1 23 0,-2 2 28 16,0 1 20-16,9 11 10 0</inkml:trace>
  <inkml:trace contextRef="#ctx0" brushRef="#br0" timeOffset="51">3928 5063 269 0,'-2'20'605'0,"1"-3"-116"0,1-10-57 0,0 0-57 15,0 3-45-15,0-3-39 0,0-2-36 0,0-5-35 16,0 7-49-16,0-7-20 0,0 7-116 16,0-7-93-16,0 0-72 0,0 0 11 0,0 0-330 15,-10 10 13-15,8-11 28 0,3-3 14 0,0 1 24 16,3-3 39-16,10-8 10 0,6 0-3 16</inkml:trace>
  <inkml:trace contextRef="#ctx0" brushRef="#br0" timeOffset="52">4889 5098 415 0,'0'-14'317'0,"4"-9"-44"0,-4 12-18 16,1 3-23-16,1 0 5 0,-2-1-26 15,0-1-22-15,0 0-8 0,0-1-23 0,0 3-22 16,5-7 13-16,-5 8-19 0,0 2-8 0,1-2-13 16,-1 3 0-16,0-2-13 0,0 6-10 0,0 0-2 15,0 0-16-15,0-8 18 0,0 8-21 16,0-6-10-16,0 6 1 0,0 0 7 15,0-6-4-15,0 6-36 0,0 0-3 0,0 0-11 16,-4-8-1-16,3 14 7 0,-6 16-3 16,0 3-1-16,1 2 23 0,-4 7-5 0,-1 1 22 15,0-1-11-15,0 2-5 0,-1-2 16 16,3 3-9-16,0-3-6 0,3-1-7 0,0-1-15 16,2-3 21-16,4 2-11 0,0-19-3 0,0 6 5 15,0 2 6-15,16 17 3 0,-7-21-18 16,5-3 2-16,-2-5 12 0,6-7-2 0,-9-1-6 15,4 0-1-15,23-11-2 0,-14-3 2 0,-3-2-10 16,0 0-17-16,1-2 21 0,-1 2-17 0,-3-3 9 16,4 2 15-16,-3 2 14 0,-4 3-9 15,0 0 9-15,-3 3-12 0,-3 3-4 0,-1 4-4 16,-4 2 3-16,-2 0-3 0,0 0-7 0,0 0 0 16,19 20-10-16,-8-6 17 0,4 3-11 15,0-3 1-15,6 1 16 0,-1-2-22 0,4 1 18 16,1-2-16-16,-2-1 15 0,2 0-7 15,0-3-4-15,-1 1 4 0,0-2 17 0,-2-2 14 16,-7-4 23-16,0-1-1 0,-6 0 5 0,2 0-5 16,16-16 2-16,-15 3 4 0,-1-2-21 0,-5-4 10 15,0-4-11-15,2-4 1 0,-4-2-2 16,-2-2-17-16,-2-3 5 0,2-1-5 0,-2 17-9 16,0-9 11-16,0-2-12 0,-16-31 1 15,13 33-24-15,-3 4-46 0,4 4-63 0,-3 5 12 16,-2 5-143-16,0 8-26 0,7 1-59 0,-16 13 30 15,6 2-258-15,-1 6 45 0,4 0 7 0,0 1 34 16,7-11 49-16,0 5 40 0,14 24 29 16,-2-17 26-16,1-1 41 0,4-3-14 0</inkml:trace>
  <inkml:trace contextRef="#ctx0" brushRef="#br0" timeOffset="53">5752 5438 976 0,'8'0'449'0,"-3"0"-50"0,2-2-63 0,0 0-14 15,7-5-38-15,1-4-29 0,2 2-25 0,1-3-18 16,1-3-28-16,2-1-21 0,-1 1-20 16,3-3-21-16,-2-1-14 0,-1-4-1 0,2 1-12 15,-3 0-9-15,-1 0-5 0,-1-1-14 0,-2 5-12 16,-2-4-7-16,-2 3 3 0,-2 7-10 0,-7 4-9 16,-1 3-7-16,-1 5 0 0,-6 0-12 15,0 5-5-15,-8 5 1 0,-4 2 0 0,-1 7 22 16,2-2 0-16,-1 0 14 0,-2 7 9 15,2-2 6-15,-1 2-6 0,3-1 0 0,2 3-11 16,7-2 9-16,1 5-3 0,4-2-10 0,2-13 0 16,24 19 2-16,-4-13 2 0,4-7-30 15,8 0-29-15,5-2-62 0,6-3 9 16,6-2-115-16,-1-6-70 0,-21 0-55 0,12 0 29 16,49-14-263-16,-35 4 42 0,-4-6 26 0,0-3 60 15,0-4 20-15,1-4 25 0,0-5 52 16,1-6 31-16,3-3 16 0,-2 0-80 0</inkml:trace>
  <inkml:trace contextRef="#ctx0" brushRef="#br0" timeOffset="54">7672 5225 401 0,'13'-16'297'0,"-7"2"-51"0,1-2-15 16,-5-1-23-16,2 0-12 0,-1-2-17 0,-3 5 11 15,0 14-9-15,0-12-25 0,0 2-6 16,0-3-31-16,-12-8-9 0,2 9-2 0,-5 3-29 16,-5 5-4-16,0 4-5 0,6 0 18 0,-7 0-8 15,-30 15 26-15,22-7-1 0,-4 6-11 16,1 1-10-16,1 1 8 0,0 2-10 0,2-1-9 16,5 4-7-16,1-2-6 0,2 0 3 15,5 2-5-15,3 5 4 0,8-4-12 0,5-10-13 0,14 19-4 16,-4-11-3-16,8-4 5 0,6-1-7 15,2-7 13-15,4 0-9 0,-4-2-14 0,8-5 5 16,-18-1-3-16,7 0 0 0,29-13-16 16,-27 4 2-16,-1-4 6 0,0-2-13 15,-4-6-1-15,-4 1 25 0,0-4-16 0,-1 2 15 16,-5 1 23-16,5-1 9 0,-6 4 10 0,3 0 16 16,-5 2 0-16,-2 7-16 0,-3 0 11 15,3 4-18-15,-3-1-3 0,1 0-11 16,-3 3-4-16,0 3-20 0,0 0 14 0,0 1-7 15,-1 2-6-15,-2 1 5 0,-1 10-2 0,-1 1-11 16,1 2 4-16,0 4-28 0,4 1-35 16,0-3-10-16,0-7 5 0,0 5-108 0,16 24-29 15,-11-21-36-15,4-1-33 0,0-1 25 0,-4-4-187 16,-1-1 33-16,-1-6 32 0,0-3 27 0,-3-2 28 16,0-2-70-16,0 0-4 0,3-2 25 0,-2-3 19 15,3-10 21-15,2-1 0 0</inkml:trace>
  <inkml:trace contextRef="#ctx0" brushRef="#br0" timeOffset="55">7905 5196 465 0,'18'-15'331'0,"0"1"-46"0,2 4-20 16,-3 3-19-16,4 2-34 0,-2 3 3 0,-9 2-20 15,2 0 3-15,25 17-50 0,-16-4 6 0,-2 1-28 16,-1 0-3-16,-1 6-2 0,0-4-7 16,-4 1-29-16,4 0-12 0,-4 0 18 0,1-2 0 15,1-2-7-15,-11-2-27 0,2-4-6 0,-1-2-5 16,-1 2-6-16,-3-1 78 0,1-2 4 15,2-2 20-15,-3-2-19 0,-1 0-3 0,0 0-15 16,0 0-16-16,14-20-6 0,-4 4-4 0,0-3-5 16,3-1-16-16,1 4 4 0,-2-2-16 15,0 6-6-15,0 0-20 0,-4 3-2 0,10 6-15 16,-6 3-7-16,2-2-27 0,-6 2-14 0,9 0 3 16,17 11-31-16,-12-3 1 0,1 3-12 0,0-2-8 15,5 0-13-15,-2 2 16 0,3-3 11 16,-1-2 4-16,-3 1 5 0,-1-2 14 15,-1-4 22-15,-13-1-14 0,7 0-4 0,-1 0 31 16,21-15-15-16,-21 7 16 0,0-4 0 0,-3-2 24 16,-1-4-2-16,3 1-3 0,-4-5 14 15,0 1 27-15,-2 1-4 0,0 1 37 16,-3 2 13-16,0 1-2 0,-5 5-10 0,2 3 2 16,-3 8-19-16,0 0 0 0,-13-11-10 0,6 11 6 15,-9 5-6-15,-3 2 10 0,0 3-9 16,3 0-8-16,1 7-4 0,3 0-11 0,-1 4 14 0,8 1-4 15,3 1-10-15,2-10 5 0,16 21-28 16,-2-17-43-16,10 3 6 0,4-1-109 0,4-5-42 16,5 3-57-16,5-7 23 0,1-2-305 15,-2-3 38-15,3-4 35 0,-22-1 30 0,10 0 29 16,43-12-11-16,-31-2 26 0,-5-2 59 0,5-3 26 16</inkml:trace>
  <inkml:trace contextRef="#ctx0" brushRef="#br0" timeOffset="56">9931 5196 593 0,'0'4'286'0,"0"0"-51"0,1-2-11 0,0 0-14 16,-1 3 2-16,2-4-24 0,-1 1 15 0,-1 3-23 15,0-4-9-15,0 2 9 0,0-3-8 16,3 3-18-16,-3-2 32 0,0 0-19 0,0 1 17 16,3-1-3-16,0-1-15 0,1 1-5 0,6-2-10 15,8-3-26-15,5 0-14 0,5-5-7 16,-6-3-8-16,1 1-14 0,0-1-15 0,-1-2 2 15,-3-3-5-15,3-2-12 0,-1-6-12 0,-1 1-3 16,0-1 7-16,-1-3-12 0,-8-1-11 16,3 3 12-16,-2 0-5 0,-3 3-10 0,0-3 9 15,-4 5-1-15,-1 2-13 0,-4 6-18 0,0 13-2 16,0-8 2-16,0 8-7 0,-14-14-5 16,10 15-5-16,-2 2-18 0,-6 10 0 0,-3 4 27 15,2 4-14-15,3 6 11 0,1-3-5 16,-1 5 11-16,6 3-3 0,-4 6-3 0,7-1-6 15,-3 3 21-15,4 2-6 0,0-20 4 0,11 42-4 16,-5-21-18-16,3-2 23 0,-2-1-3 0,2-5 7 16,-5 3 3-16,2-3 17 0,-4-2 1 15,-2-18 20-15,0 9 4 0,-13 27-12 0,1-23 4 16,0-5-8-16,-5-2-4 0,-5-1-1 16,-6-4 4-16,0-1-5 0,-4-6 0 0,-1-2-17 15,-8-1-20-15,1 1-34 0,1-5 5 0,17-2-82 16,-7 0-52-16,-2 0-37 0,-31-14-57 15,37 6 27-15,2-6-290 0,11-1 60 0,11-3 37 16,1 7-21-16,13-18 31 0,3 10 87 0,4-1 3 16,4-1 4-16,4 1 62 0,3-5 0 15</inkml:trace>
  <inkml:trace contextRef="#ctx0" brushRef="#br0" timeOffset="57">10491 5150 589 0,'27'-11'451'0,"-6"1"-81"15,-4 2-47-15,-3 1-49 0,-1 3-32 0,-13 4 60 16,0 0-10-16,8 0-7 0,6 14-24 0,-9 3-29 16,-3 1-18-16,3 7-9 0,1-1-27 15,0 5-18-15,0 0-11 0,-1-4-19 0,3 6-22 16,-4-7-68-16,2 8-48 0,1-3 0 0,-2 0-203 16,0-3-74-16,0 0 27 0,-5 3-260 15,0-17 38-15,0 4 28 0,0-4 29 16,0-2 52-16,0-3 21 0,0-7 11 0,-1 4 67 15,4-8 12-15</inkml:trace>
  <inkml:trace contextRef="#ctx0" brushRef="#br0" timeOffset="58">10824 5075 754 0,'-1'-29'416'0,"1"17"-65"0,0-7-39 0,0 2-86 15,0 1-81-15,0 5-62 0,-10-4-59 16,9 13-54-16,-2 2-18 0,1 5 4 0,4-4-117 15,-1 5-164-15,8 6 23 0,-1-1 22 0,1 2 16 16,1-2 10-16</inkml:trace>
  <inkml:trace contextRef="#ctx0" brushRef="#br0" timeOffset="59">10952 5085 651 0,'1'0'379'0,"-1"-3"-15"0,-1 1-47 0,1 1 2 16,0-3-6-16,-1 4-38 0,3-2-8 0,1 1-33 15,-3 0-3-15,0-2-54 0,0 1-10 16,0 2-32-16,0 5-4 0,0-1-10 0,-3 13-1 16,2 4-25-16,1-10-5 0,0 8-1 15,0 5-3-15,0 1-7 0,0 4-3 0,0-3-13 16,0 2-11-16,9 28-3 0,-4-31 6 0,4-2-15 16,-1-3 10-16,3-2-15 0,1-4-8 0,1 0-8 15,2-4-24-15,4-3-23 0,4-6-14 16,-9-1 5-16,2 0-41 0,27-13-7 0,-18 4-3 15,0-5 12-15,3-4 11 0,-1-1-17 16,2 1 26-16,-3 2 3 0,-3-1 20 0,-4 5 14 16,4-3 2-16,-4 3 28 0,-3 0-17 15,-4 3-1-15,-1 4 3 0,-5 2-10 0,-1 1 6 16,-5 2 15-16,0 0-13 0,8 0 2 0,6 14-1 16,2-4 2-16,-3 1-15 0,8 0 36 15,-3-2-10-15,2 1-16 0,3-2-1 0,-5-1-4 16,2-2-19-16,-2-2 16 0,3-3 10 0,-12 0-28 15,4 0 4-15,3 0 5 0,16-15 9 16,-16 7-15-16,-3-1 11 0,0 0 5 0,-2-2-3 16,1 2 38-16,-4 1 8 0,-2 1-5 0,-3 1-21 15,-2 2 14-15,-1 4 0 0,0 0 33 0,-13-4-1 16,-4 7 10-16,4-2-13 0,-4 6 2 16,3 3-17-16,2 0 20 0,-2 3-10 0,6 1-2 15,0 2-15-15,3 1 3 0,2 3-13 0,3-13 18 16,0 5-10-16,23 15-3 0,-5-13-8 15,-1-4-7-15,2-1-5 0,5-1-1 0,3-1-56 16,-1-6-20-16,-10-1-7 0,6 0 6 0,29-10 13 16,-21 4 4-16,-4-1-5 0,-3-4 19 0,2-1-3 15,-7-2 10-15,6-2-12 0,-5-3 22 16,2-1 3-16,-2-1 6 0,-3-1 31 0,2 0 4 16,-4 0 42-16,2 1-21 0,-4 0 11 15,-1 1-4-15,-2 3 39 0,-3 0-7 0,3 5 2 16,-3-1 23-16,-1 4 0 0,-2 2-17 0,-2 2-10 15,1 0-3-15,-2 2-6 0,2 3-14 16,-2 0-15-16,-2 4 14 0,0 2 9 0,-6 10 1 16,1 0 1-16,2 5-9 0,-7 1 8 0,3 0-9 15,1 2-6-15,4-2 2 0,-2 2 1 0,4-2-15 16,2-3 8-16,0-9-7 0,0 4-1 16,0 1-5-16,18 13 13 0,-8-17-11 0,3-2 2 15,-1-3-1-15,8-3-5 0,-1 0 6 16,-8-3-2-16,5 0 1 0,27-17 1 0,-22 5-5 15,4 0-1-15,-1 2-7 0,1-5 7 16,-3 6 0-16,-3-3 3 0,0 5 4 0,-4-3-8 0,-3 5-4 16,-3 1-17-16,-2 4 3 0,-7 0 0 15,0 0-24-15,23 13-32 0,-16-5-23 16,2 4-40-16,-1 3 11 0,2 0-112 0,-3 1-63 16,4-4 27-16,-1 1-329 0,0-1 52 0,0-3 39 15,-2-2 27-15,-2-2 44 0,0-4 30 16,-1 2 24-16,-1-3 25 0,2 0 21 0,-3 0 26 15,-1 0 5-15</inkml:trace>
  <inkml:trace contextRef="#ctx0" brushRef="#br0" timeOffset="60">3825 6495 649 0,'0'0'379'0,"0"0"-60"16,-13 0-33-16,13 0-33 0,0 0-34 16,0 0-3-16,0 0-37 0,0 0-35 0,-27 15-6 15,27-15-1-15,6 0-36 0,-1-1-7 16,4 0-7-16,11-4 0 0,5 0-12 0,-1 0-11 16,4-2 12-16,-1 2-12 0,0-1-12 0,3-1 1 15,-2-1-29-15,-2 0 14 0,0-2-7 16,-2-1 8-16,-3 3-1 0,-2-4-28 15,-4 1-4-15,2 0 0 0,-3-1-7 0,-4-3 3 16,0 1 1-16,-1 2-3 0,-1-3 3 0,-5 1 8 16,3 2 0-16,-5-1-15 0,0 4 33 0,-1 2-17 15,0-1 7-15,0 3 1 0,0-2 0 16,0 7-14-16,0 0 2 0,0-6 6 16,0 6-12-16,0 0-4 0,0-5 6 0,0 5 12 15,0 0-7-15,-10-7-7 0,9 8 20 16,-3 2-5-16,-2 11-3 0,-1-1 0 0,-3 1-2 15,6 3 53-15,-7 3 0 0,3 0 6 0,-3 5 3 16,4 4 0-16,3-2 9 0,-1 1 4 0,1 3 1 16,-2 2-7-16,2 0 1 0,0 4-1 15,2-1-13-15,-3 1-5 0,5 2 0 0,-5 3 0 16,2-2-15-16,0 1 2 0,-1 0 2 16,2-2-9-16,-2 1-8 0,2-1-29 0,-1 0-36 0,-1 0-27 15,3 0 5-15,-3 0-127 0,4-1-39 16,-6 2-38-16,-2-3 21 0,-1 2-280 0,-5-6 38 15,0-5-22-15,1-8 33 0,-3-1 32 16,4-7 53-16,-2-5 36 0,6-5 21 0,8-2 14 16,-21-12-19-16</inkml:trace>
  <inkml:trace contextRef="#ctx0" brushRef="#br0" timeOffset="61">3790 6974 722 0,'-8'-25'520'0,"-1"-3"-57"0,4 2-39 0,0 2-32 15,5-1-46-15,-1 3-41 0,1 11-34 16,0-5-40-16,13-18-16 0,1 16-27 0,2 1-32 16,2 2-34-16,4 4-43 0,5 1-59 0,1-1-2 15,3 3-84-15,3 0-67 0,2 3-36 0,2 0-70 16,2 3 21-16,-1-6-217 0,6 4-30 16,-4-1 38-16,1-1 29 0,-1 1 24 0,-2-1 40 15,0-3 18-15,3 1 11 0</inkml:trace>
  <inkml:trace contextRef="#ctx0" brushRef="#br0" timeOffset="62">4877 6288 796 0,'-8'-1'354'0,"-1"1"-49"15,-13 1 2-15,-3 7-41 0,-1 0-32 0,-2 3-27 16,1 3 57-16,0 3-24 0,4 2-22 15,-2 5 2-15,0 3-11 0,1-1-8 0,7 2-6 16,0 2-9-16,1-1-16 0,2 3-3 16,5-1-15-16,2 1-12 0,2-3-11 0,5 4-6 15,0-16-12-15,0 5-16 0,12 27-7 0,-2-21-3 16,7-3-17-16,2 0-22 0,3-4-38 16,1-2-58-16,0-2-39 0,7-2 11 0,-5-3-155 15,3-3-36-15,-1-4 23 0,5-3-299 16,-17-2 44-16,26-14 37 0,-14 5 11 0,-5-3 36 15,-2-8 29-15,1-2 23 0,2-1 26 16,-3-6 17-16,0 0 13 0</inkml:trace>
  <inkml:trace contextRef="#ctx0" brushRef="#br0" timeOffset="63">5183 6512 293 0,'2'-9'515'0,"-1"2"-106"0,-1 2-26 0,-3 2-31 0,-1 3-9 15,1 3-20-15,-8 8-24 0,-1-1-16 16,0 5-24-16,-1 2-30 0,4 0-12 0,0 4-20 15,-2 1-21-15,6 0-14 0,4 5-24 16,-2 1-12-16,3-15-7 0,0 6-11 0,0 3-10 16,0 2-3-16,13 21-20 0,-7-24-21 0,1-3-29 15,2-2-12-15,-1-4-5 0,3-3-23 16,-2-4-11-16,3-3-24 0,-12-2-10 0,14 0 7 16,18-15-17-16,-14 1 4 0,-1-1 4 0,-2-3 6 15,5 0 5-15,-4 0 15 0,1-2 6 0,-3 3 5 16,-1-1 53-16,2 3 12 0,-5 2 26 15,0 2-3-15,-3 0 6 0,-1 4-13 0,-1 0 3 16,-1 2-3-16,-1 2-15 0,2 3 5 0,-5 0 6 16,0 0 1-16,0 0 8 0,11 22-8 15,-8-6 4-15,-2 2-7 0,2 4-4 0,-1 2-10 16,0 3 4-16,0 2 0 0,-1 1-11 0,4 0-3 16,-1-3-38-16,-3 6-42 0,0-3 7 15,1 4-158-15,-2-1-49 0,0-18-62 0,0 7 30 16,-11 24-276-16,4-22 42 0,1-7 38 15,1-3 34-15,1-7 51 0,0-7 17 0,3 0 24 16,1-4 24-16,0-3 21 0,2-11 7 0</inkml:trace>
  <inkml:trace contextRef="#ctx0" brushRef="#br0" timeOffset="64">5668 6716 252 0,'18'-20'547'0,"-3"6"-117"15,2 2-77-15,-3 4-46 0,5 5 36 16,-4-1-16-16,-5 4-29 0,6 0-29 0,15 18-15 15,-11-5-14-15,-2 4-28 0,-2 3-24 0,-2 2-16 16,-2 0-20-16,-2 1-12 0,0 4-14 16,-5 0-9-16,-3 7-8 0,-2-20-17 15,-19 33-20-15,2-16-40 0,-6 1-9 0,-3-3-36 16,0-1 0-16,-4-1-109 0,-4-2-50 0,-1 0-53 16,1-3-42-16,-1-7 25 0,6-1-278 0,1-3 39 15,1-6 39-15,10-5 32 0,9 0 32 0,-11-16 29 16,18-1 32-16,1 7 14 0,0-11 11 15</inkml:trace>
  <inkml:trace contextRef="#ctx0" brushRef="#br0" timeOffset="65">6431 6804 940 0,'3'-6'508'0,"-2"-2"-42"0,-2 1-20 15,1 1-22-15,0-2-22 0,1 2-22 16,-1 0-41-16,0 6-53 0,0-9-37 0,22-14-40 16,-3 11-41-16,9 2-59 0,4 2-66 15,8 0-4-15,8 5-182 0,2-2-93 0,1 4 21 16,-1 0-342-16,-28 1 50 0,13 0 46 0,0 0 31 16,35 12 30-16,-42-5 6 0,-6 8 25 15,-8 4 22-15,-8 3 11 0,-4 0-5 0</inkml:trace>
  <inkml:trace contextRef="#ctx0" brushRef="#br0" timeOffset="66">6720 7003 592 0,'-40'12'530'0,"4"2"-60"16,6-5-41-16,2-2-14 0,2 2-43 0,2-4-23 15,3 3-41-15,6-4-31 0,6-1-35 0,9-3-24 16,0 0-37-16,32 1-30 0,-17-1-45 16,16 0-91-16,10 0-2 0,61-9-198 15,-38 2-85-15,2 2 24 0,1-1-271 0,1-4 66 16,5 0 34-16,-6-3 29 0,4-2 24 0,-1 1-13 15,-2 0 54-15,-1 0 9 0,4 1 7 16</inkml:trace>
  <inkml:trace contextRef="#ctx0" brushRef="#br0" timeOffset="67">8282 6418 539 0,'0'-15'361'0,"0"15"-58"0,14 0-46 15,-14-14-31-15,0 14-7 0,0 0-4 0,0 0 27 16,2 7-52-16,-13 10 6 0,-3 5-29 0,1-3-18 16,-3 7 12-16,-3 0-16 0,-1 3-16 15,-3-1-23-15,3 4-5 0,-1-6-15 0,-2 5-6 16,2-2-11-16,1-2-1 0,-1-1 2 0,2-1-14 16,0-2-1-16,0-3-6 0,6-2-7 15,-3-2-3-15,4 0-4 0,1-2 2 16,3-5 6-16,4-2 14 0,1-4-4 0,1-1-6 15,2-2-18-15,4 0 3 0,0-2 14 16,2 1-22-16,12-3-8 0,3 1 13 0,4-2-18 16,2 2 11-16,5 0-2 0,1 0-14 15,-1 1 9-15,4 0-7 0,-1 1-6 0,0 0 16 16,0 0-26-16,0-1 4 0,-1 1 18 16,2 0-20-16,-1-1 5 0,-4 1 4 0,-1-2-8 15,-6 1-12-15,-1 0-2 0,-3-2 20 0,-4 2 1 16,-2 0-3-16,-4-1-11 0,-3-1 3 0,1 0 11 15,-3 1 0-15,-2 0-8 0,0-4 17 16,-1 2-6-16,-1 0 9 0,1-1 1 0,-1 0 6 16,-1-3 4-16,0 0 7 0,0-2 6 0,0 0 13 15,0 0-4-15,0 2 16 0,0 1 5 16,0 1-10-16,0 7 0 0,0-7 2 0,0 7-6 16,-12-14-11-16,12 9-8 0,0 3-5 15,0 1-1-15,-1 1-16 0,-1 1 4 0,0 1 12 16,-3 3-1-16,4-1 11 0,-5 15 7 0,-2 3 4 15,0 1-3-15,-1 3-5 0,4 3 9 0,-2 0-15 16,3 1 0-16,0-1 1 0,1 4 5 16,1 1-15-16,2 0 10 0,0-18-9 0,0 6-10 15,0 6-36-15,0-1-41 0,14 32-57 16,-8-30 12-16,-3-1-185 0,-1 1-47 0,-2-3 29 16,0-15-293-16,0 6 55 0,-9 12 41 15,3-14 47-15,5-7 34 0,1-4 23 0,0-4 23 16,4 0 64-16,-1-1-14 0,1-5 52 15,8-3-18-15</inkml:trace>
  <inkml:trace contextRef="#ctx0" brushRef="#br0" timeOffset="68">9032 6745 645 0,'4'-12'537'0,"-1"3"-83"0,1 3-38 0,-2-1-49 0,2 3-46 15,-4 0-50-15,1 3-15 0,0 1-6 16,1 1-6-16,-2 3-12 0,1 2-26 0,1 15-9 16,1 1-19-16,0 5-16 0,-1 2-20 15,2 1-11-15,0-1-14 0,-1 2-16 0,3-2-1 16,-2 0-6-16,1-1-12 0,1 0-12 0,1 1-4 16,-3-3-7-16,2-4-2 0,-4-2-8 15,-1-4-1-15,2 1-6 0,0-5-8 0,-3-4-3 16,0-1 10-16,0-2-13 0,4 0-1 15,-4-5 1-15,-2 2 10 0,2-5-20 0,2 0 3 16,-2-2-4-16,3-11 8 0,3-1-14 0,4-4 10 16,-1 1-10-16,1 1 3 0,2 0-8 0,0 2-10 15,2-1 4-15,0 2 11 0,2 1-11 0,-2 1-4 16,1 4 10-16,-2-2-5 0,-1 4 1 16,1-1 3-16,-5 2-4 0,0 4-1 0,1-1-8 15,-4 3 1-15,-5 1-4 0,0 0 26 16,8 0-6-16,11 21 8 0,-12-8 10 0,1 3-3 15,0 6-9-15,-5-2 1 0,2-2 11 0,1 5-16 16,-2-1 8-16,1-2 4 0,-1 1-10 16,2 1-30-16,-2-2-41 0,0 0-44 0,-3-3-58 15,1 4 14-15,-2-12-142 0,0 1-82 16,0 0 32-16,-11 7-263 0,6-13 56 0,4-1 42 16,-3-2 9-16,4-2 34 0,-2-2 71 0,5-1 20 15,6-10 33-15,2-6 9 0,5 1 26 16,-2-5 48-16</inkml:trace>
  <inkml:trace contextRef="#ctx0" brushRef="#br0" timeOffset="69">9564 6539 299 0,'-9'-11'377'0,"2"3"-60"16,3 1-27-16,-2 0-25 0,4 4 5 0,-4-2-15 15,3 1-29-15,2 0-18 0,-1 2-6 16,0 0-22-16,1-3 6 0,-1 3-7 0,0-1-27 16,0-2-5-16,1 3-6 0,1-3-18 0,-1 2 8 15,1-1-17-15,0 1-2 0,0 1-9 0,0-4-13 16,0 5-9-16,0-4 5 0,0 5 12 15,0 0-14-15,0 0 10 0,0-5-5 0,0 5-10 16,0 0-6-16,0-7 0 0,0 7-4 0,0-8-11 16,0 8-7-16,0 0-4 0,0-7-6 0,11-3-2 15,-8 7-4-15,0 0 0 0,2 1-17 16,-3 0 1-16,3-2 10 0,7-3-5 0,-1 2-14 16,1-2 4-16,1 0 2 0,-1 4-6 15,4-4 5-15,-2 4-5 0,-3-1 3 0,4 1-15 16,-2 1 13-16,-2-1-15 0,-1 3 3 0,0-2 5 15,-2 2-1-15,-8 0-7 0,7 0 5 0,-7 0 0 16,25 12-1-16,-18-4-5 0,-3 1-5 0,-3-2 11 16,-2 3-8-16,1 1 11 0,-15 16-8 15,5-12 10-15,-4 3-5 0,-3-2-5 0,0 1 7 16,1 0-4-16,-1-6 8 0,2 3-7 16,1-5-4-16,1 4 0 0,3-2 0 0,-4-3-6 15,7-2-3-15,3 1-6 0,2-2-3 0,-1 0 5 16,2-1 4-16,1-4 3 0,0 0 8 15,0 8 0-15,19 9-10 0,-5-4 15 0,0-4-12 16,3 1 4-16,-2 0 2 0,2 0-9 0,-2 1 5 16,1-1 1-16,-2 0-11 0,0 1 15 0,-3-1 1 15,-3-2 1-15,-3-1-3 0,0-2 11 16,-2-1-8-16,-3-4 0 0,0 0 0 16,0 0 3-16,-23 19-9 0,5-13 2 0,-3-3 1 15,-2 2-12-15,-2-3-27 0,1 0-7 0,-3-2-12 16,4 2 5-16,-4-2-78 0,13 0-44 0,-4 0-36 15,-1 0-39-15,0 0 27 0,-17-11-192 16,19 3-85-16,6-4 35 0,5 5 35 0,3-1 29 16,3 8-5-16,0 0 26 0,19-18 69 15,-4 10-1-15,2 0-1 0</inkml:trace>
  <inkml:trace contextRef="#ctx0" brushRef="#br0" timeOffset="70">10120 6959 620 0,'0'3'437'0,"-5"-2"-56"0,2 1-50 16,1 0-5-16,-1-2-21 0,2 3-5 0,0-1-37 16,1-4-26-16,2 4-29 0,3-4-22 15,11-1-34-15,4 3-5 0,-8 0-11 0,35-7-14 16,-12 5-16-16,2 0-17 0,4 0-24 16,7 2-8-16,-2-1-107 0,3 1-57 0,-2 0-42 15,-3 0-47-15,-22 0 18 0,12 0-219 0,2 0-68 16,-2 0 29-16,1 0 18 0,-1 0 26 15,-7 0 26-15,24-12 33 0,-36 10 28 0,-4 1 5 16</inkml:trace>
  <inkml:trace contextRef="#ctx0" brushRef="#br0" timeOffset="71">10533 6768 642 0,'-10'-12'440'0,"2"1"-74"16,2 4 3-16,-2 2-31 0,3 0-31 0,0 0-37 16,4 2-28-16,-2 1-37 0,2 0-34 15,-1 1 4-15,1 2-26 0,1 2-7 0,0 0-1 16,0 3-20-16,0 1-6 0,4 15-2 16,-4-10-11-16,0 7 3 0,6 27-11 0,-3-16-14 15,-3 3-3-15,0 1-12 0,0-18 2 0,0 7-10 16,0 6-53-16,0 1-33 0,0 3 1 15,0 2-72-15,0 0-56 0,0-4-46 0,0 3-44 16,0-3 23-16,0-1-278 0,5 23 37 0,3-36-7 16,-2-3 32-16,3-5 26 0,0-6 28 0,0 0 91 15,-9-3-5-15,15 0 4 0</inkml:trace>
  <inkml:trace contextRef="#ctx0" brushRef="#br0" timeOffset="72">10997 6861 582 0,'-9'-7'386'0,"3"2"-66"16,1-1-7-16,-1-8-24 0,3 5-26 15,0-1-29-15,3 2-29 0,0 8-22 0,0-8-21 16,17-8-21-16,-2 7-8 0,-1 3-17 0,4 3-12 16,1 2-17-16,2 1-17 0,-11 0-7 15,5 0-7-15,22 15 2 0,-16-3 6 0,-6 0-7 16,2 7 3-16,-7 0-8 0,-1 3-7 16,-5 3-3-16,-4 1-18 0,0-14-1 0,-18 27 27 15,7-17-4-15,-3 2-6 0,2-3-7 0,-5 0 28 16,2-2 5-16,-2-2-4 0,2 2-10 15,-2-4 4-15,-1-1 10 0,7-1-6 0,1-4 11 16,2 0 6-16,3-2 4 0,1-3 2 0,0 0-6 16,2-1 0-16,0-2-11 0,2-1-4 15,0 0-7-15,0 0-6 0,12 4-4 0,-3-4-8 16,11 1-6-16,3-1-6 0,0 1-4 0,-10-1-2 16,6 0-9-16,4 0-24 0,2 0-18 15,0 0-38-15,25-10 8 0,-30 5-93 0,-2 2-26 16,1-1-41-16,-7 1-37 0,-1 0 24 0,-2 0-224 15,0 0 38-15,3-2-79 0,-3-2 33 16,-4 1 32-16,1 1 63 0,-2 1 9 0,8-5 23 16,-2-1 15-16,-1 1 1 0</inkml:trace>
  <inkml:trace contextRef="#ctx0" brushRef="#br0" timeOffset="73">11641 6817 360 0,'3'-2'497'0,"-1"0"-104"0,-2 1-54 16,3 2-46-16,-3 1 41 0,0 0-21 0,-1 1 0 16,1 4-26-16,-3 12-30 0,3-11-27 0,-6 22-18 15,3-8-24-15,3 0-12 0,0 2-16 16,0 2-25-16,0-13-7 0,0 3-7 0,0 4-12 16,0-2-5-16,10 23-13 0,-8-24-15 15,0-2-1-15,1-2-19 0,-2-5 5 0,0-1-9 16,-1 0 6-16,2 0-19 0,0-3 6 0,-1-2 3 15,2 0-4-15,0-2-18 0,3-3 7 0,9-4-4 16,1-2-11-16,1-6 4 0,3-2 0 16,-4-1-3-16,2-2-3 0,1 0 0 0,0 3-2 15,0-1-12-15,-3 2 15 0,-2-1-2 16,1 0 5-16,0 5 3 0,-4 0-4 0,-6 3 8 16,2 4-8-16,-4 0 8 0,3 1-7 15,-3 1-3-15,1 3-9 0,0-3 0 0,-4 3 14 0,0 0 5 16,0 0 1-16,6 13 0 0,-6-8 7 15,6 14-6-15,-5 0-16 0,5-1 19 0,-2 1-14 16,6 3 5-16,-1-1-10 0,0 0-11 16,5 1-32-16,-1-2-31 0,0 1-38 0,3-4-43 15,4 0 15-15,-5 1-116 0,2-1-24 0,-3-3-47 16,3-5 27-16,0 0-278 0,-2-4 40 0,-3-2 37 16,-2-3 35-16,-10 0 32 0,17 0 36 15,16-14 26-15,-9 5-1 0,-2 1 19 16,0-8 36-16</inkml:trace>
  <inkml:trace contextRef="#ctx0" brushRef="#br0" timeOffset="74">12587 6919 1020 0,'-2'2'375'0,"-3"-2"-50"0,2 3 3 16,0-2-10-16,1 1-37 0,-1-2-20 15,1 1-20-15,1-1-14 0,-2 3-25 0,-1-2-18 16,4 0-14-16,3-1-28 0,1 1-16 15,0 1-6-15,15-2-8 0,6 3-15 0,5-1-13 16,1 0-42-16,4 1-21 0,6 0-37 0,4 0 2 16,4-2-86-16,0 2-36 0,2-2-33 0,-27-1-42 15,15 0 18-15,3 0-227 0,0 0-48 16,2 0 34-16,35-14 12 0,-48 7 26 0,-2-1 49 16,-5-1 30-16,-6 0 15 0,-5 1 7 15</inkml:trace>
  <inkml:trace contextRef="#ctx0" brushRef="#br0" timeOffset="75">12951 6767 560 0,'-15'-7'397'16,"4"1"-20"-16,2 4-29 0,1-1-46 0,0 1-37 15,5 0-16-15,-1 2-16 0,0-3-31 16,1 3-22-16,3 0-37 0,0 0-4 0,0 0-9 15,-3 11-2-15,3-4-9 0,3 12 6 16,-3-8-16-16,7 24-21 0,-1-10 18 0,2 0-20 16,-1 3-6-16,-1 1-18 0,0-4-13 0,-2 2 8 15,5 2-8-15,-5-2-56 0,1 3 0 16,1-1-75-16,-5 1-29 0,2-1-52 0,0-1-41 16,2-3 19-16,-4-4-265 0,1-5-17 0,0-4 22 15,0-2 31-15,5 2 26 0,-1-7 27 16,4-4 59-16,-1-1 15 0,-9 0 5 0</inkml:trace>
  <inkml:trace contextRef="#ctx0" brushRef="#br0" timeOffset="76">13488 6831 376 0,'-5'-8'366'0,"4"2"-52"0,-3-1-31 16,2 0 4-16,1 1-40 0,-2 2-10 0,3-3 1 15,-3 4-51-15,2-3-1 0,0 3-23 16,1-2-15-16,-2 0-18 0,0 1-13 0,2 1-14 16,-3-1 36-16,3 3-10 0,-1-3-20 15,0 1 14-15,1 0-5 0,0 1-17 0,-2 0-3 16,2-1-3-16,0 2-7 0,0-1-5 15,-1-2 1-15,1 4-18 0,0-3-4 0,0 0 1 16,0 3-13-16,0 0-9 0,0 0 0 0,0 0-6 16,0 0 4-16,0-7-11 0,0 7-8 15,0 0-5-15,12-12 14 0,-12 11-3 0,2-1 5 16,1 1-10-16,-2-3-1 0,2 2-9 0,3 0 1 16,-2-2 1-16,2 3-1 0,8-4-8 0,-1 2 2 15,4 0-1-15,2 1-12 0,0-1 14 16,-10 3-4-16,9 0 7 0,0 0 0 0,20 12-7 15,-19-5 6-15,-2 0-11 0,-2 3-3 16,1-1 2-16,-6 3-2 0,3 1 2 0,-3 1 8 16,-3 1-7-16,-3 2 2 0,-2-4 0 0,-2 0-12 15,0-3 16-15,-14 20-2 0,0-11-3 16,-1-2-3-16,-1 1 6 0,3-3 3 0,-3 0-1 16,1-4-4-16,1 0 4 0,3-2 0 0,2-4-3 15,1 1-9-15,2-2 18 0,2 1-17 16,1-1 8-16,0-2-11 0,1 1-1 0,2 0 15 15,0-3-3-15,0 0-1 0,0 0 6 0,21 19-2 16,-3-9-13-16,2-2 13 0,1 1-11 0,3 3-3 16,1-1 18-16,-3 0-12 0,0 1-2 15,1 0 8-15,-2 0-2 0,0-2-3 16,-4 2-1-16,-4 0 2 0,-3-1 2 0,-1 0-14 16,-7-1 11-16,-2-10 12 0,0 11 0 0,-23 10 2 15,5-13-7-15,-3 6 5 0,-6-6 0 16,0-1-2-16,3 3-7 0,-1-2 0 15,-3 1 8-15,1-1-1 0,2-2-11 0,8-1 18 16,-2 1-5-16,3-4 3 0,4 2-6 0,3-2-13 16,0-1 7-16,3 1-24 0,-1-2-27 0,6 0 5 15,-4 0-128-15,5 0-56 0,0 0 22 16,0 0-332-16,-4-6 24 0,4 1 40 0,0 2 6 16,0-2 34-16,-3-2 70 0,1 3 24 15,6-1-4-15,-3 0 10 0,8-8 48 0</inkml:trace>
  <inkml:trace contextRef="#ctx0" brushRef="#br0" timeOffset="77">8100 7910 371 0,'0'0'305'0,"0"0"-52"0,0 0-39 16,0 0-26-16,0 0-26 0,0 0-21 0,0 0-14 15,16-11-8-15,7 2-4 0,7 2-10 16,1 0 5-16,4 1-16 0,6-1 4 0,6 0-17 15,5 0-11-15,15-1 3 0,5 2 2 16,10 0-12-16,0 1-17 0,8 1 5 0,3 0-3 16,8 4-22-16,3-2 11 0,6-2 3 15,2 2-17-15,-51 2-4 0,31 0 4 0,21 0-11 16,7 0-4-16,8 0 7 0,130 12-5 0,-124-8-3 16,2-1 13-16,-2 3 6 0,4 2 4 15,-5-1-16-15,4-2-6 0,-7 0 6 16,-2 2-3-16,-5 3-1 0,-3-3 13 0,-8-2-16 15,-2 0-5-15,-4 2 4 0,-5-4 16 0,-5 0-4 16,0 0-8-16,-5-1-9 0,-5 1 18 0,-5-1-23 16,-4-1 18-16,-5-1-10 0,-8 1 6 0,-3 1 28 15,-32-2-8-15,11 0 0 0,5 0 6 16,-2 0 6-16,2 0 20 0,-7 0-8 0,-1 0-5 16,-1 0-4-16,-5 0-7 0,-1 0 39 0,23-11 7 15,-33 10 5-15,-6 1-9 0,-14 0 8 16,11 0-22-16,-4 0 2 0,-1 0 9 0,-6 0-12 15,10 0-12-15,-10 0-24 0,7 0-9 16,-7 0-4-16,0 0-77 0,0 0-34 0,9-4-17 16,-10 4-36-16,0-1-40 0,1-2 17 15,0 3-164-15,0-2-138 0,0 2 35 0,2-3 19 16,2-1 61-16,8-4 7 0,6-6 29 0,3-1-7 16,0 3 40-16</inkml:trace>
  <inkml:trace contextRef="#ctx0" brushRef="#br0" timeOffset="78">15506 6791 634 0,'0'-16'187'0,"14"16"-5"0,0-30-8 0,-13 23-25 16,0-3-11-16,-1 5-2 0,0-2-12 0,2 2-16 16,-1-3-22-16,-1 0 6 0,0 2-7 15,1-1-4-15,1-1-9 0,-2-9 0 16,0 4-9-16,2 2-3 0,-2 3-14 0,0 0-2 16,0-2 3-16,-11-8-10 0,4 7 2 0,-2 1-10 15,-1 3-3-15,-2-1-5 0,-5 0 0 0,0 4 3 16,-4 2-4-16,-1 0 6 0,10 2 0 0,-7 0 14 15,-29 16 1-15,22-8 12 16,-1 1-16-16,1 1 3 0,3 2-3 0,-1-1-11 16,3 3 10-16,2-1-18 0,1 1 9 0,4 0-7 15,2-2-6-15,2-1 22 0,6 0-18 16,2-3-4-16,2-8 9 0,0 7-9 0,19 6 1 16,-4-6-1-16,5-6-21 0,3-1 1 15,-12 0-5-15,7 0-1 0,30-14 1 0,-21 4 0 16,-5 0-4-16,1-2 13 0,-2-3-7 0,-1 1 21 15,-1 2-2-15,1-1 31 0,-4 2-6 0,-1-2 6 16,-2 4 6-16,-5 3-20 0,1 2 2 0,-9 4-11 16,0 0 2-16,14 13 19 0,-10 6 25 15,-1 7-21-15,-1 5 25 0,-2-13-8 16,0 9 19-16,0 10-1 0,-12 51 2 0,6-30-14 16,-1 0-9-16,0 6 11 0,1 0-10 0,-2 6-4 15,1-1 6-15,-3-4-5 0,3 1-18 16,-1-4 5-16,-1-3-9 0,-4-2 7 15,0-2 2-15,-2-3 3 0,-1-5-3 0,-4-5 10 16,1-5-2-16,0-4-9 0,-2-3-9 0,3-5 10 16,2-6 13-16,-3-3 4 0,-1-2-1 0,3-6-7 15,-2-7-3-15,12-1-7 0,-16-13 5 16,13-3-8-16,2-5-7 0,4-5-5 0,2-5 2 16,2 13-3-16,0-14-6 0,18-41-8 0,-3 25-3 15,4-2-2-15,7-1-10 0,1 0 4 16,1-1-9-16,6 4-5 0,1 0 5 0,1 5-24 15,2-3 0-15,0 5-18 0,2 2 8 16,3 0-17-16,2 3-10 0,3 0 6 0,-4 3-24 16,4 1 1-16,-5 0-5 0,2 1-9 0,0 4 0 15,-3-2 10-15,1 2-6 0,-2 1-3 16,-1 1 8-16,1 0 9 0,-5 0 17 0,-5 3 0 16,3 1 6-16,-6-2 0 0,-2 4 15 15,0-1-9-15,-3 1 8 0,-5 2 24 0,1 3-7 16,-1-3 1-16,0 5 13 0,-4-5 11 15,-1 5 4-15,-3 0 19 0,-1-3-21 0,-1 6 7 16,1-1 8-16,-5 2 26 0,-3 0 8 0,4 3-29 16,-2 0 22-16,-3 2 9 0,2-1-27 15,-1 0 18-15,2 1-28 0,-3 2 21 0,1-2-19 16,0 1 26-16,1 1-31 0,-4 2 3 16,0 1 15-16,-4 1-3 0,-3 6 40 0,-7 8 2 15,0 0 17-15,0 7 21 0,-5 1-6 0,0 6 9 16,1 0-2-16,1 2-7 0,-2 2-9 0,4 0-8 15,-2-2 2-15,8 3-4 0,1 0 2 16,3-1-7-16,6-3 7 0,0 1-12 0,1-16-4 16,19 26-6-16,-4-17 0 0,7-1-4 15,-2-1-10-15,5-7-4 0,-1-2 3 0,3-3-14 16,1-3-11-16,2-4-5 0,1-1-8 0,-17-4-16 16,29-9-10-16,-14-3-7 0,-1-1-8 15,-3-4-10-15,-1-3-3 0,-3-2 1 0,0-1 5 16,-3 0 8-16,-1-1-1 0,-2 1 4 0,-3-3 8 15,0 3-19-15,-1 0 20 0,-3 0 11 16,0 0-8-16,-1 6 16 0,0 1 0 0,-4 3 19 16,1 4-16-16,3-2 5 0,-3 4-4 0,-4 0 4 15,2 3-4-15,0 1-8 0,-2 3 7 16,0 0-2-16,-3 3 12 0,2 1-2 0,-7 11 13 16,3 2 6-16,-4 0 3 0,3 3 1 0,-1 1 3 15,1 0-7-15,2 1-2 0,1 0-4 16,0 1 2-16,1-4 1 0,0 0-8 0,2-10 8 15,0 4 1-15,12 15-14 0,-4-18 14 16,2 1 0-16,4-2-8 0,3 0-4 0,5-5 12 0,-2-2-11 16,-8-2-3-16,4 0 4 0,24-20-10 15,-16 9 5-15,-4-3-6 0,2-5 3 0,-1 4-3 16,-1-3 3-16,0 1-1 0,0 0-6 0,-5 2 10 16,-2 2-9-16,0 2 0 0,-3 2-9 15,-3 3-1-15,-2 6 3 0,-5 0 1 0,1 8 11 16,-4-1 2-16,-3 10-2 0,0 2-7 15,-2 1 12-15,1 2-4 0,1 2 2 0,-3 1 7 16,4 5-16-16,1-6-13 0,0 2-35 0,3-1-57 16,1-12 10-16,0 6-122 0,0 2-47 0,0 1-50 15,0-2 27-15,0-4-266 0,10 8 30 16,-6-19 41-16,1-3-4 0,2-4 36 0,-2-2 70 16,9-8 47-16,4-4 0 0,-1-7 11 0,3-2-3 15</inkml:trace>
  <inkml:trace contextRef="#ctx0" brushRef="#br0" timeOffset="79">17693 6846 1061 0,'19'13'366'0,"-4"2"-33"15,-2 6-46-15,-4 2 12 0,-5 2-24 0,0 4-30 16,-4-13-18-16,0 7-24 0,0 6-32 16,-17 30-10-16,2-26-19 0,-2 0-64 0,-5 1-8 15,-6-1-97-15,-7-2-43 0,-4 1-52 16,-5-4-55-16,-3 0 17 0,-4-5-216 0,-4-4-50 15,-5-2 31-15,-6-2-25 0,-7-8 42 0,-5-2 24 16,-6-4 13-16,43-1-17 0</inkml:trace>
  <inkml:trace contextRef="#ctx0" brushRef="#br0" timeOffset="80">14635 6064 383 0,'6'-38'305'0,"2"4"-12"0,-4 0-28 15,4 0-32-15,-7-2 7 0,7 5-32 16,-6 2-6-16,3 0-14 0,-1 0 19 0,2 5-55 16,-3 5-11-16,5 1-19 0,-6 4 11 0,-2 6-20 15,3 2-24-15,-2 4-18 0,-2 5-10 16,1 5 15-16,-3 15-12 0,3-7 27 0,-11 50-8 16,2-12 24-16,-1 11-7 0,-4 7-7 0,-2 10 9 15,0 7-11-15,-4 9-14 0,3 9 7 16,-1 3 12-16,0 10 2 0,1 1 14 0,-1 5 9 15,6 2-5-15,1 8-14 0,5-3 4 16,-2-2-11-16,4-3-1 0,1-5-19 0,0-5-7 16,-1-6 1-16,3-9-8 0,-2-7-12 15,1-7-7-15,-2-5-21 0,-2-10-28 0,-1-3-45 16,1-6-29-16,-1-6 6 0,1-8-137 0,-2-7-25 16,1-6-30-16,0-9 23 0,-2-4-208 15,-1-3-66-15,0-8 40 0,3-12 35 0,7-2 37 16,-9-11 33-16,4-11-7 0,3-5 43 15,2-5 14-15,0 11 9 0</inkml:trace>
  <inkml:trace contextRef="#ctx0" brushRef="#br0" timeOffset="81">17929 6794 304 0,'0'0'426'15,"0"0"-98"-15,0 0-32 0,0 0-41 0,0 0-44 16,19-11-27-16,8 2 1 0,-2 3-56 0,14-2 5 16,3 4-61-16,12 0-46 0,-2 0-77 0,4 1-49 15,1 3 8-15,-1-3 9 0,-1 1-336 16,-4-3 24-16,-6 4 64 0,-2 1 6 0,-26 0 8 16</inkml:trace>
  <inkml:trace contextRef="#ctx0" brushRef="#br0" timeOffset="82">18355 7074 589 0,'-23'12'446'0,"2"-5"-78"0,2 3 11 0,5-4-16 15,4 0-24-15,4-3-28 0,3-1-59 16,8 0-20-16,2-2-34 0,18-2-18 16,-9 2-14-16,12 0-38 0,2 0-57 0,5 0-7 15,2 0-118-15,5 0-58 0,5 0-64 0,49-12 17 16,-45 10-291-16,-1-1 34 0,-2-4-36 0,-4 0 29 15,0 2 26-15,-5-2 28 0,-1 0 13 16,-4-1 1-16</inkml:trace>
  <inkml:trace contextRef="#ctx0" brushRef="#br0" timeOffset="83">19652 6639 299 0,'0'0'362'0,"-13"0"-47"0,13-13-23 15,0 13-11-15,-20-24-20 0,18 18-19 16,-1 0 18-16,2 1-45 0,-2 2-24 15,1-1 10-15,1 1-30 0,1-1-20 0,0 2-6 16,-3-2-12-16,2 2-33 0,1 2-11 0,0 0-1 16,-2 0 2-16,1 5-7 0,1 1 10 0,-4 15 18 15,-3 3 3-15,3 5 1 0,-3-2-15 16,4 1 18-16,-1 3 1 0,2 1-19 0,2 2-8 16,0-19 0-16,0 8 5 0,0 5-15 0,11 30 1 15,-5-33 2-15,2 1-13 0,-5-2 5 16,7-3 1-16,-3-4-8 0,1-1 18 0,-3-1-13 15,1-5 14-15,0-4-4 0,1-1-5 0,-2-4 6 16,1-1-7-16,-6 0-7 0,14 0-8 16,15-20-5-16,-12 4-8 0,1-1 18 0,1-2-8 15,1-4-25-15,4-5-10 0,-2 2 2 16,1 2 6-16,-3-1-6 0,0 5-11 0,-5 2 5 16,5 0-6-16,-4 2-12 0,-2 4-12 0,-1 1 10 15,-4 0-10-15,-2 3-4 0,1 5 9 16,-4 2 0-16,0-2 5 0,-4 3-5 15,0 0-2-15,0 0 10 0,20 23 5 0,-12-7-1 16,-3 1-3-16,-1 2 11 0,0 1-17 0,1 4 29 16,0-1-13-16,-2 2-4 0,-1 0-7 15,5 0-4-15,-5 0 7 0,2 2-9 0,-2 1 22 16,3-7-6-16,-2-1-23 0,-1 0-35 16,0 1-36-16,-1-1-57 0,0-3-51 0,0 0 18 15,-1-10-169-15,0 2 32 0,0-2-278 0,0 1-23 16,0-8 51-16,-11 14 57 0,11-16 31 15,0 0 34-15,0-4 31 0,5-9 36 0,5-2 22 16,3-3 40-16,4-2-13 0,2-2 28 16</inkml:trace>
  <inkml:trace contextRef="#ctx0" brushRef="#br0" timeOffset="84">20379 6411 212 0,'-11'-12'370'0,"3"8"-51"0,4-4-19 16,-2 5-45-16,4-2-6 0,-3 1-14 15,2 1-3-15,1 1-6 0,1 2-46 0,-3-5 15 16,4 4-35-16,-2 0-11 0,1 0-18 0,0-2 5 15,-2 0 0-15,2 2 20 0,1 1-9 0,-1-2-1 16,-1 2-10-16,0-1-13 0,2-1 0 16,0 2-7-16,0-2-4 0,0 0 6 15,0 0-4-15,0 1-13 0,0-1-2 0,0 2-13 16,0 0-3-16,0 0-5 0,0 0-8 0,0 0 1 16,0 0-11-16,0-7 2 0,0 7-8 15,0 0-7-15,0 0 8 0,0 0-5 0,0 0-12 16,0-8 5-16,0 8 1 0,2-5-6 15,0 3-6-15,-1 1 13 0,-1-2-11 0,0 2 6 16,1 1-18-16,-1-2 2 0,3 1-1 0,-3 1-7 16,1-1 12-16,0-2-18 0,1 3 5 15,0-3-6-15,1 2 13 0,2 0-19 0,0-2 4 16,-1 1-2-16,1 0 6 0,11-2 4 0,0 0-7 16,0-1 1-16,2 1 1 0,-1 4-17 15,-8 0 10-15,5 0 0 0,-1 0-14 0,16 10 11 16,-16-3-17-16,0 1 4 0,-4 0-5 0,0 3-16 15,-3 1 10-15,-6-2-2 0,0-1-5 0,0 2-10 16,-15 20-3-16,4-15 11 0,-1 1 4 16,-1 0-1-16,-1-3 4 0,2-3 6 0,2 5-4 15,-1-8-6-15,3 1-6 0,-1 0-11 16,8-1 16-16,-3-3-2 0,4 4-1 0,0 0 3 16,0-9 17-16,0 12-3 0,14 20-5 0,-6-16-5 15,2-1 10-15,-1 1 10 0,4 0 6 16,-2-1-6-16,-1-2 5 0,0 1-8 0,-1-2 17 15,-2-5-2-15,-3 0 6 0,1-3 1 0,-3-1-2 16,0 0 3-16,-2-3 3 0,0 0 9 16,0 0-4-16,-24 7-7 0,3-5-1 0,7-2 0 15,-8 0-2-15,-6 0-32 0,0 0-43 16,-4 0 5-16,1 0-170 0,-1 0-71 16,-1 0 28-16,-1 0 25 0,-23 8 25 0,46-8-293 0,-2 0 39 15,5 0 36-15,-2-12 12 0,15 7 30 16,16 0 24-16,7-4 44 0,4 1 21 0,9 1 51 15,3-5 8-15</inkml:trace>
  <inkml:trace contextRef="#ctx0" brushRef="#br0" timeOffset="85">16372 7749 477 0,'-30'-2'307'16,"16"2"-75"-16,-3 0-19 0,-24-8-22 0,27 6-24 15,1 0-8-15,3 0-3 0,1 1-14 0,3-2-11 16,0 2 12-16,2 0-20 0,-1 1-6 0,5 0-3 15,-1 1-5-15,4 3-32 0,19 0 10 16,7 2-16-16,8 1-16 0,12-1-18 16,20 0 24-16,9 1-13 0,10 3-27 0,13-2-13 15,13 1 1-15,19 3 0 0,5-2 2 16,6 4-1-16,108 12-6 0,-54-8 3 0,-38-2-1 16,-12-2 2-16,2 0 10 0,95 10-20 15,-56-6 12-15,-39-1 14 0,-25-4-24 0,0 2 20 16,-3 0-7-16,-8-1 21 0,-3-2 13 0,-4-1 19 15,-7 1-32-15,-8-1 39 0,-6-2-7 0,-8-1 8 16,-9 1-7-16,-7-2 56 0,-10-6 2 0,-5 3 5 16,-9-1 11-16,-3 1-2 0,-3 0-7 15,-4-2 3-15,-5-1-10 0,0 2-11 0,-2-3-22 16,-4 4 1-16,-4-4-6 0,-13 0-5 16,7 0-18-16,-7 0-17 0,7 0-23 0,-7 0-25 15,6-4-56-15,-8 4 5 0,2-3-125 16,-5 2-50-16,1 1 21 0,-1 1-319 0,-4-2-11 15,4 0 38-15,-1-2 8 0,1-1 33 0,-6-4 30 16,11-4 23-16,2-2 28 0,-2 9 14 16,17-19-2-16</inkml:trace>
  <inkml:trace contextRef="#ctx0" brushRef="#br0" timeOffset="86">1828 8724 379 0,'0'0'279'0,"14"-17"-52"0,7-11-10 15,-18 15-17-15,0 4-16 0,-2-8-17 0,0 5-6 16,0 1-17-16,-1 11-20 0,0-11-13 16,0-2-15-16,-12-6-1 0,2 6-22 0,-1 2 4 15,0 3-14-15,-7 1-7 0,-1 3-1 16,-1 1 2-16,8 3-15 0,-6 0 20 0,-6 0-3 16,-27 19-5-16,27-9 18 0,-1 1-3 0,0 3 20 15,-1 1-24-15,3-1 9 0,0 2-17 0,-1-1-17 16,4-1 7-16,3 2 18 0,1 2-30 15,6-1 27-15,0 5-22 0,10-15 1 0,0 8-27 16,13 19 11-16,2-16-2 0,5-6-2 0,2 2 11 16,0-3-9-16,3-3-5 0,5 0 5 15,2-7-2-15,-1-1 11 0,-17 0-32 0,7 0 18 16,28-9-11-16,-21 1 22 0,-2-1-23 16,-4-4 9-16,1-1 1 0,0 0 0 0,-2-2-23 15,-1 0 10-15,-2 1-3 0,0 0 1 0,-3 1 49 16,-1 5-7-16,-2-3 7 0,-4 6 4 15,-3 0-3-15,0-1-17 0,0 5-5 0,-1-2-4 16,-3 2-1-16,1 1-2 0,-1 1-10 0,-1 0 0 16,0 0-3-16,0 0 2 0,5 14 1 15,-1 5 1-15,-3-3-6 0,3 3 0 0,1 1-2 16,-4 5 8-16,3-4-2 0,1 4-63 16,-1 0-39-16,1 0-29 0,-1 0-27 0,2 0-34 15,-3 0-40-15,2-3 19 0,-1-1-195 16,-4-3-62-16,3-7 31 0,-3-1 32 0,2-2 25 15,-2-5 25-15,2 1 24 0,0-3 40 0</inkml:trace>
  <inkml:trace contextRef="#ctx0" brushRef="#br0" timeOffset="87">2504 8724 742 0,'4'-10'389'0,"1"1"-39"0,-5 1-17 0,4 1-51 15,-4 0-35-15,0 2-29 0,0 0-24 16,0 5-23-16,0 0-18 0,0 0-9 16,-10-8-14-16,3 9-14 0,2 4-3 0,-10 5-11 15,7 1-35-15,-7 3-9 0,6 1 5 0,1 0-24 16,-2 2-3-16,7 2 16 0,3 1-6 15,-1 2-4-15,1-12-18 0,0 8-3 16,13 24-1-16,-6-18 3 0,1-1-5 0,2-5 9 16,-1 2-2-16,-2 1-13 0,2-10-3 0,-3 3 7 15,-1-2-11-15,-1-3 3 0,-4-3-6 0,0 0 0 16,-10 2 1-16,-4-3-14 0,-3-1 3 16,-6-4-4-16,8 0-19 0,-3 0-16 0,-7 0-23 15,-26-17-19-15,23 9-27 0,4 0-40 16,1-2-29-16,3-5 15 0,-2 1-287 0,4-1 10 15,4-2 30-15,5 0 28 0,5 0 24 0,4 8 21 16,0-3 37-16,17-15-17 0</inkml:trace>
  <inkml:trace contextRef="#ctx0" brushRef="#br0" timeOffset="88">3256 8465 743 0,'-4'-12'431'0,"0"5"-43"0,-1 1-47 0,4 4-49 16,-2-3-35-16,-1 5-31 0,4 0-26 15,-2 5-22-15,-5 8 6 0,2 4 4 0,-4 4 13 16,0 4-20-16,3 1-12 0,-2-1-10 16,-1 1-3-16,4 3-14 0,0 1-9 0,1 3-9 15,3 1-7-15,-2 5-12 0,1-1-11 0,-1 1-11 16,2 2-8-16,-3 0 1 0,4-2-13 0,-1 2-22 15,-3-3-33-15,3-1-35 0,-2 0-34 16,-2 3 5-16,2-5-133 0,-2 1-40 0,0-5-46 16,0 1 29-16,-3-3-269 0,2-3 35 15,0-4 18-15,-2-7 34 0,2-3 32 0,2-7 23 16,1-4 41-16,3-1 19 0,0 0 15 0,1-26 3 16</inkml:trace>
  <inkml:trace contextRef="#ctx0" brushRef="#br0" timeOffset="89">3258 8773 688 0,'7'-32'523'0,"-1"4"-76"0,-1-1-69 0,5 4-43 0,-1 4-48 15,2-2-36-15,1 1-33 0,2 5-20 16,5 5-38-16,2 4-15 0,0 0-29 0,0 8 9 16,-9 0-7-16,28 12-30 0,-13-3-5 0,-2 4 5 15,0 0-16-15,-2 3-2 0,0 1-20 16,-3 1 12-16,-3 0-20 0,-4 3-12 0,-5 1 19 15,-3 0-17-15,-5-12 1 0,0 7-1 16,-18 17 3-16,3-16-13 0,-6 0 6 0,-3-1-15 16,-3 0 24-16,-2-3-14 0,-2 1 1 0,0-3-19 15,1 2-1-15,-1-4-88 0,3 0-55 16,-3-3-38-16,3-3-59 0,4-4 22 0,13 0 19 16,-14-15-323-16,19 3 17 0,3-1 56 0,3 1 16 15,19-18 28-15,0 13 76 0,2 1 21 16,3 1 12-16,2 5 4 0</inkml:trace>
  <inkml:trace contextRef="#ctx0" brushRef="#br0" timeOffset="90">3835 8782 643 0,'5'0'395'0,"-3"-1"-35"15,0-2-57-15,-1 0-27 0,4 1-40 16,-1-1-9-16,1-2-48 0,6-4-4 0,2-1-28 15,3-3-43-15,0 1-14 0,5-2-1 0,-1 0-29 16,3 0-32-16,-4 0-13 0,3-2 19 16,-2-1-17-16,-2 2-15 0,1-1 7 0,-2-1 12 15,1 5 6-15,-6 0 14 0,0 0-10 0,-4 4 0 16,-4-1-18-16,-4 4 10 0,0 5-11 16,0 0 25-16,-13-3 6 0,-6 8-2 0,3 2 12 15,-4 3 19-15,-4 2-7 0,2 3 9 16,2-1-1-16,-2 1 6 0,0 2-5 0,3 1-5 15,0 2 4-15,2 2-8 0,2-1-9 0,5 4-13 16,3 4 12-16,6-2-6 0,1-15 1 16,11 27-7-16,-2-15-13 0,4-5 2 0,4-2-22 15,2-2-25-15,5-2 1 0,3-4-57 0,1-6-27 16,-12-3-2-16,27-11 3 0,-16-1 5 16,6 0 25-16,0-10 7 0,8 3 10 0,-1-5 1 15,2 4 16-15,1-2 44 0,2 1 21 0,-1 1-3 16,-3 0 55-16,-2 2 2 0,1 3-10 15,-3 1-6-15,-3 5 7 0,-2 1-8 0,-1 2-6 16,1 4-17-16,-3 2 10 0,-16 0-2 0,9 0-7 16,20 15-3-16,-20-8 7 0,-4 3-18 0,-1-1 0 15,-2 1 1-15,-2-3-10 0,-7 1 6 16,2-2-8-16,-3-1 3 0,-1 1-9 16,-2-4 10-16,2 1-10 0,-4 1 2 0,3-3 3 15,-1 1 6-15,0-2-5 0,-2 0-9 0,0 0-14 16,0 0-9-16,8 0-17 0,10-15-24 0,-6 7 6 15,4-1-82-15,0 2-8 0,2-3-38 0,2-2-39 16,2 3-26-16,6 0 22 0,-1-2-244 16,-5 0-28-16,-1 0 35 0,2-4 31 0,0 2 35 15,-4-1 19-15,-1-2 42 0,2 2 17 16,-3 1 8-16</inkml:trace>
  <inkml:trace contextRef="#ctx0" brushRef="#br0" timeOffset="91">6031 8399 876 0,'-4'-7'377'0,"1"-1"-32"0,1 5-44 15,-1-2 40-15,2-1-27 0,-3 2-20 0,4 3-36 16,-1 0-23-16,-2-2-34 0,3 3-38 0,-2 2-15 16,2 0 6-16,0 6 1 0,-4 11-8 15,1 3-4-15,1 3-21 0,-1 3-5 0,-1 4-17 16,2 0-3-16,-4-3-4 0,5 2-6 0,0 3-15 16,1-1-3-16,0-13-11 0,0 9-63 15,0 7-42-15,12 44 4 0,-7-39-132 0,-1 1-43 16,-2-1-43-16,1-2 27 0,-3-1-275 15,0-23 39-15,0 9 34 0,0 2 34 0,-12 25 28 16,7-34 5-16,3-5 28 0,-3-7 21 0,4-5 16 16,-2 0 7-16</inkml:trace>
  <inkml:trace contextRef="#ctx0" brushRef="#br0" timeOffset="92">5803 8823 585 0,'-16'-15'460'0,"-1"1"-79"15,2 1 20-15,3-1-40 0,3 3-34 16,4-4-35-16,3 6-38 0,2 9-31 0,0-10-13 16,23-13-30-16,-1 14-22 0,3 0-22 0,9 1-48 15,3 0-29-15,3 1-5 0,5 1-70 0,1 0-49 16,2-2-25-16,2 2-18 0,-3-2-21 0,1 2-24 16,-5-2-12-16,-3-1-6 0,2-1 2 15,-6 2 15-15,1 0 4 0,-6-3 14 16,1-1 12-16,-6 0 11 0,-3 0 12 0,-2-2 8 15,2 1 88-15,-4 2 7 0,-6 0 26 0,-4 2 28 16,5-3 24-16,-5 5 15 0,4-3 4 16,-7 5 9-16,-2-1 14 0,1 0 0 0,-1 4 25 15,-4-3-10-15,1 2-13 0,0-1 33 0,1 1-4 16,-2 0-13-16,5-1-3 0,-4 3-3 16,2-2-20-16,-3 0 0 0,2 2 7 15,-2-1-4-15,1 0-8 0,1 2-10 0,-1-3-2 16,-1 1-15-16,3 0-4 0,-3-1-11 0,1 3-1 15,-1 0-9-15,0 0-7 0,0 0 0 0,0 0-9 16,0 0-8-16,0 0-6 0,0 0 2 16,0 0-3-16,0 0-2 0,0 0-7 0,0 0 2 15,0 0 2-15,0 0-13 0,0 0 3 0,0 0 3 16,0 0-5-16,0 0 2 0,0 0-10 0,0 0-1 16,0 0 7-16,0 0 3 0,6-10-7 15,-6 10-6-15,-1 2 4 0,1 1-2 0,0-2 0 16,0 1 7-16,0 3-4 0,0-3 8 0,0 3-5 15,0-1-5-15,0 2 3 0,0 0-12 0,0 2 8 16,0 5 2-16,0 3 10 0,0 6-8 16,-10 22 1-16,7-20 5 0,-2 2-2 15,-3 3 3-15,2 0-5 0,0-2 3 0,-2 2 2 16,2-2 4-16,1 0-12 0,-2 4 4 0,-3-5 1 16,6 6-2-16,-2-6 2 0,-2-4 0 0,2-1 0 15,-1-3 5-15,2-2-4 0,1-5-9 0,2-7 13 16,-1 4 6-16,2-1-11 0,0-5 6 15,1-2-9-15,1-5 7 0,-1 0-11 0,2 1-8 16,1-1 4-16,7-10 2 0,-2-4 1 16,1-2-9-16,-2 2 14 0,0 0-7 0,3 0 2 15,-1 0 1-15,-1 5 2 0,-3-1-4 16,0-1 8-16,0 5 5 0,1 0-3 0,-4 1 8 16,3 2 2-16,-4 1 4 0,-1 5 4 0,4-4 4 15,-3 2-9-15,-1 2-5 0,1-1 1 0,1 3-12 16,-1-3-2-16,-1 1 2 0,0 2 1 0,0 0-11 15,-1 7-3-15,-2-2 8 0,1 10 6 16,-7 5-1-16,6-4-1 0,-2 9-1 0,0-1 2 16,2 1-7-16,2 1 3 0,1-12 9 15,0 3-4-15,0 3-1 0,12 23-1 0,-7-24 4 16,9-6-4-16,-1 1 7 0,6-5-4 16,1-5-12-16,3-4-8 0,-9 0-20 0,3 0-9 15,26-22 6-15,-19 8 0 0,6-2 1 16,-3 2 11-16,0-2-3 0,0 1-6 0,-2 1 5 15,-3 5 4-15,-2-3 7 0,-1 6 0 16,-3-1-5-16,-4 0-1 0,1 5 10 0,0 0 1 16,-13 2 3-16,13 0-4 0,6 0-2 15,21 19 9-15,-16-9 5 0,0-1-13 0,1 2 8 16,0-2 3-16,0-3-1 0,1 0-7 0,-4-6 2 16,0 3 2-16,-3-1 4 0,-8-2-12 0,2 0-8 15,17-14 3-15,-18 5-2 0,1 1 16 16,-6 0-7-16,-2 1 13 0,0-2-12 0,-3 6 4 15,0-3-1-15,0 2-5 0,-2 1 1 0,0 3 1 16,0 0-10-16,-9-1 1 0,5 2 2 16,2 2 14-16,-7 8 1 0,0 3-1 0,8 5 9 15,1 0-3-15,0-9-1 0,16 23 5 0,2-10-16 16,5 1-45-16,7 0-9 0,4 1 8 16,7-2-128-16,1-3-47 0,4-2-56 0,-2-4 28 15,7-3 23-15,-4-3 20 0,6-4-269 0,-28-4 37 16,10 0 33-16,53-17 27 0,-37 1 25 15,1-2 27-15,-2-5-3 0,5-2 16 0,-1 1 38 16</inkml:trace>
  <inkml:trace contextRef="#ctx0" brushRef="#br0" timeOffset="93">8879 8443 357 0,'0'-14'407'0,"26"-8"-56"0,-23 14-63 0,-1 4-26 16,0-2-36-16,1 2-22 0,-3 2-33 0,2 2-20 16,0 1-14-16,-2 5 9 0,1 0 14 0,0 15-22 15,-1 5-5-15,0-11-18 0,0 8 7 16,0 3-23-16,0 3-6 0,0 4-7 0,0-1-13 15,0-1-3-15,0 5-3 0,0 2-24 16,0-1-64-16,0 2-47 0,0 1-51 0,8 41-55 16,-6-45 16-16,-2-17-292 0,0 6 25 0,0 4 15 15,0-2 33-15,0-5 27 0,-12 13 8 16,12-35 64-16,0 0-10 0</inkml:trace>
  <inkml:trace contextRef="#ctx0" brushRef="#br0" timeOffset="94">9034 8842 649 0,'10'-11'344'0,"6"6"-43"0,5 1-57 0,-1 0-26 0,5 4-24 16,-10 0-25-16,5 0-5 0,33 13-19 16,-28-4-31-16,3 3 4 0,-1 0-31 0,-5 3-4 15,1 2 8-15,-5-1-14 0,-1 4-21 16,-6 0 21-16,-6 1-22 0,-5-11-16 0,0 4 23 15,-18 17-19-15,3-15-1 0,-2-4 9 0,-1 0-5 16,-3-3 6-16,-2-4 7 0,0-2 1 16,3-3-18-16,10 0 4 0,-1 0 8 0,-19-20 1 15,22 8-6-15,6-5-38 0,2 5-18 16,10-20 6-16,1 13-9 0,8-1-19 0,-1-1-7 16,0 2 9-16,7 4 13 0,1-1-8 0,2 3 9 15,-1 1 9-15,1 4-7 0,0 2-10 0,4 1 1 16,-3 3-1-16,-13 2 4 0,3 0 25 15,5 0 13-15,25 14 20 0,-26-4 4 0,-5 4 23 16,1 2-15-16,-2 5 5 0,-4-1-11 16,-4 2-3-16,0 6 6 0,-6-3-6 0,-2 4-5 15,-1-15-61-15,0 7-46 0,-15 24-51 0,5-20-59 16,-3-3 15-16,-1-2-215 0,-4 1 29 0,0-5 29 16,0-3-87-16,8-3 31 0,3-5 23 15,5-3 27-15,2-2 14 0,0-3 20 0</inkml:trace>
  <inkml:trace contextRef="#ctx0" brushRef="#br0" timeOffset="95">9839 8678 403 0,'-5'-5'158'0,"-1"5"-23"0,5 0-119 0,-2 1-79 15,-3 1-241-15</inkml:trace>
  <inkml:trace contextRef="#ctx0" brushRef="#br0" timeOffset="96">10009 8944 403 0,'-1'-4'351'0,"-1"1"-42"0,1-2-48 0,2 0-29 16,1 0-14-16,-1-2-13 0,4-7-15 0,1-1-13 16,2 0-14-16,-2-1-9 0,-2-1-8 15,4 2 8-15,0-1-17 0,-2-2 14 0,-2 2-7 16,-2 2-13-16,0 3-21 0,-2 11 9 0,0-9-6 16,0 2-6-16,0-1-31 0,-11-3-4 15,8 5-11-15,-1 5-6 0,-1-2-10 0,-1 3-5 16,1 2-9-16,-7 5-6 0,-2 5 7 0,2 3-24 15,-1 4 26-15,7 5-5 0,0 8-27 16,3-4 22-16,0 7-3 0,3-16-11 0,0 8 0 16,12 43 9-16,-7-30-15 0,6 0 8 0,1 1-5 15,3-2 10-15,-1-6-9 0,2 1 5 16,-2-5-2-16,0 0 13 0,-5-4 6 16,-1 1 1-16,-7-2 4 0,-1-14-10 0,-14 21 18 15,-8-15-8-15,1-5-4 0,-5-3-8 0,-5 2-4 16,-2-9 0-16,-2 4-6 0,-1-3 1 0,16-2-17 15,-7 0 1-15,-6 0-115 0,-30-8-52 0,33-3-75 16,3 1 24-16,6-5-316 0,5-3 33 16,7-5 66-16,9-3 37 0,0 14 28 0,19-27 24 15,1 11-1-15,6 1 54 0,5 1-14 16,2 1 4-16</inkml:trace>
  <inkml:trace contextRef="#ctx0" brushRef="#br0" timeOffset="97">10300 8949 241 0,'17'-11'680'16,"-4"5"-125"-16,-4-1-83 0,-3 5-47 0,2-2-57 16,-2 2-46-16,1 0-48 0,-2 0-33 0,15 0-44 15,1 2-59-15,-9 0-61 0,10 0-8 0,29 11-142 16,-17-8-53-16,-4 3-55 0,5-2 17 16,-2 0-267-16,-16-4-18 0,8 0 47 0,6 0 27 15,39-14 23-15,-33 9 40 0,-4 0-6 16,2-6 5-16</inkml:trace>
  <inkml:trace contextRef="#ctx0" brushRef="#br0" timeOffset="98">11067 8818 880 0,'-2'-4'337'0,"-3"1"-38"0,-2 1 17 15,-12 0-41-15,7 2 20 0,-5 0-12 0,-28 14-3 16,18-6-24-16,0 1-16 0,2 1-22 0,-1 2-30 16,7 3-18-16,1 0-8 0,4 6-11 15,4 0-24-15,2 8-4 0,7 0-12 0,1-14-12 16,15 26-13-16,3-15-1 0,-1-1-7 0,3-1-12 15,1-5-10-15,3 1-11 0,-5-2-1 16,7-7-11-16,-3 1 3 0,-3-6-17 0,2-1 7 16,-13-5-11-16,4 0-7 0,13-16 2 15,-17-1 6-15,-3-4-13 0,1-4 16 0,-7-2-4 16,0 10-10-16,0-4-5 0,0-4 10 0,-15-28-7 16,10 27 5-16,-2-1-4 0,-4 5-7 15,2-3 9-15,0 4 4 0,1 1-8 0,1 4-4 16,1-1 14-16,1 7-2 0,1 0-11 0,3 3-7 15,1 7-27-15,0-7-3 0,18-10-24 16,-1 10-7-16,1 0 7 0,2 2-9 0,2-2 27 16,-3 4 5-16,3-1 3 0,-2 0-23 15,-2 0 24-15,-1 4 1 0,-7 0 4 0,4 0-3 16,-14 0 7-16,9 0 0 0,1 0-3 16,17 12 21-16,-16-5 8 0,-2 6-5 0,-2 4 25 15,-6 2-10-15,0 3 0 0,3 4 22 0,0-1-4 16,0 4-9-16,-2 0 12 0,1 2-4 15,1-4-2-15,1 2-2 0,-4-3-1 0,3-6-17 16,1 4 15-16,-1-7-4 0,0 0-2 16,-2-3 5-16,1-6-7 0,-2-1 8 0,4-3-10 15,-2-1 4-15,2-3-17 0,-5 0-1 0,11 0-8 16,15-19-24-16,-8 3 0 0,0 0-17 0,0-3 19 16,5 0 4-16,-3-2 4 0,-3 5-6 15,2-2 12-15,-2 2 28 0,-1 4 12 16,-3-2-3-16,-2 6-10 0,-4 1-14 0,-2 4 21 15,-5 3-2-15,0 0 1 0,0 0-16 0,14 12 15 16,-7 4 5-16,4 5 6 0,4-1-1 16,-1-2-1-16,3-2-7 0,0 3-12 0,3-2 4 15,0-3 6-15,0-2 3 0,1-2-9 0,-1-3 0 16,-2-4 6-16,2-1-4 0,-14-2-3 16,7 0-6-16,20-14 12 0,-17 4 2 0,3-3-7 15,-2-3-8-15,-1 4-1 0,-2 2 15 16,-1 3 12-16,-7 2-14 0,1-1 10 0,-1 2-3 15,-2 4-9-15,1-3-8 0,-5 3 17 0,0 0-21 16,5 15 20-16,-4 2-11 0,1 5 2 0,-2-12-24 16,0 8-33-16,0 5 6 0,-13 25-143 15,8-22-59-15,0-1 23 0,0-5-218 16,3-1 36-16,2-13-104 0,0 5 37 0,0-2 61 16,0-3 47-16,0 1 5 0,15 2 25 0,-13-9-13 15,6 0 12-15,-5 0 27 0</inkml:trace>
  <inkml:trace contextRef="#ctx0" brushRef="#br0" timeOffset="99">12104 9251 291 0,'10'-13'526'0,"-3"5"-111"0,-1-4 44 0,1 0-41 16,0 3-49-16,2-2-37 0,-1-1-38 15,5 1-43-15,4 1-25 0,6 2-20 16,2-2-22-16,0 1-28 0,2 0-13 0,0 3-17 16,1-2-12-16,0 2-12 0,2-2-2 0,-5 0-11 15,3-1-11-15,-6-1-20 0,0-4-17 0,-3-1-5 16,-4 6-18-16,-1-5-2 0,-5 2-7 15,-5 4 12-15,-4 8-17 0,0 0 0 0,-13-9 2 16,-8 9 6-16,-5 0-9 0,13 0 7 16,-27 14-21-16,18-2 20 0,-3 3 1 15,1 2-5-15,2 2-5 0,6 3 2 0,-3 0 7 16,8-1-4-16,2 6-1 0,7 1 0 0,2-15-10 16,12 26 13-16,0-18-28 0,9 0 3 0,4 0-107 15,3-4-36-15,3-1-56 0,5-3 20 0,5-2-258 16,-4-4-63-16,0-1 44 0,6-6 30 15,-22 0 52-15,11 0 19 0,43-12 24 0,-29 0 40 16,4 0-12-16,-1-8 31 0</inkml:trace>
  <inkml:trace contextRef="#ctx0" brushRef="#br0" timeOffset="100">13056 9081 442 0,'2'0'192'16,"-1"0"4"-16,-1-1-19 0,2-2-23 0,0-1-1 15,0 1-3-15,1 1-6 0,0-3-17 0,0 0 7 16,4-7-4-16,3-3-14 0,-5-1 6 16,0 2-20-16,-1-1-8 0,0-2 2 0,-2 4-5 15,0 1 2-15,-2 0-14 0,0 3-4 16,0-2-8-16,0-2-9 0,-12-7 10 0,6 15-4 16,-1 0-2-16,0 3-21 0,-3 2 0 0,0 0-14 15,-19 14 14-15,7-1-22 0,6 4 12 0,-2 3 2 16,0 5-13-16,3 0 15 0,1 8-6 15,2 2-19-15,4 3 4 0,2 0-3 0,1 3 25 16,5 1-19-16,0-20 18 0,0 9 1 0,18 50-7 16,-9-38-15-16,5 5 26 0,4-1-15 15,-2-2 5-15,0-2-4 0,-2-1 4 0,-1-4 17 16,-6-3-8-16,-1-2-4 0,-6-16 37 16,0 7 5-16,-18 25 12 0,3-28-16 0,-5-1 1 15,-8-6-7-15,-4 0-5 0,-3-3-14 0,-9-4-2 16,-4-4-5-16,-3 1 9 0,23-4-4 0,-10 0-19 15,-8 0 3-15,-46-17-8 0,47 10-30 0,8-1 2 16,-1-3-60-16,7 1-53 0,5-1-43 16,2-2-31-16,5 0-51 0,13-1 23 0,4 0-217 15,2 6 34-15,22-15 31 0,-4 8-35 16,5 2 21-16,3-3 26 0,6-1 22 0,2-1 31 16,0 3-5-16</inkml:trace>
  <inkml:trace contextRef="#ctx0" brushRef="#br0" timeOffset="101">13829 9056 261 0,'5'-25'359'0,"-5"1"-68"0,0 14-22 16,-12-21-44-16,-1 14-1 0,1 0-43 15,-5 5-16-15,-4 1-7 0,5 3-23 0,-7 4-17 16,2 1 8-16,10 3-20 0,-7 0-17 0,-1 0-15 16,-17 12 12-16,18-3-23 0,4-2-4 15,2 3-10-15,4-3 10 0,6 3 0 0,2-3-25 16,0-7 5-16,0 0 6 0,19 22-19 15,-2-12 0-15,4 0-4 0,0-1-7 0,2 3-1 16,-1 0 2-16,1-1 1 0,1 3-16 0,-2-1 19 16,-1 3-2-16,-1 0 3 0,-6 0-13 15,1 3-5-15,-4 1 4 0,3 2-10 0,-7 3 19 16,1-3-2-16,-4 0-9 0,1 2-4 0,-2-1 1 16,2-1 2-16,-4 1 3 0,1-2-34 15,0-1-34-15,-2-12-35 0,0 3-61 0,0 4 14 16,0-5-230-16,0-2-29 0,0 0 26 0,-14 7 12 15,10-13 22-15,4 1 46 0,0-3 8 16</inkml:trace>
  <inkml:trace contextRef="#ctx0" brushRef="#br0" timeOffset="102">14597 8899 914 0,'4'2'331'0,"1"3"1"16,-3 0-46-16,5 9-36 0,-2 7 24 15,1-1-16-15,-2 6-33 0,4 1-17 0,-3 0-20 16,0-1-15-16,0 1-18 0,-1 2-30 15,1-1-7-15,1-5-9 0,-2 1-4 0,1-5-19 16,-2-3-24-16,1-1 13 0,-2-4-12 0,-1-1-3 16,2-2-3-16,-3-3 39 0,1-2 9 0,2 1 8 15,-2-4-5-15,-1 0-14 0,0 0-10 16,12-16-5-16,-3 2-10 0,5-4-10 0,0-1-6 16,2-1-10-16,1 2-3 0,3 1-7 15,0 1 6-15,0-2-11 0,1 5 1 0,-5 2-12 16,1 1-9-16,-4 5 7 0,1 3-8 0,-14 2 14 15,9 0-7-15,15 14 3 0,-11-3-4 0,-1 2 3 16,-1 3-1-16,-2 2 1 0,1 2-7 16,-1 2 9-16,-1 2-5 0,0-2-26 0,0 2-30 15,4 0-38-15,-1-1-28 0,-1-2 12 16,3-2-72-16,1-2-11 0,0-1-31 0,0-3-18 16,2-4-7-16,1-4-11 0,-1-5 23 0,-5 0 7 15,5 0 11-15,23-14 33 0,-18-1 16 16,0-2-2-16,1-8 27 0,0 3 25 15,2-5 37-15,1 1 63 0,-3 5 50 0,-5-2 41 16,2 4 50-16,-4 1-16 0,-2 1-8 0,-5 4-10 16,-3 2 14-16,-5 11-14 0,0 0-2 0,-13-5-8 15,4 6 26-15,-10 5-4 0,3 3 6 16,-2 1-4-16,4 2-15 0,1 2-5 0,-1 1-11 16,6 2-9-16,4 4-5 0,3 0-2 15,1-12-13-15,0 8-4 0,21 17 5 0,-10-18-7 16,4-1-7-16,3-2-4 0,1-1-1 0,4-5-2 15,-2 0-7-15,-1-4 6 0,-11-3-20 16,4 0 12-16,8-11 2 0,-14 2-18 0,-3-5 15 16,-3-3-14-16,-1 7 2 0,-14-19-6 15,3 7-2-15,-4 2 6 0,0-1-26 0,-1 4-12 16,0-2-30-16,0 0 5 0,-1 4-79 0,-1 0-33 16,0 1-23-16,4 3-24 0,5 0-20 0,6 2 22 15,3 0-286-15,0 9 23 0,14-20 42 16,1 6 43-16,4-2-3 0,5 0 48 0,-1-1 24 15,5-1 12-15,1 0 38 0</inkml:trace>
  <inkml:trace contextRef="#ctx0" brushRef="#br0" timeOffset="103">15794 8822 627 0,'18'-15'452'0,"2"-2"-76"0,-1 7 31 16,-6-5-64-16,-3 6-33 0,3 1-24 0,-8 1-38 16,-1 5-20-16,-2 2 5 0,-2 0-7 0,0 9-18 15,-2-3-4-15,-4 12-18 0,1 4-12 16,-2 3-30-16,1 6-6 0,-1 3-15 0,3 6-9 15,0 4-15-15,4 1-44 0,0 3-63 0,0-24 2 16,10 49-169-16,-5-25-82 0,3-2 24 16,-5 0-317-16,-1-3 39 0,1-4 43 0,-1-8 34 15,0 1 30-15,2-4 34 0,-1-8 23 16,0-5 24-16,0-9 21 0,-2-3 13 0</inkml:trace>
  <inkml:trace contextRef="#ctx0" brushRef="#br0" timeOffset="104">15830 9197 1141 0,'-8'-26'438'0,"3"5"-62"16,3 2-36-16,2 10-48 0,11-16-46 0,4 11-34 15,2 0-53-15,8 6-16 0,7 1-115 0,0 4-40 16,0 0-64-16,0 3-35 0,-13 0-39 16,6 0 13-16,6 0-240 0,1 0-30 0,1 0 26 15,30 14 24-15,-31-13 27 0,-5 1 15 16,-3 3 5-16</inkml:trace>
  <inkml:trace contextRef="#ctx0" brushRef="#br0" timeOffset="105">16372 9117 262 0,'-1'-2'343'0,"0"1"-56"0,-4-2-26 16,2 1-21-16,-2-1-24 0,0 0-17 0,-8-1-17 15,-5-1-19-15,0 3-12 0,7 2-30 0,-3 0-2 16,-21 11-31-16,16-3-11 0,3 2 13 15,1 0-23-15,4-1-3 0,5 3-15 0,2 0 3 16,2-2-5-16,2-10-9 0,0 10 7 16,17 9 7-16,-3-14-29 0,3 2-11 0,1-2-6 15,0 0 5-15,1-3-8 0,-1 1 9 0,1-2-15 16,-8 0 5-16,1 0-11 0,-5-1 24 16,0 2-21-16,-2 0 6 0,-1-1-2 15,0-1 10-15,-3 3 4 0,3 0 14 0,-4 0 7 16,0 1-21-16,0 1 0 0,2 0 9 0,1 1-4 15,1 9-8-15,3 0 1 0,4 0 1 16,1-3 15-16,4 0-17 0,-1-1 2 0,7-2-4 16,0-3 13-16,2-3-11 0,-3 0 15 15,-10-3-9-15,8 0-18 0,22-12 1 0,-17 3 12 16,-2-3 15-16,0-4-15 0,-5-1-10 16,6-3 3-16,-6-5 1 0,2-2 14 0,-3-6 0 15,3-2-3-15,-4-4 18 0,-1 1 1 0,-2-1 28 16,2-1-6-16,-4 0 33 0,1 5 18 0,-5 2 24 15,1 0 12-15,-2 5 9 0,-1-2-1 16,-1 5-13-16,-2 2-12 0,3 12-14 16,-4 11-20-16,0-9-4 0,0 9-9 0,-14-11-7 15,10 14-3-15,-12 7-13 0,5 11-3 0,1 2-8 16,2 6 6-16,2 10-2 0,1 5-12 16,3 3-8-16,2 6-34 0,0-26-68 15,0 14-41-15,11 52 11 0,-5-40-153 0,-5-5-37 16,-1-26 28-16,0 10-264 0,-11 37 5 0,2-37 56 15,0-3 24-15,-3-8 31 0,1-4 28 16,-4-9 34-16,3-1 23 0,2-4 18 0,10-3 10 16</inkml:trace>
  <inkml:trace contextRef="#ctx0" brushRef="#br0" timeOffset="106">16710 9172 1092 0,'6'-22'374'0,"1"0"-52"0,5 3-55 16,3-1-15-16,5 4-28 0,4 1-30 0,4-1-21 15,4 5-19-15,1-1-17 0,5 5-10 16,-1 1-18-16,0 5-9 0,0 1-9 0,-21 0-4 16,9 0-23-16,27 9-5 0,-25-1 8 0,-6 3 6 15,1 3 19-15,-5 4 11 0,-7 4 4 16,-5 2-2-16,-5 1-6 0,0-11-17 0,-11 25-11 16,-2-13 4-16,4 3-4 0,-2 1-28 15,-2-2-40-15,-3 2 1 0,1 1-143 0,0-2-76 16,1 0 21-16,2-3-278 0,-4-4-27 0,3-2 38 15,-1-3 10-15,5-2 29 0,6-8 59 0,3-5 32 16,3-2 18-16,2-2 13 0,0-3 6 16</inkml:trace>
  <inkml:trace contextRef="#ctx0" brushRef="#br0" timeOffset="107">17355 9006 380 0,'3'-33'416'0,"-3"20"-80"16,0-8-48-16,0 2-34 0,0 0-73 15,10-13-78-15,-10 25-27 0,1 2-21 0,2 5-44 16,2 0-56-16,9 17 4 0,5-5-95 16,0 5-162-16,0-2-50 0,1 2 23 0,1 1 39 15,-2 0-20-15</inkml:trace>
  <inkml:trace contextRef="#ctx0" brushRef="#br0" timeOffset="108">17740 9150 424 0,'-2'0'376'0,"-2"0"-13"0,-3 1-30 0,-12 4-7 0,-9 1-41 16,-1 1 35-16,-3 1-29 0,4 4-26 0,-4-1-34 15,5 1-25-15,0 3-13 0,4-1-37 16,2 4-8-16,5-1-15 0,2 2-11 0,4-1-5 16,7-2-10-16,3-6-17 0,11 12 0 15,4-10-19-15,5-2-7 0,3-2-10 16,4-2-15-16,2-4-12 0,-15-2 0 0,8 0-10 0,28-11-14 15,-22 3-12-15,-2-4-19 0,1-3 3 16,1-4-23-16,-3 0-5 0,-3 2 21 16,0 2 4-16,-2-1 3 0,-2 2 41 0,-4 3 9 15,-1 1-7-15,-5 4-12 0,-1 2 5 0,-2 2-3 16,-3 1-10-16,-2 1 21 0,0 0-11 16,0 0-11-16,2 11 12 0,-2-8 6 0,0 2-2 15,0 1-4-15,0-1-1 0,0 0 4 16,0 0-2-16,0 0-8 0,0-1-4 0,0-4 14 15,0 0-3-15,0 7 7 0,0-7-23 0,0 6 9 16,13 3 9-16,-7-6-13 0,-1 1 4 16,0-1-1-16,5 4 6 0,-5 1-13 0,3-2 5 15,-2 0 0-15,-3-1 1 0,0 2 3 16,6 4 2-16,1 1-3 0,0-2-1 0,1 3-2 16,5-4 10-16,5 0-3 0,2 2-2 0,4-2 11 15,3-1-27-15,6-2 17 0,5 0 1 0,-3-5 2 16,-1-1 2-16,-17 0-19 0,8 0 11 15,32-13 3-15,-27 7-14 0,-2-1 27 0,-5 0 28 16,4-1 4-16,-5 2 23 0,-5 0 4 16,-1 0-13-16,-6 4-8 0,-13 2-13 0,7 0-7 15,-7 0 4-15,9 16-7 0,-10-1-34 16,-2 3-50-16,3-7 5 0,-6 26-142 0,-2-11-100 0,3 0 26 16,1 2 25-16,-1 1 24 0,3-6 19 15,-2 4 18-15,1-1-298 0,3-15 23 16,0 7 8-16,0 0 47 0,13 17 51 0,-8-17 22 15,4-4-39-15,1 1 14 0,1-2 64 0</inkml:trace>
  <inkml:trace contextRef="#ctx0" brushRef="#br0" timeOffset="109">3387 10294 219 0,'0'-15'325'0,"4"-11"-56"0,-9 17-34 0,0 1-31 0,-2 5-23 16,1-1-13-16,0 4 1 0,-3 0-7 15,-13 15 9-15,5-1-8 0,-2 3-4 0,4 2-9 16,-3 2-3-16,-1 4-2 0,6 2 6 0,-2-1-16 16,1 3 4-16,2-1 2 0,2 2-8 15,3 2 2-15,5-2-5 0,2-16-4 0,0 8-9 16,12 28-5-16,3-23-7 0,1-4 4 15,6-3-16-15,1-1-5 0,3-4-7 0,2-4-9 16,1-2-4-16,3-5-1 0,3-2-8 0,-20-2-15 16,8 0 3-16,28-18 8 0,-23 5-20 0,-5-3-2 15,-1-1 3-15,-3 0-1 0,-2-5-8 16,-3-2-1-16,-4-3 1 0,-6-2-2 0,-1-2-11 16,-3 16 9-16,0-7-2 0,-18-27-16 15,5 23 3-15,-5 4 0 0,-4 1-6 0,-3 1-4 16,-2 4-11-16,-4 5-17 0,1 0-6 15,-2 4-25-15,2 2 6 0,-2 1-73 0,3 4-60 16,17 0-43-16,-4 0-10 0,-15 11-27 16,22-7 23-16,6 2-258 0,6 1 38 0,2-3 32 15,12 2 22-15,1-2 32 0,5 0 24 16,2 3 25-16,3-3 20 0,4-2 1 0</inkml:trace>
  <inkml:trace contextRef="#ctx0" brushRef="#br0" timeOffset="110">4369 10204 299 0,'6'-8'460'0,"-1"2"-88"0,-1 1-55 0,-1 1-46 16,-1 1-28-16,1 1-28 0,-4 2-19 0,-1 2-18 15,-9 6-15-15,-7 8-22 0,-1-1-36 16,-2 1-4-16,-2 2-14 0,-3 1-19 0,4-2 6 16,-3 4-16-16,-3-3-13 0,3-1 21 15,-1 0-29-15,3-2 3 0,5 1-2 16,-1 1 1-16,0-1-1 0,6-1 13 0,3-2-3 16,1 3-9-16,4 1-3 0,4-3 5 0,1-8-11 15,0 7 14-15,12 15-5 0,-3-9-3 16,4 1-5-16,4-2 34 0,0 2 10 0,0-5-19 15,2 4 1-15,2-1 4 0,1 1-3 0,2 0-16 16,1 0-2-16,-1 2 8 0,0-1-11 16,1-1-36-16,1 1 1 0,-1-1-83 0,0 1-30 15,-5-3-42-15,2 2-41 0,-3 3 17 16,-3-6-244-16,-4 2 33 0,-2-3 31 0,-4-2-48 16,-2-5 3-16,-2-1 51 0,-2-1 25 15,0-5-35-15,0-1 26 0</inkml:trace>
  <inkml:trace contextRef="#ctx0" brushRef="#br0" timeOffset="111">4096 11019 280 0,'-24'0'456'0,"1"2"-70"16,17-2-45-16,-7 0-51 0,4 0-42 16,2 0-26-16,7 0-2 0,-13 9-24 0,16-4 28 15,9 4-9-15,7 0-29 0,7 2-18 0,-1 0-12 16,5-1-13-16,2-1-18 0,0 2-26 0,1 0 1 15,-1-1-8-15,0 0-21 0,-5-3-7 16,0 3-10-16,-1-2-22 0,-1 2-5 16,-6-4-14-16,-1 2 5 0,-7-2-2 0,2 3-13 15,-5-7 0-15,-6 3-2 0,1-2 2 0,-3-3-13 16,0 0-8-16,-5 1-52 0,1 2-8 16,0-6-39-16,-1 2-35 0,-1 1-37 0,1-1 18 15,-6-7-228-15,1-1-66 0,-3-1 33 16,6 0-2-16,-1-5 28 0,4 1 90 0,0-1 0 15,4 15 43-15</inkml:trace>
  <inkml:trace contextRef="#ctx0" brushRef="#br0" timeOffset="112">5876 10181 599 0,'0'0'189'0,"0"-13"-10"0,-29-5-26 0,20 15-5 0,-1 3-3 15,-2 0-10-15,4 0-10 0,-8 0 9 16,-19 14 4-16,14-4-2 0,1 4 1 0,-1 1 13 15,-2 3-1-15,1 0 6 0,-1 2-11 16,1 2 5-16,-1-1-15 0,3 1 13 0,0 4 19 16,0-4-11-16,3 3-13 0,2-1-8 0,2-2-13 15,3 2 2-15,1 2 1 0,4-1-5 16,5 0-1-16,0-12-19 0,18 24-2 0,-7-16-14 16,8-1-10-16,2-1-8 0,5 0-9 0,3-2 8 15,2-4-14-15,1 2 2 0,2-4 0 16,2-1-10-16,-3-2-5 0,2-2-2 0,-5-1-18 15,5-1-1-15,-6-1-9 0,-3 0 8 0,-8-3-6 16,1 0-14-16,-13 0-2 0,3 0-24 0,0 0-31 16,-1 0 7-16,1-12-112 0,-8 7-56 15,-1 1 20-15,-1 0-238 0,-6-10 37 16,2 3-108-16,1-2 35 0,2 4 60 0,2 9 47 16,0-9 23-16,13-11 25 0,5 9 26 0,1-1-6 15,4 6 42-15</inkml:trace>
  <inkml:trace contextRef="#ctx0" brushRef="#br0" timeOffset="113">6451 10642 461 0,'2'-4'632'0,"-1"0"-89"16,-1 1-58-16,1 0-48 0,-1-2-54 0,0 0-40 16,0 1-45-16,0-1-32 0,0 0-26 0,0 0-25 15,0 0-32-15,0 5-23 0,0 0-81 16,0 0-78-16,0-6-1 0,0 6-194 0,0-6-85 15,0 6 25-15,0 0-246 0,0-7 22 16,21-8 33-16,-6 6 29 0,3 2 32 0,4-2 34 16,2 1 27-16,5 0 8 0,5-1 10 0</inkml:trace>
  <inkml:trace contextRef="#ctx0" brushRef="#br0" timeOffset="114">7369 10265 374 0,'3'-4'218'0,"-2"-1"-15"0,2 2-12 16,0-4-20-16,0 4-23 0,-2-4-13 0,0 3-11 16,2-2-8-16,-2-1-4 0,0 0-3 15,1 0 8-15,3-6-20 0,-5-1-1 16,1 5-2-16,-1 9 9 0,0-9-23 0,0 1-9 16,0 0 2-16,0 8-7 0,-16-19-16 0,2 14-3 15,-1 0 4-15,0 5 5 0,-9 0-4 16,12 0 7-16,-27 10-7 0,13 0-4 0,-2-1 6 15,0 2-5-15,1 4 16 0,-1 1-27 0,4 1 6 16,3-1-13-16,1 2 13 0,2-2-28 16,3 6 7-16,3-4 0 0,3-1-1 0,3-1 7 15,3-6-2-15,3-10 4 0,19 18-20 16,-7-11-3-16,7-1 13 0,-1-6-17 0,-5 0 4 16,5 0-5-16,25-19-14 0,-18 7 10 0,-1 0-15 15,-1 0 23-15,0 1-18 0,1-1 1 0,-3 1 17 16,4 0-18-16,-1 0 4 0,-3 4-1 15,3 2 14-15,-1 5-16 0,-13 0 17 0,24 14 14 16,-13-1-5-16,-7 6 2 0,3 3 0 16,-2 6 22-16,-2 4 6 0,-3 6 8 0,-1 3-3 15,0 7-6-15,-1 2 19 0,1 2 13 16,-4 2-17-16,1 2-7 0,-2 4-13 0,-1 2-3 16,-2-3-4-16,-1-32 2 0,0 16 19 0,-14 54-14 15,6-48 20-15,-4 0-3 0,-3-5 7 0,0-2 4 16,-2-5-9-16,-3-5 3 0,0-3 6 15,0-6 11-15,-4-5 5 0,4-6-6 0,0-1 4 16,-5-9 0-16,12-2-24 0,-20-17 9 0,16 2-13 16,2-5-10-16,3-8 2 0,1-3-6 15,5-5-2-15,3-6-5 0,3 21-15 0,0-13 4 16,13-47-1-16,-4 29-8 0,4 4-4 0,2-1-13 16,3 1 9-16,1 2-9 0,1 0-19 0,3 5-18 15,2 0-7-15,0-1-27 0,3 4-21 16,-1 4 9-16,1 1-46 0,0 2-16 0,0 1-23 15,2 0-4-15,4 1-2 0,-3 3 2 16,2 5-10-16,-1 0 1 0,3 0 20 0,-2 2-18 16,-1 2 30-16,1 0 21 0,-2 1 1 15,-2 1 26-15,-1 0-6 0,-2 3 36 0,-4-2 33 16,-3 3 9-16,2-1 18 0,1-2 18 0,-5 2 20 16,-2 1 8-16,-1 2 8 0,-2-2 6 15,-3 3 31-15,-3-2-9 0,-1 3 8 0,0 2 10 16,0 2 3-16,-3-1-10 0,0 2-12 0,-2 0-6 15,0 2-16-15,-2 1 19 0,-2 0-6 0,-14 9 41 16,4 4-16-16,-5 2 29 0,0 3 3 16,1 1 2-16,0 7-16 0,1-3 11 0,-1 3-4 15,5 2 1-15,0-2-15 0,2 2-1 0,5-3-5 16,-2 4-5-16,8-15-9 0,0 5-1 16,14 31-7-16,-5-27-7 0,6-4-6 0,1-3-1 15,3 0-14-15,1-5-5 0,6 0 7 0,1-6-4 16,5-1-12-16,0-5-5 0,-16 0 0 15,4 0-4-15,31-16-8 0,-27 4-10 0,-1-4 0 16,-1 0 6-16,-3-8-7 0,1 0-2 16,-3 0-2-16,1 0 1 0,-6 2 2 0,1 0 5 15,-3 0 1-15,0 1 19 0,1 1-12 0,-2 5 11 16,-5 4-2-16,0 2-2 0,-2 1 1 16,2 3-7-16,-2 2-6 0,-2 3 5 0,-2 0 14 15,2 3 3-15,-1 2 2 0,-2 2 3 0,-2 10 2 16,0 2-2-16,4 3 2 0,0-3-9 15,1-8 6-15,0 5 0 0,0 3-10 0,0 0-5 16,14 18 12-16,-5-18-10 0,-3-7-1 0,3 1 2 16,-3-1 8-16,2-3-10 0,1 1-6 0,-1-3 2 15,-1-2-4-15,2-2 9 0,-1-3-5 16,-8 0 6-16,12 0-4 0,16-16-11 0,-12 5-2 16,0-5-4-16,2-1 0 0,-1-1 1 0,3-2 2 15,-6 4-3-15,2 1 11 0,-2 2-9 16,-4 2-2-16,-1 4-4 0,-3 0 0 0,1 5 2 15,-3 1-5-15,-4 1 17 0,0 0 8 0,0 0 3 16,10 14 3-16,-7 0-2 0,2 4 7 16,-1 0-12-16,2 2 5 0,-1 0-6 0,0 0 0 15,2 1-43-15,-1 1-22 0,3 0-64 16,-2 0 11-16,-2 1-134 0,0-5-36 0,-4-1-41 16,0-5 27-16,-1-12-174 0,0 0-87 15,0 0 41-15,-6 10 36 0,5-15 61 0,1-3 25 16,0-9 14-16,0 8 21 0,0-12 24 0,20-24 10 15,-4 11-16-15</inkml:trace>
  <inkml:trace contextRef="#ctx0" brushRef="#br0" timeOffset="115">9069 10338 239 0,'21'-15'460'0,"0"1"-113"15,-6 4-30-15,4 5-3 0,-4 5-38 0,-6 0 6 16,14 16-15-16,-8 0-9 0,-2 3-18 16,-1 3-29-16,-3 0-27 0,-2 4 1 0,0 3-25 15,0 3-8-15,-4-1-22 0,-3-14-9 0,0 10-13 16,-11 39-5-16,-2-30-35 0,-6 3-12 15,-8-4-39-15,-5-1-2 0,-3-2-76 16,-7-4-62-16,-5-2-77 0,1-4 16 0,0-2-310 16,0-5 22-16,0-4 31 0,10-3 41 0,2-5 15 15,6-3 25-15,18 0-10 0,-12-11 12 16,20-1 50-16</inkml:trace>
  <inkml:trace contextRef="#ctx0" brushRef="#br0" timeOffset="116">10518 10286 480 0,'1'3'409'0,"-2"1"-64"0,-2 2-57 0,-7 7-3 0,-7 3-50 15,0 3-27-15,1 1-23 0,-6-2-24 16,-2 5-22-16,-5-1-26 0,-2 0 0 0,2 0 10 16,-6-3-33-16,0 2-1 0,1-1 0 15,5-3-2-15,-1-3-7 0,6-1-9 0,-2-1 56 16,5-5-13-16,3 4-4 0,4-2 7 0,-1-2-5 15,8-2-21-15,3 0-1 0,3-2-15 16,1-3-5-16,0 0-1 0,20 16 7 0,-3-9-4 16,3 1-16-16,1 2 8 0,1 2-15 0,-1-1 2 15,2 2-10-15,2 0-12 0,-1 3 5 16,4-1 5-16,3 1-10 0,-1 3-10 0,0-2-3 16,2 4 4-16,1-1-26 0,-1-2-47 0,2 3 5 15,1-1-94-15,-7-2-29 0,-1 1-37 16,-3-2-49-16,-1 0 25 0,-1-1-231 0,-7-3 36 15,-4-1-48-15,-5-4 21 0,-2-3 29 0,-4-5 52 16,0 0 25-16,0 0 8 0,0 0-21 0</inkml:trace>
  <inkml:trace contextRef="#ctx0" brushRef="#br0" timeOffset="117">10239 11076 491 0,'-31'0'485'0,"17"0"-63"0,-5 0-27 0,0 0-52 15,0 0-29-15,2 0-35 0,7 0-14 16,1 0-11-16,8 9-7 0,11-1-20 0,10 1-17 16,6-1-31-16,2 4-10 0,10 0-22 0,6-3-18 15,-2 4-12-15,5-1-9 0,-1 0-10 0,-1-2-22 16,2 1-5-16,-5-1 0 0,-5 1-15 0,-2-1-9 16,-3-2 2-16,0-5 0 0,-5 5-5 15,-4-2-4-15,-4 1-3 0,0-4-8 0,-6-2-13 16,-3 2-2-16,-6-2 3 0,-1 0 2 15,-1 1-11-15,-2-2-35 0,0 0-31 0,0 0 6 16,-9 0-105-16,7-2-33 0,-6 1-78 0,6 0 25 16,-1-2 24-16,-2 1 22 0,5-4 18 15,0 1 16-15,0-2-329 0,8-9 21 0,0-2 33 16,3 2 30-16,2 1 27 0,3-3 24 16,0 4 72-16,5-2 14 0</inkml:trace>
  <inkml:trace contextRef="#ctx0" brushRef="#br0" timeOffset="118">11710 10674 831 0,'0'0'385'0,"0"0"-21"0,0 0-45 0,0 0 35 15,0-14-26-15,0 14-27 0,0 0-17 16,-7-20-41-16,7 17-18 0,1 0-36 0,3 0-18 15,1 0-13-15,11-2-23 0,7-4-16 0,-1-1-15 16,4 5-8-16,2-2-27 0,1-3-27 0,-1 3-11 16,-1-1-31-16,1-1 0 0,-5-1 3 15,-2-3-6-15,2 3 1 0,-1-1-2 0,-7-3-15 16,2 0 8-16,-7-1-11 0,0-4 25 16,-3-1-17-16,-2 1 9 0,-2-3 7 0,-1 0 0 15,-1 0-6-15,-1 1-3 0,0 9 10 0,0-3-5 16,0-2 20-16,-12-16 1 0,11 20-4 15,-3 3 26-15,3 3-2 0,-1 0 0 0,2 2-7 16,-2 1-7-16,1 0 2 0,1 0-12 0,-3 2 5 16,2 2 1-16,-1 2 7 0,-4 3 14 15,0 9 10-15,-5 5 0 0,1 1 7 0,2 5 16 16,-2-3-7-16,4 4 10 0,2 2 15 0,-1 4-6 16,1 2 17-16,2 5-19 0,1 5 17 15,1-1-9-15,0-21-1 0,0 11 7 0,0 8-13 16,0 3-9-16,10 44-4 0,-4-44-21 15,0 0-3-15,2 0-6 0,-1 0-4 0,0-2-3 16,3-1-5-16,0 0-44 0,-1-3-54 0,-4 1-51 16,0-3-66-16,-4 3 18 0,-1-22-143 0,0 8-46 15,-10 37 33-15,0-32-287 0,-4-5 53 16,-1-2 42-16,-1-5 37 0,4-1 7 0,-5-5 41 16,2-7 16-16,3-4 24 0,12-1 23 15,-20-11 9-15,9 0 59 0</inkml:trace>
  <inkml:trace contextRef="#ctx0" brushRef="#br0" timeOffset="119">11776 11080 759 0,'-2'-28'530'15,"2"13"-69"-15,0-7-42 0,0-1-38 0,17-26-45 16,-6 25-33-16,2 2-26 0,6 2-42 16,2-1-23-16,3 4-21 0,3 0-24 0,0 2-31 15,3 2-49-15,0 4-60 0,3-2-4 0,2 2-125 16,-3 0-45-16,5 2-46 0,1 2 18 15,0-4-199-15,4 6 32 0,0-2 27 0,1-3 26 16,-2-2 23-16,0 0-105 0,2 0 25 16,-2 0 24-16,-4-1 1 0,4-4-2 0,-1 5 42 15</inkml:trace>
  <inkml:trace contextRef="#ctx0" brushRef="#br0" timeOffset="120">12904 10425 339 0,'-7'-10'391'0,"-1"4"-71"0,-2-2-31 16,-4 5-12-16,2 2 10 0,2-1-39 0,0 2-12 16,-20 11-27-16,11 0 30 0,-3 2-6 15,0 1 4-15,5 3-23 0,-2 1 6 0,3 2-24 16,2 2-5-16,3 1-7 0,1 1-17 16,3 2-14-16,3-1-3 0,4 3-18 0,0-15-11 15,0 6-5-15,23 26-14 0,-5-20-6 0,5 2-23 16,3-2-24-16,2-4-45 0,0 0-46 0,3-3 5 15,1-2-109-15,-3-3-32 0,2-2-30 16,-3-3-36-16,4-6 0 0,-18-2-19 0,9 0 26 16,24-12-78-16,-25-2-35 0,0-3-24 0,-1-7-37 15,0-1 29-15,-3-1 24 0,1 1 99 16,-1 1 221-16,1 1 3 0,-6 1 123 16,1 0 39-16,-4 0 29 0,3 3 14 0,-3 2 48 15,-4 4-10-15,1 0 1 0,-3 5-24 0,0 0 13 16,-2 4-15-16,-2 1 26 0,0 3 16 0,-6 3-13 15,4 1-5-15,-6 6-8 0,2 4-7 16,0 2-20-16,1 3-11 0,0 2-21 0,5 4 0 16,0-13-19-16,0 6-12 0,0 2-9 15,16 26-11-15,-7-26-5 0,2-1-16 0,0-1-3 16,-1-4 7-16,3-1-24 0,-1-2 14 0,5-1-8 16,-5-8-10-16,1-2-8 0,-4 0-8 0,3 0 2 15,20-17 5-15,-13 5-17 0,1-1 2 16,-3-4-1-16,1 1-4 0,0-2 3 0,1 2-5 15,-2 1-4-15,-3 3 14 0,-2 3-1 0,0 1-7 16,-4 1 4-16,-1 1 4 0,-2 4-10 16,-3 2-2-16,-2 0 9 0,0 0-17 0,0 0-2 15,9 15 20-15,-5 0-13 0,0 6 1 16,-2-1-35-16,0 2-48 0,-1 1-48 0,-1 2 13 16,0-14-148-16,0 9-51 0,-14 22 27 15,6-21-318-15,2-1 55 0,2-3-1 0,-4-5 40 16,3-6 71-16,4-3 29 0,-1-3 28 0,4-2 45 15,0-3 25-15,2-9 12 0,4-3-20 0</inkml:trace>
  <inkml:trace contextRef="#ctx0" brushRef="#br0" timeOffset="121">13997 10492 762 0,'18'-18'484'0,"2"4"-72"0,0 4-28 0,-1 4-28 15,-10 6-10-15,22 13-27 0,-11 1-26 0,-3 4-21 16,-3 6-18-16,1 10-20 0,1 4-22 15,-4 3-28-15,0 2-8 0,-6 3-20 0,-2 3-22 16,-4-3-10-16,0-21-12 0,-16 43-24 0,-2-21-37 16,-6-4-51-16,-7-1-53 0,-7 2 7 15,-4-4-142-15,-14 2-73 0,-4-2 24 0,-5-2-330 16,-11-4 49-16,-4-2 40 0,0-4 32 16,1-2 33-16,2-4 25 0,3-6 30 0,2-3 64 15,8 0 15-15,1-4-71 0</inkml:trace>
  <inkml:trace contextRef="#ctx0" brushRef="#br0" timeOffset="122">3235 11950 464 0,'0'0'284'16,"0"-15"-24"-16,0 15-36 0,0 0-24 0,7-26-19 15,-13 23-12-15,1 3-13 0,0 0 1 0,-13 5-8 16,2 2 10-16,-4 4-11 0,0 4 12 16,1 1-30-16,4 0 13 0,-3 8-13 0,-3 1 27 15,4 1-16-15,3 1-8 0,2 0-11 16,4 1 4-16,2 0-18 0,6 3-5 0,0-15 19 16,10 26-22-16,3-13-18 0,1-3 6 0,6-2-8 15,4 0-6-15,4-6-20 0,3 0-5 16,0-4 14-16,6-3-13 0,-2-2-6 0,2-6-7 15,2 0 2-15,-22-3-2 0,10 0-1 16,32-14-17-16,-29 4 16 0,0-5-8 0,-5-2-9 16,-3-5 4-16,-6 0-10 0,-1-6 6 0,-5 0-9 15,-5-3 3-15,-5-2 7 0,0 16-14 0,-15-32-5 16,2 18 14-16,-4 4-6 0,-2 0 4 16,-5 1-10-16,-2 2 1 0,1 4-9 0,-1 0-21 15,-2 4 3-15,6 2-88 0,-1 5-50 16,0 1-28-16,0 2-32 0,3 6-38 0,13 0 23 15,-2 0-272-15,-3 10 26 0,8-5 38 0,6 0 31 16,2 0 26-16,13 2 31 0,2 1 34 16,8 1 11-16,1-3-11 0</inkml:trace>
  <inkml:trace contextRef="#ctx0" brushRef="#br0" timeOffset="123">4782 11816 549 0,'5'-4'340'0,"-4"1"-65"16,2 1-31-16,-3 2-42 0,-4 2-14 0,-9 5-2 15,-9 3-20-15,0 3-26 0,-7-1-11 0,-4 6-10 16,-1 2-12-16,-6-1 12 0,-1 3-19 16,1 2-4-16,-1-2 6 0,4-1-10 15,1-3-9-15,2 1 8 0,5-5-21 0,-1 1-3 16,10 0 10-16,-3-4-27 0,0 2-8 15,7-3-8-15,1-3 15 0,6 2-20 0,3-4 24 16,1 5-6-16,5-10 61 0,0 10-15 0,18 12 14 16,-3-10-16-16,-1-1-7 0,9 5-11 15,-5-5 2-15,6 4-8 0,2-1-7 0,4 1 4 16,0 1 5-16,2-2-13 0,1 4 1 0,2-2-12 16,-1 2-7-16,2-1-1 0,-3 2 5 15,-1-1-11-15,0 1-29 0,-3 1-13 0,-1-2-34 16,-1-1 4-16,-3-2-109 0,-4 3-37 0,0-2-43 15,-3-1-36-15,0 0 24 0,1 0-249 0,-8-2 36 16,-5-5 34-16,-1-4 9 0,-3 1 24 16,-1-3 19-16,0 0 72 0,-1-2-17 15,1-2 7-15</inkml:trace>
  <inkml:trace contextRef="#ctx0" brushRef="#br0" timeOffset="124">4389 12697 262 0,'-34'7'440'0,"3"0"-86"0,2-3-34 16,1 3-49-16,7-3-15 0,2 0-19 16,8 0-15-16,8 3-27 0,2-2 34 0,1-5-26 15,21 13-3-15,3-1-21 0,6-5-32 16,5 4 2-16,7-3-21 0,4 0-17 0,1 0-18 16,4 0-20-16,0 4 10 0,-2-4-15 0,-4-2-6 15,-4 2-34-15,-2 1-4 0,-7-4-16 16,-1 1-4-16,-2-1 2 0,-3 2-19 0,-4-5 3 15,-8-2 2-15,-3 4 2 0,-3-3-15 16,-3 1-4-16,-5-2-39 0,0 0-5 0,0 0-17 16,5-2-30-16,-5 1-28 0,-2 1-24 0,0-4 16 15,1 1-305-15,-2 0 20 0,3-1 33 16,0-3 11-16,0-1 25 0,7-10 18 0,0-2 31 16,1-2 16-16</inkml:trace>
  <inkml:trace contextRef="#ctx0" brushRef="#br0" timeOffset="125">6022 12034 388 0,'5'-7'296'0,"0"2"-43"15,-1 2-24-15,-3-3-19 0,2 3-3 0,0-2-30 16,-3 0-7-16,1 1-10 0,-1 1-7 0,0-1-18 16,0 0-25-16,0 4-7 0,0 0-14 15,0 0-11-15,-13-13 10 0,-1 9-14 0,-7 6-5 16,9-2 17-16,-27 10 5 0,15 1 35 0,-6-1-13 16,5 6-12-16,-5 1 23 0,0 3 8 0,2 2 1 15,1 3-12-15,-1 3-11 0,3-2 9 16,1 2-15-16,6 2 0 0,0-3-7 0,7 2 4 15,2 1-15-15,3-2 2 0,6 7-2 0,0-23-8 16,19 26-3-16,-4-15-9 0,7 0-9 16,7-2 2-16,3-3-5 0,4-2-15 0,5-1 4 15,0-4-3-15,-2 0-3 0,2-4-10 0,-1 1-1 16,-3-2-29-16,-2-4-7 0,-1 1-15 16,-3 0-36-16,-21-3-17 0,8 0 7 0,-2 0-99 15,14-14-36-15,-22 7-37 0,-5 3 24 16,-1-3-203-16,-2 0 36 0,0 0 30 0,0-1-86 15,0 8 30-15,0-11 29 0,0-4 25 16,14-9 3-16,-5 7 35 0,6 3 20 0,3 1-9 16</inkml:trace>
  <inkml:trace contextRef="#ctx0" brushRef="#br0" timeOffset="126">6578 12374 724 0,'3'0'557'0,"-1"0"-49"0,1 0-38 15,-2 0-36-15,4 0-24 0,-5 0-44 16,2-1-31-16,0-1-38 0,-2 2-30 0,4 0-35 16,-3 0-21-16,1 0-19 0,0 0-26 15,-1 0-52-15,-1 0-47 0,0 0-58 0,-1 0-70 16,1-3 8-16,-2 3-172 0,2 0-69 0,2 0 28 16,-1 3-284-16,-1-3 39 0,4-3 60 15,1 3 32-15,3-2 30 0,-3 0 28 0,11-3 22 16,1 0 24-16,7-1 4 0,-1-1 7 0</inkml:trace>
  <inkml:trace contextRef="#ctx0" brushRef="#br0" timeOffset="127">7267 11937 210 0,'1'-4'436'16,"-1"-1"-80"-16,0 1-31 0,3-2-7 0,-3 3-69 16,1 1-30-16,0-2-23 0,1 4-21 0,0 1 1 15,2 3-2-15,-1 0-6 0,4 14-18 16,1 5-5-16,-2 3-15 0,-2 2 10 0,6 2 1 15,-6-2-16-15,2-5 4 0,2 6-14 0,-1 3-20 16,0-3-1-16,1 0-12 0,0-2-10 0,1-2-7 16,-2 1 0-16,2 0-9 0,-2-4-15 15,-1-3 9-15,-1-1-7 0,1-4-4 0,-3-4-1 16,2-2 26-16,-2-2 27 0,-1-4 3 16,1-2-17-16,-3 0-3 0,0 0-8 0,20-16-16 15,-7 1-3-15,5-4 4 0,-5 0-8 0,5-6 1 16,1 1-10-16,-2-2-14 0,3 1 6 15,3-1 3-15,-4-1-8 0,4 1 0 0,-4 6-5 16,1-5 2-16,-3 6-5 0,-1 1-3 0,0 0 3 16,0 3 0-16,-4 2-8 0,-3 3-4 15,0 2-4-15,-4 3 6 0,2 3-5 0,-5 0 3 16,-2 2 0-16,0 0 15 0,13 26 6 16,-9-11 5-16,1 5 3 0,-4 0 5 0,-1-6-4 15,0 4 9-15,0 5-4 0,0 0-4 0,0 3-6 16,0 4-2-16,0 0-2 0,0-2-1 15,0 1-16-15,0 2-36 0,0-4-42 0,0 0-59 16,0-1 12-16,-11 20-125 0,6-24-54 0,5-2 26 16,-4-4-258-16,1-6-26 0,1-3 59 15,2-4 37-15,0-3 34 0,5 0 42 0,0-4 10 16,3-5 24-16,7-7 32 0,1-1 13 0,5-4 6 16</inkml:trace>
  <inkml:trace contextRef="#ctx0" brushRef="#br0" timeOffset="128">7974 11787 348 0,'-3'-2'276'0,"2"-3"-45"0,-2 0-2 0,3 2-22 0,0 2-23 15,-2-5-3-15,1 5 2 0,-1-3-21 16,2 0 9-16,-1 1-15 0,2-2-20 0,-1 3-7 16,0-2 11-16,0 1 13 0,0 3-26 0,0 0 2 15,0 0-22-15,0-9-3 0,0 9-5 16,0-8-11-16,0 8 9 0,0-8-6 0,0 8 7 15,0-9-13-15,0 4 5 0,0 5 0 0,0-7-5 16,0 7 3-16,11-18-9 0,-10 14 3 16,1 0-29-16,-2 1 2 0,3-2-2 0,-2 1 0 15,2-1 6-15,0 2-14 0,0-3-3 0,-2 1-2 16,1 2-8-16,3-2-2 0,-3 0-6 16,2 0-4-16,1 2-8 0,-2-2 13 0,2 1-12 15,-3-1 9-15,9-4-16 0,-3 2 10 16,-2 4-6-16,0 0 3 0,-1-1-6 0,0 1 2 15,2 0-3-15,-2 1 1 0,5 2-16 0,-2-1 16 16,11 0-3-16,-11 1-6 0,3 0 6 16,4 0 6-16,1 0-12 0,16 11-5 0,-17-5 4 15,-5-1-9-15,-3 0-6 0,-1 1 5 16,-2 1-2-16,-3 1-10 0,-1-3 27 0,0 3-14 16,-16 14 7-16,2-6-9 0,-2-5 13 0,0 2-7 15,-3-4 5-15,1 2 1 0,1-1-10 0,0-3 11 16,2 0-4-16,1-2 8 0,5 1-5 15,1-2 4-15,2-1-5 0,-1 0 5 0,5-1-2 16,-2-2 3-16,1 1-6 0,2 0 9 0,0 1-21 16,0-1 22-16,1-1-10 0,0 0-1 15,0 0-8-15,11 5-2 0,-7-2 19 16,13 5-6-16,-1-1 2 0,2 0-4 0,-1 1 1 16,6 1-4-16,-3 2 4 0,2 2-19 0,-3 2 8 15,3 0-4-15,-4 0 5 0,-7 2-3 16,2 1-7-16,-6 0 10 0,-5 0-6 0,-2-6 20 15,0-3-13-15,-17 14-12 0,3-11 14 0,-5-2-9 16,-5 3 24-16,-2-4-26 0,-1-1 15 0,-1-3 2 16,0 2 2-16,-1-6-3 0,3 3 1 0,3-1-27 15,4-3-25-15,10 0-43 0,-1 0-37 16,-4 0-60-16,2 0 18 0,-7-15-276 0,14 8 34 16,3-1 33-16,3 1-48 0,0 0 30 15,12-5 23-15,0-4 59 0,6 6-19 0,2 0 19 16</inkml:trace>
  <inkml:trace contextRef="#ctx0" brushRef="#br0" timeOffset="129">10050 12071 727 0,'4'0'278'0,"-4"0"-20"0,-4 3-7 0,-5 6-38 0,-9 2-11 15,-2 2-34-15,-5 0-7 0,-4 3-9 16,-1 1-21-16,-4 0-23 0,-3 0 12 0,1 0-24 16,-2-3-4-16,5 3 1 0,2-2-28 0,-1-1 16 15,4-2-13-15,6 0-19 0,-1-2 16 16,4 0 9-16,5-5-2 0,-1 3-1 16,6-4-6-16,3 1-6 0,6-3 15 0,0-2-7 15,0 0-7-15,14 7-5 0,4-6-5 0,4 3 26 16,-3-2-5-16,4 0-21 0,0 3-2 0,0 2 16 15,0-1-12-15,0 2 0 0,1 0 17 16,-1 2-8-16,-2 2-24 0,3 0 8 0,-2 2-16 16,-3 0 19-16,3 4-11 0,-3-2-4 15,3 4 1-15,1-2-53 0,1 4 3 0,-1-3-78 16,3 0-54-16,-3 1-49 0,1-1-51 0,-1 2 20 16,-3-3 22-16,0-3 18 0,0 1-272 15,-6-4 38-15,3 2 31 0,-7-4 9 0,-5-5 45 16,0 3-15-16,-4-5 15 0,1-1 34 15</inkml:trace>
  <inkml:trace contextRef="#ctx0" brushRef="#br0" timeOffset="130">9728 12730 406 0,'-34'-1'428'0,"18"1"-50"0,-5 0-53 0,-2 0-35 15,-24-8-62-15,38 8-38 0,-1 0 3 16,2 0-23-16,-1 15-20 0,14-8-14 0,16 7-17 15,2-1-11-15,9 3 54 0,4-2-22 16,3 2-5-16,5 1-21 0,-3 0-19 0,1-1-13 16,0 0-1-16,-4-2-20 0,1 0 4 0,-5-1-1 15,-1 1-7-15,-6-4-5 0,1-1-12 16,-2-2-1-16,-7-1-15 0,-2 0 26 16,-4-3-24-16,-7-1 6 0,-6-2-4 0,0 0 0 15,3-4-20-15,-6-1-1 0,-1 5-49 0,-1-2-25 16,1-2-47-16,-6-4-38 0,1 2-51 15,0-6 18-15,6 7 18 0,1-6 14 0,2 11-321 16,0-6 35-16,0 6 33 0,17-21 27 0,-7 12 6 16,2 1 17-16,4 0 13 0,2 1-3 15</inkml:trace>
  <inkml:trace contextRef="#ctx0" brushRef="#br0" timeOffset="131">9678 12283 403 0,'-13'0'337'0,"13"0"-45"15,0 0-19-15,0 0-43 0,0 0-3 16,0 0-34-16,0 0-27 0,0 0-13 0,-1-7-32 16,21-4-12-16,6 1-6 0,-1 2-1 0,2-4-30 15,4 1 2-15,3 3 6 0,5-2-23 16,-1 2-3-16,3-3-1 0,0 1-7 0,-3 2 11 0,1-1-10 16,0-1-15-16,-2 3 13 0,-4 2-22 15,-2-3 14-15,-4 1-9 0,0 1-3 0,-5 1 24 16,-3 2-5-16,-4-1-2 0,-1 1-3 15,-5 1-6-15,-2 2 0 0,-1-3-4 0,-1 0 7 16,-1 3-19-16,-3 0 2 0,3 0 0 16,0-1-17-16,-2 0 7 0,-2 1-15 0,0 0-33 15,0 0-34-15,0 0-23 0,0 0-41 0,0 0-50 16,0 0 18-16,0 0-279 0,0 0 22 16,8 0 44-16,6 0 11 0,16-9 28 0,-5 5 23 15,6-4 9-15</inkml:trace>
  <inkml:trace contextRef="#ctx0" brushRef="#br0" timeOffset="132">11676 12112 388 0,'0'0'326'0,"0"-12"-59"0,0 12-22 0,0 0-3 15,0 0-8-15,0 0-30 0,11 17 7 16,-20 2-32-16,0 3-17 0,0 0 14 0,-2 1-13 16,1 2-28-16,1-2-18 0,0 2 4 0,2-1-10 15,-1-2-16-15,2 2-15 0,1-4 21 16,0 2-10-16,3-5-11 0,-1 1-19 0,3-6-17 16,0-1 10-16,0-11 5 0,0 7-5 0,0 0-8 15,0-7-3-15,24 18 11 0,-9-14-5 16,2 1-4-16,-1-5-5 0,-5 0 5 0,3 0-12 15,24-15-14-15,-17 7 12 0,2-1-9 0,-3-5-11 16,1 2-1-16,-1-3-21 0,1-2 9 16,-3 0-4-16,1 0 2 0,-4 1-1 0,1-4 8 15,-4 4-4-15,1 1 1 0,-3 0 0 16,-2 1 1-16,2 5 18 0,-3 1-3 0,-4 2 0 16,1 1-2-16,-1 1-11 0,0 2 4 0,-3 2-1 15,0 0-11-15,0 0 0 0,0 9 31 0,0-4 3 16,-6 13 9-16,-3 5 12 0,4-1-5 15,-5 1 15-15,6 3-3 0,-3 2-3 0,0-1 11 16,-2 0-15-16,5 2-3 0,-1-1 0 0,1-1-3 16,-2 1-8-16,2 0-4 0,4 1 1 15,0-3-4-15,-2 2-11 0,2 1-45 0,-3-1-45 16,2-3 7-16,-2 1-85 0,1 0-38 0,1-3-38 16,-3-2-44-16,2-2 25 0,-3-4-226 0,1-3-1 15,4-7 33-15,0-5-13 0,0 0 33 16,4 1 26-16,-1-4 61 0,6-8 22 0,6-5 5 15</inkml:trace>
  <inkml:trace contextRef="#ctx0" brushRef="#br0" timeOffset="133">12258 12424 371 0,'6'-10'478'0,"-2"3"-70"15,-1 0-61-15,0 3-68 0,0 1-18 16,-3 4-33-16,0 2 39 0,-2 0-34 0,0 4-5 15,-3 10-14-15,-2 0-17 0,2 5-32 0,3 1-4 16,-4-1-9-16,3 2-25 0,3-1-9 16,-2 1-4-16,2-14-18 0,0 8-9 0,0 2-13 15,0 1-4-15,12 18-2 0,-9-22-8 0,-3-7-7 16,2-1-5-16,-1-3 3 0,-1 1-9 16,5-5-1-16,-2-2 6 0,2-1-14 0,-1-2 2 15,9-5-7-15,4-4-1 0,-1-2-2 16,1-4-3-16,1-2-6 0,1-2-11 0,4 3 14 15,-3-3-5-15,1 3-7 0,3 1 2 16,-6 3 7-16,0-2-15 0,-2 5 2 0,-3 0 6 0,0 4-11 16,-8 0-3-16,3 5 9 0,-1 0 2 15,-7 3 8-15,0 0 12 0,9 0 5 0,7 20 2 16,-9-6 6-16,1 3 2 0,-3 1 3 16,0 2 6-16,0-2-8 0,2 3-2 0,1 4-10 15,0-1 8-15,-1-1-9 0,-1 2-2 0,-1 0-9 16,3-2-15-16,-3-3-39 0,-1 1-34 15,-4-1-39-15,2 0 9 0,-2-11-110 0,0 6-46 16,-11 16-60-16,3-19 28 0,-1-2 30 0,2-5-295 16,0-4 42-16,6-1 56 0,-1-5 32 15,4-1 58-15,4-8 1 0,5-2 24 16,1-3 53-16,2-7-13 0</inkml:trace>
  <inkml:trace contextRef="#ctx0" brushRef="#br0" timeOffset="134">12860 12076 660 0,'-7'-13'277'0,"3"1"-20"15,-5 1-38-15,4 1-26 0,0 2-6 0,3 3-22 16,-2 0 8-16,2 1-19 0,0 1-34 0,1 1-2 15,-1-1 4-15,0 0-12 0,2 2-34 16,0-2 4-16,-5 1 9 0,5 0-22 0,0 1 5 16,-1-1-10-16,-1 0 27 0,2 1-11 0,-2-1 0 15,2 0-6-15,0 1-12 0,-2-1 7 16,2-2-3-16,-1 2-12 0,1 0 11 0,-2 0-16 16,2 0 11-16,0 0-10 0,0-1-6 15,0 2 14-15,0-2-11 0,0 3 11 0,0 0-7 16,0 0-19-16,0 0-4 0,0 0 20 15,0 0-4-15,0 0-15 0,0 0-2 0,0-5 7 16,0 5-23-16,0 0 11 0,0-8 7 16,0 8-10-16,0 0 1 0,17-13 5 0,-14 9-9 15,1 1-3-15,2 2 4 0,-1-2-6 0,3 3-23 16,-2 0 24-16,-6 0-22 0,13 0 12 16,17 11-1-16,-18-2-3 0,0 3-3 0,-3 4 0 15,-5-1-44-15,2 4 4 0,-6 3 4 16,0-12 5-16,0 4-4 0,-14 20-8 0,10-17 23 15,-2 0-17-15,-1-3 15 0,3-1 11 16,2-5 16-16,1-2-1 0,-2 0-24 0,2-2 1 16,1 1 18-16,-1 0-13 0,1-5-4 15,0 0 23-15,0 7-16 0,12 16-2 0,0-10-1 16,-3 2 12-16,3-1-12 0,-1 3-1 16,2-5 3-16,-3 3 22 0,0-1 3 0,0 0-11 15,-2-1 15-15,-3-4-11 0,-1-2 2 0,-3 3 7 16,-1-10-3-16,0 8 0 0,-18 8 0 0,4-8-9 15,-4 2 8-15,-2-3 2 0,-3 0-4 16,0-5-47-16,0 1-28 0,1 0-40 0,9-3-47 16,-3 0 12-16,-3 0-269 0,-1 0 31 15,-15-18-67-15,26 10 44 0,5-3 23 16,4 1 76-16,0 10 16 0,19-19-43 0</inkml:trace>
  <inkml:trace contextRef="#ctx0" brushRef="#br0" timeOffset="135">13762 12598 646 0,'-1'1'439'0,"-2"0"-68"0,4-1-48 16,2-1-56-16,1 1-20 0,2 0-21 0,16-1-23 16,-10 1-27-16,8 0-15 0,8 0-17 0,1 0-13 15,5 0-12-15,4 0-55 0,3 0-45 16,1 0-44-16,50 10-54 0,-43-8-74 15,-2 1 14-15,-1-2-301 0,-5 2 31 0,-4-2 0 16,-20-1 25-16,8 0 32 0,-1 0 38 0,2 0 6 16</inkml:trace>
  <inkml:trace contextRef="#ctx0" brushRef="#br0" timeOffset="136">14245 12422 928 0,'-15'-14'374'0,"7"3"-52"0,-2 3-1 16,1 1-23-16,4 1-34 0,1 3-41 15,-1-2-11-15,2 1-19 0,2 3-47 0,-1 1-16 16,2 0-15-16,0 0 15 0,-8 11-23 16,4 8-18-16,0 3 9 0,-1 4-5 0,-1 3-13 15,1 0-16-15,-1 0 4 0,0 1-6 0,-2 3-4 16,3 4 0-16,0-1-15 0,-1 2 6 15,2-1-10-15,-2-1-16 0,6 2-3 0,0-1-92 16,-3-1-37-16,3-2-36 0,-1-3-32 16,1-14-55-16,0 5 20 0,0 2-278 0,0-2 43 15,0-5 27-15,0-4 27 0,0-6 24 0,0-7 26 16,4 8 18-16,3-11-31 0</inkml:trace>
  <inkml:trace contextRef="#ctx0" brushRef="#br0" timeOffset="137">14601 12482 339 0,'12'-22'525'0,"0"3"-99"0,-3 4-54 16,0 4-48-16,0 5-40 0,1 5-64 0,-10 1-25 15,23 11 2-15,-10 1-22 0,0 5-19 0,-3 5-20 16,-1-2-2-16,-7 9-14 0,-2-15-13 15,0 7-10-15,-19 23-32 0,6-20-5 0,-6-2-9 16,-1 0-4-16,-1-1 14 0,0-5-14 16,-1 0 7-16,4-1-3 0,-1 2-5 0,3-4-6 15,4 0 3-15,0-4 39 0,4-2 0 0,1-2 20 16,2-2 5-16,1 0-4 0,2-1-5 0,2-2-21 16,0 0-2-16,16 3-12 0,8-6-6 15,-9 3-25-15,12 0-24 0,4 0-21 16,5 0-28-16,5 0 5 0,2 0-82 0,1 0-27 15,-1 0-41-15,1 0-39 0,42-8-39 16,-48 1 24-16,-1 0-283 0,3 0 34 0,-9-2 48 16,-1-2 17-16,-3 0 44 0,-3-4 50 0,0 2-1 15,-4-3 18-15,-2-2 8 0</inkml:trace>
  <inkml:trace contextRef="#ctx0" brushRef="#br0" timeOffset="138">15340 12431 616 0,'-1'-1'372'16,"-4"0"-53"-16,1 2-14 0,1 2-30 0,-4 1-7 16,-3 8-36-16,1 2-16 0,0 3-26 15,3 1-4-15,0 0-29 0,5-1-11 0,1-5-16 16,0 2-15-16,11 21 9 0,-4-19-15 0,1 3-26 16,0-2-6-16,-2-5-2 0,2 1-3 15,-2-4-7-15,-1-4-8 0,-1-1-2 0,2-3 2 16,-2-1-8-16,-4 0-11 0,13 0-4 0,16-19-4 15,-11 6-8-15,-1-2 14 0,2 0-15 16,0-1 14-16,3-2-20 0,-3 3 8 0,3 0 0 16,-4-2-10-16,-1 5 26 0,-4 0-5 0,0 3-1 15,-4 3-11-15,0 2-4 0,-4 4 3 16,-5 0 11-16,0 0 7 0,0 0 4 16,11 15-4-16,-10-10-5 0,1 17-5 0,-2-3-2 15,0 3 8-15,2 1-2 0,3 4-11 16,-2 0 5-16,1 5-15 0,2-6-55 0,0 4 6 0,0 0-125 15,1-3-49-15,-2 5-54 0,0-1 26 16,-2-3-298-16,0 1 59 0,-3-4 35 0,2-2 32 16,0-7 29-16,7-2 16 0,-3-3 25 15,1-5 20-15,-7-6 16 0,12 0 41 0</inkml:trace>
  <inkml:trace contextRef="#ctx0" brushRef="#br0" timeOffset="139">16458 12711 304 0,'-15'-7'489'0,"3"3"-96"0,2 1-60 16,1 1 31-16,4 0-27 0,0-1-26 16,3 2-16-16,0-1-34 0,3-1-32 0,2 1-15 15,4 0-31-15,18-2-20 0,5 1-21 0,5 1-14 16,-13 2-39-16,12 0-44 0,12 0-4 16,5 0-105-16,58 13-48 0,-55-9-42 0,-1-2-48 15,1 3 21-15,-4-3 15 0,-3 1-322 16,-3-3 34-16,-10 0 48 0,-17 0 12 0,6 0 45 15,1 0 43-15,20-13-4 0,-33 8 6 0</inkml:trace>
  <inkml:trace contextRef="#ctx0" brushRef="#br0" timeOffset="140">16921 12518 385 0,'-18'-17'408'0,"-1"2"-29"16,1 1-51-16,5 0-16 0,0 4-40 15,2 1-1-15,4 1-35 0,0 3-26 0,3 2-24 16,-1 3-34-16,5 0-21 0,0 0-17 0,0 0-11 16,-13 23 29-16,7-2 3 0,2 4-23 15,2 4 3-15,1 3-7 0,1-16-9 0,0 9-18 16,0 3-8-16,0 6 1 0,16 39-7 0,-6-35-4 16,-4 0-66-16,6 2 0 0,-2-3-91 15,0 1-38-15,-2-2-60 0,-1-2 17 0,0-3-198 16,-3-2 31-16,1-7-145 0,0-2 41 0,-5-8 27 15,5-7 27-15,-1-2 25 0,-4-3 16 16,0 0-6-16</inkml:trace>
  <inkml:trace contextRef="#ctx0" brushRef="#br0" timeOffset="141">17406 12518 285 0,'-3'-12'346'0,"-1"4"-46"0,-2-4-42 15,0 1-5-15,3 1-9 0,-1 2-41 16,1 2-19-16,0 1 12 0,1 0-12 0,1 1-18 16,-1-2-9-16,1 5-7 0,1-3-20 0,-4 2-8 15,2-1-7-15,2-2-6 0,0 4-12 16,0-2 19-16,0-1-14 0,0 1-10 0,0 3-10 15,0 0-29-15,0 0 0 0,0-8-7 0,0 8 3 16,22-19-5-16,-7 12-21 0,4-2-2 16,1 2-2-16,1 3-8 0,7-3 6 15,3 3-1-15,-3 4-3 0,-15 0-1 0,11 0-3 16,-1 0 8-16,23 16-12 0,-26-6-16 0,-3 0 2 16,-6 4 29-16,-3 3-2 0,-4-1-14 15,-4-8 0-15,0 7 13 0,-23 22-3 0,9-16-29 16,-9-4 14-16,-4 1 7 0,-1 1 0 0,2-3-1 15,1 1-14-15,0-5 3 0,1 0-7 16,4 1-13-16,4-2 3 0,1-2 0 0,4 1-10 16,3 3 13-16,3-4-8 0,5-2 25 15,0 2-6-15,19 17 4 0,-2-10-5 0,-1 1 22 16,2 0-25-16,1 0 4 0,2 0 6 0,0-2 10 16,0 5-7-16,1 1-5 0,1-3-3 15,-7 3-2-15,1-2 19 0,-3 0 5 0,4-4-12 16,-9 2 5-16,-2 0 12 0,-7-5 9 0,0-6-8 15,-24 12-1-15,-1-11 3 0,-7-2-2 16,-3-1-2-16,-3-1-11 0,-4 1-23 0,-3 0-40 16,2-3-31-16,-1 2-45 0,-2 0-59 0,5-1 16 15,-2 1 17-15,0-1-345 0,24-2 38 16,-8 0 74-16,-3 0 26 0,-1 0 25 16,3 0 11-16,-14-13 13 0,35 8-43 0</inkml:trace>
  <inkml:trace contextRef="#ctx0" brushRef="#br0" timeOffset="142">17004 13365 291 0,'-15'-12'223'0,"15"12"13"0,0 0-27 16,-15 0-8-16,15 0-17 0,-20-24-23 15,15 24-3-15,2-3-13 0,2 3-7 0,-2 0 5 16,0-1-19-16,0 0-6 0,2-1-1 15,1 2-5-15,-3 0 13 0,1-1-26 0,2 1 6 16,0 1-18-16,2-2 1 0,1 1-22 0,1 0 2 16,2 0-11-16,15 1-7 0,-10-1 3 15,10 0-16-15,3 0 14 0,31 7-22 0,-21-3 4 16,0-3-2-16,5 1-16 0,1 0 13 16,1-1-18-16,2 0 14 0,2 2-22 0,-4-3 25 15,3 0-25-15,0 0 6 0,-5 0 5 16,-4 0 5-16,1 0-12 0,1 0 1 0,-5 0-1 15,-4 3-5-15,-4-2 27 0,-13-1-22 0,4 0 0 16,-1 0 13-16,-3 0-14 0,0 0-4 16,-4 0 14-16,-7 0 2 0,8 0-30 0,-8 0 12 15,5 0-6-15,-10 0 21 0,0 0-14 16,-1-1 0-16,-3 1 1 0,-12 0 16 0,7 0-21 16,-6 0 21-16,-6 0-22 0,-6 0 1 15,0 0 22-15,-2 0-8 0,-1 0-6 0,0 0-13 16,1 0 7-16,-2 0 17 0,3 0-13 15,0 0-8-15,0 0 7 0,-31-14 0 0,32 11 6 16,1 0-13-16,-2 2 17 0,-1-3-9 16,4 3 13-16,4-2 2 0,6 0 6 0,-3 1 17 15,13 2-18-15,-2 0 4 0,1 0-3 0,2 0-2 16,1 0-3-16,1 0 52 0,7 0 4 16,-7 0 12-16,7 0-16 0,0 0-6 15,-6-8-15-15,12 6 0 0,-2 0 1 0,18 2-8 16,-10 0 0-16,7 0 0 0,6 0-24 0,3 0 9 15,4 0-3-15,2 0 8 0,1 0-29 16,4 0 17-16,1 0-3 0,1 0 4 0,4 0-8 16,42 5-2-16,-46-3 1 0,0 0-1 0,-3 1-22 15,0 1 22-15,-3-3-5 0,-3 0-1 16,3 1 10-16,-4 0-9 0,-4 0-1 0,-4-1-14 16,-5 0 15-16,-2-1-17 0,-5 0 0 0,-2 3 2 15,-3-3-13-15,0 0-11 0,-3 0 11 0,-2 2-8 16,-2-1 28-16,-3-1-7 0,-2 1 4 15,-16 0-10-15,9-1 17 0,-12 0-11 16,-7 0-5-16,-4 0 0 0,-5 0 12 0,-42-9-21 16,42 6 19-16,0 2 6 0,4 0 8 0,3-2-14 15,-2 3-1-15,6-1-7 0,4-1 2 0,2 2 10 16,5 0-10-16,4-2-6 0,5 2 26 16,2 0-1-16,1 0 9 0,5-3 5 15,2 3-19-15,1 3 13 0,6-3-4 0,12 0-2 16,-4 0 9-16,10 0-7 0,31 9-1 0,-17-6-7 15,1-1-2-15,1 1 4 0,2 1 3 16,-2 1-16-16,1-2 9 0,-1-1 2 0,-2 2 2 16,-1 0 7-16,-2-1-10 0,-3 1 2 15,2-3-5-15,-5 2 4 0,-3 0 5 0,-4-1-7 16,-3 1 5-16,-7-1-10 0,-1-2 11 16,-4 0 3-16,-1 1-3 0,0 1-6 0,-3-2 7 15,-1 0 0-15,3 0-1 0,-4 0-16 16,3 0 15-16,-2 0-30 0,-1 0-22 0,-1 2 3 15,-1 1-69-15,0-3-33 0,0 0-49 0,-11 7-70 16,-3-2 22-16,-4-1 22 0,0 0-311 16,-2-2 38-16,-2 0 75 0,-5 1 26 0,4-2 53 15,0 0 34-15,-5 1-9 0,0 1 10 16,2 1 32-16</inkml:trace>
  <inkml:trace contextRef="#ctx0" brushRef="#br0" timeOffset="143">1904 14001 269 0,'0'0'167'15,"-16"0"-39"-15,-9-14 34 0,19 11-6 0,-1 2-8 16,3 0-19-16,-1-2 2 0,-1 1-8 0,-1 0-14 16,3-1 0-16,-3 1-10 0,4 1 1 15,-4-1 2-15,3 0 5 0,-1-1 8 0,1 2-11 16,1-2 17-16,-2 3-16 0,1-1 1 16,1-2-4-16,1 3-2 0,-2-3 4 0,2 3-22 15,1-2-19-15,0 1 17 0,2-1-33 0,2-1 2 16,-3 3 15-16,10-2-31 0,8-1 16 15,2 0 6-15,5 1-32 0,-13 2 13 0,7 0-6 16,5 0-13-16,2 0 2 0,4 0 14 0,-2 0-14 16,3 0 10-16,1 0-12 0,1 0-17 0,28-13 14 15,-30 9-9-15,-5 3 9 0,0-2 8 16,-2 0-5-16,-4 2-20 0,0-3 1 0,1 0 16 16,-5 1-10-16,-3 1-22 0,-4-1 16 15,0 0 2-15,-3-1-10 0,1 1 21 0,-2-1-26 16,-1-1 7-16,-3 0 12 0,3 0-20 0,1-10 10 15,-2-3 3-15,-2 6-3 0,-1 2-13 0,0-2 7 16,-9-13 0-16,4 8 5 0,-1 5-3 16,-2-2-9-16,2 4 21 0,1 3-21 0,1 0 22 15,1 2-17-15,-1 0 9 0,0 0-8 16,-2 3 2-16,2-1 15 0,0 2-21 0,0-1-1 16,0 1 3-16,4 1 6 0,0 0-5 0,-7 0 16 15,7 0-15-15,-21 21 5 0,12-6 22 16,0 2-12-16,0 2 16 0,3 5 5 0,-4-1 2 15,5 3 11-15,0 1 12 0,-2 3-7 16,2-3 0-16,0 2 5 0,0 0 16 0,0 2 5 16,1 0-14-16,-3 2-3 0,4-2 7 0,-3 1-9 15,0 2 15-15,2-1 0 0,-1 0-19 16,0 0 11-16,0 0-16 0,2 0 19 0,-3 1-10 16,4-4-12-16,-3 4-1 0,2-2-5 0,-1 2 11 15,-3 0-35-15,2-1 0 0,-3 1-66 16,0-2-26-16,0 1-34 0,-3-3-32 0,0 0-30 15,-3-1-45-15,2 1 22 0,-1-8-151 0,-3-2 27 16,4-3-118-16,-2-4 31 0,-1-7 37 16,5-5 24-16,1-1 21 0,-9-11 21 0,7-4-4 15</inkml:trace>
  <inkml:trace contextRef="#ctx0" brushRef="#br0" timeOffset="144">1833 14451 526 0,'-5'-18'431'15,"5"0"-41"-15,0 11-65 0,0-6-30 0,0-2-37 16,0 0-31-16,18-13-26 0,-6 15-28 16,0 1-19-16,2 0-6 0,3 2-27 0,2 2-21 15,3 1-18-15,4 4-45 0,1-2-42 16,3 0-11-16,0 1-47 0,2 3-25 0,-1-1-48 0,-13 2 13 16,10 0-141-16,6 0-143 0,2 0 5 15,3 0 47-15,0 0 11 0,38-9 17 0,-41 7 12 16,2-3-1-16</inkml:trace>
  <inkml:trace contextRef="#ctx0" brushRef="#br0" timeOffset="145">3015 14088 299 0,'0'-5'233'0,"0"1"-49"0,-1-1 19 0,1 0-29 16,-2 0-35-16,1 0 6 0,0 3-27 0,1-4-9 15,-1 2 7-15,-1 0-21 0,2 4-7 16,-3-10-11-16,1 5 1 0,0 1-15 0,2 1-4 15,-3-2 9-15,2 0-8 0,0 3-12 0,-2-3-6 16,2 2-7-16,0 0-2 0,-2-1-1 16,1 0-13-16,-1 1 8 0,0 0-5 0,1 1-1 15,-3-1-14-15,1 0 15 0,0 2-1 16,-1 1-11-16,0 0-6 0,-3-3 5 0,8 3-4 16,-6 0 10-16,-7 0-13 0,-15 12 9 0,9-6-12 15,5 3-9-15,-8 0 3 0,3 1 15 16,1 5-4-16,1-3 7 0,1 2-4 0,0 2 2 15,1 0-4-15,1 1 5 0,1-3-4 0,3 1-10 16,0 2 11-16,2-3-5 0,-1 3 7 16,4-2-3-16,-3-3-3 0,5-3 6 0,-1-1-5 15,1-2-9-15,2 0 11 0,-1-3-3 16,0 1 16-16,2-1 22 0,0-1-8 0,0-2-3 16,2 0 7-16,0-2-5 0,2 0-16 0,1-2 21 15,9-2-21-15,-1-7 1 0,2 1 0 0,3 1 16 16,5 0 13-16,-2-1-10 0,4 0-12 15,2 2 18-15,-3 1-21 0,3 1 14 0,4 4-13 16,-2-1 8-16,2 5-4 0,-12 0-14 16,1 0 1-16,30 17-3 0,-24-6 10 0,-3 3 2 15,-1 2-19-15,-1 3 9 0,-2 1-14 0,-3 1 12 16,-1-1-7-16,-1 0 1 0,-5 2 13 0,-2-1-8 16,-1-1-8-16,-5-2 15 0,0-7-12 15,1-2 8-15,-2-9-17 0,0 7 38 0,0 0 8 16,0-7 31-16,0 7-18 0,0-7 8 0,-2 6-22 15,1-9-11-15,1 0 5 0,1-4 2 16,3-10-22-16,-1-2 17 0,4 0-11 0,1-3 12 16,2 3-18-16,3 1-1 0,1-1 7 0,-1 4-10 15,3-3 13-15,1 2-12 0,0 1 4 16,-2 1-8-16,3 0 15 0,0 2-24 16,-5 3 24-16,2 1-7 0,-7 3-31 0,-1-1-4 15,0 3-37-15,-5-1-57 0,2 1-49 0,0 2-13 16,0 1 17-16,-2 0-148 0,1 0-137 0,-3 0 21 15,0 0 26-15,0 0 26 0,8 0 26 16,-1 0 47-16,9 0 17 0</inkml:trace>
  <inkml:trace contextRef="#ctx0" brushRef="#br0" timeOffset="146">5009 13871 730 0,'-17'3'237'0,"-8"1"-17"0,-3 1-22 0,5 5-1 0,0-2 0 15,-3 5-9-15,2 0-7 0,-1 6-3 16,1-3-18-16,2 4 14 0,-3 0-3 0,8 2-22 16,-2-2-15-16,3 3 20 0,3 1 1 0,-1-4-15 15,5 6-16-15,4-3-13 0,5 0-3 16,0-11-6-16,10 23-5 0,5-14-2 0,4-4-11 16,4-1-2-16,3 0-12 0,2-2-10 0,3-1 1 15,2-2-20-15,-1 1 2 0,-2-5-5 16,-1 0 2-16,4-2-14 0,-3-1 11 0,2 2-4 15,-5-5-11-15,-2-1 9 0,-6 3-11 16,-5-2 1-16,-4 2-4 0,0-3 2 0,-2 0 0 16,-8 0-14-16,0 0-12 0,0 0 9 0,7 0-18 15,-7 0 3-15,0 0-18 0,0 0-8 16,8-11 6-16,-8 10 3 0,0 0-75 0,-3 0-17 16,2-3-27-16,-2 3 0 0,2-2-23 15,0 0-55-15,-1 0 19 0,1-2-234 0,1 1-24 16,3-1 37-16,-3-2 42 0,14-13 25 0,1 6 25 15,-3 0 41-15,7 0 2 0,4 2-9 0</inkml:trace>
  <inkml:trace contextRef="#ctx0" brushRef="#br0" timeOffset="147">5741 14000 382 0,'-7'-2'378'0,"2"2"-55"0,-1-3-36 0,4 2 3 15,0 1-21-15,-1-2-17 0,0 2-18 0,3-1-21 16,-3 0-24-16,3 0 3 0,-4-1-9 15,3 2-19-15,1 0-45 0,4-3 4 0,-2 2-23 16,5 0-4-16,11-2-12 0,6-1-8 0,4 1-8 16,3 1-47-16,2 1-43 0,0-1-26 15,3 0-48-15,1-1-47 0,-1 2-48 0,2-3 17 16,1 4 16-16,-22 0-320 0,9 0 34 16,3 0 39-16,2 0 25 0,-6 0 25 0,1 0 33 15,12 13 11-15</inkml:trace>
  <inkml:trace contextRef="#ctx0" brushRef="#br0" timeOffset="148">5960 14262 507 0,'-30'10'378'0,"3"0"-41"0,5-1 3 16,2 0-33-16,-1-2-41 0,4-2 34 0,7-3-44 16,5 0-21-16,4 1-22 0,7-3-29 15,2 0-33-15,14-1-24 0,-8 1-20 0,8 0-9 16,6 0-79-16,3 0-49 0,0 0-46 15,37-11-45-15,-32 8-58 0,0 3 15 0,-1-5-149 16,-2 2-129-16,0-1 51 0,-1 2 0 0,-3 1 26 16,-2-1 0-16,-3-1 12 0,-3 2 35 15</inkml:trace>
  <inkml:trace contextRef="#ctx0" brushRef="#br0" timeOffset="149">7176 13629 241 0,'0'-12'369'0,"0"12"-41"15,28-29-42-15,-26 24-18 0,0 1 0 0,1 0-49 16,-2 0-24-16,0 1-28 0,1 1-36 0,-2 0 6 16,-2 2-27-16,0 2-11 0,-7 11-10 15,-5 1-12-15,-2 2-10 0,1 2 5 0,-3 2-13 16,-3 5 13-16,0 0-16 0,-1 3-4 0,-2-1 4 16,-3 0-20-16,3 2 0 0,-3-3-3 0,3 1 2 15,-1-2-5-15,1 1 4 0,1-3-10 16,3-1 14-16,3-3-7 0,-1 0-12 0,3 0 8 15,-1-4-7-15,6 1-1 0,-2-4 3 0,4-3-6 16,3-1 16-16,-1-3-14 0,0-1 16 16,1-1 22-16,4 2-14 0,-1-5-4 15,2 0 6-15,0 0-4 0,0 0 5 0,16 5 7 16,4-3-22-16,5-2 5 0,0 0-8 0,0 1 11 16,-9-1-19-16,6 0 7 0,6 0-13 15,3 0 0-15,2 0-3 0,0 0-1 0,3 0 0 16,-4 0-1-16,2 0-1 0,-2 0 0 0,33-15 11 15,-35 12-6-15,-3-2 1 0,-2 2-4 0,-3-1-7 16,2 1 0-16,-3-1 14 0,0 1-24 16,-4 1 9-16,-3-3 15 0,3 3-1 0,-7-3-1 15,0 3-11-15,-2-2 19 0,-2 0 4 0,-1 1 4 16,2 0-3-16,-5-2 0 0,2 2-6 16,5-7 14-16,-4 0-12 0,-2 3 2 0,-2 0-9 15,-1-3-8-15,0 10 5 0,0-7-12 0,0 2 9 16,0-6-9-16,-11-9-2 0,7 12 19 15,1 1-8-15,-1 0-3 0,3 3-11 0,-3 0 23 16,4 1-13-16,-4-1 3 0,3 2-14 0,0 1 12 16,-2 1-2-16,1 0-1 0,-1 2 3 0,-7 9-1 15,0 1 19-15,-2 4 10 0,2 3 10 16,-3 3-6-16,3 2 15 0,-2-1 3 0,2 4 5 16,-3-1-4-16,3 5 4 0,0-1 3 15,0 1-4-15,2 2 3 0,-1 0 4 0,3 1-15 16,-1-1 8-16,2-1-8 0,1 0-8 15,-1-1 1-15,3 0 0 0,-1 0-13 0,3-1 2 16,0-6-2-16,0-10 13 0,0 4-17 0,0 2 9 16,0-2-10-16,0-3-12 0,0-1 18 15,0-4-17-15,0-1 2 0,0 0-1 0,0-3-8 16,0-6 5-16,0 8 3 0,0-2 18 0,0-6-4 16,0 7 25-16,0-7 4 0,0 6-6 15,0-6 10-15,0 0 11 0,0 0-27 0,0 7 5 16,0-7-18-16,0 0 4 0,4 4 13 0,-4-5-18 15,0-2-5-15,0 0-1 0,0 2-14 16,-1-3 1-16,2 1-2 0,-1-1-58 0,0 1-23 16,-1 0-47-16,2 0-48 0,-2-2-54 0,1 2 19 15,-1-1-141-15,-1-1-62 0,2 5 35 16,0-10-249-16,15-13 52 0,-2 8 38 0,4 0 38 16,2 1 34-16,3-1 31 0,6-2 43 15,4-1 53-15,4 2 22 0,8-1 18 0,1-3-23 16</inkml:trace>
  <inkml:trace contextRef="#ctx0" brushRef="#br0" timeOffset="150">9003 14362 1055 0,'0'0'348'0,"0"0"-41"0,0 0-43 0,0 0-31 16,0 0-35-16,0 0-25 0,23 0-11 16,-23 4-11-16,0 2-22 0,-1 11-26 0,1-7-6 15,-10 20 0-15,8-8 13 0,-3 1-17 0,1 0-22 16,0 3-7-16,2-1-32 0,-1-1-34 0,1 0-27 15,-1-2-35-15,2-1-31 0,1-1-56 16,0 1-8-16,0-12 13 0,0 3-253 0,0-1-30 16,0-1 30-16,0-3 25 0,10 5 36 15,-7-12 24-15,2-2 7 0</inkml:trace>
  <inkml:trace contextRef="#ctx0" brushRef="#br0" timeOffset="151">9662 13975 298 0,'6'-21'444'0,"3"2"-88"0,-4 3-6 0,1 1-35 16,-2 5-22-16,-2 2-39 0,1 2-31 0,-2 1-25 15,1 1-37-15,-1 1-4 0,-1 3-22 16,2 0-19-16,-2 3-12 0,2 5 12 0,-2-1 14 15,0 12 2-15,1 2-15 0,-1 3-5 0,1 1 2 16,-1 1 0-16,0 1-11 0,3-1 3 0,-1 1-6 16,0 0-13-16,1-1 2 0,1 2-6 15,0-5-14-15,-1 4 1 0,2-5-15 16,-1-1 8-16,-3-1-1 0,3-5-10 0,1-4-16 16,-4-1 3-16,3-3 5 0,-4-1 3 0,1-1 27 15,0-2 13-15,2-2-8 0,1-1-12 16,-4 0-5-16,0 0-15 0,27-15 1 0,-10-2-4 15,0-1-4-15,0-2-11 0,2-2 10 0,-1 2-11 16,1-4-2-16,2 2-9 0,-1 2 4 0,-1-3 7 16,3 1-15-16,-2 1 2 0,-2 1-8 15,-1 2 3-15,1 2 3 0,0-1 2 0,-6 3-15 16,0 2 3-16,-2 3 5 0,-2 1-4 0,0 2-5 16,-3 2 4-16,-1 1-3 0,-1 3-4 15,-3 0 4-15,0 0 9 0,7 0 4 0,8 21 2 16,-7-9 6-16,0 2 5 0,-1 3-13 15,-2 2 2-15,-1 1 17 0,1 1-15 0,-1 3-1 16,0 0 1-16,-1 1 1 0,3 1-3 0,-2 1 1 16,-1 2 0-16,-3 0-12 0,2-2-39 0,-2 0-41 15,0-12-37-15,0 8 11 0,-12 27-131 16,3-25-38-16,2 1-47 0,-1-1-34 16,-3-1 32-16,3-3-234 0,7-2 45 0,1-4-9 15,0-15 44-15,0 8 31 0,10 3 60 0,0-11 42 16,-2 0 23-16,9-9 15 0,-1-4-15 15</inkml:trace>
  <inkml:trace contextRef="#ctx0" brushRef="#br0" timeOffset="152">10461 14409 700 0,'14'-9'446'0,"-1"0"-72"0,-5 4 3 0,-3-2-47 16,1 3-32-16,-2 1-41 0,0 3-17 16,-1-3-24-16,-3 3 8 0,0 0-12 0,0 7-22 15,0-1-10-15,0-1-24 0,1 12-12 0,-1-8-14 16,12 18-9-16,-1-6-17 0,3-2-10 15,4 1-5-15,-1-6-12 0,3 1-11 0,1-1 2 16,-1 0-8-16,7-6-6 0,-4 2-11 16,-2-5-6-16,0-1 8 0,-3-2-9 0,-8-2-2 15,4 0-12-15,12-14 3 0,-15 3-6 0,-3-6 7 16,-3 2-17-16,0-9-7 0,-5 12 12 16,0-7-5-16,0-1-1 0,-20-24-10 0,8 21 4 15,-3 2 2-15,-3 5-12 0,-1 1-24 0,-7 5-30 16,5-1-19-16,-7 4 6 0,4 1-110 15,0 4-36-15,1 1-32 0,13 1-40 0,-3 0 30 16,-11 11-265-16,16-2 35 0,8-4 44 0,3-1 33 16,1 1 38-16,15 2 17 0,0-1 28 15,6 2 13-15,4-3-47 0</inkml:trace>
  <inkml:trace contextRef="#ctx0" brushRef="#br0" timeOffset="153">11223 13987 477 0,'-9'-10'329'0,"0"0"-22"16,3 1-9-16,-3-3-23 0,5 4-24 0,2-1 14 15,-2 4-32-15,2 0-27 0,2-2-17 16,0 7-21-16,0 0-18 0,0 0-17 0,0 0-14 16,15-10-12-16,-9 12 5 0,14 3-12 15,2 6-42-15,4 0 4 0,-6 1-4 0,7 2-8 16,1-1 2-16,0 4-9 0,3-2-4 0,1 4-5 16,0-1-3-16,1 0 5 0,0 0-4 15,4 0-13-15,-2-1-5 0,-2-1-1 0,-3-2-13 16,-1 1-3-16,-4-2-13 0,-1-3 10 0,0 1 22 15,0 0-20-15,-4-2 1 0,0-1 2 16,-5-4 1-16,1-2-6 0,-3-1 25 0,-4-1-24 16,-9 0-19-16,7 0 36 0,-1 0-2 0,-6 0 21 15,9 0 3-15,-9 0-4 0,7 0 20 16,-7 0-4-16,14-12-1 0,-12 12-23 0,2-3 16 16,-1 3-17-16,-1 0 5 0,-1 0-17 0,-1 0 9 15,0 3-4-15,-3-1 2 0,1 1-18 16,-12 11 14-16,0 0 10 0,-6 3 9 0,-1-1-3 15,-1 2-7-15,-6 0 9 0,3 5 6 16,-3 1-8-16,-2-2-1 0,-2 0 3 0,3 1-5 16,-3 0-9-16,1 2 6 0,-2-4-3 0,5 1 5 15,0 2-4-15,2-2-30 0,-3 0-15 0,7 2 3 16,3-3-77-16,-3-1-16 0,5 0-45 16,2-1-19-16,0 1-28 0,2-2-37 0,8-1 21 15,1-6-151-15,4-5 31 0,0-6-119 0,11 7 31 16,0-7 28-16,8-4 39 0,-8 4 24 15,28-15 15-15,-16 5 13 0</inkml:trace>
  <inkml:trace contextRef="#ctx0" brushRef="#br0" timeOffset="154">12404 14412 310 0,'-1'-3'404'16,"-1"2"-81"-16,-4 0-35 0,0 2-12 0,-10 5-26 15,-4 5 6-15,1 0-8 0,-4 2-30 0,2 1 11 16,-1 3-18-16,0 0-30 0,-1 4 1 16,0 2-19-16,0-1-15 0,1 2-19 0,1 2-19 15,1-1-16-15,0 1 4 0,-1 1-7 0,5-1-6 16,-2 0-20-16,2-1 2 0,2-1-20 15,2-1-27-15,-1-2-2 0,1 1-61 0,2-3-41 16,3 0-54-16,-1-3-35 0,1-2-38 0,4-6 19 16,3-2-288-16,0-6 12 0,0 0 35 15,3 1 37-15,1-4 46 0,3-9 2 0,4-5 19 16,-1 0 10-16</inkml:trace>
  <inkml:trace contextRef="#ctx0" brushRef="#br0" timeOffset="155">12589 14002 806 0,'5'-19'423'0,"-1"1"-63"0,2 3-35 16,-2 6-42-16,-2 3-59 0,-2 6-26 0,-2 0 19 15,2 4-8-15,-6 11-3 0,2 3-9 16,0 4-10-16,-1 2-20 0,3 3-15 0,0 4-3 15,-1-2-25-15,3 3-3 0,0-15-10 16,0 7-21-16,0 5-7 0,0-2 8 0,13 29-12 16,-8-26-8-16,1-3-9 0,0-1-13 15,-1-3-2-15,-3-2 6 0,1-1-11 0,1-9 6 16,0-4-10-16,-1 2 24 0,-2-4 14 0,2-3-19 16,-3-2 2-16,0 0 0 0,27-12-10 0,-11 0-5 15,4-7-3-15,-2 0-8 0,0-1 1 0,3-3-13 16,-1 2 6-16,1 0 4 0,0-3-9 15,-3 3-12-15,-1 2 5 0,-1 3 4 16,2 1-1-16,-3-2-2 0,-1 2-3 0,-4 3 7 16,-1 3-1-16,-4 1 11 0,2 3-15 0,-5 0 5 15,2-1-5-15,-1 4 2 0,-1 0-4 0,0 0 0 16,1-2-2-16,0 2 2 0,-2-1-8 16,0 0-23-16,-1 3-34 0,0-4-25 0,0 4-45 15,0 0 10-15,-11-3-110 0,4 3-39 0,1 0-36 16,-2 0 28-16,0 2-183 0,-3-2-91 15,0 0 40-15,-1 0 37 0,3 0 42 0,0 0 37 16,1 0 43-16,-4 8 24 0,8-6 20 0,0-2 11 16,0 0 5-16</inkml:trace>
  <inkml:trace contextRef="#ctx0" brushRef="#br0" timeOffset="156">12860 14033 359 0,'0'-9'396'16,"5"1"-72"-16,-5 1-20 0,0 2-25 0,0-1-28 15,1 2-25-15,-2 1-25 0,1-1-12 0,-5 4-11 16,1 0-20-16,-12 5 32 0,0 4-1 0,-6 3 8 16,-1 0-6-16,4 6-1 0,-3 1-12 15,2 2-9-15,0 3 4 0,0 2-9 0,5 0-13 16,-1 3-8-16,6 0-6 0,1 4 1 0,4-1-6 15,5-17-6-15,0 7-18 0,17 33-5 16,1-26-8-16,1 2-18 0,6-3-11 0,1-2 1 16,1-2-10-16,5-6 7 0,-2 1-4 15,4-4-18-15,-1-4-3 0,-1-2 0 0,1-4-6 16,4-5 12-16,-22 0-14 0,28-14-13 0,-16 0-1 16,-2-6-8-16,-1-9 4 0,-3-1-7 15,-1-6-6-15,-3-3-3 0,-4 0 13 0,-6-1-16 16,-1-1 10-16,-5 3-3 0,-1 18-5 15,-10-35 9-15,-3 21-6 0,-3 2-4 0,-2 4 1 16,-3 2 1-16,-2 2 8 0,-1 3-3 0,-3 3-4 16,2 3 4-16,0 3-11 0,0 3-2 0,-5 4 4 15,2 3 1-15,15 2-1 0,-9 0-1 0,-24 14 8 16,22-1-6-16,1-1 6 0,0 5 1 16,-3 2-3-16,6 3 4 0,1 2 1 0,1 5 7 15,4-2 4-15,2 6-4 0,3-2 4 16,3 3-13-16,5 1 6 0,1-18 0 0,11 36-3 15,3-19 11-15,2 0-1 0,8-3-8 0,5 0-2 16,2-4 2-16,0-3 9 0,2-3-10 16,0-3-5-16,0-4 4 0,3-4 0 0,-4-4-1 15,1-5-1-15,-17-1-4 0,8 0 5 16,31-22-9-16,-28 6 2 0,2-4-17 0,0-4 1 16,-1-7-6-16,-4-1 1 0,4-4-8 0,-6 0 10 15,-2-1-1-15,-2-1 4 0,-5 2 0 16,-1 0 2-16,-5 1 0 0,-2 3-4 0,-5 16 8 15,0-8 3-15,-17-25-8 0,2 23 12 16,-3 4-5-16,-8 3 1 0,1 3-2 0,-5 2 6 16,0 3 1-16,-2 6-4 0,0 0 1 0,13 5-5 15,-6 0-4-15,-36 13 13 0,23 0 7 16,0 3 3-16,3 3 4 0,-2 5 14 0,1 4-10 16,2 1 9-16,2-1 13 0,6 7-15 0,3-1 10 15,4 2-4-15,10 3-1 0,4-2 12 0,5-17-5 16,15 39-4-16,5-21-5 0,6-3 0 15,5-1 6-15,3-3-17 0,1-4 9 0,3-5-2 16,3-2-16-16,1-6 19 0,0-2 0 16,3-7-7-16,1-3-13 0,-25-2 3 0,37-21 5 15,-23 1-6-15,-7-6-14 0,0-6-4 16,-4-6-12-16,-8-2 2 0,0-5-19 0,-5 1-2 16,-8-7 1-16,-3 3-11 0,-11 2-1 15,-6 2 1-15,-6 5-20 0,-6 1-10 0,-7 6-49 16,-2 6 15-16,-6 4-84 0,-4 6-24 15,-1 3-35-15,-2 8-38 0,-3 4 26 0,25 1 30 16,-49 15-317-16,27-2 40 0,-1 4 85 0,5 2 37 16,3 4 7-16,3 7 33 0,3 0 25 0,7 5-20 15,4 6 7-15</inkml:trace>
  <inkml:trace contextRef="#ctx0" brushRef="#br0" timeOffset="157">5343 15702 605 0,'0'0'253'15,"0"0"-37"-15,0-15-1 0,-23-6-16 0,22 17-24 16,1 0-16-16,0 0-17 0,0 0-27 16,0 0-11-16,-2 2-23 0,1 0-5 0,-1 1-3 15,-2 2-5-15,0 2-22 0,-5 8 0 0,-7 4 7 16,-4 1-3-16,4 4-2 0,-1 0-7 15,-5 7 19-15,1-3-13 0,1 3 2 16,-3 1 6-16,-1-2-14 0,1 3 0 0,1-3-5 16,-1 0 17-16,3-3-8 0,2 3-10 0,0-5 6 15,2 0-11-15,4-1 4 0,-2-3 16 16,1-2-6-16,4-4-6 0,3-3 3 0,0-1 0 16,2 0 7-16,2-3 9 0,-1 0-6 15,2-2-15-15,1-2-11 0,0 0 2 0,0 0 16 16,14 0-19-16,-8 0-5 0,12-2 4 0,-7 2-2 15,3 0-7-15,3 0-4 0,2 0 27 0,22-5-15 16,-18 5-15-16,0 0 5 0,3-1-13 16,2-1 3-16,-2-1 0 0,0 3 6 0,1-2-7 15,-5 0 17-15,-3 2-19 0,0-3 19 16,-3 1 2-16,-2 0-20 0,-3 0 3 0,-2 2 7 16,-5-2 1-16,3-2-15 0,-2 1 8 0,-1 2-10 15,-1-2 7-15,-2 0 3 0,2-1-5 16,-1-1 16-16,-2 5-13 0,0-5 16 0,0-7-14 15,0-3-6-15,0 1 32 0,-15-18-12 16,11 18-1-16,0 2 36 0,0 4 10 0,2-1-7 16,2 3-4-16,-3 2-14 0,0 0-5 0,1 4-13 15,1-3 9-15,-3 6-7 0,0 1 6 16,-10 6 12-16,4 5 6 0,-1 3 4 0,-1 3 5 16,0 1 13-16,1 1-5 0,2 0-12 15,4 3 5-15,-3-2-11 0,3 3 2 0,0 0-8 16,2 1-2-16,1 1 2 0,-1 0-8 0,3 3 7 15,-2-3-8-15,2 0-22 0,-2 0-31 16,0-2-40-16,-1 2 7 0,-1-2-92 0,2-1-25 16,-8-4-33-16,3-1-43 0,0 3 25 15,3-6-124-15,-6-2-142 0,1-3 37 0,3-4-16 16,1-2 31-16,1-4 27 0,-1-3 12 0,5 0 18 16,0-5 5-16</inkml:trace>
  <inkml:trace contextRef="#ctx0" brushRef="#br0" timeOffset="158">5813 15974 507 0,'2'-8'354'0,"-1"-1"-54"15,0 4-32-15,-1 0-34 0,0 0-37 0,2 3-10 16,-2 2-4-16,-2 1 9 0,-3 12-17 15,1 3 9-15,-2 3-17 0,0 4-15 0,2 3-17 16,-3 2 5-16,2 1-4 0,1 0-6 16,1 1-22-16,2-2-1 0,-1 1-9 0,-2 0-12 15,4-5-8-15,0 0-9 0,-2-1 2 0,2-14-6 16,0 7-1-16,0-1-28 0,0-2 11 16,0-2 5-16,0 0 15 0,12 3 1 0,-8-12-14 15,-1 0-7-15,3-5-5 0,8-4-7 16,2-2 6-16,-2-6-8 0,1-2-5 0,3-4 3 15,-1 1-5-15,6-4 0 0,-2 0-8 0,2 0 5 16,0-1-7-16,0 4 0 0,-1 0-8 0,-3 3 6 16,0 3-1-16,-2-1-4 0,-4 4-8 15,1 2 1-15,-4 5 4 0,0 3 10 16,-3 1-2-16,-7 1 15 0,0 0 9 0,15 10-10 16,-9 2 1-16,-2 3 1 0,-2 1-5 0,3 2 7 15,-5-1-6-15,0 4 0 0,1 1 2 0,-1-2-13 16,1 1 3-16,3 2 1 0,-4 0-6 15,2-4-34-15,0 4-35 0,2 0-40 0,-3 0 10 16,3-3-111-16,-3 1-33 0,2-2-60 16,1-3 30-16,-4-5-189 0,1-7 35 0,-1 0-98 15,2-4 49-15,-2 0 39 0,0 0 18 0,16-16 24 16,-7-2 76-16,2-4-13 0,2-1-19 0</inkml:trace>
  <inkml:trace contextRef="#ctx0" brushRef="#br0" timeOffset="159">6469 15680 320 0,'-4'-4'276'0,"2"-1"-24"0,-2 3-8 15,2-1-5-15,-2 0-17 0,1 1-28 0,-1 1-20 16,3-1-4-16,0 0-15 0,-2 0 5 16,2 0-24-16,-1 0 5 0,-1 2-10 0,3-3-12 15,-1 2-11-15,1 0 6 0,-2-2-10 16,1 1-32-16,1 0 14 0,0 1-15 0,0-2 19 16,0-1-27-16,0 1 8 0,0 1-8 0,0-3-1 15,0 3-7-15,0-1 6 0,0 3-6 16,0 0-7-16,0 0 10 0,0-10-10 0,0 5 0 15,0 5-18-15,11-15 17 0,-8 9-21 16,9-4-6-16,-1 0 2 0,3 2-8 0,-1 1 20 16,6 0-13-16,0 3-3 0,-2 4-2 0,1 0-10 15,-8 0-1-15,5 0-20 0,16 17-17 16,-17-8-15-16,-1 7 1 0,-7 2 4 0,-2 1-13 16,-4-8-14-16,-15 20-1 0,4-9 4 15,0-3-5-15,-7 2 19 0,4-3-6 0,-3-2 6 16,1 3 14-16,-1-4-5 0,3 1 0 15,4-3 11-15,0 2-6 0,2-4 5 0,2 2-2 16,3-3 5-16,3 1 5 0,0-11 7 16,0 10 7-16,20 13-5 0,-8-9-2 0,1-4 6 15,0 0 5-15,0 0-10 0,1 0 12 16,2 0-5-16,-2 1 13 0,0-2-14 0,-5-1 12 16,-3-3-5-16,0 0-6 0,-4-1 4 0,-1 0 6 15,-1-4-1-15,0 0 12 0,-11 8-15 16,-7-3 12-16,-1-4-9 0,-1 0-8 0,-1 0-20 15,7-1-15-15,-5 0-32 0,-4 0-31 0,-3 0-23 16,-2 0 11-16,1 0-89 0,2 0-100 16,0 0 23-16,3 0-109 0,5 0 28 15,4-7 16-15,1 7 12 0</inkml:trace>
  <inkml:trace contextRef="#ctx0" brushRef="#br0" timeOffset="160">6835 16179 374 0,'-6'1'415'0,"-1"-1"-58"0,2 1 3 0,0 0-47 15,0 3 7-15,1-3 2 0,-2 0-32 16,2 0-15-16,0 1-16 0,0-2-27 0,3 0-19 16,1 0-24-16,1 0-24 0,5 0-19 0,12-4-23 15,5 1-9-15,9-1-5 0,3 3-19 0,-1-3-22 16,5 3-32-16,-1-1-44 0,7 2 2 0,-24 0-72 16,13 0-27-16,3 0-37 0,2 0-28 15,2 0-35-15,-1 0-35 0,-2 0 23 16,-6 0 19-16,35 10-315 0,-39-8 35 0,-8 2 31 15,-8-1 29-15,-1 0 48 0,-6-2 27 16,-2 0-25-16</inkml:trace>
  <inkml:trace contextRef="#ctx0" brushRef="#br0" timeOffset="161">7275 15988 454 0,'-11'-25'381'15,"-1"3"-22"-15,1 3-40 0,2 3-18 0,2 1-29 16,-1 3-15-16,6 2-42 0,-1 3-29 0,-1 2-19 16,0 3-11-16,4 2-20 0,0 0-15 0,0 0-12 15,-19 26-6-15,14-8-11 0,1 6 16 16,0 5-3-16,-1 0-16 0,4 2 3 0,-3 0-5 16,4 1-13-16,-1 2-14 0,0 0-2 15,1 2-5-15,0 0-5 0,0 3-4 0,-3-2-26 16,3 1-2-16,0 0-80 0,-4 0-43 0,-1 0-34 15,1-2-41-15,-1 1 16 0,0-8-164 0,1 7 27 16,-1-7-179-16,4-5 11 0,1-14 30 16,0-1 26-16,0-1 24 0,18 1 73 0,-9-6 31 15</inkml:trace>
  <inkml:trace contextRef="#ctx0" brushRef="#br0" timeOffset="162">7783 16125 282 0,'-5'-9'390'0,"-4"-3"-40"0,0-1-34 15,3 1-25-15,-2-1-19 0,2 1-8 0,-2-1-33 16,6 3 7-16,2-1-24 0,0 1-21 0,0 10-30 15,0-7-10-15,0-3-13 0,21-12-22 16,-8 14-5-16,6 1-16 0,-2 0-13 0,7 3-10 16,-2 4-15-16,-12 0 1 0,25 10-7 0,-12-2-16 15,-2 4 4-15,-5 6 2 0,0 1-4 16,-4 4-4-16,-5 4-18 0,-5 1 8 16,-2-13-3-16,-17 28 8 0,3-16-14 0,-8 1 2 15,1 1-3-15,-5-2-9 0,-1-5 13 0,4 2-17 16,-1-3 14-16,1-3-19 0,1-1 30 15,4-3-12-15,-3-2 1 0,5 2 10 0,2-6-3 16,5 2 5-16,-2-3 20 0,8-2 4 0,3-2-5 16,0-3 9-16,0 0 5 0,14 8-15 15,9-5-1-15,-1-3 7 0,8 0-23 0,-15 0 11 16,12 0-9-16,3 0-4 0,2 0 3 16,1 0-2-16,34-11-3 0,-34 8 0 0,2 1-17 15,-3 0-19-15,1-2-43 0,1 2 6 0,-3 2-103 16,-5-2-44-16,-5-1-59 0,1 3 26 15,-10-2-185-15,0 1-111 0,-4 0 38 0,-7-2 19 16,1 0 21-16,-1 1 22 0,-1 0 41 16,0-2 19-16,0 4 38 0,0 0-6 0</inkml:trace>
  <inkml:trace contextRef="#ctx0" brushRef="#br0" timeOffset="163">8444 16129 401 0,'4'-4'437'16,"-3"2"-81"-16,1-1-57 0,-4 2 4 0,1 1-17 15,-3 2-35-15,4 2 22 0,-9 7-38 0,3 5-21 16,-3-1-12-16,2 6-30 0,5-1-14 0,-4 4-13 16,1 1-20-16,5-1-3 0,-3-1-18 15,-1-1-21-15,4 0-2 0,0-14-13 0,0 8-5 16,0-2-2-16,0-2-13 0,0-2 3 15,0-2 4-15,0-1-1 0,0-7-2 0,0 0-2 16,18 10 4-16,-6-15-11 0,3-7-10 0,0-3-13 16,4-1-13-16,-2-6 4 0,3 0-9 15,-2-4-4-15,5 4 3 0,1-2-5 0,-2 4 0 16,-2 1 5-16,-3 3 8 0,0-3-10 16,-3 6 8-16,-1 4-5 0,0 1-14 0,-7 5 31 15,-1 2 3-15,-5 1 9 0,0 0-4 0,9 11-5 16,-9-4 8-16,0 0-3 0,-1 10 3 15,1-7-11-15,0 6 5 0,0 3-1 0,0 3-37 16,0 3-39-16,0-1 5 0,0 1-131 0,0 1-60 16,0-1 24-16,9 25-240 0,-3-28 37 15,1-1 33-15,3-6 29 0,1-1 30 0,1-4-94 16,6-2 39-16,0-3 24 0,2-1 23 16,3-4 12-16,-11 0-46 0</inkml:trace>
  <inkml:trace contextRef="#ctx0" brushRef="#br0" timeOffset="164">9276 16274 265 0,'-5'0'445'0,"-1"-1"-46"0,1-1-29 0,0 1-47 16,2 1 33-16,-1-1-25 0,2-2-16 0,-3 3-15 15,3-2-36-15,0 0-29 0,2 1-27 0,0-3-15 16,5 3-27-16,9-3-26 0,8 1-15 16,3 1-16-16,5-1-28 0,0 0-35 0,6 2-50 15,6-2 2-15,2 3-109 0,1 0-34 0,-22 0-45 16,10 0-52-16,9 0 23 0,-2 0-261 16,-1 0 10-16,-2 0 34 0,-2 0 28 0,-2 0 26 15,23-10 10-15,-38 8 17 0,-5 2 39 16</inkml:trace>
  <inkml:trace contextRef="#ctx0" brushRef="#br0" timeOffset="165">9494 16063 911 0,'-9'-9'300'0,"0"5"-40"16,4-1-40-16,0 3-22 0,1 0-39 0,4 4 12 15,-3 0-13-15,3 2-3 0,2 0-9 0,-1 1-20 16,3 12-11-16,1 2-8 0,0 3-20 0,2 0 10 16,1 2-24-16,-2 3 12 0,1 2-20 0,-3-3-16 15,1 6-21-15,-3-3-35 0,0 5-24 16,-2-17-35-16,0 6-29 0,0 3-52 0,0 2 11 16,0-1-157-16,-13 24 23 0,12-29-184 15,-2-8 28-15,3-3 81 0,0-11 17 0,0 8-45 16</inkml:trace>
  <inkml:trace contextRef="#ctx0" brushRef="#br0" timeOffset="166">10060 16102 397 0,'-5'-8'327'0,"4"-1"-39"0,-3 2-24 0,1 1-22 16,2 0-13-16,0 2-5 0,0-2-40 15,-1 1-13-15,1 0 7 0,1 2-22 0,0-2-15 16,0 5-20-16,0 0 8 0,0-6-23 16,0 6-7-16,0-5-12 0,0 5 10 0,0-7-10 15,0 7-9-15,0-8 9 0,0 8-12 0,0-7-5 16,0 7-6-16,0-7 12 0,9-5-6 15,-4 7-14-15,0 0-10 0,4-5 12 0,5 1-11 16,-1-1-19-16,1 3-2 0,-4 0-2 16,7 3-4-16,-1-3 9 0,0 3 4 0,-9 4-17 15,4 0-5-15,5 0 2 0,-2 0 5 16,18 16-10-16,-17-6-2 0,-3 3 4 0,-3 4 0 16,-4 0-2-16,-2 4-1 0,-3-10-14 15,0 4-1-15,-22 22 3 0,11-17 2 0,-1 1 8 16,2-4-5-16,-3 0 0 0,4-2-5 0,-1 0 2 15,-2-4 1-15,5-4 9 0,0-1-5 16,1 1 0-16,0-4 0 0,3 1 1 0,2-2 4 16,-1 1 3-16,2-1-2 0,0-2 2 15,0 0-9-15,13 5 0 0,1 0-7 0,4 0 16 16,0 0-8-16,1 2-5 0,3 0 10 0,0-2-4 16,2 5 2-16,0 0-4 0,-1 1 0 15,-2-1 0-15,-2 3 11 0,-4 0-22 0,-2 2 1 16,0 0 1-16,-8-1 7 0,-4 1 0 0,-1-8 1 15,-13 15-2-15,-3-7-19 0,-7-2 12 16,-2-2 2-16,0-1 1 0,-2-1-1 0,-1 0 2 16,-4-1 0-16,0-3 25 0,3 2-3 0,-2-2-24 15,-1 1-10-15,4-3-6 0,1-3-30 16,17 0-27-16,-6 0-41 0,-14-12-39 0,17 7-42 16,13-2 18-16,-5-1-185 0,5-1 28 0,0 2-126 15,13-15 17-15,-2 6 25 0,2 2 73 16,6-2 18-16,1 2 12 0,1 1-31 0</inkml:trace>
  <inkml:trace contextRef="#ctx0" brushRef="#br0" timeOffset="167">11414 16100 478 0,'0'0'318'0,"0"0"-29"0,-13 0-13 0,13 0-19 15,-22-16 6-15,18 14-7 0,2 0-31 16,-1 2-25-16,1 0-23 0,-1-2-19 0,3-1-18 16,5 3-3-16,-2-3-8 0,3 1-13 15,12-5-5-15,4 0-11 0,2 4-11 0,6-4-8 16,0 2-25-16,2-1-40 0,5 2-10 0,3 2-43 16,1 0-42-16,1 0-33 0,-2 1-55 15,-19 1 16-15,10 0-183 0,4 0 25 16,0 0 26-16,0 0 23 0,-1 0 19 0,34 11-115 15,-39-5 24-15,-1-1 18 0,-8 5-8 0</inkml:trace>
  <inkml:trace contextRef="#ctx0" brushRef="#br0" timeOffset="168">11660 16300 822 0,'-36'3'350'0,"20"-3"6"0,-8 0-39 0,-2 0-39 16,1 0-8-16,5 0-34 0,-8-8-13 15,27 3-42-15,9 1-2 0,13-1-41 0,9 2-15 16,2-1-79-16,4 3-27 0,7-2-36 16,3 2-31-16,0 1-35 0,-19 0-26 0,12 0 10 15,6 0-124-15,3 0-135 0,0 0-58 0,-1 0 27 16,-3 0-10-16,-2 0 16 0,-4 0 9 0,0 0 36 16</inkml:trace>
  <inkml:trace contextRef="#ctx0" brushRef="#br0" timeOffset="169">12976 16247 326 0,'0'0'349'0,"0"0"-67"0,-15 0-44 16,15 0 10-16,0 0-12 0,0 0-21 16,0 0-20-16,0 14-10 0,-22 3 9 0,23-11-30 15,0-1-10-15,1 1-14 0,0-1-18 0,7 7-13 16,3-2 9-16,-1-2-20 0,1 0 11 16,6-2-9-16,-2-2-18 0,5-1-13 0,-12-3 0 15,7 0-17-15,1 0-5 0,19-13 11 0,-12 5-7 16,-6-2-5-16,-2-2-5 0,2-3 5 15,3-1 3-15,-8-4-1 0,3 0-14 0,-2-3-7 16,-1 0 4-16,0-3-2 0,-3-6-3 0,0 3 9 16,1 0-11-16,0-8-8 0,-2 3 2 0,0-4-8 15,0 1 6-15,2-1-4 0,1-2 1 16,1 0 3-16,3 2 6 0,1 0-14 0,1 3 1 16,5-3-2-16,1 6-13 0,-1 3 24 15,4 3-19-15,-1 1-1 0,-3 4 1 16,1 2 0-16,0 1-4 0,-5 6-1 15,3 2 1-15,-2 6 11 0,-5 1-2 0,-8 3 2 16,11 17-7-16,-9-1 7 0,-4 6 0 0,-4 1 20 16,-1-6 10-16,0 4-2 0,-11 34 16 0,4-18 6 15,0 4-5-15,-2-2 20 0,0 1-1 16,2 2-5-16,1 0 5 0,-3 1-2 0,4-2 1 16,3 0-3-16,0 0 2 0,2-3-10 15,0-18-1-15,0 9-7 0,14 37-9 0,-1-32 3 16,4 0-10-16,2-5-3 0,4 0-17 0,5-1-34 15,0-6-40-15,1 2 6 0,1-4-147 16,-2-3-53-16,0-1-80 0,-6-1 31 16,4-5 29-16,-1-2-274 0,-2-2 41 0,-5-5 50 0,-11-1 22 15,5 0 41-15,20-18 28 0,-13 7 24 16,-1-5 18-16,-1-5 10 0</inkml:trace>
  <inkml:trace contextRef="#ctx0" brushRef="#br0" timeOffset="170">14687 15426 664 0,'0'-9'311'0,"0"1"-50"15,-2 4-33-15,-3 3-10 0,-3 2 2 0,-11 6 19 16,-4 5-27-16,1 4 1 0,-5 10-24 16,-1 7 48-16,-2 1-17 0,0 2 0 15,0 3-11-15,0 3-7 0,3-1-6 0,4 5-15 16,4 0-13-16,1 0-12 0,9 0-3 0,-2 2-21 16,8-2-11-16,3-24-5 0,0 11-14 0,23 43-8 15,-4-33-9-15,5-4-12 0,6-1-36 16,7-2-15-16,4-2-28 0,5-4-41 0,3-1 4 15,2-3-120-15,2-3-39 0,-3-5-60 16,2-3 23-16,-1-1-315 0,0-7 30 0,-2-5 39 16,-22-2 35-16,9 0 35 0,49-18 25 0,-37 3 30 15,2-2 26-15,1-5-3 0,0-1 26 16</inkml:trace>
  <inkml:trace contextRef="#ctx0" brushRef="#br0" timeOffset="171">15476 15612 649 0,'2'-8'369'0,"0"1"-37"0,1 3-51 15,-2-2-27-15,0 3-34 0,0-2-21 0,1 5-19 16,0 0-15-16,1 5 16 0,-1 2-17 0,2 10-19 16,1 7 27-16,-5 2-21 0,3 2-14 15,-2 1-11-15,2-1 5 0,0-1-26 0,1 5-3 16,2-3-1-16,0-2 1 0,0 0-5 16,4-1-8-16,2-3-9 0,-3 0 3 0,2-6-19 15,1 0 2-15,-2-1-9 0,2-1-8 0,1-7-7 16,-2-4 7-16,-2-1-3 0,0-3-5 15,5 0-3-15,19-15-2 0,-16 0-8 0,2-1-2 16,1-4-2-16,-2-4 0 0,7-3-10 0,-3-2 3 16,4-3-5-16,-2 4 6 0,-4-1-8 15,3 4 7-15,-7 6-5 0,2-1 9 0,-5 2-8 16,2 3-3-16,-3 3 5 0,-4 6-7 0,-7 5 17 16,-1 1 6-16,4 5 11 0,-6 2 16 15,0 0 8-15,-1 9 0 0,3-4 6 16,-5 20 2-16,5-22 3 0,0 6-18 0,0 4 0 15,0 0 1-15,18 26-6 0,-8-23 1 0,4 0-5 16,0-4-16-16,5 2 8 0,2-3-9 0,5-1-2 16,-1 0-32-16,2-3-31 0,1-2-45 0,-2 0-51 15,0-1 12-15,0-2-135 0,0-2-53 16,-3 0 27-16,-14-7-291 0,5 0 52 0,11-12 42 16,-15 1 36-16,-3-4-41 0,4-3 19 15,-2-6 29-15,0 0 73 0,3-2 24 0,2-2 13 16,4-1 20-16</inkml:trace>
  <inkml:trace contextRef="#ctx0" brushRef="#br0" timeOffset="172">16399 15283 320 0,'-7'0'292'0,"3"-1"-35"16,0 1-15-16,0 0-11 0,3 0-12 0,-4 0-23 16,3 0-21-16,0 0 1 0,-1 0-7 0,1 0-27 15,-2-3-15-15,3 1-3 0,1 0-9 16,-2 1-1-16,0-2 0 0,2 1 0 0,-3-1 17 15,1 0-10-15,0 2-9 0,1-4-12 16,0 2 23-16,1-1-18 0,0-1-4 0,-3 2-2 16,3-1-5-16,0 0 0 0,0 0-25 15,0 0 9-15,0 1-12 0,0 0-4 0,0 3 0 16,0 0-2-16,0 0-13 0,0 0 6 0,0-8-11 16,0 8-15-16,0 0 18 0,0-5-10 15,0 5-9-15,0 0 2 0,0-7-7 16,0 7 6-16,0 0-11 0,0 0-2 0,0 0 8 15,0-7 0-15,0 7-22 0,0 0 6 0,0-6-1 16,9-2 13-16,-4 6-9 0,2 0-12 0,-1 2 18 16,2 0-18-16,-3 0 8 0,8 0 2 0,1 0-9 15,0 0-10-15,4 0-12 0,10 12-6 16,-17-7-2-16,-3 7-9 0,-3-1 8 0,-1 4 5 16,-4-9 6-16,0 6 2 0,-12 15-18 15,1-14 5-15,-2 4 3 0,-1 1-6 0,0-4-9 16,-1 0 5-16,3 0 4 0,-1-3 10 15,1 0 8-15,1-3-12 0,1 3-2 0,2-4-2 16,3 0-6-16,0-1 8 0,5 0-2 0,-2 0 6 16,2 1 0-16,0-7 21 0,0 10-16 0,23 14 8 15,-9-11-9-15,2 3 1 0,3-2-3 16,2 0 7-16,2 0 5 0,-1 1 12 0,1-1-15 16,-1 3 21-16,0-2-8 0,-2-1-19 15,-2-2-4-15,-6 1 15 0,0-3 22 0,-8 0 5 16,-4-10 5-16,0 8-12 0,-21 5 1 15,0-4 5-15,-3-4-13 0,-6-1 6 0,-2 2-1 16,-1-5 5-16,-2 4-2 0,-1-2 19 16,-1-2-19-16,-1 3-37 0,1-2-19 0,4 0-23 15,-1-1-36-15,4 0-29 0,3-1-56 0,6 2 19 16,7-2-278-16,14 0 32 0,-7 0-15 16,7 0 29-16,0-8 24 0,13 2 23 0,9-2 51 15,5-2-17-15</inkml:trace>
  <inkml:trace contextRef="#ctx0" brushRef="#br0" timeOffset="173">17114 15375 581 0,'31'-7'378'0,"-15"7"-22"0,7 0-11 16,0 0-36-16,31 18-39 0,-29-6 1 15,3 7-18-15,1 5-14 0,-1 5-15 0,-2 5-29 16,0 0-11-16,-2 5-14 0,-3 4-26 15,-1-1-25-15,-6 1-3 0,-5 1-12 0,-6-1-14 16,-3-19-3-16,-10 40-14 0,-9-19-37 0,-3-4-15 16,-12 1-21-16,-5-4 1 0,-6 3-66 15,-6-4-16-15,-9 0-25 0,-8-3-28 16,-6-2-35-16,-5-3-33 0,1-1 18 0,-4-5-130 16,1-1 28-16,-3-5-188 0,0-2 32 0,3-4 50 15,2-3 29-15,7-2 25 0,38-6 11 16,-16 0 9-16</inkml:trace>
  <inkml:trace contextRef="#ctx0" brushRef="#br0" timeOffset="174">5297 15349 491 0,'0'0'257'0,"-16"0"-33"16,16 0-21-16,0-12-33 0,-24-5-15 0,22 14-26 15,2 2-8-15,-3-2-18 0,6 1 1 16,-1 2-15-16,2-3-11 0,1 0-15 0,14 2 15 16,2-3-16-16,4 2-9 0,4 0-8 0,2-3 1 15,2 4-17-15,1-1 5 0,4 1-2 16,-4 0 1-16,0 1-16 0,3-1 8 0,2-1-1 16,0 1 0-16,1-2-17 0,-22 3 9 15,15 0 2-15,0 0-8 0,7 0-5 0,0 0 7 16,3 0 2-16,-2 0-15 0,2 0 13 0,6 0 1 15,-2 0-6-15,1 0-2 0,3 0 2 16,1 0 0-16,2 0 9 0,3 0-14 0,65-4 1 16,-57 1-6-16,5 0 8 0,3-4-8 0,1 2 13 15,3 2-16-15,-3-1 10 0,0 2 3 16,2-1-5-16,-1 0 3 0,-2 2-3 0,2-3-6 16,0 3 4-16,1-1 5 0,0 1-5 0,1-2-13 15,3 2 6-15,-39 1-2 0,19 0 3 16,10 0-8-16,5 0 5 0,2 0-4 0,2 0-9 15,-2 0 9-15,2 0-9 0,76-10-3 16,-77 7 13-16,-2 0-15 0,-2-1 16 0,1 2 0 16,-7-3 4-16,2 2-19 0,0-3 19 0,-2 0 6 15,-1-1-4-15,-2 2-12 0,1-3 15 0,1 2 6 16,-5-1-1-16,4-1-7 0,-2-1-4 16,-2 1-5-16,-2 1 8 0,2 1 9 0,-2-3-3 15,5 2-3-15,-1-1 8 0,-4-1-5 16,4 2-11-16,-4-3-7 0,4 3 12 0,-2-1 10 15,1 3-12-15,-2-5 1 0,1 3-7 16,-1-2 9-16,0 4-7 0,-3-2 11 0,2-1-6 16,0 2 13-16,0-2-10 0,-2 1-12 0,1 3 24 15,-4-3-9-15,2 4 0 0,-1-3 4 16,2 3-4-16,-1-1-16 0,1 2 14 0,-1-1 2 16,0-1-4-16,-1 3-9 0,2-3 21 0,-1 3-11 15,-1-2 11-15,2 2-10 0,-1 1 2 16,1 0-10-16,-1-3 21 0,1 3-21 0,-1-3 21 15,5 3-8-15,-2 0 12 0,3-2-6 16,-5 2-3-16,8-2 4 0,-1-1 4 0,-3 3-4 16,-31 0-4-16,18 0-9 0,6 0 4 0,5 0-8 15,1 0 10-15,0 0 5 0,3 0-3 16,0 0 4-16,0 0-9 0,68-11-2 0,-63 10-1 16,0 0 3-16,1-5-15 0,0 4-5 15,-1-1 15-15,3-1-17 0,-7-1 7 0,3 0 5 16,-2 0 10-16,0 1-11 0,-1 1 1 0,0-1 4 15,-1 0 9-15,-2 0 10 0,0-1-31 0,2 2 17 16,-4-3 3-16,5 3 5 0,-1 0-16 16,0-1 12-16,5 2 0 0,-1-1 1 0,1-2-3 15,1 2-4-15,2 0 12 0,-3 0-12 16,0-1-3-16,0 0 1 0,1 0 10 0,-5-1-21 16,2 2 8-16,-3-2 10 0,2 1 0 15,-1-2-12-15,-3 3 24 0,1-1 0 0,1-1 1 16,-2 3-2-16,2-1-6 0,-2-1-7 15,-2 2 4-15,2-4 4 0,0 4 1 0,-1-3-1 16,1 2 3-16,0-2-17 0,-2 2 8 16,-3-1-1-16,2 0-7 0,-2 2-11 0,3-1 14 15,1-1 4-15,1 0-6 0,0 3-16 0,-2-1 17 16,0 1 14-16,-1 1-15 0,-2-4 12 16,-29 4-1-16,13 0-3 0,5 0-5 0,3 0-3 15,-1 0 1-15,-2 0 6 0,0 0-6 0,-2 0 4 16,2 0 10-16,42 12-20 0,-46-11 16 15,1 2-4-15,0-1-3 0,0 1 9 0,-3-1-1 16,1 1-7-16,-1 0 15 0,-2 0-1 0,-1 0 7 16,-1 1-11-16,-3 2 14 0,-2-4 0 15,1 2 4-15,0 0-13 0,-4 2 4 0,-3-3-2 16,-2 2 5-16,-5-1-5 0,-1 2 0 0,-2-2-3 16,-2 2-9-16,-5-1 7 0,1-1 3 15,-3 2 4-15,-1-2-9 0,-3 2 11 0,1 1-8 16,-3 0 6-16,4 9 12 0,-3-2-5 15,-1 5-6-15,0-10-3 0,0 5 1 0,0 4-3 16,0 1-1-16,0-1 6 0,0 2 12 0,-12 24-3 16,9-18-9-16,-1-3-4 0,-2 5-3 15,0 1 23-15,-1 0-14 0,-2-3 11 0,0 3-4 16,0 3-8-16,-4 2 0 0,3 3 2 16,-3 1-4-16,-2 2-2 0,5 0-17 0,-5-1 23 15,4 6-16-15,2-4 15 0,-4 3-17 0,2-2 14 16,-3 1-12-16,6 0-12 0,-6-4 8 15,4-1-4-15,0 2 6 0,3-3-7 0,-3-3 2 16,0 1 13-16,-1-1-11 0,0-2 6 0,2-2 14 16,-1 2-9-16,1-3 1 0,0-4-7 0,0 5-1 15,-2-2 16-15,2 0-17 0,1-3-2 16,-1-1 15-16,0 0-1 0,-1-1-19 0,-1-2 2 16,0 1 5-16,2 0-12 0,-6-3 17 15,3-2-12-15,2-3 18 0,-3 1-9 0,-1-1-4 16,-1-3-6-16,1-1 13 0,-3 1-14 0,3-3-8 15,-2 1 10-15,-1-2 10 0,-4-1-6 16,6 2-1-16,-5-3-3 0,-1 0 21 16,2 0-25-16,-3 0 5 0,-3-2-5 0,-1 1 6 15,-1 0 0-15,1-1-1 0,-4 0 11 0,-2-1-5 16,2 3-9-16,-5-3 2 0,2 3 6 0,-1-2 5 16,2-1-12-16,0 2 14 0,2-1-25 15,-2 0 8-15,-3 1-5 0,2 0 13 0,1 1-8 16,-4-4 21-16,-1 2-16 0,0-1 11 15,-1 0-9-15,-4-1-3 0,-4 3 18 0,0-4-9 16,0 3-13-16,-3-3 17 0,2 0-17 16,-4 2-6-16,5 0 27 0,-2 0-6 0,-1-2-15 15,0 3 10-15,-1 2-3 0,3-2-5 16,-1 0 13-16,-3 1 0 0,4-2-17 0,-3 3-10 16,-1-2 29-16,-2 1-24 0,0-1 8 0,1 2-5 15,-5 0 18-15,2 0-14 0,1-1 3 16,-3-1 6-16,-2 2 2 0,0-1-12 0,0 1 5 15,2-1 4-15,1 2-9 0,0-1 18 16,3 2-15-16,-2 0 4 0,0-2-9 0,-1 2 16 16,1 3-13-16,3-2 13 0,-5-2-16 0,1 2 1 15,1-1 5-15,-5 0 5 0,3-1-1 0,-1 2-2 16,-3-1 0-16,2-1 1 0,-2 4-1 16,1-5-1-16,-2 2-2 0,1 0 5 0,-2 0-6 15,-1 0 13-15,2-2 0 0,2 2-22 16,-5 0 24-16,2-1-17 0,-5-1 3 0,4 2 4 15,-4-2 15-15,2 2-4 0,1-2-23 0,-3 2 11 16,-2-3-1-16,-1 2 11 0,0-2-3 16,-5 0-2-16,2 0 14 0,0-1-19 0,4 1 10 15,-2 0-17-15,3-1 21 0,0 0-12 0,0-1 8 16,0 1-25-16,4-2 1 0,-3 2 12 16,1 0 12-16,-3-2-17 0,1 0 27 0,1-1-27 15,-2 0 13-15,2 0 0 0,1 2 2 0,4-2-14 16,-1 1-5-16,31-1 22 0,-15 0-20 15,-5 0 4-15,-7 0-5 0,0 0 11 0,0 0 6 16,-2 0-12-16,1 0 4 0,-1 0 0 0,1 0 1 16,-58-13-1-16,59 10 4 0,3 0 5 0,0 2 5 15,5-2-5-15,-3-1 6 0,-2 1-3 16,5 2 0-16,-2-2-12 0,-1-2 31 0,5 2-15 16,-4 0-9-16,3 1 14 0,1 0-15 0,0 2 9 15,0 0-13-15,0-2 9 0,24 2 5 16,-12 0-10-16,-9 0-6 0,0 0-6 0,-3 0 13 15,0 0-3-15,-1 0 4 0,0 0-11 0,-3 0 5 16,2 0 2-16,-3 0 5 0,-56 14-9 16,54-14-1-16,1 3 12 0,-3-1-11 0,3 0 12 15,4 1-12-15,-6 1-3 0,4-4-7 0,0 3 21 16,-4 1-13-16,1 1 2 0,-4-2 11 0,4 0-4 16,0-1 1-16,-1 1-8 0,-4 1 8 15,1-1 6-15,1-1-19 0,-1-1 4 0,0 1 8 16,1-2 3-16,0 0 4 0,0 2-12 0,1-1 2 15,-3-1-7-15,32 0-9 0,-14 0 9 16,-6 0 11-16,-8 0-19 0,2 0 17 0,-3 0 10 16,-2 0-3-16,1 0-17 0,-3 0 2 0,2 0-6 15,-2 0 14-15,2 0 16 0,-2 0-17 0,2 0-1 16,1 0 1-16,0 0-6 0,0 0 6 16,1 0-3-16,0 0 22 0,-1 0-24 15,1 0 29-15,-1 0-26 0,0 0 11 0,1 0-15 16,-1 0 25-16,1 0-35 0,2 0 3 0,-2 0 14 15,2 0 10-15,-1 0 11 0,0 0-33 16,1 0 18-16,2 0 12 0,-1 0-12 0,1 0-2 0,1 0 26 16,0 0-24-16,1 0 5 0,-2 0-8 15,-1 0 5-15,0 0 2 0,3 0 7 16,-2 0-19-16,-49 2-6 0,54-1 13 0,4 0-11 16,5 1 10-16,-3 1 7 0,-1-3-13 0,4 2 7 15,-1 0 3-15,2-1 10 0,1 0-10 0,0 2-8 16,-2-3 0-16,7 1-1 0,-3-1 4 15,19 0 12-15,-9 0-2 0,-1 0 0 0,1 0 1 16,-2 0-5-16,-25-13-1 0,28 10 3 0,6-1-1 16,-1-1-1-16,1 0 6 0,2-2 7 15,1 0 2-15,1-2-2 0,1-1 5 0,-1 0-5 16,3-3 3-16,0 0 3 0,0-5-15 16,1 2 6-16,-1-1-2 0,3-2 2 0,-1 0-17 15,0 0 12-15,2-2-3 0,-1 2-16 0,3-3 26 16,-1-1-11-16,0 0 0 0,-2-1-7 0,6-2-3 15,-2-1-14-15,2-1 16 0,-2-3-1 16,3 3-7-16,-2-3 16 0,1 1-4 0,2-4 2 16,2 0-19-16,0 17 18 0,0-9-18 15,0-5-3-15,0-1-14 0,0-3 18 0,0 1-2 16,0 1-6-16,0-1 6 0,0 1 16 16,0 1-11-16,0-1-6 0,0 3-8 0,0 1 15 15,0 3-6-15,-3-19 10 0,3 22-14 16,-1 3 12-16,-1 2-15 0,2 10 12 0,0-7-1 15,0 1-1-15,0 2 10 0,0-1-5 0,0 4 2 16,0-2-13-16,0 4 9 0,0-1 2 0,0 1 1 16,0 0-17-16,0 7 12 0,0-8 9 15,0 8-4-15,0-8-3 0,0 3 0 0,0 5 2 16,0-8 5-16,0 8-12 0,0-8 3 16,0 8 10-16,0-6 4 0,0 6 7 0,12-14-31 15,-11 11 15-15,2 1-5 0,-1-3-4 0,0 1-4 16,8-4 9-16,0 0 4 0,0 2 4 15,6-2-16-15,0-1 6 0,2 1 4 0,2 1-14 16,1-1 18-16,6-1 0 0,-2 2-2 16,2-1 4-16,1 0-13 0,4 2 10 0,6 0-2 15,-2 0-5-15,5 2 19 0,0 0-2 0,4 0-8 16,-4 2 2-16,9-1-13 0,5 3-5 16,-1-3 19-16,6 3-16 0,8-1 1 0,-2-1-60 15,0 0-38-15,3-2-30 0,7-1-44 0,0-2-57 16,4 2 21-16,3-5 19 0,1 0-314 15,2-1 36-15,1-4 61 0,5 1 29 0,0-1 53 16,-3 2 22-16,6 2 15 0,2-1 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8-31T04:43:32.1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815 996 779 0,'14'-12'237'16,"4"-16"-11"-16,-9 15-19 0,-4 0-3 0,-3 1-18 16,1 0 11-16,1 2-23 0,-1-1-4 15,-3 11-20-15,0-8 5 0,0-1-15 0,0 1-17 16,6-6-6-16,-6 14-12 0,0 0-15 0,0 0 1 15,0 0-15-15,-2-11-20 0,-2 11-2 16,3 4 10-16,-8 10-38 0,-4 3-2 0,1 5 15 16,-2 4-18-16,-1 1 10 0,-1 6-16 15,1-1 14-15,-2 5 11 0,5 6 13 0,-1-9-23 16,3-5 2-16,5 1 2 0,-3-3 15 0,5 2-18 16,-2-1-10-16,1 3-7 0,4-2 16 0,0-14-6 15,0 4 0-15,18 28 3 0,-6-21-9 16,0-9-4-16,6 1 13 0,4-4 0 15,7 0-4-15,-1-5-11 0,2-6 0 0,2 1 19 16,2-1-3-16,-17-3-3 0,10 0-11 16,31-11 2-16,-25 3-12 0,-2-5 30 0,-2 0-5 15,-1-7-1-15,-3 3-23 0,14-16 7 0,-4-2-3 16,-11-1-8-16,-5-1 10 0,-5-1-17 0,-4 0 25 16,-4-4-2-16,-6 22-2 0,0-8-1 15,-13-35-31-15,0 26 0 0,-1 6 21 0,-2 2-1 16,-4 6 0-16,0 0 5 0,-6 5-9 15,5 2 0-15,-2 6-17 0,-1 5 3 0,1-2 14 16,0 2-4-16,12 5-4 0,-24 10 1 0,16 1 2 16,2 2 0-16,3 1-14 0,4 6 10 15,2 4 4-15,3 3 0 0,5 4 0 0,0-11 0 16,11 37 2-16,-4-21 0 0,3-5 3 0,2-1 6 16,3 2-4-16,5 0-1 0,-1-2 0 15,-3 2 3-15,3 2-5 0,1-2 1 0,-4-3 0 16,-2 1 4-16,3 2 6 0,-5-3-7 0,-2 1 14 15,-5-1-7-15,-1 0-1 0,-4 1-15 0,0-14 1 16,-15 25 26-16,2-15-11 0,-2-1-1 16,-4 1-19-16,-2-3-6 0,0-5-30 0,-3 2-24 15,1-6-27-15,0-2-37 0,4-1-58 16,6-7 17-16,4-2 16 0,9-2 17 0,0 0-329 16,-10-14 35-16,11 7 31 0,1-10 26 0,7 2-7 15,0 1 26-15,5-4 62 0,1 3 8 16</inkml:trace>
  <inkml:trace contextRef="#ctx0" brushRef="#br0" timeOffset="374.35">430 2030 486 0,'-28'8'372'16,"4"-1"-42"-16,4 1-68 0,9 2-30 0,5-6-23 16,9 1-7-16,7-2-12 0,18 0-36 15,2 3-2-15,15-3 0 0,0-1-32 0,15-2 11 16,10 0-22-16,6 3-28 0,-1-3-4 0,3 2-1 16,0 0-12-16,-4-1-8 0,1 2 3 15,-4 1-8-15,-5-3 0 0,-5 1-28 0,-3 0 17 16,-8 1-16-16,-2-2 3 0,-7 2 16 15,-4 0-9-15,-3-2-12 0,-3 0-8 0,-7 1 23 16,-3-2-14-16,-21 0-20 0,9 0 2 0,-1 0-7 16,-8 0 11-16,0 0-2 0,0 0-7 15,0 0-17-15,9 5-29 0,-10-7-14 0,-1 2-42 16,0-3-65-16,2 1 16 0,-1-1-252 16,0-2 33-16,1-1 26 0,0 0-60 0,0-13 25 15,0 8 3-15,0-5 16 0,13-22 0 0</inkml:trace>
  <inkml:trace contextRef="#ctx0" brushRef="#br0" timeOffset="959.65">2261 906 574 0,'3'-14'371'0,"0"-1"-51"0,1 1-46 0,4 2-68 16,0 1-78-16,6-1-114 0,1 5 0 0,0-1-277 15,8 5 18-15,-15 3-108 0,5 0-23 16,9 23-8-16</inkml:trace>
  <inkml:trace contextRef="#ctx0" brushRef="#br0" timeOffset="1120.74">2348 1509 304 0,'-8'17'383'16,"2"-1"-32"-16,1-6-79 0,0-1-2 0,1-1-57 15,1-4-27-15,1 2 2 0,2-4-66 0,-5 1-38 16,2-3-79-16,3-3-1 0,0 1-293 16,3-1 21-16,-3-4-139 0,11-9 20 0,1-2 17 15,4 0 27-15</inkml:trace>
  <inkml:trace contextRef="#ctx0" brushRef="#br0" timeOffset="1945.64">2995 851 523 0,'-3'-3'289'0,"1"1"-45"0,-1 2-19 0,3-2-28 0,0 2-2 16,0 2-36-16,0-2 4 0,0 0-28 15,1 2-8-15,2-2 10 0,1 5 8 0,2-2-10 16,5 1-4-16,5 1-3 0,-1-4-21 16,2 3-3-16,5 2 1 0,5-5-38 0,5-1-9 15,-3 3 18-15,11-2-23 0,-2-1 7 16,-16 0-19-16,7 0-9 0,7 0-7 0,38-13-32 15,-40 7-11-15,0 0-4 0,-5-2-4 0,-3 1-6 16,-7-3-5-16,3-4-4 0,-7 2-2 16,-1-2-12-16,-4 0 7 0,-2-4 8 0,-6 3-8 15,2-4 11-15,-6 0-2 0,-2 1 15 0,-1-3-5 16,-1 6 14-16,-2-2 10 0,0 3-1 16,0 3-1-16,1 0 13 0,-2 2-6 0,2 0 2 15,0 2 14-15,-1 3-1 0,2-1-2 0,-1-1 6 16,1-1-1-16,1 6 11 0,-4 2-8 0,5 1-6 15,-4 2-2-15,3 3 2 0,-5 5 3 16,2-2 16-16,2 6-11 0,-3 7 13 0,3-7 9 16,-2 16-6-16,2-2-11 0,3 6 31 15,-2 0-4-15,-3-3 18 0,3 9 5 0,1 1-6 16,3-2-7-16,-3 3-8 0,4 0-4 0,-3 1 12 16,2-8-9-16,-1-1 8 0,2-4-31 0,-4 1-4 15,4 1 10-15,-4 2 5 0,3 1-14 16,-5 1 7-16,4 0-5 0,0 3-69 0,2-23-40 15,0 12-26-15,0 5-31 0,0 2-55 16,0 0 17-16,0 2-227 0,-21 40 31 0,10-45-115 16,-2-1 32-16,0-6 27 0,1-5 26 15,0-3 96-15,2 0 10 0</inkml:trace>
  <inkml:trace contextRef="#ctx0" brushRef="#br0" timeOffset="2156.12">3217 1448 727 0,'0'-21'419'0,"4"1"-65"0,-4 5-45 15,14-24-13-15,-2 20-38 0,3-2-30 0,3 2-29 16,4 3-5-16,1 2-28 0,0 2-29 0,6 2-14 16,0 3-43-16,3 3-59 0,4-1-26 0,0 0-41 15,5 2-45-15,2 1-39 0,2 0 13 16,4-1-124-16,-6 1-131 0,3-4-33 0,-1-2 26 15,-2 7 1-15,-3-6-11 0,0 2 12 16</inkml:trace>
  <inkml:trace contextRef="#ctx0" brushRef="#br0" timeOffset="2454.06">4250 848 227 0,'-17'5'307'0,"7"4"-52"16,-8 1-27-16,2 5-18 0,2-1-6 15,-3 4 3-15,3 3-18 0,0 3-13 0,-4 2-4 16,0 4 15-16,3 3-38 0,0 2 4 16,0-2 14-16,9-1-36 0,-1-5-20 0,1 2-18 15,4-3 5-15,0 1-8 0,2-13 10 0,0 8-18 16,0 0 2-16,20 31-12 0,-10-33-38 15,0 1-47-15,7-1-37 0,-4-3-59 0,4 1-39 16,2-5-31-16,3-4 19 0,1-4-215 16,-5-3 30-16,-8-2 25 0,9 0-58 0,20-20 25 15,-19 7-8-15,-2-1 12 0,4-3 4 16</inkml:trace>
  <inkml:trace contextRef="#ctx0" brushRef="#br0" timeOffset="2840.97">4581 1116 290 0,'8'-8'458'0,"0"0"-92"0,-7 3-42 15,8 2-69-15,-8 1-26 0,-1 4-2 0,-2 8 4 16,-2 2-26-16,-1 3 18 0,-3 5-4 16,-3 6-33-16,7-3 0 0,-3-3-24 0,-1 2-15 15,4 1-18-15,1 0-15 0,-1 3-25 16,4-4 17-16,0-11-13 0,0 5-15 0,0 4-6 16,0 0-9-16,18 17-31 0,-10-22-2 15,-4-1-38-15,4-6-1 0,-1-3 2 0,0 0-30 16,1-5 2-16,-8 0-17 0,24-9 8 0,-5-3-6 15,-2-3 11-15,4-3-12 0,11-15 17 16,-1 3 2-16,-1-1-13 0,-7 6 27 0,-3 1 16 16,0 3 13-16,-1 1 10 0,-6 8 15 15,-3-2-3-15,-1 4 16 0,-6 5-5 0,3 0-10 16,-2 2-7-16,1 0 1 0,-5 3-6 0,0 0 17 16,11 21 17-16,-8-9 1 0,-1 2-5 0,1 2 21 15,1 2-25-15,-2 4 9 0,-2 2 2 16,0-1-13-16,3 5 10 0,-3-16-18 0,0 10 7 15,0 5 2-15,-12 26-14 0,10-22-43 0,-2-2 2 16,-2-2-125-16,-4 2-55 0,1-2-53 16,0 2 27-16,-4-5-238 0,0-2-55 0,-3-4 35 15,4-3 26-15,-2-7 24 0,8-5 26 0,3-3 26 16,3 0 19-16,0 0 33 0</inkml:trace>
  <inkml:trace contextRef="#ctx0" brushRef="#br0" timeOffset="3081.7">5329 1074 606 0,'8'2'380'0,"1"7"-7"15,-2 1-38-15,4 3-31 0,-4 10-36 0,-2 4 1 16,2 4-9-16,-3-4-25 0,-1 1-26 16,-2 5-8-16,-1-17-33 0,0 9-5 0,0 4-30 15,0 0-21-15,-15 32 4 0,3-30-24 16,-3 0 13-16,-4 2-21 0,-4-1 1 0,-3 0-42 15,-5-1-50-15,4-2 3 0,-6 0-116 16,-2 0-33-16,-1-9-49 0,2 2 17 0,3-5-231 16,3-4 34-16,1-5-105 0,8-6 47 0,19-2 23 15,-13-12 22-15,13 0 26 0,7-11 11 0,7-2 86 16</inkml:trace>
  <inkml:trace contextRef="#ctx0" brushRef="#br0" timeOffset="3392.65">6081 1148 433 0,'1'3'419'0,"-1"0"-74"15,0 0-46-15,0 0-38 0,0-3-1 16,0 2-38-16,6 0-3 0,6-2-43 0,8 0-44 16,-5 0-46-16,11 0-87 0,10 0-74 0,9 0 8 15,5 0-367-15,52-13 30 0,-79 13 16 16,11 0 27-16,5 0 3 0,26 14-3 0</inkml:trace>
  <inkml:trace contextRef="#ctx0" brushRef="#br0" timeOffset="3559.36">6169 1513 259 0,'-27'13'461'0,"-1"-1"-65"16,5 0-51-16,3-5-11 0,3 3-55 0,2-4-36 15,7-2-27-15,7-2-15 0,1-2-39 16,11 0-54-16,10-3-43 0,-6 3-42 0,30-7-55 15,-13-3-78-15,7 1 10 0,2-3-212 16,0-2 25-16,4 2-145 0,-6-3 24 0,5-4 27 16,2 1 43-16,-4-3-20 0</inkml:trace>
  <inkml:trace contextRef="#ctx0" brushRef="#br0" timeOffset="4133.92">7405 855 314 0,'-4'-7'421'0,"2"0"-66"0,-1 2-5 0,3 2-15 15,-3-2-54-15,3 5-38 0,-1-1-28 0,0-1-18 0,1 2-44 16,-2 2-1-16,2 2-16 0,6 1-16 16,-8 5-11-16,4 0 11 0,4-4-14 0,-2 4-10 15,9 6 3-15,6-1-11 0,3-3-9 16,6 4-19-16,4-3-5 0,2 2-6 0,2-5-4 15,5 0-5-15,-4-1-16 0,-5-5-17 16,-1 0-5-16,-6-2 15 0,-2 1-3 16,-5-3 0-16,-10 0 20 0,1 0-16 0,-1 0 0 15,1 0 8-15,-1 0 6 0,-8 0-18 0,13-13 11 16,-6 11 12-16,-7 2-11 0,0 0-6 0,0 0 14 16,2 8-17-16,-8-3 6 0,-2 4-7 15,-4 3 19-15,-2 5 9 0,0 5 8 16,-5 4 0-16,5 3 14 0,-8 3-5 0,6-2-1 15,4-2-10-15,-2 0 17 0,3 0-9 16,-2 4-5-16,0 1-4 0,3 1-5 0,-3-1 4 16,4 3-7-16,5 0 0 0,-3-1-14 0,-5 1-35 15,8-2-32-15,1 0 5 0,1 2-125 0,-2-5-67 16,-1 1-80-16,1-3 26 0,-6-2 31 16,0-5-306-16,-2 2 50 0,-1-9 39 0,6-4 30 15,-1-6 20-15,6-2 24 0,-1-2 26 0,3-1 11 16,0 0-1-16</inkml:trace>
  <inkml:trace contextRef="#ctx0" brushRef="#br0" timeOffset="4296.87">7475 1562 574 0,'-2'-11'431'16,"-1"2"-66"-16,3 0-36 0,0 2-34 0,5-6-60 15,2 4-33-15,7-4-13 0,6 0-62 0,4 2-47 16,5 1-47-16,4 1-61 0,3-1-75 15,5-1 12-15,1 0-315 0,4-3 26 0,0 1-6 16,28-10 15-16,-10-2 16 0,1 2 70 0</inkml:trace>
  <inkml:trace contextRef="#ctx0" brushRef="#br0" timeOffset="4869.64">8359 1015 306 0,'2'7'387'0,"-1"5"-53"0,2 6 13 0,-3-9-24 15,0 9-43-15,0 5 18 0,0 2-29 0,0-1-17 16,-9 28-13-16,6-26-28 0,1 3-17 16,1-1-17-16,-3 0-5 0,4-15-22 0,0 11 2 15,0-2-12-15,0 2-18 0,0-4-13 0,0 1 2 16,0-3-8-16,0-3-16 0,0-4-8 0,0-2-14 15,0-2 16-15,0 0 15 0,0-7-8 16,0 0-6-16,10 11-9 0,-6-14-6 0,11-6-20 16,3-6 3-16,2-5-2 0,0 0-12 15,14-17-17-15,3 1 9 0,-4 1-6 0,-1 6-5 16,-3 2 0-16,-6 5-10 0,-3 4 8 16,-3 1-2-16,-4 7-8 0,-4 1 1 0,1 3-12 15,-7 2 6-15,3 1 2 0,-4 2-2 0,-2 1-2 16,-1 21 6-16,0-6-6 0,1-7 6 15,-8 19 12-15,4-8-3 0,-3 6-5 0,3-2 1 16,-1 3 3-16,2 0 0 0,-1 3-4 0,4 5 4 16,-1-4-60-16,1-14-74 0,0 8 13 15,0 5-152-15,0-2-67 0,13 32 29 0,-7-33-277 16,0-4 47-16,-2-6 39 0,3-8 35 16,-2 1 33-16,3-9 27 0,2 0-11 0,-1 0 28 15,19-12 9-15,-8 0 67 0</inkml:trace>
  <inkml:trace contextRef="#ctx0" brushRef="#br0" timeOffset="5050.95">9113 1382 394 0,'2'-8'499'0,"1"2"-31"0,1 1-76 16,0 1-38-16,1-2-56 0,9-2-18 0,10 2-44 15,2 0-35-15,5 3-23 0,5 3-88 16,1-3-88-16,1 3-65 0,-16 0-67 0,10 0 11 15,7 0 10-15,2 0-353 0,1 0 18 0,-4 0 32 16,-2 0 40-16,57-12-4 0,-49 4 7 16</inkml:trace>
  <inkml:trace contextRef="#ctx0" brushRef="#br0" timeOffset="5304.35">9462 1146 631 0,'-14'-4'440'0,"1"-2"-76"16,5 4-46-16,1-1-48 0,1 3-12 0,6 0-44 16,-12 10-24-16,7 0 31 0,-2 6-30 15,6 2-10-15,1 3 8 0,0-13-17 0,0 9-13 16,0 2-13-16,11 27-16 0,-9-20-17 0,3 1-6 16,1 2-19-16,-2 0-10 0,0-2-3 15,1 3-39-15,0 0-3 0,-2 0-87 0,0 1-70 16,0-5-33-16,-3-2-63 0,1 1 20 15,2-3-265-15,-1-3 35 0,0-7-55 0,2-5 62 16,1-1 27-16,0-4 62 0,4-2 21 0,1 0 14 16,4 0-13-16</inkml:trace>
  <inkml:trace contextRef="#ctx0" brushRef="#br0" timeOffset="7742.8">10139 978 427 0,'-1'-2'369'0,"0"-2"-50"16,-6 4-27-16,9 0 0 0,-2 0-42 0,4 0-11 15,-4 0-20-15,-2-2-5 0,2 4-28 0,2-2-18 16,-2 0-18-16,6 2 12 0,1-2-21 15,4 3-23-15,7-1 12 0,1 3-35 0,6-5 4 16,5 6-17-16,6 0 1 0,1-1-9 16,4 2-19-16,2-2-6 0,2 0-84 0,0 0-53 15,-2-1-40-15,-3-1-28 0,-2 2 12 0,-3-2-139 16,-22-3-115-16,3 0 31 0,-1 0-84 16,11-11 38-16,-25 6 27 0,-2 1 23 0,-8-1 2 15,-5 0-4-15</inkml:trace>
  <inkml:trace contextRef="#ctx0" brushRef="#br0" timeOffset="8313.19">10245 998 553 0,'-7'-2'302'0,"-1"-1"-37"0,3 3-38 16,-1-1-14-16,-6 1-20 0,9 2-29 15,-3 0-13-15,1 5 1 0,-4 0-28 0,0 6 10 16,-2-1-17-16,3 5 0 0,-2 0-4 0,-6 4-15 15,6-4-16-15,-4 2-8 0,9-2 11 16,-1 0-7-16,1-4-20 0,2-1 1 16,-1-1 2-16,1-1-19 0,1 0 21 0,-3-5-20 15,4 2-17-15,1-2 16 0,-3 1-14 0,3-6 16 16,0 0-10-16,0 0-15 0,0 6 14 16,0-6 1-16,0 0-4 0,0 0-1 0,0 0-4 15,17 13 70-15,-2-11-23 0,7 0 7 16,7 0-16-16,7 1 3 0,-5-1-22 0,4 2 13 15,-4-1-19-15,9 2 2 0,-2 2 0 16,6 3-15-16,0 0 7 0,-4 2-14 0,0 0 1 16,-2 0-8-16,-5 3 11 0,-5-1-3 0,-3-2-14 15,-5 3 3-15,-5 2 1 0,-6 0-4 0,-9-9 11 16,0 3-17-16,-28 16 14 0,5-13-9 16,-9-2 7-16,-2 0-10 0,-6 0 8 0,4-3-26 15,-7 0 30-15,6 0-9 0,2-2 4 0,3-4-3 16,-2 2-2-16,4-3 7 0,5 1 12 15,-1 0 4-15,6-2 1 0,4 2 14 0,5-3 1 16,3 2 2-16,3 0-10 0,-1-2-5 16,2 0 5-16,-1 1-9 0,1-1 12 0,3 0-5 15,1 0-14-15,0 0-2 0,0 0-9 0,0 0 16 16,0 0-19-16,0 0 22 0,-4-1-6 0,4 1-7 16,0-1 11-16,0 1-1 0,2 1-13 15,-2-1-2-15,0 0-26 0,0-2-30 16,0 0 6-16,0 2-139 0,0-3-104 15,0 2 25-15,-2-5 28 0,2 3-333 0,0-2 34 16,0-2 61-16,2 0 33 0,0 2 43 0,-2-7 33 16,11-14 48-16,-2 14-27 0,4-5 25 15</inkml:trace>
  <inkml:trace contextRef="#ctx0" brushRef="#br0" timeOffset="10275.31">3460 2505 480 0,'-19'0'171'0,"-22"-4"-9"15,27 4-3-15,14 0-22 0,-9 0-17 0,-1 0-7 16,1 0-16-16,9 0-8 0,-8 0 7 16,8 0 6-16,-8 0 13 0,8 0-1 0,-6 8 10 15,9-5-6-15,11 2-4 0,11 0-13 0,6-4-8 16,6 0-12-16,10 1 12 0,15 2-16 16,11-4-10-16,10 0 6 0,-36 0-28 0,30 0 3 15,26 0 0-15,15 0-7 0,11 0 4 0,12 0-19 16,8 0 2-16,7 0-4 0,59 0 0 15,-1 0-4-15,187 8-3 0,-132-2 11 0,-7 2 2 16,3-4-3-16,9 9-22 0,-11-3 11 16,-51-1 9-16,49 3-7 0,-55 0-12 0,-34-2-11 15,-21-1 22-15,97 8 0 0,-54-3-1 16,-39-3 17-16,-27-3 4 0,-1 3-22 0,-3-4 14 16,-4 0 29-16,-5 0-16 0,-11-2 18 0,-6-2 2 15,-10 2-5-15,-5-2 17 0,-8-2 13 0,-8 0 27 16,-11 1-10-16,-2-2 14 0,-31 0 0 15,10 0 9-15,-2 0-7 0,6 0 1 16,-5 0 1-16,-2 0-4 0,-4 0-6 0,-4 0 3 16,-3 0-19-16,-5 0-10 0,-1 0-7 0,-6 0-8 15,10-10-8-15,-14 10-16 0,-3-2-23 16,2 0-54-16,-4-2-58 0,-1 3 8 0,-2-2-158 16,-14-4-50-16,-2 2 26 0,-4 0-287 0,-2-7 48 15,1 4-23-15,1-4 48 0,1 1 34 16,3-6 30-16,6-3 24 0,4 3 44 0,2-7 16 15,8 0-45-15</inkml:trace>
  <inkml:trace contextRef="#ctx0" brushRef="#br0" timeOffset="12945.87">12158 493 434 0,'24'-57'298'0,"-19"31"-28"15,-4 6-19-15,6-1 0 0,-6 9-34 0,0 4-12 16,-1 0-35-16,1 1-28 0,1 8-25 16,-4 8-17-16,1 8-8 0,0 9-14 0,-4 11 1 15,-1 10-1-15,-8 13-7 0,-4 12 12 16,-1 9 7-16,-4 8-10 0,-6 11-3 0,8-13-26 16,-1-5 22-16,4-5-26 0,-1 8 11 0,-3 4 7 15,-1 3-27-15,3 3 20 0,-3-3-29 0,0 0-5 16,3 0-20-16,-1-2-32 0,2-2-29 15,0-1-22-15,-1-4-37 0,2-3-38 0,3-1 13 16,-2-4-223-16,6-7 27 0,-4-10 25 16,7-10-75-16,0-8 23 0,0-12 24 0,3-6 20 15,5-22 37-15</inkml:trace>
  <inkml:trace contextRef="#ctx0" brushRef="#br0" timeOffset="14088.67">12743 1281 520 0,'2'-21'337'0,"-4"6"-33"0,4 5-50 16,-2 10-27-16,0-9-20 0,0 9-24 0,-9-5-27 15,5 16 2-15,-1 0-6 0,-4 8-9 16,1 5-40-16,0 0 21 0,1 3 4 0,-2 3-22 16,1 4-4-16,-1 3 2 0,0 1-17 15,0 4-15-15,2 1 1 0,0-2 4 0,0 1-20 16,0-4 5-16,1 1 0 0,1-4-19 0,1-2-7 16,1-1 8-16,2-1-13 15,-3-2 5-15,2-7-5 0,-2 2-23 0,1-7 10 0,3-10 6 16,0 1 15-16,0-1-4 0,0 0 30 15,0-7 16-15,-2 4-13 0,0-8 0 0,1-12-16 16,-2-4 1-16,3 8-11 0,0-8-17 0,-3-35 18 16,3 24-14-16,0-6-2 0,0 18 0 0,0-10 8 15,0-7-14-15,14-41-20 0,2 6 10 16,0 1-12-16,-2 4 18 0,9 3-12 16,1 6-4-16,7 5-1 0,-1 4 10 0,5 5-12 15,-3 6 9-15,2 5-4 0,-4 9-17 0,2 2 10 16,-2 8 6-16,-3 6-9 0,-6 4-8 0,-11 3 27 15,14 16-26-15,-7 2 13 0,-11 6-5 0,-6 5-12 16,0-12 20-16,-15 28-10 0,0-18 7 16,-2-2 4-16,-5-2-17 0,-4 2 11 0,1 2 3 15,-4-4 11-15,-2 0-11 0,0 1-3 16,-1-2-9-16,2-3 7 0,0 1 0 0,3 0-1 16,3-2 15-16,1-3-29 0,3 1 25 0,3-1 0 15,2 3-6-15,0 1-5 0,0 2-13 16,6-1 23-16,1 1 3 0,4 1-5 0,4-10-8 15,0 4 29-15,15 22-6 0,-2-17 0 16,1-4 11-16,5 1-2 0,5 1-6 0,3-5-4 16,5 0-11-16,4-1-6 0,3-3 20 15,4-3-3-15,-1-2-8 0,1-1-3 0,1-4-17 16,-24 0 8-16,12 0-2 0,40-9-8 0,-31-1-11 16,-3-4-11-16,0 1 5 0,-4-6-18 0,2-3 4 15,-5-5-9-15,0-1-18 0,-4-2 28 16,-2 3-6-16,-2-3 12 0,-1 1 22 0,-5 2-10 15,-2 1 32-15,-2 3-2 0,-3 0-16 0,-4 1 2 16,-2 4 1-16,-4 18-6 0,0-11 7 16,-20-11 4-16,6 18 4 0,-4 3 5 0,6 1-1 15,-4 0 17-15,-25 19 5 0,18-7-7 16,-3 5 29-16,6-1 5 0,-3 4-6 0,2 2 5 16,5 3 6-16,-2 1-15 0,5 1 16 0,0 2 0 15,4 2-21-15,5-2 24 0,4 3-20 16,0-16 3-16,12 27-4 0,2-15 2 0,3-1 0 15,4-4-8-15,4-1 1 0,1-5 3 16,4 0-11-16,2-5-1 0,-1-1-1 0,2-5-6 16,4-3-14-16,-3-3-6 0,-16 0-17 15,8 0 5-15,30-17-2 0,-20 0-5 0,-9 0 5 16,6-7-19-16,-6 0 10 0,4-2 9 16,-5-2 0-16,0-1-3 0,-3 0 8 0,-1 0-4 15,-4 5-3-15,-1 2 21 0,-2-2 10 0,0 2 1 16,-4 1 7-16,2 2 20 0,-5 4 2 0,2 2 0 15,-3 0 3-15,-5 5-5 0,4 0-9 16,-3 1-4-16,-1 4-6 0,1 1-3 0,-2-2-6 16,-1 4-1-16,0 0-2 0,2 7-6 0,-4-2 8 15,-2 11 6-15,4-5 0 0,-11 26 9 16,5-9 10-16,1 4-2 0,-3 3 6 0,0 4 1 16,1 2 8-16,0 0-12 0,-1-4-1 15,2 4-15-15,-3 0 4 0,3 0 11 0,-3 0-16 16,4 0 5-16,-3-2-16 0,-2-3-52 0,1 3-43 15,-4-5-41-15,2 5 10 0,-4-1-135 16,-2-2-51-16,-6-2 24 0,5-4-183 0,-2-4 46 16,1-4-125-16,3-5 42 0,3-5 18 15,-1-4 32-15,4-7 58 0,10-1 25 0,0 0 21 16,-11-16 14-16,13-6 2 0</inkml:trace>
  <inkml:trace contextRef="#ctx0" brushRef="#br0" timeOffset="14838.78">14121 1626 433 0,'16'-27'502'0,"3"4"-59"0,-8 2-64 0,6 1-46 15,-7 2-41-15,4 5-36 0,-2 3-27 0,1 1-42 16,-2 8-10-16,-11 1-22 0,10 0-19 16,16 17 0-16,-15-2-11 0,3 2-17 0,-6 5-8 15,-3 3-2-15,0 0-21 0,-5 0-3 0,0-13-1 16,-10 28-8-16,-3-17-25 0,-3-2 12 15,-6 1-3-15,-5 0-6 0,0-3-15 0,-6-2-6 16,6-2-18-16,-1-2-1 0,1-4-3 0,-1-5-2 16,5-1-1-16,14-3-89 0,-14-15-18 0,18 6-6 15,5-11-12-15,0 10-3 0,25-23 7 16,-1 13 9-16,4-1 7 0,1 4 14 0,2 0 19 16,2 2 6-16,4 1 16 0,-1 6 24 0,2 1 14 15,-2 2 16-15,2 5 23 0,-20 0-10 16,9 0 12-16,37 20-6 0,-28-6 7 0,3 1 7 15,-3 2 11-15,1 0-16 0,-1 4-4 0,-3-1-11 16,-1 1-10-16,-2 1 8 0,-6-2 1 16,-4 0 1-16,-2-2 13 0,-2 4 3 0,-5-3-14 15,-2-6 15-15,-6-1-20 0,-3-12 13 16,0 0 4-16,0 7 24 0,0-7-3 0,-2 5 5 16,1-8-20-16,2-4 9 0,7-11-7 0,-5-3-2 15,7-3-5-15,8-3-3 0,1 1-1 16,3 1-7-16,-1-2-1 0,4 1 15 0,1 0-4 15,-1 4-2-15,2 3-4 0,-4 3 5 0,-2 0 12 16,3 4-26-16,-2 0 5 0,-5 2-11 0,-2 3 10 16,-3 4-1-16,-3 0-11 0,-2 2 10 15,-1 1-1-15,1 0 6 0,-3 0-12 16,-4 0 7-16,0 0-4 0,0 0-18 0,6 0 23 16,-6 0-13-16,6 0 0 0,-6 0 23 0,7 0-16 15,6 10-12-15,-7-10 16 0,-6 0-3 0,0 0-5 16,9 0 3-16,-1 0-6 0,-8 0 8 15,9 0-3-15,-9 0 5 0,8 0-15 0,4-13 15 16,-8 9-19-16,-3 1 2 0,-1 2 18 0,0-2-25 16,-5 2 16-16,-2 1 8 0,0-2 8 15,-14 5 10-15,10-3 2 0,-21 11 16 0,9-1 4 16,2 5 1-16,-1-2-7 0,2 2 0 0,-1 3-1 16,6-3 6-16,-2 7-8 0,8 1-6 0,1 2 1 15,5-1 5-15,3-12-7 0,0 9 1 0,20 20-9 16,2-19-6-16,1-2-14 0,2-2-26 15,7-2-43-15,3 1 4 0,2-3-110 16,1-6-75-16,2-2-66 0,-2-5 29 0,-16-1 27 16,7 0-284-16,40-10 35 0,-29-2 11 0,1-5 44 15,-5-2 35-15,0-6 25 0,-1-1 53 16,5-3 12-16,1 0-28 0</inkml:trace>
  <inkml:trace contextRef="#ctx0" brushRef="#br0" timeOffset="16412.06">15772 1682 609 0,'0'-4'358'0,"2"0"-65"0,-1 3-39 16,-1-2-25-16,0 2-29 0,-1-1-28 0,-1 2-29 15,-1 2-14-15,-7 6 5 0,0-2-33 0,2 7-9 16,3 3-7-16,0 2-5 0,2 1 0 0,3 5-19 15,0-11-4-15,12 27-6 0,-3-16-7 16,4 2-9-16,3 1 11 0,6 0-13 0,0 2 4 16,2-4-7-16,-3 1 10 0,-1-4-20 15,-2-1-5-15,-1-2-10 0,-2 3 31 0,-5-4-7 16,-8-4-21-16,-2-14 20 0,-15 16-26 16,-3-9 8-16,-4-6-7 0,8-1 11 0,-8 0 14 15,-27-12 6-15,22 7 9 0,2-5-12 0,0 0 35 16,1 1-17-16,-1-3 17 0,5 0-6 15,2 0 16-15,4 4-1 0,6-4-26 0,4 4 1 16,4 8-14-16,11-23-3 0,7 9-24 0,4 2-14 16,8 4-18-16,2-2-19 0,5-1-11 15,4-1-13-15,7-1 2 0,2 1 6 0,0 0 20 16,3 0-5-16,-2-2 10 0,-1 0-1 16,-4 2-12-16,-4-2 12 0,-2 5 10 0,-6-3 48 15,-2 4 8-15,-8-4-4 0,2 3 11 0,-6 1 5 16,-1-1 0-16,-7 2-20 0,-7 1 0 0,-3 3 14 15,-2 3 1-15,-6 0-3 0,0 1 16 0,-12 7 10 16,5-1 10-16,-5 0 0 0,-2 5 7 16,1 1-9-16,5 5-12 0,-4-2 17 0,4 2-14 15,5-1-3-15,0 3 4 0,5 1-11 0,1-1-1 16,3-10-6-16,0 6-6 0,18 18-10 16,-5-15 7-16,6-6 4 0,4 4-6 15,0-8-13-15,5-1-24 0,3 1-3 0,-4-5-13 16,3-1-18-16,-14-3 8 0,7 0 3 0,27-12-4 15,-23 3-4-15,-4-6 6 0,-4 1 1 0,0-1 3 16,0-4 2-16,-2-1-4 0,-3-1 20 0,-1 1-8 16,-3-1 15-16,-1 4 9 0,-3-3 19 15,-2 6 10-15,2-5 4 0,-3 5 4 0,-1 3-5 16,-1 0 1-16,1 4 10 0,-1-2 4 16,-1 2 9-16,3 2 1 0,-3-2-5 0,0 2-11 15,0 1 8-15,0 1-5 0,0 1-7 0,1-3 0 16,-1 5-11-16,0 0-4 0,0 0 6 0,0 0-7 15,0-7-6-15,0 7-5 0,0 0 11 0,0 0-4 16,0-6-10-16,0 6 2 0,0 0-8 16,0 0-12-16,0 0-1 0,3-11 10 0,-3 11 0 15,-2 4-11-15,0 1 8 0,-2 9-5 16,-1 1 13-16,0 4 5 0,-4 1 2 0,4 4-3 16,1 1-1-16,-1-1-2 0,1 2 0 0,1 0-7 15,3-13 15-15,0 6-6 0,0 1-4 16,17 24-5-16,-4-23 9 0,-2-3 1 0,5-2-7 15,3-3-18-15,-3-1-21 0,2-5-16 0,4-3-19 16,3-4-5-16,-14 0-9 0,8 0-14 0,21-17-12 16,-19 3 31-16,-3 0-12 0,1-4 21 0,0 1 7 15,0-2-5-15,-3 0 11 0,1 2 38 16,-2-3 13-16,-5 4 3 0,-2 6 10 16,2-2 3-16,-2 3 0 0,-3 4-14 0,-1 2-2 15,-4 0-2-15,2 3 9 0,-2 0 0 0,0 0-3 16,0 13 2-16,8 3 0 0,-6 1-7 0,5 0 7 15,2 3 1-15,2-1-1 0,2-2-7 16,5-2 3-16,-3 0 2 0,4-2 4 0,0-1-10 16,4-2 12-16,-1-3 6 0,4-2-13 0,-2-2 9 15,-10-3-12-15,7 0 1 0,2 0 10 0,23-17-11 16,-23 3 10-16,-5-1-8 0,0-5-8 16,0-4 19-16,-2-7-11 0,3-2 1 0,-2-6 8 15,-3-2-1-15,3-3-3 0,-3 0-8 0,-1 0 11 16,-2-1 10-16,-2 6 28 0,0-2 11 15,-3 7 11-15,-2 1 9 0,0 5 1 0,0 1-13 16,2 4-9-16,-5 3-2 0,-1 15-15 16,0 5-9-16,0-9 2 0,-16 4-9 0,4 13 3 15,-3 7 7-15,0 6-11 0,4 5-3 0,0 8 7 16,3 7 1-16,3 3-38 0,4 9-50 16,-4 2-49-16,5 3 13 0,-4-4-184 0,4-1-61 15,0-5 30-15,0-4 28 0,-1-3-326 0,-1-10 58 16,0 3 36-16,-2-8 40 0,4-8 31 0,-6-8 83 15,3-3 26-15,0-3 21 0,3-4 16 16,0 0 7-16</inkml:trace>
  <inkml:trace contextRef="#ctx0" brushRef="#br0" timeOffset="16530.84">17597 1914 448 0,'5'-16'397'16,"7"-1"-70"-16,-1 0-77 0,7 1-34 0,0 3-34 15,5 1-41-15,8 1-46 0,3 0-48 16,7 2-41-16,2 1 0 0,4-1-166 0,1-3-214 15,5 2 25-15,0-2-9 0,-3 0 18 0</inkml:trace>
  <inkml:trace contextRef="#ctx0" brushRef="#br0" timeOffset="17005.64">18198 1736 609 0,'5'-2'426'0,"-1"-1"-82"0,-3 2-29 16,2 1-39-16,2 0-43 0,-3 1-42 0,-2-1-4 16,0 6-9-16,1 1-29 0,1 12 12 15,-2 2-52-15,0 1-9 0,1 6 1 0,2 2-37 16,-1 0-78-16,-2-1-83 0,7-1 9 0,-5-2-281 16,2 0-70-16,-1-2 30 0,0-5 25 15,-3-6 27-15,0-5 19 0,0-3 21 0,0-5 22 16</inkml:trace>
  <inkml:trace contextRef="#ctx0" brushRef="#br0" timeOffset="17160.98">18259 1649 621 0,'-8'-26'485'16,"1"2"-81"-16,2 4-65 0,0 2-43 0,-2 3-108 15,5 4-87-15,-2 2-69 0,1 4-80 0,1 1-27 16,2 4 7-16,0 0-168 0,6 3 19 0,12 5-174 15,2-4 26-15,2 4 14 0,6-2-30 16</inkml:trace>
  <inkml:trace contextRef="#ctx0" brushRef="#br0" timeOffset="17975.62">18239 1730 257 0,'0'0'370'0,"0"-16"-76"0,0 16-33 0,0 0-30 16,0 0-23-16,0 0-22 0,0 0-26 16,0 0 34-16,0 0-18 0,-30 8 15 0,25 16-6 15,-1 2-14-15,-1 3-17 0,2 0 20 16,2 3-11-16,1 2-13 0,2-3-7 0,0-14-25 15,0 8-13-15,0 2-9 0,0 2 1 0,0-1-14 16,14 28-37-16,-11-31-4 0,2-4-98 16,-2-2-53-16,-2 0-70 0,0-7 17 0,-1-12-212 15,0 0-100-15,0 0 35 0,-9 8-5 16,6-12 25-16,2-4 65 0,1-11 49 0,0 6-10 16,0-4 0-16</inkml:trace>
  <inkml:trace contextRef="#ctx0" brushRef="#br0" timeOffset="18137.48">18470 1498 283 0,'0'-13'476'15,"1"4"-119"-15,-2 2-44 0,-3 2-24 0,0 4-36 16,-3 1-49-16,2 0-60 0,-8 4-59 16,-2 6-41-16,3 2-55 0,2 3-40 0,2 4 6 15,8 5-107-15,-1-4-114 0,1-7-103 0,13 20 25 16,-6-13 18-16,4 1 10 0</inkml:trace>
  <inkml:trace contextRef="#ctx0" brushRef="#br0" timeOffset="18543.96">18601 1792 985 0,'5'0'391'0,"-4"-1"15"15,0-1-19-15,3 2-33 0,-3-2-44 16,-1 1-24-16,3 0-35 0,-1 1-39 0,-2 0-30 15,0 4-14-15,0-1-30 0,0 3-7 16,0 2-20-16,0 14-4 0,0-11-1 0,0 9-9 16,0 2-17-16,0 2 4 0,0-1-16 0,0 3-15 15,0-3 0-15,0 0 0 0,11 20-10 16,-9-27 4-16,-1-4-17 0,2-2 8 0,-2-2 2 16,3-3-3-16,0-2 0 0,2-1-20 0,-1-2 1 15,3 0-5-15,20-17-21 0,-9 5 8 0,7-2-15 16,1-4 12-16,0 4 3 0,0 0-2 0,0 0 9 15,-2 2 1-15,-1 1-2 0,-5 1 3 16,-1 3 1-16,-1 3-10 0,-3 4-5 0,-14 0 7 16,14 0 8-16,14 24 1 0,-13-12 15 15,2 3 4-15,0 1-10 0,0 1 0 0,2-2-7 16,1-1 4-16,-1 1 6 0,-1-1-8 0,1-4-29 16,-1-1-6-16,0-2-25 0,1-1 5 15,-3-4-141-15,-6-2-60 0,1 0-69 0,19-10 29 16,-18 1-259-16,1-4 41 0,-3 1 37 0,-1-5 32 15,1-2-15-15,-4 0 27 0,1-5 70 0,0-3 16 16,2 1 13-16,0 2 8 0</inkml:trace>
  <inkml:trace contextRef="#ctx0" brushRef="#br0" timeOffset="19779.95">20021 1589 428 0,'0'0'314'0,"0"0"-54"0,0-12-42 16,-15 12-25-16,15 0-26 0,0 0-21 16,0 0-10-16,-13 0 19 0,-14 0-20 0,10 15 8 15,2 3 3-15,-1 2-2 0,-1 5 25 0,-4 1-11 16,-1 3-9-16,8 0-3 0,-2 3-22 15,2-1-12-15,1 5 4 0,3-5 14 0,2 2-15 16,3 0-1-16,3 1-13 0,2-19 4 16,0 6-9-16,25 27-12 0,-9-23-8 0,9-3-19 15,0-2 14-15,3-5-12 0,4 0-13 16,2-4 6-16,-1-3-3 0,3-5-1 0,-4 0-7 16,-13-3-4-16,6 0-5 0,33-16 0 0,-28 5-6 15,0-4-1-15,-2-5-9 0,-5-1 8 16,1-8-10-16,2 0-14 0,-6-3-8 0,1-7 1 15,-3 1-7-15,-3-1-6 0,-2-1 8 0,-5 0-9 16,-3 4 1-16,-3 0 14 0,-2 19-1 16,0-5-3-16,-13-29-16 0,-2 25 28 0,-2 3-23 15,-6 4 11-15,-3 4-4 0,-4 2 4 0,-2 5-5 16,-2 3 7-16,-1 1 2 0,1 3-15 16,15 1 11-16,-31 15 19 0,19-5 3 0,2 4 0 15,3-2 0-15,3 6-5 0,4 0 6 0,5 4 0 16,1 0 3-16,7 2 3 0,6 5-2 15,0-19 2-15,20 24 5 0,1-12-18 0,9-3 5 16,7 3 15-16,8-4-7 0,5 2-21 0,1-3-14 16,3 0-15-16,3 0 2 0,0-5-36 15,1 0-3-15,-4-2 8 0,-3-2-6 0,-9-1-11 16,-3-3-5-16,-6 1 6 0,0-3-3 0,-19-2-16 16,3 0-19-16,1 0-25 0,5-11-11 0,-21 7-48 15,1 1 19-15,-5 0-114 0,0 0-121 16,2-1 29-16,-3-1 29 0,2 2 25 0,0-1-73 15,1-1 30-15,0 5 6 0,0-7 65 0</inkml:trace>
  <inkml:trace contextRef="#ctx0" brushRef="#br0" timeOffset="20448.72">20920 1664 403 0,'2'-1'494'0,"-2"1"-105"0,2 0-46 0,0 3-47 0,-1 1-37 16,-1 3 41-16,1 14-29 0,2 4 0 15,-2 0-27-15,4 4-28 0,-2-1-16 0,6-1-27 16,-3 1-12-16,1-1-11 0,2 2-14 16,-1-1-28-16,1-1 3 0,-1-2-3 0,2-4-16 15,-3 3-5-15,2-5-20 0,-3-4 13 0,-2-4 15 16,-2-3 26-16,1-3 3 0,2-2 8 15,0-1-26-15,-5-2-6 0,14-12-14 0,-2 1-9 16,3-7-1-16,-1-2-12 0,-1-2-14 0,3 0-9 16,0 0 2-16,0 2-3 0,-1 2-7 15,0-1 3-15,-1 2-17 0,-2 3 9 0,-2 2-15 16,-3 4-7-16,-1 1 1 0,-1 2 0 0,-4 3 0 16,4 2 0-16,-4 0-9 0,-1 0-1 15,0 0 14-15,17 18-12 0,-7-3-12 0,-1 5-30 16,-3-1-21-16,3 0-33 0,4 5-26 0,-1-6 11 15,2 3-89-15,1-4-21 0,4 1-8 16,0-4-21-16,3-4-6 0,1-1 3 0,0-6-4 16,-1-3 41-16,-11 0 21 0,23-12 3 15,-13 2 47-15,0-4 13 0,-1-1 34 0,1-2 39 16,-3 1 42-16,-1-2 42 0,-2 1 28 0,1 2 24 16,-4 3 28-16,-3-1-30 0,-5 5-1 0,-4 3-18 15,0 5 4-15,0 0 13 0,-16-6-2 16,7 9-8-16,-9 2 16 0,2 2-11 0,-1 4 4 15,4 3 12-15,-1 0-23 0,1 1-5 16,5 4 0-16,4 1-4 0,0 0 7 0,4-10 1 16,0 3-12-16,16 21-1 0,-4-17 1 15,3-2-11-15,-2-3-10 0,4-2 18 0,-2-2-9 16,0-4 24-16,-1-2 7 0,-14-2-5 0,12 0-11 16,15-14-2-16,-18 3-9 0,-4-3 3 15,-4-2-14-15,-1 5 0 0,0-4-2 0,-14-21 0 16,5 15-24-16,-4 0-32 0,-2-2 2 0,2 4-85 15,-3 0-57-15,0-2-56 0,-2 5-21 0,7-3 25 16,-2 4-317-16,4 3 41 0,3-5-4 16,6 12 34-16,0-4 93 0,13-15 24 15,-1 12-38-15,4-2 10 0,3-2-6 0</inkml:trace>
  <inkml:trace contextRef="#ctx0" brushRef="#br0" timeOffset="20661.75">21992 1517 428 0,'13'-11'465'15,"-6"4"-87"-15,2 2-53 0,-4 0-42 16,-1 5-3-16,-1 0-34 0,-2 0 61 0,-2 5-24 16,-2-2-8-16,-2 14-20 0,-3 4-12 15,1 2-19-15,-3 0-25 0,-1 9-21 0,-3 3-14 16,9 6-17-16,-5 1-23 0,1 4-26 16,0 0-79-16,0-2-60 0,5 2 5 0,-2 0-162 15,0-2-82-15,-1-4 27 0,3-2 23 0,3-6-311 16,-4-2 38-16,1-6 86 0,3-10 16 0,1-14 28 15,0 9 24-15,0-9 22 0,0 6 9 16,7-1 18-16</inkml:trace>
  <inkml:trace contextRef="#ctx0" brushRef="#br0" timeOffset="20833.02">21913 1898 348 0,'-4'-17'507'0,"0"3"-102"0,3 0-16 0,-1 3-49 16,2 3-58-16,0 8-36 0,23-21-62 0,-7 14-46 15,4 2-62-15,4 1-35 0,3 3-46 0,1-3-50 16,-14 4-37-16,9 0-27 0,5 0 12 0,3 0-61 16,29 10-66-16,-30-10-98 0,-2 4 23 15,-5-1 21-15,0-3 22 0,-3 3-79 0,-4-2-1 16</inkml:trace>
  <inkml:trace contextRef="#ctx0" brushRef="#br0" timeOffset="21329.62">22361 1813 259 0,'6'0'126'0,"-3"-1"69"0,1 1-5 0,-4-1-21 15,0-1 14-15,-4 2 1 0,0 0 8 16,-1-3 3-16,-14 3-4 0,2 0 8 0,6 0-36 15,-4 0-4-15,-3 0-20 0,-17 15-3 0,19-10-10 16,-2 0-13-16,6-1-25 0,4 1-3 16,0 0 4-16,1-2-6 0,3 1-20 0,2-1-6 15,2 2-4-15,0-5 0 0,0 0-4 0,11 9-29 16,4-5-12-16,4-1-3 0,0 1-7 0,-5-4 1 16,0 0 4-16,0 4 12 0,0-4-22 15,-5 2-1-15,-2-1 3 0,0 0 7 0,-3 2 6 16,0 1 3-16,-3-1-9 0,1 2 4 15,-2 2 13-15,0 0 6 0,3 13-20 16,0 0 18-16,2 1-23 0,1 1 0 0,4-3-3 16,2 0 14-16,2-1 6 0,4 0-5 0,0-5-4 15,5 0-1-15,-2-4 11 0,6-2-16 16,0-3-2-16,-1-4 21 0,-12 0-27 0,23-11-4 16,-14 1 6-16,0-4 3 0,-4-4-9 15,-2-3 11-15,0-4 8 0,-4-3-3 0,4-3-7 16,-2-1 4-16,1-2 9 0,0-7 21 0,-2 4 17 15,-2-1 10-15,-1 2-5 0,-4-1 35 16,-1 3 21-16,1 2 12 0,-4 4 12 0,0-1 4 16,-3 2 1-16,4 3-4 0,-4 14-12 15,0-4-15-15,0 2-19 0,0 0-4 0,0 4-20 16,-13-5 1-16,9 13-13 0,0 1 12 0,-1 2-9 16,-8 11-9-16,4 3 0 0,-1 7-5 15,1 3-4-15,7 2-1 0,2 5 3 0,0-14-12 16,11 43-4-16,-3-16-18 0,2 1-50 0,1 1-53 15,4 2 10-15,0-5-171 0,-4-2-46 16,0-1 27-16,-2-8-297 0,-6-5 49 0,-3 1 2 16,0-20 23-16,0 0 33 0,-12 8 100 15,9-16-2-15,-1-3 22 0,0-2 18 0,2-4 5 16</inkml:trace>
  <inkml:trace contextRef="#ctx0" brushRef="#br0" timeOffset="21622.67">22751 1884 577 0,'-5'-17'444'15,"-2"5"2"-15,3-1-31 0,2 3-68 16,2 1-27-16,0 9-42 0,0-5-34 0,22-11-42 16,4 8-16-16,2 3-36 0,3 3-25 0,5 1-39 15,2 0-19-15,-17 1-6 0,10 0-17 0,6 0-2 16,43 11-28-16,-42-8 9 0,-3 3-8 0,-3-2-2 16,4-1-4-16,-5-1 2 0,-8 4-8 15,-1 0 25-15,-3-1-18 0,-7 3 4 0,-2 3-2 16,-3-1 40-16,-4 7 18 0,-3-3 5 0,0-4 0 15,-14 19-14-15,2-8-2 0,2 1 5 16,-4 0-8-16,3 0-9 0,-2 5 1 0,0-4-59 16,-3 4 2-16,6 0-167 0,-1-2-97 15,-1 1 26-15,4-2 24 0,-2-2 18 0,8-4 19 0,2-8 17 16,0 0 16-16,0-10 14 0,0 0-296 16,9 5 27-16,-3-7 25 0,11-7 54 0,-5-2 23 15,6-5 16-15,-4-4 10 0</inkml:trace>
  <inkml:trace contextRef="#ctx0" brushRef="#br0" timeOffset="21759.22">23398 1695 959 0,'-9'-22'337'0,"0"4"-38"0,-2 4-59 16,2 3-85-16,1 2-59 0,3 5-47 16,5 4-35-16,0 0-26 0,-6 13 4 0,22 1-150 15,-2 3-159-15,4 2 22 0,-3-3-69 16,5-1 11-16,-2 0-6 0</inkml:trace>
  <inkml:trace contextRef="#ctx0" brushRef="#br0" timeOffset="22385.98">23728 1910 446 0,'1'0'318'0,"2"0"-40"16,-3-1-29-16,1 1-32 0,-2-1-14 16,1 1-21-16,-3 0-29 0,-1 1 14 0,-10 4-18 15,-5 2-1-15,-3 2-6 0,-2 3 12 0,1 0-5 16,1 2-11-16,-2 1-7 0,1 1-3 16,0-1-14-16,2 5-13 0,1-1-11 0,5 2 20 15,1-1-27-15,5 4-6 0,1-2-15 16,5-1 4-16,3-13-12 0,0 7 5 0,13 11-3 15,0-14-29-15,1-4 16 0,3-1 4 16,1-5-18-16,2 1 18 0,-11-3-30 0,20-14 1 16,-4 3 3-16,-5-3-7 0,1 0 3 0,-2-3-7 15,-1-2-6-15,5-1-1 0,-3-1-13 0,0 1-1 16,-2 0-6-16,-2 3 2 0,-1-1 31 16,0 3-7-16,-2 2 13 0,-4 1-1 0,3 3-16 15,-3 1 10-15,-4 1-4 0,-4 4-9 16,4-1 0-16,0 2 5 0,-2 1-17 0,-3 1 4 15,0 0 4-15,0 0 10 0,6 14-9 16,-4-6 11-16,3 12-7 0,-5-4-7 0,4 3 1 16,-4 1-6-16,0-2-1 0,0 1 10 0,2-4 10 15,-2-7-8-15,0 2-9 0,0-2 23 16,0 0-2-16,0-1 0 0,0 0-9 0,0-7-6 16,0 7 8-16,13 1 4 0,5-7 9 0,-7-1-7 15,7 0 9-15,29-16-8 0,-21 6 17 16,1 1 6-16,3 2 11 0,0-1 28 0,-8-2 14 15,-1 3 0-15,-4-1-8 0,0 4-12 0,-6 1-16 16,-1 3-1-16,-3 0-5 0,-7 0-5 0,0 0-4 16,7 15 0-16,-9 4-6 0,2-9-1 15,0 8 0-15,0 5-31 0,-12 25-58 0,8-21 8 16,2 4-202-16,2-17 24 0,0 8-385 0,0 3 56 16,0-4 42-16,0-4 37 0,0-5 33 15,0-6 31-15,6 1 26 0,-2-24 34 0,0 0 59 16,0-4 5-16,4-2 5 0</inkml:trace>
  <inkml:trace contextRef="#ctx0" brushRef="#br0" timeOffset="24569.84">921 3246 299 0,'0'0'397'16,"0"-15"-47"-16,3-11-76 0,-13 14-28 15,-17-5 222-15,9 12-279 0,8 5 4 16,-7 0-42-16,-21 11-11 0,16-1-15 16,1 3-20-16,2-1-9 0,3 5-3 0,3 5-11 15,1-3-11-15,2 7-6 0,6-1 6 0,4 4-18 16,0-3-10-16,0-11-2 0,18 23-2 0,-2-9 21 15,3-4-26-15,2 1-4 0,5 1 4 16,0-4-22-16,2 1 28 0,1 0-38 16,-5-1 31-16,-1-6-19 0,-4 3-3 0,1-1-5 15,-1-4-6-15,-7-1 22 0,-2 0 23 0,-9-6-4 16,-1-8 26-16,-17 17 0 0,-6-10 13 0,-7-2-14 16,-4 0-3-16,-6-3-19 0,-8 0-4 15,-5-1-6-15,0-1 2 0,25 0-1 0,-13 0-4 16,-4 0-7-16,1 0-3 0,-37-14-100 0,48 9-45 15,3-7-56-15,11-2 17 0,10-5-157 16,8 2-148-16,11-6 36 0,8 5 31 0,8-6 28 16,8 1-29-16,2 0 25 0,6-3 20 15,6 2 13-15,1 2-10 0</inkml:trace>
  <inkml:trace contextRef="#ctx0" brushRef="#br0" timeOffset="24861.59">1187 3413 443 0,'12'8'400'0,"-8"3"-28"0,-4 0-5 0,-8 8-48 15,-3-1-3-15,-1 0-19 0,-2 2-42 0,-1 1-10 16,0 3-37-16,5-2-2 0,3 2-33 16,0-2-12-16,6 2-17 0,1-12-17 0,0 5-14 15,18 21-5-15,-2-21-1 0,2-1-24 0,5-3-1 16,6-5-4-16,-1-1-9 0,2-5-10 16,-2 1-12-16,-16-3 7 0,10 0-3 0,-1 0 2 15,25-18 4-15,-25 10 11 0,-3-3-2 16,-7-1 2-16,-2 0-10 0,1-2-3 0,-10 2-4 15,0 4-14-15,-17-12 3 0,1 6 1 0,-8 1-13 16,0 2-25-16,-5-3-26 0,1 6-58 16,-4 0 8-16,3 2-108 0,0-1-36 0,1 2-52 15,2-2-26-15,5 2 29 0,7-2-260 16,5 2 39-16,7-3 16 0,2 8 32 0,17-21 30 16,4 5 22-16,0 0 27 0,4-1 19 0,5-6-1 15</inkml:trace>
  <inkml:trace contextRef="#ctx0" brushRef="#br0" timeOffset="25083.31">1675 3223 503 0,'27'-14'595'0,"-5"3"-100"0,0 0-54 16,-2 0-35-16,-4 6-36 0,0-2-29 0,-7 3-44 15,-2 3-12-15,-7 1-3 0,0 0-15 16,7 16-30-16,-8 2-8 0,1-6-18 0,0 5-15 16,0 5-22-16,0 3-17 0,0 3-1 0,0 1-42 15,0 2-7-15,0 0-1 0,10 32-9 16,-7-29-50-16,-1-1-40 0,2 0-74 0,-1-4-51 15,-3 3 11-15,0-5-145 0,0 0-65 16,1-2 28-16,-1-15-237 0,0-1 50 0,0-2 38 16,0-7-35-16,-1 8 34 0,1-15 32 15,5-9 48-15,4-6-17 0,1-3 50 0,4-6 3 16,1-1 22-16</inkml:trace>
  <inkml:trace contextRef="#ctx0" brushRef="#br0" timeOffset="25363.58">2141 3202 458 0,'9'-15'506'15,"0"9"-94"-15,-5 1-58 0,-3 5-31 0,-1 2-21 16,-1 1-37-16,1 0-27 0,0 2-12 0,0 0-18 16,0 1-15-16,1-1-16 0,4 9-21 15,5 1-28-15,2-3 11 0,1-3-3 0,4-5-6 16,-9-4-3-16,8 0 0 0,1 0 8 0,4 0-3 16,16-11-1-16,-18 6-5 0,-1 3 12 15,-5-4-13-15,-1 2-6 0,-5 3-1 0,1-1-15 16,-2 0-11-16,-2-1-13 0,-4 3-6 15,0 0-5-15,0 0-21 0,0 0 4 0,9 15-23 16,-11 4-24-16,2-9-35 0,-10 21-44 0,3-5-39 16,2 3 11-16,2 2-136 0,-7-2-40 15,3 1-62-15,0 2 28 0,1-2-267 0,1 2 46 16,-1-3 25-16,-2-3 36 0,-3 0 60 0,1 3 27 16,-3-4 0-16,-1-1 25 0,-3 2 56 0,-1 2 6 15</inkml:trace>
  <inkml:trace contextRef="#ctx0" brushRef="#br0" timeOffset="25700.3">548 4521 905 0,'-69'15'699'16,"12"1"-106"-16,7-4-136 0,14-1-79 15,12-4-67-15,24-7-34 0,29 5-34 0,15-3-20 16,13-2-33-16,21 1-7 0,11 2-17 15,14 3-17-15,9 0-31 0,7 2-10 0,10 2-18 16,2 1-21-16,4 0-12 0,1 4-27 0,-4 1-17 16,-2 1-14-16,-6-1 9 0,-9-3-8 0,-4 4 3 15,-8-5-3-15,-12 3-11 0,-8-4 12 16,-11-1 8-16,-8-2-4 0,-8 4 1 0,-11-10-1 16,-8 3 1-16,-1-1-6 0,-13-3-14 15,-13 1-10-15,-10-2-39 0,0 0 6 0,-6-2-66 16,2 1-58-16,-3 0-42 0,-8-4-66 15,-3 2 29-15,2-6 23 0,5 0 20 0,0-4 21 16,-2-4 16-16,8-2 17 0,5-7 15 0,0 12-283 16,14-27 15-16,6 11 56 0,6-8 47 15,8-2-37-15,8-2 88 0,2 1 8 0</inkml:trace>
  <inkml:trace contextRef="#ctx0" brushRef="#br0" timeOffset="26923.98">4482 3752 669 0,'-15'0'334'0,"15"0"-43"0,0 0 2 16,0 0-43-16,-15 0 0 0,-2-18-36 15,17 18 12-15,-3-4-37 0,1 4-20 0,2 0-18 16,0 0-16-16,2-2-15 0,4 2-18 16,-1-3-10-16,14 3-10 0,8-3 7 0,1 1-19 15,6-1 2-15,-1 0-8 0,2-1-6 0,0 0-8 16,0 0-31-16,0 1-6 0,0-3-12 0,-3 0-39 15,-1 0 5-15,-2 1 0 0,-3-4-12 16,0-1 7-16,-9 0-5 0,0-2 0 16,-6 1-7-16,-1-1 12 0,-5-4-6 0,-2 2 9 15,-3 7 15-15,0-4-6 0,0-1 6 0,0-3 21 16,-16-17 6-16,9 16-11 0,-2 2 18 16,3-2 17-16,-2 3 9 0,3 4-9 0,-2 2 1 15,4 2-6-15,-1 2 20 0,0 1-19 16,0 0-8-16,0 2 19 0,4 0-12 0,0 0 15 15,-23 16-18-15,11-3 2 0,-1 4-1 0,2 4 36 16,0-1 3-16,3 6-1 0,-1 1 16 0,1 4 2 16,-2 4 1-16,4 1 1 0,0 0 2 15,-1 5-6-15,0 0 6 0,3 3-20 0,1 4-4 16,1-2 5-16,2 0-2 0,0 5-2 0,0-2-6 16,0-23-14-16,0 12-2 0,0 9-51 15,0 1 2-15,0 2-124 0,-10 53-42 0,-1-53-56 16,-2 0-58-16,-4 0 28 0,-8 3-255 0,1-5 36 15,-4-2 8-15,-2-5 31 0,1-4 65 0,2-8 24 16,3-5 24-16,1-7 13 0,2-3 24 16</inkml:trace>
  <inkml:trace contextRef="#ctx0" brushRef="#br0" timeOffset="27136.75">4378 4357 459 0,'-3'-26'558'0,"1"3"-107"0,2 11-51 0,0-2-61 0,0-5-39 16,16-20-19-16,-4 20-45 0,6 0-34 16,1 4-23-16,4 2-18 0,5 0-11 0,1 0-9 15,1 3-30-15,9 1-41 0,1 3-6 16,-4 2-134-16,5-1-41 0,0 2-42 0,-21 3 14 16,13 0-192-16,3 0 28 0,4 0-165 15,0 0 30-15,44-10 56 0,-39 8 14 0,-2-5 56 16,4 1 13-16,2 1-62 0</inkml:trace>
  <inkml:trace contextRef="#ctx0" brushRef="#br0" timeOffset="27420.4">5691 3784 356 0,'-17'-6'348'16,"-2"3"-54"-16,2 4-29 0,8-1-13 0,-8 0-3 15,-26 16-22-15,18-3-11 0,2-1 3 0,2 1-20 16,1 3-9-16,1-2-21 0,0 4 0 0,3 1-7 16,1 1-12-16,0 1 6 0,4 1-4 15,2 5-26-15,0-1 10 0,3 3-26 0,2-1 3 16,4-13-17-16,0 10-18 0,16 25 4 16,-4-18-3-16,4-7-19 0,0 3-51 0,6-2-2 15,2-1-100-15,1-5-60 0,-1-3-51 0,1 0 19 16,0-8-177-16,5-3 30 0,-2-5-169 0,-16-1 36 15,26-9 76-15,-15-3 12 0,0-1 25 16,-2-3 17-16,2-8 17 0,-3-1-3 0</inkml:trace>
  <inkml:trace contextRef="#ctx0" brushRef="#br0" timeOffset="27806.44">5954 4016 256 0,'9'-17'423'0,"-1"2"-59"16,-3 7-53-16,-1 0-24 0,0 7-18 15,-4-4 8-15,2 4-33 0,-2 2 41 0,-2 4-23 16,2-4-31-16,-1 6-22 0,-2 9-9 0,0 2-6 15,3-9-31-15,0 8-11 0,0 3-22 0,0 2-10 16,0 1-1-16,0 2-15 0,15 23-4 16,-7-26-34-16,0 0-15 0,2-5-32 0,-1 2-32 15,3-5 3-15,-1 1-37 0,2-7-38 16,1-5 0-16,0 0-9 0,-14-3-6 16,14 0 7-16,20-22 23 0,-14 5-5 0,-2 1 2 15,0-7 8-15,1 1 7 0,1 0 21 0,-3-1 9 16,2 1 12-16,-1 0 42 0,-4 6 12 0,1-2 10 15,-2 0-6-15,-1 5 43 0,-2-1 9 16,-4 6-15-16,1 4-16 0,-2-2-17 0,-3 6 4 16,1 0 9-16,-3 0 19 0,0 0 13 15,5 14-7-15,-7 5 0 0,2-7 10 0,0 8-5 16,-15 23-10-16,9-13 2 0,-2-7-18 16,-2 6 0-16,0 2-10 0,-2 1-7 0,2-2-33 15,-3 2-47-15,0 2-57 0,-1-2 9 0,-2 1-208 16,2-7 27-16,-2 1-295 0,0-5 39 15,3-5 52-15,1-2 40 0,6-8 26 0,-3-3 24 16,9-4 26-16,2-4 23 0,0-3 21 0,8-10 10 16,2-5-26-16</inkml:trace>
  <inkml:trace contextRef="#ctx0" brushRef="#br0" timeOffset="28016.74">6642 4084 588 0,'19'-6'437'0,"-6"5"-72"0,0 0-48 0,-13 1 41 0,21 15-40 15,-8-3-16-15,-4 2-30 0,-3 7-28 16,1 0-12-16,-5 3-27 0,-2-10-21 0,0 7-35 16,0 4-1-16,-11 30-22 0,2-28-1 15,-3 2-19-15,-5 0-15 0,-4 0-44 0,-2-1-25 16,-5 1-3-16,-2-3-123 0,-5 0-39 0,-6-2-48 16,-1 1 16-16,0-6-229 0,2 0-92 15,0-2 61-15,6-7 13 0,2 2 27 0,4-6 25 16,6-2 35-16,13-4 17 0,9 0 11 0</inkml:trace>
  <inkml:trace contextRef="#ctx0" brushRef="#br0" timeOffset="28370.66">7456 4189 813 0,'-2'3'467'0,"0"-2"-59"0,0 1-36 16,-1-1-42-16,3-1-44 0,3-1-40 0,-1-1-15 16,16 1-35-16,5-8-16 0,9 6-35 0,0-3-58 15,10 0-11-15,6 1-156 0,0 1-81 16,4 1 17-16,1 1-324 0,-2 0 21 0,-24 2 30 16,6 0-3-16,3 0 27 0,28 11 97 15,-36 0 15-15,-13 1 6 0</inkml:trace>
  <inkml:trace contextRef="#ctx0" brushRef="#br0" timeOffset="28509.73">7783 4414 470 0,'-29'13'553'16,"3"-1"-93"-16,1-2-68 0,-1 2-45 0,11-5-50 15,2 0-28-15,9-1-37 0,4-6-29 0,0 0-59 16,27 16-17-16,4-10-96 0,1-2-87 16,9-1-92-16,7-2 14 0,-18-1-320 0,14 0 33 15,61-11 26-15,-38 3 19 0,-2-6 39 16,0-3 22-16,-4-1 10 0</inkml:trace>
  <inkml:trace contextRef="#ctx0" brushRef="#br0" timeOffset="29040.92">9122 3953 1083 0,'-9'-3'385'0,"-3"1"2"16,5-3-36-16,-1 4-10 0,4 0-26 15,0-2-34-15,-1 3-26 0,3-3-19 0,-1 3-27 16,2 0-31-16,5-1-9 0,4 1-33 0,14-6-19 16,6 4-19-16,6 1-21 0,-2 0-15 15,5 0-23-15,0-1-21 0,1 1-18 0,1-1-6 0,0 0-11 16,-7 2 18-16,6 0-4 0,-4 0 14 16,-6-4-1-16,-8 4-9 0,0 0 1 0,0-3 26 15,-11 3-17-15,3 0 5 0,-4 0 16 16,-1 0-6-16,-7 0-3 0,0 0-12 0,0 0 13 15,0 0 7-15,5 0 2 0,2 14 14 0,-10-10 5 16,-1 10-6-16,-6 7 19 0,0 1 3 16,-1 2-1-16,2 2-9 0,1 2-2 0,-2-2 4 15,-2 3-7-15,4 5-3 0,-5 1-3 16,7 3-9-16,-2-2 2 0,-1 2-7 0,1-3-43 16,1 3-41-16,1-4-63 0,4 1 9 0,-3-2-154 15,0-2-75-15,0 1 30 0,1-3-258 16,-3-2 42-16,0-8 39 0,-1-2 34 0,0-5 62 15,2-6 8-15,3 0 23 0,1-4 15 16,2-1 14-16,0-1 8 0</inkml:trace>
  <inkml:trace contextRef="#ctx0" brushRef="#br0" timeOffset="29229.65">9308 4458 632 0,'-9'-12'584'0,"6"2"-83"16,-4 2-44-16,4 0-54 0,3 1-47 15,0 7-37-15,0-10-45 0,21-12-39 0,-2 7-22 16,1 6-47-16,8 1-48 0,4 1-72 16,6 2-4-16,3-1-148 0,5-1-81 0,1 0 16 15,0 0-265-15,-4 0 33 0,1-4 33 0,-2 1-58 16,-3-1 37-16,1 0 20 0,-1-1 54 16,-3-1 18-16,-3 1-5 0</inkml:trace>
  <inkml:trace contextRef="#ctx0" brushRef="#br0" timeOffset="29642.17">10143 4091 926 0,'3'-3'375'0,"-3"-1"-30"0,0 4-41 16,1-4-36-16,-1 2-23 0,0 4 9 15,0 1 0-15,-3-1-14 0,2 4-20 0,-5 12-10 16,2-1-9-16,-1 5-19 0,1 1-17 16,0 2-12-16,4 4-13 0,0 1-12 0,-1-3-15 15,1-11-14-15,0 3-5 0,0 6-12 0,0-2 1 16,0 3-11-16,0-5-11 0,10 20-2 0,-9-28 1 15,2-4-14-15,-3-2 2 0,0 0-1 16,4-1-5-16,2-6-7 0,-1 0-1 0,9-6-12 16,-1-5 1-16,6-1 9 0,0-8-10 0,3 2-2 15,0-5-3-15,4 1-5 0,0-4 2 16,0 2 2-16,-2 4-2 0,-3-1-6 0,2 4 15 16,-5-1 11-16,2 3-4 0,-3 2 9 0,-2 0 10 15,-2 4-18-15,-4 1 11 0,-3 1-14 16,2 1 6-16,-3 0-20 0,-3 4-3 0,1-1 7 15,-3 3 13-15,0 0-5 0,0 0-4 0,6 26 16 16,-4-11-10-16,-2-5-1 0,0 7 7 16,0 7-10-16,0 2-3 0,0 5-9 0,0-2-58 15,0 2-57-15,0-1 12 0,0 2-204 16,0-1-79-16,-16 28 34 0,10-36 29 0,-3-2 28 16,4-5 29-16,1-7 24 0,4-9-293 0,0 0 37 15,0 0 16-15,19 11 33 0,-11-14 80 16,13-1 11-16,-2-5 24 0,2-1 18 0,0-3 8 15</inkml:trace>
  <inkml:trace contextRef="#ctx0" brushRef="#br0" timeOffset="29801.28">10883 4407 981 0,'7'-7'512'0,"-1"1"-69"0,1 3-62 0,0-2-46 16,10-1-49-16,-3 1-26 0,11 1-27 15,6 1-34-15,2 3-36 0,-15 0-47 0,9 0-12 16,42 12-147-16,-25-6-80 0,-2-1 11 15,-3-2-276-15,-2 1-90 0,-3-2 34 0,-4 0 11 16,-2 1 24-16,-5-2 25 0,-15-1 37 0,1 0 11 16</inkml:trace>
  <inkml:trace contextRef="#ctx0" brushRef="#br0" timeOffset="30034.32">11297 4249 876 0,'-13'-8'451'0,"3"-2"-18"0,1 4-38 15,2 2-33-15,2-1-51 0,1 4-31 16,1-3-36-16,-2 2-39 0,5 2-19 0,0 0 3 16,0 0-16-16,-11 12-13 0,4 3-17 0,2 4-11 15,4 1-5-15,-2 4-13 0,3 2-5 16,0 3-14-16,0-16-13 0,0 11-8 0,0 2-36 16,0 3-61-16,12 28 4 0,-11-29-150 15,2-2-76-15,2 1 23 0,0-6-226 0,-1-1-75 16,-2-5 38-16,3-1 36 0,-3-4 30 0,4-3 40 15,3-3 22-15,-1-3 27 0,-8-1 15 0,16 0 8 16</inkml:trace>
  <inkml:trace contextRef="#ctx0" brushRef="#br0" timeOffset="30388.53">11930 4300 676 0,'16'-14'485'0,"-6"2"-56"16,1 2-61-16,-6 2-22 0,0 2-52 0,-1 1-33 15,-1 2-20-15,-2 2-14 0,-3 2-28 16,0 0 3-16,2 4-23 0,-1 0-9 16,-2 0-16-16,5 16-6 0,-2-9-2 0,0 6-12 15,10 27-7-15,-2-15-13 0,-1-2-4 0,6 0-9 16,1 2-4-16,0 0-7 0,2-2 1 16,-5-1-19-16,3-2 4 0,-5-2-9 0,0-1-1 15,1 0 6-15,-2-1 1 0,0-1-8 0,-4-1-8 16,-1-5 18-16,-1-3-12 0,-1-1 5 15,-1-3 23-15,0-7-9 0,0 0 25 0,-22 14-10 16,3-11-18-16,6-3 1 0,-10 0-6 0,-33-11-6 16,16 5-8-16,-1 0-73 0,-5-2-45 15,0-3-52-15,0 0-48 0,0 0 16 0,5 0-157 16,4-1-55-16,7-1 31 0,5-3-317 16,5-1 69-16,7-3 36 0,12-3 56 0,1 11 34 15,10-23-1-15,4 13 30 0,-1-4 70 0,6 4 6 16,0-3 16-16,6 1 10 0</inkml:trace>
  <inkml:trace contextRef="#ctx0" brushRef="#br0" timeOffset="30525.77">11796 4305 628 0,'24'-23'420'0,"-6"1"23"0,4 3-30 16,-3-4-6-16,0 1-27 0,0 6-28 0,1-4-40 15,-2 5-42-15,4-1-30 0,4 4-22 0,5-2-26 16,6 4-31-16,3 0-79 0,5 4-83 16,2 4-2-16,2-2-197 0,2 4 17 0,-25 0 17 15,11 0-376-15,45 13 44 0,-42-6 35 16,-1 0 61-16,-4 1 33 0,-3 3 45 0,2 2 13 15,1 0 5-15,0 2-2 0</inkml:trace>
  <inkml:trace contextRef="#ctx0" brushRef="#br0" timeOffset="33263.75">15420 4335 520 0,'0'0'264'0,"14"0"-33"0,-14-12-34 0,0 12-1 16,29-23-21-16,-26 19 5 0,1-1-18 15,2-8-15-15,4 2-11 0,-3-1-6 0,-3 2 8 16,0 0-25-16,3-8-15 0,-1 8-17 0,-4-2-1 15,3-1 13-15,-2-1-4 0,-1 4 6 0,-1 0-16 16,1 0 6-16,-1-8-21 0,2 7 6 16,-3 2-7-16,0 0 8 0,0 9-10 0,0-6 15 15,0 6-22-15,0-8-27 0,-13-3 8 0,7 7-6 16,0 1 19-16,-12 3-18 0,-2 0-5 16,0 0-3-16,9 0-20 0,-23 9 27 0,9-1-17 15,5 1-2-15,2 2-1 0,2 0-9 16,-1 0 2-16,2 3 4 0,3-4-16 0,2 2 16 15,2 0-6-15,4-3-5 0,4-2-4 0,0-7 17 16,13 10-2-16,2 0 0 0,4-3 12 16,3 5-14-16,-1-6 14 0,0 3-13 0,-2 1 13 15,3 0-20-15,-1 2-10 0,-4 2 1 0,3 4 8 16,-4 5 20-16,-1 3-11 0,-2 4 29 16,-3 5-21-16,-1 9 11 0,-3-2-1 0,1 7 3 15,-5 1-4-15,0 4 34 0,-1 0-14 16,-1 0-9-16,0-25 2 0,0 12 0 0,0 5 6 15,-11 52-1-15,5-49 18 0,-4-2 13 16,-6-6 13-16,3-3-10 0,-6-4 17 0,-1-4 0 16,-2-4 2-16,-3-4-1 0,-1-5 3 0,0-3 9 15,-2-4-12-15,4-8-12 0,9-2-9 16,-1 0-9-16,-23-21-5 0,22 1-1 0,4-2-14 16,4-7-3-16,7-10-33 0,2 19-4 0,0-13-19 15,21-47-16-15,-3 30-12 0,8-3-9 0,1-1-19 16,3 2-10-16,6-5-6 0,5 3 1 15,0 1 9-15,1 4-11 0,7 0 4 16,1 4-4-16,-4 2 1 0,5 4 8 0,-2 1 14 16,2 0 21-16,-6 3-21 0,2 2 31 0,-3-3-32 15,0 6 23-15,-2-2-6 0,0 4 19 16,-3-2-16-16,-1 4 13 0,-6 1 33 0,-1 3-19 16,-4 3 6-16,-3 0 2 0,-3 3 35 0,-3 1 0 15,-2 1-6-15,-2 2 4 0,0 1-13 16,-12 8 6-16,-2 2 7 0,-4 3 18 0,-11 4 6 15,2 6 5-15,-6 4 1 0,2 1 3 16,-3 4 15-16,-3 4 6 0,1 1-3 0,1 3 0 16,-1 3 8-16,-1 0 1 0,6-3 2 0,1 5-10 15,-1-1-3-15,4 4-4 0,2-3-6 16,3 0 0-16,3-1 1 0,2-2-11 0,3-15 11 16,0 6-8-16,0 4-12 0,20 26-1 0,-10-29-1 15,6-5-5-15,1-1-6 0,2-6 5 16,2-2 2-16,4-4-13 0,0-5-12 0,1 0-2 15,-14 0-6-15,27-14-8 0,-14-1-7 0,-3-2-13 16,2-5 1-16,3 0 2 0,-4-6 3 16,2 4-3-16,-3-2 1 0,0 1 1 0,-2 0-4 15,-4 6 2-15,-1-2 20 0,-2 1 7 0,3 3-5 16,-4 2 11-16,-3 3-5 0,-4 2-4 16,0 5-11-16,-5 3 15 0,-3 5 2 0,-1 1 14 15,-2 10 2-15,-5 1-8 0,0 3 13 16,-1 6 1-16,0 0-4 0,4 3-2 0,1-1-3 15,2 0 3-15,1 1 8 0,4-2-15 0,0-12-7 16,0 3 12-16,14 23-11 0,-8-20 17 0,6-2-20 16,-2 0 10-16,7-6 3 0,4 1-6 15,-3-6 5-15,5-1-12 0,0-5 13 0,-10 0-13 16,6 0-9-16,27-18 1 0,-21 5-1 16,-1-5 6-16,0 1-3 0,4-2-11 0,-5 0 5 15,0 2 10-15,-1-3-18 0,-3 6 15 0,-1-1 3 16,0 1-1-16,-4 6-7 0,-1-2-5 0,-7 5 4 15,-2 2 4-15,-4 3 12 0,0 0 6 0,4 11-5 16,-5-4-12-16,-5 10 6 0,-3 3-4 16,2 1 1-16,-2 6 5 0,2-5-14 0,0 5-42 15,-1 0-50-15,2 1-40 0,2 0 15 16,-1-1-161-16,-2-2-61 0,5 3 33 0,-3-3-290 16,-2-5 46-16,1-6 45 0,0-7 32 15,3-7 51-15,3 1 24 0,0-1 27 0,-3-11 23 16,6-5 25-16,6-6 12 0,-1-7 22 0</inkml:trace>
  <inkml:trace contextRef="#ctx0" brushRef="#br0" timeOffset="33480.58">17378 4355 625 0,'19'2'396'0,"-3"2"-14"0,2 8-49 16,-8 6-42-16,-4 5 10 0,1 2-8 0,-2 4-16 15,-3 2-36-15,-2 1-14 0,0-17-23 16,0 9-16-16,-16 31-20 0,4-23-16 0,-3-1-22 15,-4 2 4-15,-3-3-25 0,-5 1-10 0,-3-3-6 16,-2 0-41-16,1-1-72 0,-1-5 2 16,0-1-115-16,0-4-67 0,0 0-62 0,7-3 23 15,-2-3-268-15,10-9 39 0,7 0 32 0,10-2 57 16,-5-11 26-16,15-7-36 0,5-1 24 16,2-4 9-16,7 0-5 0</inkml:trace>
  <inkml:trace contextRef="#ctx0" brushRef="#br0" timeOffset="33643.06">17795 4580 556 0,'22'-13'455'0,"1"1"-81"0,1 0-54 16,4-1-39-16,3 1-33 0,2 3-56 0,9 3-49 16,6 2-56-16,4 2-36 0,-29 2-68 15,19 0-45-15,53 13 7 0,-45-2-181 0,-3 1-165 16,-7 4 23-16,-10 2 36 0,-8 0 2 15,-8 5 27-15</inkml:trace>
  <inkml:trace contextRef="#ctx0" brushRef="#br0" timeOffset="33798.68">18089 4858 809 0,'-41'15'374'0,"4"-4"23"0,3 1-26 0,3-4-46 16,4 1-27-16,0 1-42 0,7-1-23 16,3 1-20-16,7 0-29 0,10-2-16 0,0-8-35 15,23 19-17-15,5-9-39 0,4-5-9 16,9 3-108-16,6-5-68 0,8 0-59 0,7-3 16 15,0 1-318-15,-30-1 18 0,14 0 29 0,69-12 30 16,-47 4 58-16,2-2 23 0,5-5-36 0,-4-1 0 16</inkml:trace>
  <inkml:trace contextRef="#ctx0" brushRef="#br0" timeOffset="38622.61">19531 4544 314 0,'0'-13'366'0,"0"13"-46"0,0-13-17 16,26-5-11-16,-26 10-24 0,0 3-29 16,0-2-2-16,0 7-14 0,0-7-27 0,0 0 11 15,0 0-26-15,0 7-4 0,0-9-11 16,0 2-20-16,0 7-27 0,0-8-32 0,0 8 17 15,2-8-24-15,-4 10 18 0,-6 9 3 16,-2 5 6-16,-4 6-1 0,0 0-7 0,0 2-5 16,1 2 6-16,-1 3-8 0,0-3-9 15,3 6-2-15,2-2-1 0,4 3-4 0,-1-5-6 16,3 1-3-16,2 5-4 0,1-18-1 16,0 5 8-16,0 1-9 0,15 27 7 0,-3-29-4 15,-7 1-7-15,6-5 9 0,1-5-1 0,5-2-3 16,-2-2-1-16,4-4 14 0,-9-3-25 0,8 0 3 15,19-18-6-15,-12 6-4 0,0-4-4 16,0-6-1-16,7-2-7 0,-2-3 8 0,5 1-16 16,-3-3 6-16,-2 4-2 0,0-1-16 15,-8 4 15-15,1 3-8 0,-4 2-8 0,-1 0-9 16,-3 4 5-16,-1 6-11 0,-5 2 4 0,-9 5-4 16,0 0 6-16,6 15 2 0,-9-5 2 15,2 12-1-15,1-10 13 0,-11 18-16 0,10-5 20 16,-1 0 1-16,2-11-9 0,0 4-2 15,0 3 12-15,12 22-8 0,-3-23-1 0,0 2-1 16,3-4 22-16,5 0-35 0,2-4-39 0,3-2-39 16,1-2-61-16,3 0 13 0,0-6-197 0,0-3-96 15,1 1 36-15,-16-2 34 0,23-12-261 16,-14-3 58-16,-2-3 41 0,-3-4 64 0,5 4 32 16,0-10 28-16,3 3 31 0,4 1-2 0,5-2 17 15,1 5 13-15,5-1 45 0</inkml:trace>
  <inkml:trace contextRef="#ctx0" brushRef="#br0" timeOffset="41257.94">1369 5552 257 0,'13'-15'359'0,"6"-15"-30"0,-17 15-52 0,0 2-16 16,-2 4-9-16,0 9-43 0,0-13-9 0,-16-12-18 16,7 14-20-16,-2 2-26 0,-5 1-20 15,-4 3-8-15,-1 3 11 0,-5 2-36 0,13 0 9 16,-28 14-18-16,12-4 18 0,-1 3 5 0,2 1-15 16,-3 3-16-16,5 2 1 0,2-2-8 15,3 7-24-15,2-4 18 0,3 1-6 0,4 2-6 16,4 5-10-16,4-4 11 0,4-13 13 0,13 23-22 15,1-16-20-15,3-1 17 0,3 0 8 16,3-6-18-16,1-2 5 0,6-3-24 0,-3-3 1 16,-2-2 1-16,-11-1-1 0,4 0 20 15,31-15-3-15,-27 7-8 0,0-6 0 0,0-1 1 0,-7-4 0 16,1 0-2-16,2 1 27 0,-2-1 15 16,0 2 7-16,-5-2 15 0,6 6 32 15,-8 2-12-15,0 1-5 0,-1 2-11 0,-4 2-19 16,-1 3 5-16,1 3-17 0,-4 0-3 0,0 0-5 15,0 8 5-15,-2-3-5 0,-1 13-25 16,3-7 8-16,-8 18 5 0,6-8 0 0,-1 5 3 16,2 1-22-16,-2-2-17 0,3 1-43 0,0-14 4 15,0 8-93-15,0 0-33 0,0 2-29 16,0-1-50-16,0-1-21 0,0-4 25 0,0-1-264 16,0-5 58-16,0-1 14 0,11 5 39 15,-8-14 26-15,0 3 24 0,2-6 24 0,6-4 10 16,1-2 9-16</inkml:trace>
  <inkml:trace contextRef="#ctx0" brushRef="#br0" timeOffset="41585.57">1882 5525 226 0,'15'-18'538'0,"-6"2"-120"16,1 2-3-16,-4 2-53 0,-1 5-60 15,-2 2-22-15,-2 0-48 0,-1 5-23 0,-6-1-15 16,2 4-28-16,-6 8-28 0,0 3-6 0,1 3-16 15,-4 4-3-15,4-1-26 0,4 6-7 16,-2 3-10-16,5-4 5 0,2 3 0 0,0-13-19 16,0 4-16-16,15 32 7 0,-7-27 6 0,3 0-19 15,1-2-7-15,2-2 12 0,0 3-18 16,-2-5-4-16,-1-1 10 0,-2 0-1 0,-3-9 0 16,-2-1-2-16,-1 0-6 0,-3-7 5 15,0 0 13-15,-14 7-28 0,-5-7-4 0,5 0 10 16,-4 0 2-16,-29-15 4 0,19 6-1 0,2 1-27 15,0-2-5-15,-1 1 1 0,3-3-97 0,1 0-39 16,4-1-36-16,1 2-77 0,8-2 23 0,3 4 22 16,2 5-286-16,4-2 37 0,1 6 32 15,0 0 28-15,17-22 75 0,4 11 3 16,1 1 21-16,5 2 21 0</inkml:trace>
  <inkml:trace contextRef="#ctx0" brushRef="#br0" timeOffset="42006.83">2523 5513 942 0,'6'-2'365'0,"0"0"-26"0,-3 2-39 16,-1-2-38-16,2 2-11 0,-2 3 2 15,0 0 17-15,-1 2-4 0,0 12 5 0,-1 5-13 16,0-8-13-16,0 6-16 0,0 6-13 0,0 3-22 15,0 0-12-15,0 5-26 0,0 3-13 0,-10 38-13 16,10-34-9-16,0 2-1 0,0-1-10 0,0-19-48 16,0 9-40-16,0 7-61 0,0-1-69 15,0 4 11-15,0 1-147 0,0 0-57 16,0-1 28-16,0-2 25 0,-10 35-312 0,7-47 41 16,-5-1 48-16,2-9 64 0,1-3 30 15,1-10 24-15,0-3 9 0,3-4 56 0,1-3-6 16,-2-5-13-16</inkml:trace>
  <inkml:trace contextRef="#ctx0" brushRef="#br0" timeOffset="42269.45">2676 5753 299 0,'7'-31'616'0,"1"4"-123"16,-1 2-81-16,5-1-38 0,-1 4-67 0,4 3-22 15,0 5-50-15,5 4-26 0,-1 5-27 16,2 2 0-16,-7 3-28 0,22 12 3 0,-16 1-36 15,3 2-1-15,-5-1-17 0,-4 3-10 0,-1 7-15 16,-4 2 16-16,-5-1-9 0,-2 0 4 0,-2-11-17 16,-10 25-7-16,-5-18 4 0,-5 0-4 15,-4 4-15-15,-4-3 1 0,-5-1-4 0,-1-1-47 16,0-1-55-16,-3-2 5 0,-1-3-129 16,7-1-82-16,1-5 25 0,2 0-277 0,3-5 27 15,15-3 25-15,-2 0 34 0,-3-14 56 0,19 3-12 16,10-3 61-16,2-2 27 0,6 0 15 15,1 2 9-15</inkml:trace>
  <inkml:trace contextRef="#ctx0" brushRef="#br0" timeOffset="42709.84">3114 5903 1209 0,'1'2'451'0,"4"-1"-43"0,-5-1-39 16,4 0-52-16,-1-3-30 0,0 3-39 0,0-4-28 15,14-4-21-15,-1-3-30 0,2 2-22 0,6-3-33 16,-1-1-35-16,2-2-8 0,0 0-26 16,-3-2-21-16,6-3 7 0,-1 2-8 0,-2-2 0 15,0 1-13-15,-6 4 16 0,3 0-4 0,-7 2-5 16,2 4 0-16,-5 2-1 0,-3 3-27 16,-9 4 2-16,0 0 29 0,5 16 19 0,-8 1 2 15,3-5 14-15,-10 22-5 0,3-8 22 16,1 1-3-16,-1-1 0 0,-3 0-8 0,6 1 3 15,3-2-4-15,0-3-10 0,1-12 5 0,0 4-4 16,14 16 0-16,-3-19-7 0,10-1-1 0,4-5-3 16,7-3-9-16,-15-2-15 0,9 0-13 15,8 0-18-15,5 0 8 0,-2 0 1 0,39-11-3 16,-38 11-7-16,-3-2 16 0,-20 2-16 0,12 0-2 16,0 0 4-16,-3 0 1 0,22 15 1 15,-25-9-9-15,-4 3 15 0,1-3-4 16,-1 3 7-16,-4 1-2 0,2-2 6 0,-3 1-19 15,3 0-20-15,0-2-41 0,2-2 8 0,-2 2-131 16,4-4-66-16,-1-2 26 0,9-1-300 0,-1 1 41 16,-16-1 36-16,14 0 34 0,23-15-6 15,-17 6 26-15,-1-3 54 0,5-1 47 0,1-3 15 16,2-1-17-16</inkml:trace>
  <inkml:trace contextRef="#ctx0" brushRef="#br0" timeOffset="44273.65">3438 5947 227 0,'0'0'442'0,"-15"0"-61"16,15 0-48-16,0 0-19 0,0 0-43 15,0 0-30-15,-12 0-7 0,-4-15-27 0,16 12-23 16,3-1-27-16,-1 0-19 0,8-4 12 15,-1-2-19-15,5-1-7 0,2-1-13 0,3 1-28 16,-1-1-13-16,2 0-8 0,0-1-9 16,-2-1-7-16,2 5 25 0,-2-6-10 0,-2 0-15 15,1 0-9-15,-6 0 12 0,1-1-8 0,1-2-18 16,-3 7-3-16,-1-5-2 0,-4 3 9 16,-1 1-8-16,-2 2-5 0,-2 3-1 0,0 2-1 15,0 5-2-15,0 0-8 0,0 0 3 0,-11-10-15 16,3 10 1-16,-7 7 28 0,-6 0-2 15,-1 2-27-15,3 8 0 0,-2 2 18 0,-5 4 40 16,2 5 4-16,3 1 13 0,-4 2 2 0,1 0-8 16,3 2 10-16,2 2-8 0,0-3 2 15,2-1-5-15,2 1-3 0,6-3-9 0,1 0 13 16,3-3 3-16,4 6 1 0,1-19-3 0,0 8-5 16,18 20 0-16,-7-22 12 0,8-2 0 15,-2 0-9-15,7-3-14 0,1-6 3 0,5 1 2 16,0-2-14-16,2-4-4 0,1 1-6 0,-1-3 4 15,-16-1 0-15,10 0 2 0,3 0-5 16,33-12 4-16,-33 7-16 0,-1-2-3 0,-2 0-2 16,-1-1 9-16,2-2 3 0,-1 2-3 0,-6-4-10 15,3-1 7-15,-1 1-2 0,1-1-7 0,-4-3-1 16,3 0 2-16,-3-2 2 0,-4 3 3 16,3-2-5-16,-4 0-6 0,0 1-4 0,-2 1 6 15,3-2 0-15,-3 0 3 0,-2 2-4 0,0 1 10 16,-2-1-16-16,-2 1 13 0,2 0-5 15,-2 4 8-15,-3-1-17 0,-1 3 12 0,1 0-7 16,-2-1 1-16,2-7-4 0,-1 6 15 0,0 1-2 16,-2 0-12-16,0 2 2 0,0-1 2 15,0 1-2-15,0 7-2 0,0-10 13 0,0-2-13 16,0 1-8-16,0 3 15 0,0-2 3 0,0 3-5 16,-11-7-4-16,10 10 2 0,0-1-12 0,-2 1 9 15,-2 1-2-15,4-1 6 0,-2 2-6 16,2 0-5-16,-3 1-10 0,2-1 12 0,-2 4 3 15,0-1-4-15,0 3 0 0,-6 6-4 0,6 4-3 16,-4 3 4-16,8 1 6 0,0-7 1 16,0 5-1-16,15 21-4 0,-4-14 9 0,2-4-1 15,2 3-4-15,-1-1 11 0,1 0-12 16,2 0 1-16,1 0 9 0,-3-1-6 0,-2-3 0 16,1 4 2-16,0-1 3 0,-5-3 4 0,-4-1 6 15,2 1 3-15,-6 0-1 0,3-5 15 0,-2-4-15 16,0 1 2-16,-1-1 2 0,0-1 2 0,-1-2 7 15,1-2 1-15,-1-1-14 0,0 2 2 16,0-2 6-16,3 1-12 0,0 0 4 0,0-2 1 16,18 5-8-16,3-4 15 0,8-2-9 15,-15 0-16-15,10 0-33 0,3 0-42 0,6 0-51 16,1 0 14-16,49-14-122 0,-44 9-50 0,0-3-64 16,1-3 31-16,-3 1-267 0,1 0 44 15,-2-4 41-15,1-1 35 0,0 1 47 0,1-4 27 16,2-2 42-16,-1 1 16 0,1-3 22 0,-1 2 10 15,2-2 6-15</inkml:trace>
  <inkml:trace contextRef="#ctx0" brushRef="#br0" timeOffset="44559.84">5916 5588 380 0,'-7'-12'494'0,"5"3"-42"0,-3 1-44 16,1 3-11-16,0-1-11 0,3 3-32 0,-3 0-36 16,3-1-48-16,-1 2-26 0,-1 1-29 15,3 1-24-15,-2 3-25 0,0 1-15 0,-2 8-5 16,-5 8-17-16,4 3-8 0,0 2-25 0,-2 2 2 16,3 3-9-16,2 3-7 0,-1 4-18 15,-4 0-54-15,7 2-40 0,0-18 4 16,0 10-156-16,0 6-73 0,0 3 23 0,0-2-299 15,-17 37 42-15,7-43 37 0,-4-3 8 0,2-8 59 16,2 1 26-16,-4-7 26 0,4-5 35 0,5-3 20 16,3-4 13-16,-3-3-34 0</inkml:trace>
  <inkml:trace contextRef="#ctx0" brushRef="#br0" timeOffset="45254.82">5698 5968 353 0,'-11'-16'658'15,"0"-2"-115"-15,3 5-79 0,0-5-47 0,1 3-53 16,4-1-50-16,3 16-45 0,0-10-32 0,12-15-46 16,5 11-48-16,4 4-44 0,4-2-35 15,1 5-5-15,6-3-89 0,0 1-36 0,2 1-20 16,0-2-18-16,1 3-12 0,0 0-29 0,-1-1-18 16,1-1 5-16,-3-1 8 0,0-2 28 15,-4 1 48-15,-1 0 22 0,-4 1 32 0,0 1 26 16,-2-3 21-16,-4 3 24 0,-2-1 19 15,-3 3 18-15,1 0 15 0,-6 1 10 0,-1-1-12 16,-1 2 44-16,-4 4 4 0,4-3-11 0,-2 0 8 16,-2 1-28-16,1 3-8 0,0-2-14 15,-1-1 0-15,0 1-25 0,2 0 4 0,-3 2-2 16,0 0-17-16,0 0 1 0,1 10 6 0,-3 11-18 16,2-11 11-16,-8 29 5 0,4-11-10 15,-2 4-2-15,-2-1-8 0,4 1 5 0,-2 3-9 16,6-2-10-16,-3 1 14 0,2-3-8 0,-3-1-12 15,4 3 11-15,0-7-8 0,0-14-17 16,0 5-17-16,0-1-25 0,0-1-7 0,13 8-16 16,-4-20 5-16,4-2-53 0,-4-1-21 15,21-9 4-15,-6-3 18 0,-4-1 9 0,5-1 4 16,-3 1 31-16,1 2 14 0,1-4-23 0,-3 6 45 16,-3-1-23-16,-1 3-8 0,-6 2 20 15,-1 3 14-15,-10 2-8 0,8 0 7 0,-1 0 2 16,13 9 11-16,-10 3 12 0,5 0-8 15,5 5-1-15,-2-3-10 0,0-1 22 0,3-4-11 16,-2 2 10-16,3-5 12 0,1-2-17 16,-1-4 8-16,-10 0-19 0,4 0 20 0,23-16-14 15,-18 3 12-15,-2-2 5 0,1-3-13 16,-2 1 13-16,-1-2 22 0,-3 0-19 0,1-2-1 16,1 2 57-16,-4 3 7 0,-3 2-6 0,-2 0-4 15,-2 6-19-15,-3 1-3 0,1 6 4 16,-6 1-12-16,1 3-15 0,-1 2-8 0,-2 7 27 15,-1 3-19-15,3 3 8 0,-1 2 0 0,4-8 2 16,13 27 0-16,1-15-11 0,3 2 10 16,7-1-3-16,5 1-4 0,4-1-30 0,5-4-31 15,0 1 4-15,2-4-105 0,1-2-16 0,3-2-42 16,1-6-56-16,1-4 22 0,-4-3-271 16,-19-1 37-16,8 0 39 0,39-21 31 0,-31 3 25 15,0-4 7-15,-2-1 60 0,0-4-5 16,4-6 7-16</inkml:trace>
  <inkml:trace contextRef="#ctx0" brushRef="#br0" timeOffset="45993.36">9151 5645 661 0,'0'0'384'0,"0"0"-35"0,0-16-55 15,0 16-59-15,0 0 2 0,0 0-18 16,0 0-24-16,9 5 26 0,-20 14-1 0,-3 3-16 15,5 0-19-15,-2 3-9 0,3 6-19 0,0-2-17 16,1 6-23-16,5 2-1 0,-2 0-13 16,4-18-12-16,0 10-29 0,0 5-46 15,17 39-1-15,-7-37-128 0,-1 1-79 0,1-2 20 16,-2-1-265-16,-5-5-42 0,-1 3 34 16,-2-20 12-16,0 5 28 0,-21 16 63 0,13-25 19 15,-1-3 22-15,2-3 7 0</inkml:trace>
  <inkml:trace contextRef="#ctx0" brushRef="#br0" timeOffset="46880.57">8788 6096 647 0,'-16'-14'541'0,"4"2"-56"0,2 2-33 16,0-2-42-16,1 5-39 0,5 1-37 16,1 1-42-16,3-1-34 0,0 6-27 0,16-17-39 15,5 7-31-15,3 2-50 0,10-1-39 16,4 0-61-16,4 1-1 0,6 0-82 15,0-1-15-15,1 0-40 0,-1 1-1 0,1-1-18 0,-4-3-7 16,1 4 1-16,-5-1 27 0,-2-5 2 16,-3 3-4-16,-2-3 35 0,-3 2 16 15,-4 0 18-15,-4-3 27 0,-1 5 25 0,-1-2 17 16,-4 0 26-16,0 3 19 0,-4 0 16 0,-4 5 14 16,-1 0-14-16,-1 1-2 0,-6 3-18 15,-1 0-11-15,0 0 23 0,0 0 19 0,5 15-8 16,-10 6 34-16,5-8-3 0,0 6 3 0,-10 32-10 15,7-20 2-15,-2 1-14 0,0-3-6 16,3 2-1-16,-4-2-11 0,4 3 3 0,2-1-8 16,0-4-1-16,0-15-9 0,0 4-3 15,0-1-9-15,0 2-2 0,0-5 3 0,9 8 4 16,5-13-16-16,-4-4-1 0,4-3-10 16,-4 0 11-16,20-10-7 0,-10-2-9 0,3 0-5 15,-2-5 3-15,-3 2-17 0,2 3 14 0,2-3 6 16,-3 0-15-16,0 6-4 0,-2-3 9 0,-4 4 10 15,-3 3-6-15,0 4-5 0,-10 1 9 0,8 0 3 16,-3 0-4-16,15 16 8 0,-8-6 0 16,0 3 4-16,-1 1-14 0,7 1 19 0,0 1-4 15,2 1-17-15,-1-2 16 0,3-2-11 16,2 0 0-16,0-3-6 0,5 0-14 0,-1-3-25 16,1 0-10-16,0-4-18 0,2-3-17 0,-18 0 3 15,9 0 2-15,25-13 1 0,-22 4 8 16,-1-5 7-16,-9-1 4 0,4-3-19 0,-2-1 13 15,-4 0-8-15,-1 1 7 0,-2 5 52 0,-1-1 10 16,-1 3-2-16,-4 4-12 0,-4 2 17 16,0 5 3-16,0 0 2 0,-5-2 14 15,0 5 18-15,1 1 1 0,-4 6-4 0,-1 2-1 16,2 0 7-16,-2 3-15 0,3 2 11 0,4-5-16 16,2 2 6-16,0-6-4 0,12 19 8 0,-1-9-11 15,7-2 1-15,1-2-3 0,3-2 11 16,1 0-16-16,2-5 1 0,3-4 4 0,0-2-2 15,-13-1-8-15,5 0-9 0,30-16-7 0,-27 4 9 16,4-2-7-16,-4-4 3 0,0-4-13 16,-4-5 14-16,3-7-6 0,-3 1-1 0,-1-6-7 15,0 0 13-15,-3-3 5 0,0 0 26 0,-3 1 19 16,-2 2 10-16,-2 0 19 0,-2 8 27 16,2 2 8-16,-3-1 10 0,0 4-12 0,-1 3 12 15,-3 4-14-15,0-1-13 0,2 11-11 16,-3 9-9-16,0 0-8 0,-9-3-15 15,3 10-3-15,-2 10-5 0,-1 5-7 0,2 3 10 16,1 7-17-16,4 2 6 0,-1 8-15 16,3-20-2-16,0 13-83 0,0 7-34 0,0 1-56 15,14 51-39-15,-7-45 16 0,-2-1-137 0,-5-4-50 16,2-2 31-16,-2-23-305 0,0 7 50 0,0 1 49 16,-14 31 24-16,11-38 37 0,0-5 59 15,-1-4 19-15,3-7 25 0,1-4-6 0,1 0 17 16,0-4 80-16</inkml:trace>
  <inkml:trace contextRef="#ctx0" brushRef="#br0" timeOffset="47251.59">10956 6246 666 0,'2'-11'444'15,"1"3"-104"-15,2-6-20 0,2 3-63 0,6-3-26 16,3 2-31-16,3 2-26 0,6 1-13 16,2 2-21-16,1-1-45 0,6 1-24 0,5 0-13 15,1-2-4-15,-3 3-1 0,-1-2-18 16,-2 0-4-16,-5 2 19 0,0-1-18 0,-4 2 34 0,-4-2 11 15,-5 3-24-15,-6 1-13 0,-8 0 19 16,-2 3-18-16,0 0 21 0,-14-9-15 0,-5 11-5 16,4-2-6-16,-5 0 37 0,-30 16-5 15,24-8-12-15,1-3 17 0,1 7-10 0,5-4-2 16,1 1-8-16,4-2-6 0,3 1 11 0,4 1-2 16,4-4 5-16,1 2-18 0,2-7 4 15,0 5-11-15,18 15 15 0,-3-8-5 0,7 0-1 16,-1 2-15-16,1-4-4 0,2 5-6 0,-1-1 3 15,-3 3-7-15,2 0-1 0,-3 1-8 16,-4 0 9-16,-1 2-10 0,-2 4-22 0,-6 3-14 16,2-3 3-16,-8 0-66 0,0-11-15 0,-14 20 7 15,5-11-25-15,-2-2-28 0,0-2-32 16,-2-1-44-16,3-6 21 0,-1 2 17 0,3-5-320 16,-1-7 36-16,5 3 31 0,1-2 29 0,3-2 25 15,0-4 23-15,3 1 86 0,9-7 7 16</inkml:trace>
  <inkml:trace contextRef="#ctx0" brushRef="#br0" timeOffset="48081.87">12260 5910 259 0,'4'1'383'16,"2"1"-42"-16,-3 0-6 0,1 4 5 0,-4 0-37 16,1 11-38-16,-1 2 49 0,0-11-35 0,0 10-27 15,0 2-2-15,-10 26-36 0,5-22-14 16,3 1-36-16,-1 1-10 0,3-11-18 0,0 2-1 16,13 24-16-16,-6-20-8 0,1-1-5 15,2-3-17-15,-3-1-3 0,6-6-10 0,-1-2-10 16,3-3-6-16,-1-2 2 0,-4-3-16 0,5 0 3 15,21-16-6-15,-12 3-4 0,-3 0-15 16,2-2 9-16,0 1-4 0,-1-1-6 0,1 1-6 16,-1 2 7-16,-4 1 22 0,-3 2 1 0,-2 4-20 15,1-4-1-15,-5 6 4 0,-1 3 2 16,-8 0-7-16,0 0-11 0,12 10 13 0,-9-3-4 16,-3 0-5-16,6 9-8 0,0 2-1 0,1-1-18 15,3 1-27-15,2 1-33 0,6-3-43 16,-2-1 10-16,5-1-78 0,4-1-22 0,1-6-33 15,2 0-12-15,4-4-7 0,4-3-3 0,-18 0 48 16,7 0 8-16,30-13 40 0,-24 3 11 16,-2-5 56-16,1-1 41 0,-7 0 35 0,-4 1 42 15,4-1 25-15,-3 1 6 0,-8 3 16 16,-8 2 19-16,-3 5 4 0,-1 5-6 0,0 0 45 16,-19-7 15-16,2 7 16 0,2 4-11 15,-3 3-8-15,4-1-20 0,-3 3 0 0,7 3-12 16,0 0-10-16,3 5-16 0,4-1 6 0,3-10-6 15,0 6-9-15,20 20-2 0,-7-18-20 0,5 1 7 16,1 2-9-16,5-8 2 0,3 2-14 16,0-2 0-16,1-5-12 0,0-4 0 0,-15 0 7 15,5 0-1-15,18-14-7 0,-19 3-4 16,-1-3 1-16,-5 0-1 0,-1-5-6 0,-6-2-7 16,-4 1 1-16,0 8-10 0,-10-19 7 15,-3 13 0-15,-2-3-14 0,-3 4-17 0,-1 4-21 16,-3-1-20-16,-2 3-41 0,1-3 11 0,6 5-95 15,-1 0-24-15,5 4-32 0,5 0 3 16,5 0-11-16,3 5 6 0,0 0 21 0,20-16-114 0,1 8-108 16,-1-4-17-16,4 0 34 0,1-1 6 15,1-5 27-15,4-2 54 0,6 1 33 0,-2-6 121 16</inkml:trace>
  <inkml:trace contextRef="#ctx0" brushRef="#br0" timeOffset="48257.08">13529 5891 935 0,'29'-25'301'0,"-5"6"35"0,-4 3-45 0,-1 1 89 15,1 1-29-15,-5 3-30 0,-1 2-20 0,-2 2-34 16,-5 2-17-16,-2 5 8 0,-5 2-1 15,0 3 0-15,-1 4-28 0,-9 8-18 0,5 4-18 16,-2 5-25-16,2 4-3 0,-1-2-10 16,2 8-33-16,-1 3-36 0,4 2-65 0,1 3-76 15,0-22 5-15,0 12-197 0,0 3-104 16,13 48 31-16,-9-46-244 0,-1-5 30 0,0-3 68 16,2-2 37-16,-4-2 29 0,7-9 43 0,-2-5-5 15,2-8 25-15,-3-2 23 0,0-3 15 16,-5 0 7-16</inkml:trace>
  <inkml:trace contextRef="#ctx0" brushRef="#br0" timeOffset="48420.21">13772 6178 293 0,'-8'-17'612'0,"2"1"-114"16,4 4-87-16,2 12-53 0,0-9-48 0,12-10-47 16,1 10-47-16,6 0-38 0,4 4-20 0,3 2-106 15,0 3-72-15,-11 0-39 0,9 0-42 0,30 12-53 16,-24-7 15-16,1 3-163 0,-5-1 23 15,2 2 24-15,-6-1-106 0,-1-3 9 0,-4 2 30 16,2-2 23-16,-9 0 5 0</inkml:trace>
  <inkml:trace contextRef="#ctx0" brushRef="#br0" timeOffset="48920.91">14198 6171 376 0,'-4'1'338'16,"-2"1"-6"-16,-11 2-31 0,-1-3-27 0,-4 3-2 16,0-1-13-16,1-1-45 0,-2 5-23 0,5-2 1 15,0 0-41-15,3 2-27 0,2-2-2 16,3 0-23-16,4 1-14 0,2-2 10 0,1 0-21 15,3-4-8-15,0 0-17 0,0 0-33 0,24 18-16 16,-6-13-10-16,3-1-16 0,2-1 6 0,1 1 6 16,-3-1-19-16,-2-2 12 0,-3 2 12 15,-4-2-6-15,2-1 7 0,-4 2 24 0,-1-1-1 16,-4 2 1-16,-1-2 12 0,1 3 5 16,-5-1 8-16,2 1-1 0,1 2-11 0,2 7 9 15,-2 3-18-15,-1-4-2 0,5 2 0 0,-2 3 4 16,1-2 5-16,10 1-5 0,-9-1 20 15,9-4-44-15,-1 0 10 0,7-1 21 0,-2-3-19 16,4-4 15-16,-2 0-13 0,1-3-13 16,-11 0 2-16,6 0 7 0,18-18-20 0,-11 8 20 15,-3-6-12-15,-2 1 12 0,-1-4-4 0,-2-4 10 16,2-3 1-16,0-2 0 0,0-7-1 0,-1-1 62 16,-2-4 21-16,-2-2 14 0,-2 1 18 15,1-3 19-15,-5 5 9 0,-2-2 21 16,0 1 0-16,-4 5 1 0,2-1-20 0,-4 5 39 15,0 14-19-15,0-3 4 0,0-3-10 16,0 1-26-16,-14-10-26 0,9 25-9 0,0 5-7 16,-2-1-10-16,-3 14-17 0,0 2 0 0,-3 6 4 15,4 5-20-15,4 6-3 0,0 8 0 0,0 3-11 16,3 5-40-16,2-21 0 0,0 16-106 16,13 57-107-16,-5-39 19 0,3-6-198 0,-2 0 33 15,-2-4 32-15,-2-3 28 0,-4-7-332 16,-1-6 51-16,0-18 50 0,0 7 38 0,0-1 37 15,-19 16-5-15,14-25 30 0,0-7 24 0,0-4 32 16,2-5 15-16,-1-2 3 0</inkml:trace>
  <inkml:trace contextRef="#ctx0" brushRef="#br0" timeOffset="49218.05">14589 6319 577 0,'-10'-19'576'0,"1"0"-69"0,0 1-56 0,3 2-39 15,0 1-49-15,4 3-42 0,2 5-41 0,19-12-38 16,2 6-23-16,5 6-26 0,8 2-41 0,5 1-25 15,7 1-41-15,-2 3-35 0,-22 0 1 16,13 0-16-16,2 0-12 0,41 14-15 0,-42-7-5 16,-4 1-12-16,-3-1 8 0,-2 3-13 15,-4 2 14-15,-1-3 8 0,-3 6-5 0,-2-3 47 16,-6 2 14-16,-3 1 28 0,-7 2 12 0,-1-9 15 16,0 4 9-16,-13 19 5 0,3-13-2 0,-4 1-15 15,4 2-15-15,-5-1-8 0,1 1-10 16,1-1-13-16,3 2-40 0,1-1-40 15,3-2-69-15,0 2 7 0,4-2-174 0,0-3-72 0,1-3 28 16,1-13 27-16,0 7 22 0,14 7 27 16,-8-13 18-16,1 2-299 0,12-2 39 0,-10-1-22 15,5 0 33-15,29-11 93 0,-18 0 3 16,0-1-1-16,1-5 45 0,-2-2 10 0</inkml:trace>
  <inkml:trace contextRef="#ctx0" brushRef="#br0" timeOffset="49374.23">15401 6269 1296 0,'-8'-29'525'15,"-2"6"-57"-15,0 1-53 0,-4-2-52 16,1 6-50-16,0-2-33 0,-4 3-27 0,3 0-56 16,0 4-65-16,4 5-93 0,1 4-6 0,7 4-124 15,2 0-48-15,0 5-88 0,6 0 21 0,11 7 20 16,3 3 16-16,7-3-288 0,-7 0 33 16,2-1 28-16,2 0 56 0,4 3 22 0,-5-4 24 15,6 0-10-15,-8 2 6 0</inkml:trace>
  <inkml:trace contextRef="#ctx0" brushRef="#br0" timeOffset="49840.75">15636 6290 467 0,'-5'0'476'0,"-1"0"-87"0,-11 5-56 16,-4 2 34-16,1-2-23 0,-1 3-55 16,1 2-6-16,1 1-44 0,3 1-20 0,-1 2-30 15,6 2-23-15,-2 1-3 0,5 1-21 16,4 0-18-16,4-9 1 0,0 3-17 0,0 1-15 15,23 15-14-15,-9-18 3 0,4 2-11 0,3-6-6 16,1-2-14-16,1-4-9 0,-11 0-14 16,7 0 8-16,27-19-16 0,-24 8 3 15,2-3 12-15,0 0-11 0,1-3-19 0,-4 1 9 0,-1 1 17 16,0-1 1-16,0 2 2 0,-3 2 17 16,-4 2 0-16,0-1-7 0,-4 5 2 0,-3 1-24 15,-2 3 6-15,0 0-5 0,-4 2 2 0,0 0-8 16,0 0-6-16,0 0 1 0,5 14 8 15,-5-9-9-15,0-1 10 0,4 3-6 0,-4 0 4 16,2 0-15-16,-1-2 6 0,1-1-4 16,2 1 5-16,5 7 4 0,1-3-4 0,0-1 1 15,5-2 0-15,-2-3-11 0,4-1 7 0,1-1-4 16,-9-1 0-16,5 0 2 0,1 0-10 16,0 0 2-16,-3 0 5 0,2 0-7 0,-4 0-2 15,-2 0 5-15,15 13 5 0,-9-5-4 16,-4 5-10-16,-1 1 12 0,1 1-1 0,-1 2 3 15,1 0-12-15,-1 3-35 0,6 1-67 0,3-4 8 16,-1-1-168-16,2 1 24 0,1-4-347 16,-1 1 56-16,0-2 40 0,-2-5 38 0,-2 0 31 15,-9-4 31-15,1-2 54 0,-7 0 25 0,0-1 21 16,0 0-23-16,-15 3 41 0</inkml:trace>
  <inkml:trace contextRef="#ctx0" brushRef="#br0" timeOffset="50012.12">15310 6965 838 0,'-26'9'624'0,"10"-4"-95"15,13-2-85-15,10 1-77 0,11-1-70 0,12 1-85 16,7-1-73-16,9 1-15 0,12 0-149 0,2-1-97 16,8-2 10-16,2 2-347 0,5-1 33 15,-2-2 30-15,-35 0 25 0,19 0 47 0,73-17 11 16,-59 9 9-16,2-5 24 0</inkml:trace>
  <inkml:trace contextRef="#ctx0" brushRef="#br0" timeOffset="52296.86">4224 7570 504 0,'0'0'293'0,"0"-12"-48"0,0 12-31 16,8-23-23-16,-13 20-25 0,2 2 5 15,-3 1-10-15,-9 5 9 0,-2 8-1 16,4 1 0-16,-7 5-21 0,2 1 6 0,-1 3-10 16,3 1-23-16,1 1 10 0,0 1-12 0,0 0 17 15,4 0-25-15,1 0-9 0,6 3-2 0,2-1-1 16,2-14 4-16,11 26 0 0,3-21-8 16,4 1-1-16,5-3-8 0,5-5-5 0,2-3-8 15,7-1-8-15,5-1-2 0,1-6 2 0,-20-1-14 16,13 0-2-16,45-13-5 0,-38 2 1 15,2-2-4-15,-7-4 6 0,-2-1-11 0,-4-6 3 16,-5-2 5-16,-4-4-16 0,-4-3-14 0,-7-3 16 16,-9 0-11-16,-1 0 3 0,-2 18-4 15,-12-36-7-15,-2 26-1 0,-3-1-8 0,-2 2 6 16,-5 6 8-16,-3 1-13 0,-1 3 1 0,-2 6-27 16,-2 0-22-16,1 4 4 0,1 0-52 15,-4 5-46-15,18 2-33 0,-5 0-35 0,-19 15-35 16,20-6 21-16,7 1-233 0,4 0-32 15,9-5 58-15,0-5 11 0,0 0 47 0,15 15 9 16,9-5 7-16,5-4 16 0,1-2 11 0</inkml:trace>
  <inkml:trace contextRef="#ctx0" brushRef="#br0" timeOffset="52733.52">5725 7369 567 0,'2'1'381'0,"-4"3"-64"0,-11 7-66 0,-8 4 3 0,-3 0-39 15,-7 5-47-15,-5 3-16 0,-4 1-7 16,-2 1 1-16,3-1-38 0,-1 1-11 0,4-3-11 16,2 2-7-16,4-1-16 0,5-5 29 0,2 0-19 15,3-1-16-15,5 0 15 0,-1-2 9 16,5 0 7-16,7 1-10 0,3-5-7 0,1-5 48 16,19 14-14-16,-1-8 9 0,3 5-22 0,0-7-18 15,6 3 14-15,1-2-11 0,3 1-17 16,1 0-13-16,4 5 3 0,0-4-12 0,3 0-9 15,0 3 9-15,2-1 2 0,-3-3-17 0,0 6-4 16,-1-4-6-16,-2 2 1 0,-2 0-2 0,-3-2-57 16,-4-1-61-16,0 2-36 0,-7 1-38 15,-1-3-61-15,0 1 23 0,-7 0-205 0,-4-4-42 16,-1-1 54-16,-2-2-8 0,-4-1 27 16,0-6 25-16,0 0 22 0,0 0 9 0,0 0 39 0</inkml:trace>
  <inkml:trace contextRef="#ctx0" brushRef="#br0" timeOffset="52996.05">5195 8257 484 0,'-37'0'559'0,"20"0"-73"0,-8 0-67 0,-1 0-48 15,2 0-46-15,4 0-43 0,7 0-18 16,6 0-6-16,3 3-25 0,20 1-25 0,10 1-8 15,6 0-22-15,9 0-21 0,5 6-24 0,7 0-3 16,0 2-14-16,1-3-35 0,1 2-28 0,-1 1-21 16,-1-1-37-16,-6 1 1 0,1-2-87 15,-2 2-47-15,-6-1-46 0,-3-3-42 0,0 1 22 16,-6-1-305-16,-5-2 18 0,2-1 35 16,-2-1 33-16,-3-4 50 0,-11-1 22 0,4 0 25 15,25-12 3-15,-15 3 9 0</inkml:trace>
  <inkml:trace contextRef="#ctx0" brushRef="#br0" timeOffset="53795.57">7125 7438 706 0,'0'0'206'0,"0"0"7"0,0 0-29 0,-25-20-16 16,13 20-3-16,-8 0-6 0,-28 10-4 15,16-2-4-15,4 1-14 0,-4 3 17 0,0 2-1 16,0 5-9-16,0-1 20 0,-1 2-19 15,5 2 43-15,1 3-10 0,0-1 1 0,6 0 4 0,0 2-10 16,3-3-4-16,3 3-12 0,2-2-8 16,5-1-9-16,1 3-8 0,6 0-15 0,1-15 7 15,11 24-6-15,3-14-14 0,12-2-7 16,4 0-16-16,9-5-6 0,4 1-1 0,2-1-14 16,1-5-28-16,0-2-51 0,-2-2-52 15,0 3 4-15,-2-4-147 0,2-3-59 0,-3 0 24 16,-22-1-321-16,8 0 68 0,1 0 26 0,32-14 34 15,-31 8 32-15,2 0 19 0,-4-1 44 16,2-2 24-16,-2 2 9 0,-1-1 13 0</inkml:trace>
  <inkml:trace contextRef="#ctx0" brushRef="#br0" timeOffset="54006.28">7636 7856 1135 0,'3'-3'361'0,"-2"3"-46"0,2 0-22 16,-1 0-4-16,0 0-30 0,-2 0-4 0,1 3-7 15,-4 1-30-15,3 1-18 0,0 2-6 0,-2 13-20 16,2-9-10-16,0 6-26 0,0 3-10 16,-7 30-17-16,7-37-5 0,0 9-17 0,0 4-50 15,0 1-55-15,0 2 0 0,11 23-120 16,-10-26-59-16,0-4 18 0,4-3-259 0,-5-2-43 16,3-7 22-16,-3-3 33 0,0-2 29 0,1-2 51 15,0-3 10-15,3-1 27 0,0-2 14 0,9-7 7 16</inkml:trace>
  <inkml:trace contextRef="#ctx0" brushRef="#br0" timeOffset="56199.11">8596 7524 413 0,'0'0'271'0,"0"0"-32"0,0 0-32 0,13-14-30 16,-13 14 4-16,19-20-21 0,-17 15-14 0,0 1-7 16,-1 1-9-16,3-1-2 0,-2-3-26 15,-1 4 12-15,1-3-10 0,-2 1 12 0,2 1-22 16,2-1-7-16,-4-1 7 0,1 3-5 0,-1-5-17 16,0 3-15-16,0 0 6 0,0-1-10 15,0 6 1-15,0 0 5 0,0-8-24 0,-17-9-6 16,5 8 4-16,-4 6-10 0,-2-1 12 15,9 4-12-15,-9 0 11 0,2 0 1 0,-25 9-22 16,22 1-4-16,-1-3 21 0,1 4-11 0,0-1-2 16,3-2-13-16,0 3 13 0,6-2-19 0,0 3 2 15,5-3 8-15,2-1-10 0,0 0-8 16,3-8 15-16,0 0 11 0,0 8-25 0,21 5-8 16,-7-6 30-16,2-2-22 0,1-3 0 0,1 2-2 15,-8-1 17-15,6 1-20 0,2 3 3 16,-3 3 3-16,-1 5 12 0,-1 2-12 0,2 5 3 15,-2 0 6-15,-2 6 7 0,-2 3 4 16,0 7 7-16,1 0-1 0,1 5 6 0,0 3 15 16,-2 4-11-16,1 0-5 0,-1 3 8 15,0-2 1-15,0 2-14 0,-1-4 17 0,0 1-22 16,-1-3 25-16,0-2-7 0,-7-6-19 0,0-20-5 16,0 8 6-16,0 2 18 0,-17 29 5 15,7-37-13-15,-3 1-3 0,-4-7 40 0,2-4 3 16,-2-3 11-16,-2-5-5 0,12-3-5 0,-18-11-5 15,10 1-9-15,1-7 3 0,2-8-7 16,3 1-3-16,4-4-10 0,0-4 3 0,5 15-3 16,0-15-15-16,10-41-18 0,2 30-29 15,1 2 0-15,3-2 2 0,5 1-38 0,-1 3 9 16,9 0 5-16,-1 0-29 0,2 0 8 0,4 1-18 16,4 0 5-16,0 2 1 0,2-2 8 15,1 3 7-15,2 1-12 0,-3-2 8 0,4 1 10 16,-4 2-1-16,-3-1 12 0,0 1 4 0,-5 4 8 15,1 0 22-15,-7 1 8 0,-3 6 5 0,-1 2 24 16,-6 0-10-16,2 2 10 0,-2 4 0 16,-2 3-11-16,-8 2 19 0,-1 2-11 0,-5 7-6 15,-2 0 19-15,2 3 2 0,-5 1 22 0,-8 12 8 16,-2-1-8-16,2 4 42 0,-4 5-4 16,2 1 8-16,-3 5 5 0,2 1 3 0,1 1-6 15,2 1-6-15,0-1 6 0,5 2-16 16,2-1 2-16,0-3-3 0,6 4 0 0,0-19-20 15,0 4 6-15,17 30-6 0,-5-28-5 0,3-2-6 16,2-2-4-16,1-3-2 0,5-2-7 16,2-3-12-16,-1-1 5 0,9-5-11 0,0-3-5 15,-17 0-16-15,28-11-10 0,-15 2-4 0,-1-4 2 16,-4-4-6-16,-1-3-9 0,4-2-1 16,-4 1 12-16,-4-2 0 0,-2-1-5 0,0 3 8 15,-4 0-5-15,1 1 13 0,-3 0 7 0,-1 5 2 16,-1 2 2-16,-4 5-5 0,0 0-2 15,-1 2-3-15,-3 3-3 0,-1 3 6 0,-1 3 17 16,-2 1 9-16,-4 9 7 0,-4 1-8 0,4 4 7 16,-2 0 6-16,3 4-11 0,0 0 9 0,2-1 3 15,3 4-7-15,1-15-2 0,0 7 2 16,0 1-11-16,15 22 4 0,-4-20-6 16,0-1 0-16,3-7-2 0,-2 2 10 0,3 0-11 0,-2-4-10 15,1-4 13-15,2-4 2 0,-1-1-5 16,-15-1-2-16,14 0-6 0,17-18-8 15,-11 4-1-15,-2-2-9 0,1 0 7 0,-3 0-6 16,1-4 3-16,1 5 6 0,-3-3-7 0,2 3 8 16,-6 1-8-16,0 1-5 0,-2 5-5 0,-4 1 9 15,0 4 0-15,-5 2-4 0,0 1 11 16,0 0 11-16,0 0 0 0,4 11 1 0,-4-4 2 16,-4 10-3-16,4-9-3 0,0 6 1 15,-5 22 7-15,5-15-2 0,0 1-35 0,-3 3-32 16,3-13-47-16,0 8 8 0,0 4-151 0,0-1-35 15,0 3-47-15,-9 22 28 0,4-32 31 0,1-2-292 16,0-4 42-16,4-5 46 0,0-5 47 16,2-2 33-16,2-1 27 0,3-12 15 0,5-3 55 15,3-7 14-15,5-5-66 0</inkml:trace>
  <inkml:trace contextRef="#ctx0" brushRef="#br0" timeOffset="56394.6">10441 7686 280 0,'20'-12'426'0,"0"7"-39"0,-10 5-54 0,-10 0-7 15,23 13-44-15,-18 1 17 0,0 4-29 16,-2 3-21-16,-3 4-2 0,0-11-32 0,0 7-31 16,0 6-8-16,0 1-24 0,-15 30-10 15,8-26-15-15,-3 2-14 0,-2 0-48 0,-4 0-36 16,-4-2-10-16,0-2-2 0,-3 2-103 0,-3-4-33 16,-2-3-33-16,-2 0-67 0,-1-4 20 0,-4-2-263 15,1-5 35-15,4-3 12 0,0-4 30 16,3-5 25-16,14-2 57 0,-1 0-8 0,-9-14 9 15</inkml:trace>
  <inkml:trace contextRef="#ctx0" brushRef="#br0" timeOffset="56938.63">11885 7595 748 0,'6'-8'354'0,"-2"3"-46"0,-4 1-47 16,0 2-31-16,0 3-23 0,-8 4 6 0,-5 3 14 16,-7 4-32-16,-5 6-23 0,-8 1-22 0,1 2-27 15,-8 2 8-15,-2 2-23 0,0-1-27 16,-4 0 1-16,1-5-8 0,4 3-6 0,2-3-9 15,4-3 22-15,3 0-11 0,5-6-19 16,3 2-6-16,2 0 18 0,2-3-14 0,6-1 8 16,1 1-8-16,8 0 1 0,5-1 8 15,0-8 14-15,20 20 4 0,-3-12-23 0,4 5-9 16,4 1 4-16,2 1 10 0,0 1-13 0,7 1-5 16,-1 2 3-16,1 0-11 0,3 4-13 15,1-2 8-15,4 2 9 0,-3 1-21 0,-1 1-36 16,-2 0 3-16,1 1-114 0,-4-2-64 15,-4-1-61-15,0-2 24 0,-7-2-273 0,-1-2 44 16,-7-2 11-16,-1-2 32 0,-9-4 29 0,-2-2 36 16,-2-7 24-16,0 0 6 0,-15 7 15 15</inkml:trace>
  <inkml:trace contextRef="#ctx0" brushRef="#br0" timeOffset="57115.14">11540 8332 685 0,'-32'-5'346'0,"18"5"-30"16,-25-6-22-16,17 3-32 0,3 0-19 0,6 2-16 15,4 1-26-15,9 0-27 0,0 0 0 16,-13 10-32-16,22 1-14 0,7 5-16 0,5-1-10 16,7 4-10-16,6 0-36 0,4 1-40 15,5 1-48-15,-3-1-54 0,0 2-60 0,-1-1 12 16,-4-3-157-16,-2-1-142 0,-4-3 57 16,-3 3 1-16,-4-8 31 0,0-1 37 0,-10 5 15 15,1-8-61-15</inkml:trace>
  <inkml:trace contextRef="#ctx0" brushRef="#br0" timeOffset="58072.65">12636 7736 217 0,'-3'-1'419'0,"0"1"-57"0,1-2-69 16,0 2-2-16,-3 0-11 0,1 0-29 0,1 2-9 16,1-2-30-16,-2-2-9 0,1 2 3 15,-2 0-26-15,3 0-6 0,0-1-2 16,0 1-29-16,2 1-13 0,0-2-23 0,1 2-6 16,2-1-3-16,4 0-13 0,1 0-10 15,16-1-1-15,-12 1-15 0,7 0-19 0,2 0-8 16,30-11-24-16,-25 8-2 0,2-4-54 0,-1 2 6 15,-3-2-3-15,0-1-7 0,-5-1 12 16,0-1-1-16,-2-2-18 0,-4-3 9 0,-2 1-2 16,2-1 0-16,-5 1 23 0,-1-5 4 0,-3 1-14 15,-3 1 7-15,-1 1 19 0,0 3 5 16,0 13 0-16,0-12 10 0,0-3 8 0,-10-10 9 16,7 15 5-16,1 2 2 0,-3 1 18 15,2 1-4-15,2 2 3 0,-2-1 1 0,3 2-7 16,-3-1-18-16,2 4 8 0,-1 0-14 0,0 0 0 15,-1 2 26-15,-3 2 13 0,-4 8 0 0,-1 4 4 16,0 5 26-16,0 1-3 0,2 5 16 16,0-3-9-16,0 4 10 0,2 2 5 0,1 0-5 15,-4 4-9-15,3 3 20 0,0-2-11 0,1 1-7 16,2 3-10-16,0 1 1 0,-2 0-9 16,6 2-5-16,-4-1-5 0,3-1 0 0,-1 1-4 15,2-21-15-15,0 10-9 0,0 8-36 16,0 0-39-16,0 1-53 0,0 0 9 0,0-1-121 15,-11 41-44-15,2-44-54 0,-5-1 27 0,-10 0-303 16,0-4 75-16,3-2 25 0,-7-3 55 0,3-4-7 16,0-6 36-16,3-1 45 0,2-2 27 15,-1-7 15-15,10-5 20 0</inkml:trace>
  <inkml:trace contextRef="#ctx0" brushRef="#br0" timeOffset="58267.65">12452 8299 1002 0,'-6'-25'395'0,"6"13"-26"16,0-8-20-16,0-6-39 0,0 2-42 0,12-24-13 16,-4 28-35-16,6 0-23 0,3 2-32 0,5 1-16 15,3 2-18-15,1 1-48 0,4-1-8 16,0 3-75-16,6-1-40 0,0 2-44 0,0 0-28 16,1 2-37-16,3 1-40 0,1 1 16 0,-3-2-173 15,3-1-90-15,-1 0 42 0,-4 2 29 16,4-1 23-16,-1-2 22 0,-2-1 41 0,0-1-24 15</inkml:trace>
  <inkml:trace contextRef="#ctx0" brushRef="#br0" timeOffset="58908.34">13619 7599 445 0,'-16'4'282'0,"0"3"-18"16,-3 1-26-16,3 6-5 0,-3-1-6 0,0 0 6 16,0 3 17-16,0 2-25 0,3 1-26 0,0-2 15 15,2 4-10-15,-2-2-29 0,5 3-8 16,1 0-17-16,-1 5-22 0,4 2 13 0,5-3-18 16,2-13-3-16,0 5-19 0,18 27-15 15,-7-23 5-15,3 1-25 0,7-3-3 0,0-4 13 16,2-1-35-16,-1-3-17 0,7-4-24 0,-2 1 0 15,1-8-22-15,-16-1 6 0,7 0-30 16,23-18-11-16,-18 6 17 0,-4-3-8 0,0-1 3 16,-1-4 13-16,-4-3-7 0,-1 0 0 0,5-1 9 15,-3-2 21-15,-1 1 28 0,-3 3 3 16,2 0 6-16,-3 1-2 0,-3 2 50 16,2 2-4-16,-4 5-6 0,2-1-7 0,-5 6-13 15,1 2-15-15,-3 4-1 0,-1 1 11 0,0 3-1 16,-1 2 21-16,-1-1-8 0,-2 12 6 0,1 2 4 15,1 2 1-15,0 2-6 0,2 0-2 16,0-11-4-16,0 7-5 0,0 3 1 0,14 24 0 16,-8-22-16-16,6 0 6 0,-2-2-6 15,0-4 1-15,2 0-7 0,1-4 11 0,0-2-10 16,3-1-8-16,3-7-3 0,-5-1-5 0,-3-2-18 16,5 0-1-16,22-22 0 0,-22 8-13 15,7-3-3-15,0-1 1 0,-4-1-4 0,0-1 13 16,4 0-4-16,-6 3 0 0,2-1 12 0,-4 3 6 15,-2 2 9-15,0 3 7 0,-2-1-10 16,-3 7-5-16,-4-2 3 0,-2 5 16 0,-2 1 6 16,0 0 1-16,0 0-1 0,2 16 1 0,-2-10-2 15,-3 13-7-15,3-10 4 0,-7 27 0 16,6-11-18-16,1 0-62 0,0-11-45 16,0 8 11-16,0 0-101 0,0 2-35 0,0-1-35 15,0-1 23-15,0-4-182 0,0-3-96 0,0-4 55 16,0-4 21-16,0-7 36 0,-10 6 29 15,11-9 24-15,3-4 25 0,2-13 14 0,4-4 12 16</inkml:trace>
  <inkml:trace contextRef="#ctx0" brushRef="#br0" timeOffset="59098.81">14695 7726 711 0,'23'-8'315'0,"-5"8"-22"0,-9 0-37 0,14 14-16 15,-11-1-33-15,0 3-30 0,-3 8-3 0,0 5-7 16,-5-1-33-16,2 4-10 0,-2-1-7 15,-2 3-4-15,-2-19-24 0,0 11-4 0,-12 34 0 16,1-26-19-16,-5-1-37 0,-3-2-18 16,-5-1-34-16,-3-1-33 0,-4-2-37 0,-3 1 8 15,-1-8-194-15,-1-1-135 0,2-1 29 0,2-2-24 16,-5-6 25-16,5-3 70 0,5-2 3 16,8-3 19-16</inkml:trace>
  <inkml:trace contextRef="#ctx0" brushRef="#br0" timeOffset="59640.38">16173 7666 430 0,'13'-13'374'0,"-5"7"-76"0,-2 2-35 16,-3 1-24-16,0 3 6 0,-1 3-30 16,-4 1-2-16,-5 9-24 0,-8 7-7 15,-6-1-42-15,-7 0-12 0,-4 4-24 0,-6 0 0 16,-1-1-2-16,-2 0-8 0,-3 1-8 0,2-4 2 16,5-1-9-16,0-1-8 0,3-3 9 15,3 0-9-15,3-2-7 0,5-2-6 0,-4 0 22 16,8 2-21-16,4-4 5 0,2-1-18 0,5 1 15 15,8 2 14-15,0-10-2 0,11 25-14 16,2-11 15-16,6 1-9 0,2 2-12 0,9 3-4 16,1-1 7-16,5 3-14 0,0 0-3 15,5 2-7-15,2 1-11 0,1 1-21 0,1 1-2 16,-2 1-86-16,-2-1-47 0,0 0-54 0,-5-1-53 16,-5-4 22-16,-1 1-294 0,-7-3 59 15,-1 0 24-15,-6-3 31 0,-3-3-17 0,-9-3 25 16,-3-2 102-16,-1-9-44 0,-14 16 17 15</inkml:trace>
  <inkml:trace contextRef="#ctx0" brushRef="#br0" timeOffset="59819.74">15930 8516 247 0,'-24'-3'477'0,"1"-2"-59"16,5 4-68-16,5 0-28 0,2-3-41 0,2 3 3 16,3 1-60-16,6 0-23 0,0 0-13 0,0 0-17 15,-7 12-20-15,20 1-11 0,4 3 0 16,5 2-22-16,6-3-36 0,8 5-8 0,2 0-82 15,2 0-28-15,4-1-46 0,-4 1-51 0,0-2-46 16,-1-3 18-16,1 2-305 0,-4-2 34 16,-1 0 14-16,-3-7 27 0,-2 2 24 0,0-2 20 15,-2-1 57-15</inkml:trace>
  <inkml:trace contextRef="#ctx0" brushRef="#br0" timeOffset="60413.66">17559 7790 634 0,'-10'-9'245'0,"-5"-4"-21"0,-1 5-8 0,-6 0-17 16,0 0-6-16,-1 1-32 0,-1 5 21 0,-6 0-30 15,15 2 14-15,-9 0-19 0,-26 14 8 16,22-5 6-16,0 1-21 0,0 2 12 0,1 0-15 15,-1 5 11-15,4-2 21 0,-2 4-9 0,4 0-5 16,2 3-21-16,3 1 2 0,3 3 2 16,5 0-10-16,4-1-9 0,3 6-11 15,2-16-3-15,11 26-13 0,2-14-3 0,7-1-6 0,7 0-12 16,5-3-9-16,4-1-19 0,2-1-27 16,7-4-42-16,-2-2 1 0,2-1-109 15,-4-2-51-15,-4-7-50 0,-1 1-50 0,2 0 29 0,-3-5-255 16,-19-1 40-16,7 0 31 0,22-13 37 15,-27 5 28-15,1 0 27 0,-6-3 23 0,0 4 3 16,-4-3 13-16</inkml:trace>
  <inkml:trace contextRef="#ctx0" brushRef="#br0" timeOffset="60688.14">17803 8145 836 0,'9'-1'273'0,"-2"3"-6"0,10 3-36 15,-2 1-11-15,-1 2-7 0,-2 6-24 0,-6 1 1 16,3 2-31-16,-4 3-19 0,-3 2 19 15,-2-10-35-15,0 4 14 0,-19 27-50 0,7-23 6 16,-3 1 2-16,-5 2 2 0,-1-4-10 0,-1-2 28 16,0 0-13-16,3-1-8 0,-4 0 4 15,5-3-1-15,-1 0-20 0,9-4-9 0,-2-2 33 16,6 1-14-16,3-5 1 0,3-3-29 16,0 0 13-16,18 8-18 0,5-6-13 0,3 0-5 15,9 0-39-15,0-2-27 0,2 0 2 16,4 0-68-16,6 0-14 0,-21 0-36 0,11 0-20 0,10 0-52 15,4 0 20-15,-1 0-253 0,49-14 34 16,-56 7 32-16,-4-1 29 0,0-2 25 0,-4-1-21 16,-2 2 25-16,0-4 13 0,-1-2 22 15</inkml:trace>
  <inkml:trace contextRef="#ctx0" brushRef="#br0" timeOffset="61495.3">18768 7903 502 0,'2'-1'205'0,"0"-2"-5"0,0 3-19 0,2-2-15 15,-1 0-17-15,-1 1 5 0,1-1-6 0,-1 1-6 16,0-1-6-16,1-1-16 0,1 2-19 0,-2-1 1 15,0 1 5-15,1-2-19 0,-1 0 0 16,3-1-10-16,-2 0-5 0,1 1 2 0,1-1-5 16,4-7-1-16,1 2 3 0,-5 0 14 15,4-2-7-15,-1-2-1 0,-2 5-12 0,-3-3-12 16,1-3 5-16,-2-3 4 0,3 4 5 0,-5 0-24 16,0 13-2-16,0-10 1 0,0-4 0 15,-15-12-19-15,6 14-5 0,-4 3-3 0,-1 0 6 16,-4 7-5-16,0-3-2 0,0 5 1 0,7 0-18 15,-20 12 6-15,9-2 23 0,3 4-28 0,4 4 4 16,0 1 3-16,1 3 15 0,5 3-17 16,2 0-12-16,4 5 22 0,3-14-10 0,0 8 13 15,13 33 3-15,-2-20-9 0,3 1-8 16,2 3 13-16,3 7-18 0,3-1 13 0,0-2-10 16,0 3 13-16,-1-2 2 0,-4-4 19 0,-3-2 1 15,-2-1-7-15,-5-5-2 0,-7-20 26 16,0 9 19-16,-16 24-1 0,2-27-15 0,-6-1 10 15,-4-3-8-15,-5-3-5 0,-3-5-11 0,-3-4-4 16,-6 0 2-16,2-4-9 0,20 0-20 16,-11 0-18-16,-2 0-18 0,-34-9 1 0,34 2-90 15,6-3-25-15,6 2-54 0,10-5 19 0,6 1-227 16,4 4-74-16,23-20 27 0,-8 10 12 16,8-3 45-16,4-2 25 0,4 0 24 0,2 1 21 15,3-5 10-15,5 1 0 0</inkml:trace>
  <inkml:trace contextRef="#ctx0" brushRef="#br0" timeOffset="62063.81">19424 7850 254 0,'12'-20'484'0,"3"-3"-73"0,-4 5-62 16,-6 2-39-16,-1 3-33 0,-4 13-34 0,0-8-1 15,-18 0-8-15,9 8-6 0,-13 5-20 0,1 4-11 16,-4 1-6-16,4 7-4 0,0-1-10 15,2 5-10-15,0 2-18 0,2 3-13 0,2 0-12 0,5 1-3 16,4 3-12-16,3 2-8 0,3-18-12 16,11 35-3-16,2-16-7 0,7-3-13 0,5-1-7 15,3-5-4-15,2 3-3 0,1-8-9 16,2-2-22-16,3-6-17 0,-2-5 0 0,-1-4-33 16,-17-2 0-16,5 0-7 0,35-21-15 0,-27 3-5 15,-3-3-5-15,2-5 6 0,0-3 22 16,-4 1-10-16,-4 0 4 0,4 1 8 0,-7 3 24 15,-3 2 16-15,1 1 16 0,-2 3-11 16,0 3 9-16,-6 4-11 0,-4 4 2 0,-3 7 5 16,-5 0 18-16,-5 9 4 0,-1 0 10 0,0 6-10 15,-2 3 11-15,3 3 10 0,-3 4-4 16,5 2-17-16,1 0 5 0,4 2 3 0,3-16-5 16,0 11 0-16,10 25-13 0,-2-26 6 0,3 0-5 15,0-2 2-15,3-4 1 0,2-2-6 16,5-2-5-16,-2-5-4 0,7-4-2 0,-3-3 2 15,-8-1-4-15,23-9 1 0,-13-3-11 0,4 1 14 16,-1-5-4-16,2-1-6 0,-2 0-2 0,0 3-9 16,-5 1 6-16,0 0-7 0,-4 3 11 15,-1 2-16-15,-5-1 7 0,-3 8 4 0,-4 0-2 16,-6 1-11-16,7 11 12 0,-6-3-6 0,-2 13 6 16,1-9 5-16,0 4 4 0,-9 31 1 15,1-20-39-15,-1-1-42 0,1 0-58 0,1 4 12 16,3-5-125-16,-6-1-38 0,3-3-45 15,5-7 30-15,-2-4-267 0,0-5 44 0,3-4 50 16,1-1 27-16,1-5 32 0,5-6 27 0,0-8 25 16,3-3 25-16,6-4 16 0,4-4-15 15</inkml:trace>
  <inkml:trace contextRef="#ctx0" brushRef="#br0" timeOffset="62257.7">20708 8032 835 0,'31'-10'353'0,"0"3"-18"0,-18 7-11 16,6 0-42-16,18 18 44 0,-22 2-9 0,-2 2-18 15,-4 6 0-15,-3 5-18 0,1 4-28 0,-7 5-17 16,0-19-27-16,-13 48-14 0,-1-25-18 16,-7-1-25-16,-8 1-10 0,-6-2-32 0,-6-3-46 15,-7 2-35-15,-9-2-75 0,-1 1 6 0,-10-1-143 16,-2-3-69-16,-5 1 22 0,3-3-317 16,-2-3 43-16,1-6 28 0,1-7 35 0,1 1 28 15,5-3 47-15,2-8 24 0,7-4 22 16,5-2 58-16,1 0 7 0</inkml:trace>
  <inkml:trace contextRef="#ctx0" brushRef="#br0" timeOffset="64355.71">4476 9031 491 0,'-19'0'228'0,"-23"11"7"0,20 8-9 16,-1 1-3-16,1 5 3 0,0 2-21 15,0 4 19-15,4-1-40 0,1 2 9 16,3-1-37-16,2-1 11 0,5-1-18 0,1 1-17 15,3 2-14-15,3-18 37 0,0 8 7 0,21 21-40 16,-4-22 15-16,3-3-18 0,1 1-15 0,8-4 0 16,1-1-17-16,4-9-8 0,2-1-6 15,1-2-2-15,-20-2-2 0,10 0 7 16,33-15-7-16,-30 5-1 0,-4-2 3 0,0-3-16 16,-5-3-1-16,-2-3-6 0,-4-3-13 0,-5-2-6 15,-3 0 5-15,-4-5-3 0,-3 17-9 16,0-7 6-16,-15-23-15 0,2 20 8 0,-1 3-16 15,-9 3-16-15,3 3-18 0,-6 1-4 0,-6 4-9 16,1 3 4-16,0 0-63 0,1 3-17 0,-6 3-21 16,4 0-38-16,20 1-34 0,-7 0-33 15,-15 13 22-15,21-6-207 0,9-1 32 0,2 1 31 16,7-3-44-16,1-4 30 0,15 3 19 16,6-2 43-16,-12-1 14 0,9 0 10 0</inkml:trace>
  <inkml:trace contextRef="#ctx0" brushRef="#br0" timeOffset="64755.77">5793 8931 666 0,'13'-16'395'0,"-6"5"-70"15,0 4-45-15,-4 0-29 0,-7 6-47 16,0 2-19-16,-15 6-19 0,-5 2-19 0,0 2-8 16,-4 7-16-16,-4 1-8 0,-4 3-17 0,-4 3-21 15,4 0 8-15,-3 0-9 0,2-2 14 0,0 2-24 16,4-2-5-16,2-2-13 0,5 0-2 16,1-1-2-16,5-1 8 0,1-3-23 0,4 3 12 15,2 2 24-15,6 1-9 0,4-3-5 16,3-9 11-16,17 19 2 0,-2-7-14 15,5-3 5-15,3 0-4 0,2 3 0 0,5 0-6 16,0-1-1-16,0 0-22 0,5 0 14 0,-3 3-17 16,2-2 21-16,1 1-22 0,0-1 13 0,1 3-14 15,-3-5-3-15,-2 2-96 0,-1-1-23 16,-3-1-43-16,-1-2-50 0,-3-1 17 0,-5 0-211 16,1 0-88-16,-3-4 58 0,-8 0 12 15,-4-3 29-15,-4-2 25 0,0-8 25 0,0 0 14 16,0 0-7-16</inkml:trace>
  <inkml:trace contextRef="#ctx0" brushRef="#br0" timeOffset="65013.92">5314 9893 602 0,'-35'0'454'16,"21"0"-76"-16,-10 0-59 0,3 0-58 0,-20 10 2 15,26-3-37-15,5-2-27 0,6 2 37 16,4 0-17-16,13 5-32 0,9 0-7 0,6-2-6 15,8-2-26-15,6 2-26 0,4 2-3 0,1-3-12 16,5 1-3-16,-2 1-34 0,1-3-30 16,-3 4-4-16,-4-3-58 0,-5-1-8 0,-5 1-38 15,-4-2-17-15,-2 1-4 0,-3-1 2 16,-8 1-12-16,0-1-11 0,-5 1-17 0,-7-4-15 16,-2 0-36-16,-2 2 16 0,2-4-93 0,-3-2-124 15,0 0 29-15,0 0-64 0,-12 5 26 16,9-8 59-16,-2 1 42 0,5 0-16 0</inkml:trace>
  <inkml:trace contextRef="#ctx0" brushRef="#br0" timeOffset="66142.52">7455 9253 679 0,'0'-15'247'0,"0"15"-25"16,0-13-20-16,20-6-1 0,-25 16-14 16,-6-7-22-16,-2 3-14 0,-4 3-8 0,2 3-10 15,4 1-8-15,-4 0 4 0,-22 16-10 0,13-6 24 16,1 2-12-16,-1 4 12 0,2 2-17 16,-2 3 37-16,1 0-7 0,0 3 14 0,4 0-26 15,3 2 13-15,2 2-15 0,1-1-6 0,4 4-8 16,4-2 3-16,3 1-19 0,2-14-17 15,11 27 5-15,2-15-7 0,6 0-12 0,4-1-10 16,5-4 0-16,2-1-6 0,4-2-8 0,3-2-11 16,-1-2 2-16,1-2-15 0,-5-3-21 15,0 0-25-15,-4-2-28 0,2-2-32 16,-2 0 5-16,-3-6-120 0,-15-1-47 0,3 0 22 16,15-12-268-16,-17 4 43 0,-1-3 33 0,-1-1 31 15,0-3 31-15,1 1-51 0,0-5 27 16,4 4 24-16,0 3 15 0,2 0 18 0,0 3 8 15</inkml:trace>
  <inkml:trace contextRef="#ctx0" brushRef="#br0" timeOffset="66355.6">7986 9639 832 0,'3'0'484'0,"0"-2"-62"0,-1-1-13 0,1-1-27 15,-1-2-25-15,0 4-30 0,-1-4-31 16,0 2-34-16,2-1-38 0,-3 2-9 0,2-3-37 15,-2 4-10-15,-1-1-24 0,1 3-33 0,0 0-54 16,0-7-62-16,0 7 0 0,0-8-97 16,0 8-67-16,0 0-43 0,0-7 21 0,0 7-267 15,0-7-41-15,0 7 43 0,0-9 42 0,0 3 28 16,0 6 25-16,4-23 27 0,3 15 20 0,0 1 12 16,-1 2 9-16</inkml:trace>
  <inkml:trace contextRef="#ctx0" brushRef="#br0" timeOffset="66681.92">7856 9800 275 0,'-5'3'424'0,"5"-3"-46"0,-4 3-37 16,3-2-44-16,0 2 14 0,-1-2-15 0,2 1-21 16,-2-1-40-16,2 0-35 0,-3 2-9 15,2 0 14-15,1 4-11 0,-3-3-26 0,3 3 13 16,-4 9-34-16,-2 0-10 0,2 2-10 0,-2 3-12 16,3-2-14-16,0 0-8 0,-1 3-8 15,0-3-28-15,0 1-49 0,3-1-3 0,-3 3-128 16,1 0-50-16,-2-1-48 0,3 0 21 0,-5 1-230 15,0-4 36-15,0-3 29 0,2-3-58 16,3-7 31-16,0 2 27 0,2-5 23 0,0-2 26 16,2-2 33-16,0 1-45 0</inkml:trace>
  <inkml:trace contextRef="#ctx0" brushRef="#br0" timeOffset="67199.45">8308 9315 445 0,'4'-18'386'0,"1"4"-42"0,-1 3-29 0,-2 3-11 15,2 3-44-15,-3-2-33 0,0 4-18 0,0 1-35 16,-1 1-12-16,2 2-17 0,-2 4 61 15,0 0 0-15,-2 13-9 0,2-7-3 0,-9 24-7 16,-1-9-10-16,7 3-7 0,-3 1-8 0,4-1-13 16,0 5-20-16,2 0-9 0,0-18-2 15,0 9-13-15,0 2-4 0,16 26-20 0,-9-26-1 16,1-5-9-16,-4 2-6 0,2-7 3 16,-2 2-13-16,3-5-4 0,-6-6 0 0,1-2 14 15,4-2-21-15,-6-4 3 0,0 0-12 0,19-17 2 16,-5 2-1-16,1-4 0 0,1-1-8 15,-1-4-2-15,4-1-13 0,1 2-1 0,-2-3-3 16,3 4 8-16,-1 1-7 0,-3 0-7 0,-1 4 8 16,-1 1-7-16,-1 2-2 0,-4 3 5 15,0 2 0-15,-1 2-9 0,-4 4 3 0,0 1 5 16,-1 2 3-16,-4 0 14 0,0 0-4 0,9 11 9 16,-1 2 0-16,-4 1-17 0,2 3 0 0,-3 5 17 15,0 0-21-15,3 4-10 0,-1 1-31 16,0-1-47-16,1 6-39 0,1-5 11 0,-2 0-163 15,1 2-57-15,0-3 30 0,-1-2-298 16,1 0 45-16,-3-9 44 0,5-1 56 0,0-4 44 16,-1 1-9-16,6-5 50 0,5-1 23 0,5 0 24 15,5-5 26-15,2 2 7 0</inkml:trace>
  <inkml:trace contextRef="#ctx0" brushRef="#br0" timeOffset="67907.73">10279 9339 412 0,'10'-3'401'0,"-3"3"-73"0,-7 3-43 16,-2 0-31-16,-12 8-44 0,-6-1-19 0,-1 2-27 16,-8 3-6-16,-1 1-5 0,0 1-30 15,-5-1-11-15,2 0-6 0,-2 0-4 0,2-1-4 16,2 2 15-16,3-6-31 0,4 3-4 16,1 0-17-16,0-3 11 0,3 0 5 0,3 6-17 15,3-4 15-15,7 3-7 0,4 0 40 16,1-3 3-16,2-4-14 0,17 16 15 0,-3-6-21 15,4-1 2-15,-3-2-17 0,4 1 3 16,2 1-12-16,2 0 3 0,0 2 0 0,4-1-21 16,-1 0-9-16,-1 0-2 0,5 1 6 15,-5 0-8-15,3-2-6 0,-2 2-8 0,-1-1-40 0,-2 0 0 16,4 3-99-16,-7-5-42 0,2 0-55 16,-3-2-59-16,-1-1 25 0,-1 1 23 15,-7-1 19-15,-6 1 19 0,-4-15 17 0,0 5-282 16,0-5 32-16,-10 15 28 0,6-12 63 0,-1-2 22 15,0 2-48-15,0-4 10 0,-2-1 84 16</inkml:trace>
  <inkml:trace contextRef="#ctx0" brushRef="#br0" timeOffset="68116.17">9889 10118 710 0,'-32'0'434'0,"19"0"-12"0,-6 0-48 15,1 0-37-15,3 0-32 0,4 0-20 0,11 0-12 16,-10 7-22-16,23-1-19 0,5 2-24 15,8 2-23-15,4-1-25 0,3-1-16 0,2 2-9 16,6 3-13-16,-2-3-14 0,5-2-29 16,-2 3-45-16,2-2-46 0,-1 1 1 0,-2-1-113 15,-3 1-50-15,-1-1-18 0,-2 0 16 0,-6-3-194 16,3 1-120-16,-9 0 36 0,-1 0 10 16,1-4 29-16,-4 2 27 0,-1-3 22 0,1-1 18 15,-10-1 53-15</inkml:trace>
  <inkml:trace contextRef="#ctx0" brushRef="#br0" timeOffset="69727.58">10879 9465 840 0,'0'0'306'0,"0"-14"-48"0,0 14-25 16,0 0-33-16,0 0-14 0,0 0 4 16,0 0-3-16,0 0-7 0,-10 13-9 15,10-5-7-15,0 9-5 0,-10 26-18 0,6-14 8 16,4-1-2-16,0 0-35 0,0-15 5 0,0 10-1 16,0-1 3-16,12 28-16 0,-6-28-1 15,-1 0-11-15,3-4-7 0,-2-2-3 0,-2-4-26 16,1 1 13-16,-3-5-6 0,4-2 17 0,-6-1 9 15,4-5 1-15,-2 0-16 0,-2 0 5 16,0 0-12-16,24-15-10 0,-11 1 3 0,1-1-18 16,-1-4-2-16,1-3 1 0,0 0-9 15,0 2-2-15,-2-1 3 0,1 2-4 0,-1 0-3 16,-1 1-12-16,-1 5 1 0,0 0 3 0,-5 3-1 16,0 4 1-16,-2-1-19 0,0 3 12 0,-1 2-9 15,1-3 3-15,0 3-1 0,-3 2-5 0,3-3-4 16,-3 3 4-16,1 0-1 0,-1 0 6 15,0 0 5-15,0 0-22 0,0 11-8 0,-1-7-46 16,1-1 4-16,-3 3-97 0,-3 7-42 16,0-1-54-16,-2 0-51 0,-5-2 33 0,4-1-251 15,3-3 37-15,-2-2 26 0,1-1 73 0,0-2 28 16,3-1 24-16,4 0 25 0,0 0 18 0,-7 0-3 16,7 0 7-16</inkml:trace>
  <inkml:trace contextRef="#ctx0" brushRef="#br0" timeOffset="70165.89">10850 9593 464 0,'-23'-12'495'0,"5"2"-89"0,-2 3 4 0,1-2-8 15,1 1-30-15,1 1-27 0,4 2-24 16,3 2-25-16,2 1-34 0,3 0-32 16,0 0-23-16,1-1-22 0,2 3-20 0,-1 0-10 15,8 2-18-15,-1-1-17 0,13 3-2 0,6-2-24 16,5 5-1-16,1-2-20 0,6 2 6 15,3-2-13-15,3-1-14 0,1 0 7 0,-1 0-4 16,1-1-12-16,1 0-11 0,-3-1 6 0,-3 0-2 16,-5-2-8-16,2 3-9 0,-6-2 11 15,-4-1-7-15,-5 4 6 0,-11-4 7 0,1 0 1 16,0 0-5-16,-1 0-15 0,0 0 3 0,-8 0-4 16,6 0 9-16,-6 0 14 0,7 10 7 15,-8-4 7-15,-6 9 16 0,0 3-4 0,-3 3-3 16,-1 0-5-16,2 3 18 0,-4 1 16 0,3 2-8 15,-2-1-9-15,0 3 6 0,1 0-2 0,-2 2-16 16,1-2 1-16,3 3-10 0,-2-1-1 16,1-2-5-16,2 2-3 0,-1-1-7 15,0-1-7-15,4 0 2 0,-1-2-24 0,2 3 0 16,-4-2-82-16,4-3-39 0,-3-4-47 0,5 1-51 16,-3-4 20-16,1-7-167 0,1-1-43 15,0-6 37-15,3 0-273 0,-2-2 52 0,2-2 51 16,0 0 41-16,-2-9 3 0,5-10 34 15,1 2 30-15,3-4 26 0,-2-4 87 0,4 3-19 16,0 3 42-16</inkml:trace>
  <inkml:trace contextRef="#ctx0" brushRef="#br0" timeOffset="70391.7">10956 10014 1098 0,'-20'-8'463'0,"-1"3"-41"16,2-2-25-16,6 5-10 0,3-4-20 15,1 5-30-15,3-4-19 0,1 5-33 0,5-1-28 16,0-1-33-16,2 0-19 0,3-1-17 0,18-1-21 16,4 1-26-16,5 1 0 0,3 0-37 0,4 0-37 15,5-1-41-15,3 0-46 0,0 3-55 0,4-2 7 16,-2 0-143-16,-3-1-46 0,1 2 24 16,-5-3-257-16,-3-1 44 0,-2 1 35 15,-1-1-55-15,-6 0 33 0,-1-1 31 0,-4-3 36 16,4 2 4-16,-11-3 66 0,4 1 2 0,-4 1 3 15</inkml:trace>
  <inkml:trace contextRef="#ctx0" brushRef="#br0" timeOffset="70843.42">11770 9694 480 0,'-5'-5'491'0,"3"1"-58"16,0-1-64-16,-1 4-47 0,1-1-15 15,1 4 13-15,-2 1-5 0,1 0-18 0,0 3-26 16,-4 12-17-16,5 4-22 0,1 2-25 16,0 1-12-16,0-11-14 0,0 6-16 0,0 3-16 15,14 29-14-15,-8-29-27 0,3 2 8 16,2-3-24-16,-4-2-13 0,1-2 0 0,-2-3-1 16,2-1-13-16,-3-5-5 0,-4-1 1 0,3-1-11 15,-2-3-5-15,0-3 5 0,-2-1-1 0,0 0-11 16,10 0-9-16,11-24-4 0,-10 5-6 15,3 0-1-15,-2-3 10 0,2 2-3 0,0-9-23 16,0 4 14-16,-1 1-6 0,2 0-1 0,-3 2-4 16,1 1 13-16,0 1-9 0,-2 6-1 15,-2-1 11-15,0 1-7 0,-2 6-4 0,-4 1 2 16,1 3-5-16,-2 1 9 0,4 3-6 16,-4 0-1-16,-2 0-3 0,0 0 0 0,9 10 3 15,-7-5 13-15,4 12-6 0,-1 2 6 0,0 5-9 16,-3 0-9-16,3 3-7 0,-1 0-29 15,-2 2-35-15,0-1-46 0,-1 4 10 0,-1-1-138 16,0-14-52-16,0 6-52 0,0 3 30 0,0 0-288 16,-10 25 80-16,10-29 30 0,0-17 17 15,0 4 53-15,0-4 55 0,16 5 10 0,-11-12-9 16,5 2 25-16,9-8 9 0,0-2 46 16</inkml:trace>
  <inkml:trace contextRef="#ctx0" brushRef="#br0" timeOffset="71026.3">12392 9981 222 0,'7'-11'509'0,"-2"4"0"16,1 0-58-16,-2 2-53 0,3 2-47 0,1 0-42 16,7-3-23-16,6 3-24 0,3 3-38 15,6 0-11-15,-10 0-24 0,5 0-28 0,6 0-17 16,43 10-30-16,-33-3-66 0,5-1-4 0,-2-2-138 16,-1-2-72-16,-1 4 16 0,-2-4-265 15,-4 2 34-15,-2-4 31 0,-20 0-79 0,6 0 19 16,-1 0 46-16,-4 0 23 0,10-14 24 15,-21 11 12-15,-1 0-33 0</inkml:trace>
  <inkml:trace contextRef="#ctx0" brushRef="#br0" timeOffset="71262.66">12869 9710 359 0,'-18'-13'514'0,"4"-1"-104"15,3 2-23-15,0 4-28 0,-1 1-55 0,5-1-18 16,3 5-36-16,4 3-12 0,0 0-7 0,0 0-10 15,-17 15-5-15,10 0-29 0,1 4-12 16,4 1-18-16,-2 4-9 0,3 0-10 0,-1 3-16 16,2 2-13-16,0-17-13 0,0 12-7 15,0 0-50-15,0 5-54 0,11 25 3 0,-9-28-112 16,1-2-37-16,-3-3-62 0,0 2 24 0,0-14-203 16,0 2-106-16,0 0 39 0,0-1 15 15,0-3 31-15,0-7 58 0,14 14 43 0,-10-14 6 16,2-3-10-16,16-2 31 0</inkml:trace>
  <inkml:trace contextRef="#ctx0" brushRef="#br0" timeOffset="71627.02">13290 9772 296 0,'0'-7'435'0,"2"3"-83"0,-2 0-45 0,-2 2-25 16,0 1-35-16,1 2-37 0,-4 1-32 0,4 1 13 15,-8 9-9-15,2 3-42 0,2 4 13 16,3-2-47-16,2 4 6 0,0-11 1 0,0 5-11 16,12 26-21-16,-1-20 4 0,-2 4 0 0,1-2-8 15,1 0-8-15,3-4-7 0,-3 3 17 16,1 0 9-16,1-1-12 0,-1 1 4 0,-1-2-12 16,1 2 22-16,-1-3 17 0,-2-2-10 0,1-1 10 15,-4-1 10-15,-1-2-5 0,-1-4-2 16,1 1 0-16,-1-3 4 0,-4-7-6 15,0 0-7-15,0 9-4 0,0-4-11 0,-24 10-3 16,5-8-14-16,-6-2 4 0,-1-2-27 16,-5-2-30-16,-2-1-45 0,19 0-43 0,-12 0 7 15,-1 0-159-15,-33-11-73 0,28 8 28 0,3-2-318 16,6-6 47-16,2-2 37 0,7-4 49 16,5-5 34-16,3 3 19 0,6-5 13 0,0 10 57 15,10-26 44-15,-2 16-46 0,6-2 11 0</inkml:trace>
  <inkml:trace contextRef="#ctx0" brushRef="#br0" timeOffset="71781.57">13275 9772 317 0,'14'-21'485'0,"3"3"-86"0,-1 2-42 15,3 0-46-15,2 1-18 0,-1-1-17 0,10 4-38 16,2 2-24-16,2 1-22 0,5 2-22 0,-1 2-16 16,3 0-35-16,4 5-12 0,-4-3-107 15,1 1-76-15,-4 0-87 0,3-1 15 0,1 1-287 16,-6 2 30-16,0-2 29 0,-20 2 29 15,10 0 5-15,6 0 9 0,4 0 66 0,-2 0 11 16</inkml:trace>
  <inkml:trace contextRef="#ctx0" brushRef="#br0" timeOffset="72311.42">15155 9728 689 0,'0'-7'361'0,"0"2"-53"16,0 0-58-16,-5 3-20 0,0-1-27 0,-14 6-15 15,5-3-16-15,-29 11-6 0,9-3-26 16,-9 7-24-16,2-1-4 0,-5 3-1 0,-1 4-8 15,2-3-3-15,3 2-7 0,5-1 3 16,1-1 0-16,4 0-10 0,4-2 12 0,3-1-2 16,2-3-13-16,3 5 1 0,5-2 20 0,4 0 7 15,4 0-13-15,7-9 10 0,18 15-10 16,-4-5-15-16,4-2-9 0,7 0-4 0,3 2-2 16,4 5-1-16,3-4-17 0,3 4 4 0,2 1-23 15,-1 0-8-15,0 2-39 0,0 1 1 16,1-4-123-16,-6 3-41 0,-3-2-58 0,1 2 25 15,-3-4-208-15,-2-2 33 0,-6 0-104 16,-1-3 34-16,-6 1 55 0,-4-3 38 0,-10-4 32 16,0-9 14-16,0 8 17 0,0-1 5 15</inkml:trace>
  <inkml:trace contextRef="#ctx0" brushRef="#br0" timeOffset="72569.83">14667 10493 534 0,'-32'-1'429'0,"17"1"-35"0,-4 0-55 15,-18-9 9-15,24 7-18 0,1 2-36 16,12 0-21-16,0 0-3 0,-2 9-16 0,25-2-27 16,2 3-24-16,11 2-24 0,9 4-20 15,3 0-13-15,6 1-8 0,1 2-27 0,-1 2-2 16,-3-1-15-16,0 2-19 0,1-1-25 0,-8-2-16 16,-6 0-26-16,2-1-24 0,-10-2-21 0,-3-1 3 15,-7 0-33-15,0 2-24 0,-5-4 3 16,-5-1-16-16,-6-1-7 0,1-4-17 0,-5-1-14 15,2-2-10-15,-2-4-5 0,0 0-44 0,0 0 17 16,1 5-229-16,2-9-41 0,1 0 48 16,8-8 28-16,-2-3 24 0,3-4 23 0,1-2 32 15,0 1 8-15</inkml:trace>
  <inkml:trace contextRef="#ctx0" brushRef="#br0" timeOffset="72979.82">16413 9971 654 0,'-2'-7'334'16,"-2"3"-32"-16,-5-5-9 0,-9 3-28 0,-4 5-24 16,8 1 8-16,-7 0-28 0,-29 9 28 0,15 1-16 15,0-1-11-15,1 6-14 0,0 0-5 16,2 3-9-16,4 4-11 0,1 1-19 0,1-1-4 16,7 4-8-16,4-3-20 0,3 5-7 15,6 1-7-15,2 2-24 0,4-18-6 0,13 29-6 16,-2-15-1-16,6-5-9 0,2 0-10 0,7 0-12 15,-1-4-27-15,3-2-31 0,-1-2-44 16,4-2 4-16,0-1-128 0,-2-5-89 16,5-4 25-16,-3-1 21 0,-19-1 24 0,7 0-332 15,22-9 39-15,-25 2 38 0,0 1 41 0,-5 3 29 16,-2 0 25-16,-1-1 25 0,-3 2 43 16,1 2 12-16,-2-1 11 0</inkml:trace>
  <inkml:trace contextRef="#ctx0" brushRef="#br0" timeOffset="73301.89">16618 10395 483 0,'4'2'423'0,"3"-2"-51"15,-1 4-22-15,9 1-45 0,-4 4-40 0,-2 1 14 16,-5 0-12-16,-2-1-33 0,-2-1-15 16,-13 18-30-16,0-9 2 0,-2 0-16 0,-5-2-26 15,-3 2 6-15,-1-2-12 0,-2 0-14 0,1-1 1 16,2-1-14-16,0 1-8 0,1-3-4 15,5 0-16-15,-1-3 0 0,6 0 6 0,2-1 3 16,2-3-5-16,5 0 9 0,3-1-2 16,0-3-17-16,0 0-3 0,25 10-15 0,-6-5 4 15,8 1-17-15,6-4 6 0,-4 3-9 0,10-1-5 16,-1-2-13-16,4 1-15 0,1 0 0 0,1-3-15 16,-1 1-29-16,-23-1-14 0,10 0-37 15,3 0-47-15,38-11 13 0,-38 4-143 16,-4 2-88-16,1-6 32 0,-5 1-253 0,-3-1 44 15,-1-3 39-15,2-1 66 0,-7-3 8 0,1 1 7 16,-4-2 42-16,3-1 33 0,-2 1 17 16,4-6 22-16</inkml:trace>
  <inkml:trace contextRef="#ctx0" brushRef="#br0" timeOffset="73695.66">17362 10101 1058 0,'0'-6'382'15,"-1"5"-20"-15,-2 1 12 0,2 1-16 0,-3 2-23 16,-9 8-21-16,4 2-28 0,1 9-13 16,1-1-26-16,-1 4-26 0,5 3-25 0,0-1-19 15,3 5-2-15,0-17-20 0,0 5-23 0,10 33 1 16,-2-28-16-16,-2-1-26 0,4-3 1 16,-2-4-5-16,1-1-5 0,2-6-18 0,3-2 3 15,4-4-9-15,4-2-14 0,-11-2-3 0,27-13-1 16,-13-1 5-16,4-7-18 0,5-1 11 15,-4-5-13-15,2 1-1 0,2 2 5 0,-4-1-7 16,-1 2 15-16,0 5 0 0,-5 2 8 16,-5 4-1-16,3-4-2 0,-7 7-5 0,-2 7 18 15,-3 2-4-15,-10 0 39 0,11 11 10 16,-6 5-16-16,-4 1-5 0,-1-6-8 0,0 7 5 16,0 4-20-16,-11 26 15 0,8-16-40 0,-2-1-3 15,1 0-122-15,-2 3-88 0,0 2 18 0,-5-7-301 16,2 8 39-16,-3 0 38 0,0-6 35 15,-4 1-246-15,0-4 56 0,-7-1 42 0,2 0 35 16,-3 1 33-16,1-3 33 0,-2-4 64 16,9 3 25-16,-9 0 21 0,2-4 21 0,7-1 12 15,1 1 15-15</inkml:trace>
  <inkml:trace contextRef="#ctx0" brushRef="#br0" timeOffset="80457.38">2724 11318 351 0,'0'0'173'0,"0"0"-21"0,0 0 7 16,0-12-32-16,0 12 15 0,0 0-10 0,8-21 2 15,-11 17 1-15,2 0-17 0,-1 3-15 16,0-3 11-16,1 0 1 0,-2 1-16 0,0-2-8 15,1 2-6-15,-2-1-3 0,1 2-14 0,0-2-3 16,-2 0 6-16,-4-4-6 0,-1 2-5 16,2 3 10-16,-6-5-13 0,2 7 13 0,-1-2 3 15,-3-1-19-15,-3 4 16 0,10 0-12 0,-7 0 6 16,0 0 14-16,-5 0-6 0,-20 15 12 16,15-5-8-16,2-1-4 0,3 4 10 0,1 3-8 15,-1 0 6-15,0 6 21 0,3-1-15 16,-1 3 8-16,0 1-8 0,4 1-6 0,0-1 13 15,3 1-10-15,2 1-12 0,4 0 6 0,2 4-7 16,4-19 2-16,0 9-6 0,22 25 17 0,-4-26-16 16,3 0-6-16,6-2 0 0,3 0-6 15,5-4 2-15,2-3-24 0,1 1 4 0,1-3 0 16,-2-2-1-16,-2-1 4 0,0 0-16 0,-4-4 10 16,0 1-11-16,-2 0 5 0,-5-2-9 0,-5 2-2 15,-4-3 2-15,-3 0-2 0,-12 0 0 16,8 0-2-16,-8 0-15 0,9 0-31 15,-9 0-32-15,10-10 6 0,-9 8-130 0,0-1-40 16,-1 0-63-16,2 1 26 0,-4-2-236 0,2 3-3 16,2-3 36-16,-2 2 49 0,4 0 27 15,1-1-11-15,1 1 26 0,8-4 23 0,3 1 10 16,-1 1 70-16</inkml:trace>
  <inkml:trace contextRef="#ctx0" brushRef="#br0" timeOffset="80716.57">3121 11598 422 0,'10'-9'479'0,"-4"1"-90"16,-4 2 1-16,1 0-30 0,-2 3-39 0,2 1-48 15,-2-2-54-15,0 2-5 0,-2 2-39 0,1 4 30 16,0 1-34-16,-5 9 15 0,1 3-26 16,-1 3-6-16,1 3-13 0,-1 0 3 15,2 1-21-15,2-1-4 0,0 1-16 0,0 2-16 16,1-2 1-16,0 3-3 0,0-13-22 0,0 3-5 15,0 8-47-15,0-2-38 0,0 2 3 16,0 1-109-16,0-3-55 0,0-2-47 0,0 0 24 16,0-3-272-16,0-6 5 0,0-3 34 0,0-2 34 15,0-7 18-15,0 0 24 0,13 6 21 16,-3-17 8-16,-1-3 32 0,4-2 20 0</inkml:trace>
  <inkml:trace contextRef="#ctx0" brushRef="#br0" timeOffset="80989.42">3550 11509 716 0,'-3'-4'409'0,"2"-1"14"0,-2-1-42 0,3 3-23 16,-2-1-27-16,-1 0-24 0,3 1-32 15,-1-1-38-15,-2 3-26 0,3-2-13 0,0-1-23 16,3 4-23-16,1-3-14 0,12 1-21 16,6-3-23-16,6 4-50 0,7 0-6 0,0 0-143 15,1 0-47-15,1-2-72 0,-2 3 20 0,5-3-316 16,-2 1 51-16,-6-1 34 0,5 3 31 0,-21 0 43 16,6 0 31-16,24 11 9 0,-23-4 16 15,-9 4 6-15</inkml:trace>
  <inkml:trace contextRef="#ctx0" brushRef="#br0" timeOffset="81273.45">3734 11745 623 0,'-26'9'435'0,"-2"0"-72"0,3-1 34 15,4-3-27-15,4-1-9 0,2 2-29 16,3-1-20-16,4-2-39 0,4 0-26 16,0-2-20-16,4-1-22 0,0 0-26 0,33 7-14 15,-3-5-17-15,4 0-21 0,-2-1-11 0,5-1-16 16,-2 2-6-16,2-2-10 0,0 0-13 0,-3 2-22 15,-2-2 4-15,1 2-17 0,-6-2-19 16,-4 3-1-16,-1-1-9 0,-8-2-6 0,-2 1-14 16,-3-1 6-16,-2 0-25 0,-3 0-7 15,1 1 8-15,-4-1-16 0,1 0-16 0,-1 3 5 16,-1-3-68-16,0 0-38 0,0 0-36 0,0 0-28 16,0 0 22-16,0 0-155 0,0 0 29 0,0 0 28 15,0 0-150-15,0 0 39 0,-5 9 28 16,7-9 27-16,3-1 19 0,10-4 32 0,4-2 5 15,2 1-13-15</inkml:trace>
  <inkml:trace contextRef="#ctx0" brushRef="#br0" timeOffset="87755.23">5006 11347 443 0,'0'0'260'15,"-14"0"-19"-15,14 0-21 0,0-14 9 0,0 14-8 16,0 0-27-16,-14 0-15 0,-2-22-3 15,14 21-41-15,0-1-3 0,1 1 5 0,0 0-20 16,-2 0-6-16,2 0-28 0,1-2-13 16,0 3 13-16,4 0-22 0,-2 0-10 0,5 0 10 15,13 4-8-15,-8-4-14 0,5 0-5 0,7 0-7 16,2 0 0-16,38 9 22 0,-46-9-30 0,9 0 12 16,4 0-13-16,1 0-1 0,0 0-11 15,-2 0 8-15,0 0-27 0,-5 0 3 16,1 0 9-16,-6 0-7 0,-1 0 7 0,-4 0-6 15,-3 0 9-15,-3 0 19 0,-2 0 4 0,9-9-7 16,-12 9 14-16,-1-1 10 0,1-2-12 0,1 3-6 16,-2 0-1-16,-1-1-5 0,0 1-7 0,0 0 6 15,3-2-7-15,-3 2-7 0,-2 0-2 16,0 0 24-16,2 3-34 0,-4 2 25 16,0-1-21-16,-1 1 13 0,-1 10 1 0,-6 2 9 15,1 3 4-15,-2 3 0 0,-3 1 8 0,3-2-5 16,-3 2-2-16,3 2-2 0,-2 0-3 15,-3 2 44-15,4 1 3 0,-6-1 9 0,5 0-19 16,-1 2-17-16,1-2 13 0,1 1 4 16,1 1-21-16,0-4 2 0,1 4 2 0,3 1-14 15,-2 0-1-15,3-2-90 0,-2 0-34 0,1 0-43 16,-2 0-48-16,3-1 18 0,-2-3-174 0,0 1-130 16,-4-2 40-16,2-3 29 0,1-9 10 15,0-1 68-15,3-4 8 0,2-4 17 0,0-3 9 16</inkml:trace>
  <inkml:trace contextRef="#ctx0" brushRef="#br0" timeOffset="88051.39">4914 11947 781 0,'-16'-9'407'0,"2"0"-66"0,5-2-43 0,7 2-39 15,2 1-30-15,0 8-29 0,14-20-21 0,7 8-19 16,8 6 6-16,1-2-27 0,7 3-15 15,9 1-32-15,7-1 21 0,1 4-39 0,-26 1-41 0,18 0 3 16,5 0-1-16,4 0-40 0,2 0-2 16,56 11-15-16,-60-7-8 0,-3-1 4 0,-3 1-3 15,-7-3 13-15,-3 4-14 0,0-4 6 16,-5-1 16-16,-7 0-1 0,-2 0-14 0,-8 0 26 16,-15 0-10-16,11 0-10 0,-3 0-1 15,-8 0 18-15,9 0 1 0,-9 0-18 0,8-9-32 16,-8 4-27-16,0 3-33 0,0-1 9 15,0-1-160-15,0-1-157 0,1 2 27 0,3-3 26 16,0 3 25-16,6-12 20 0,3-2 13 0,1 0 3 16</inkml:trace>
  <inkml:trace contextRef="#ctx0" brushRef="#br0" timeOffset="100100.57">2228 12639 357 0,'0'0'350'0,"-14"-41"-36"0,14 27-32 15,0 14 2-15,0-11-18 0,0 2-21 0,0 0-18 16,0 1-26-16,0 8 11 0,0-7-24 0,0 7-43 16,0-7-2-16,0 7-13 0,0 0-15 15,5-6-21-15,-5 11-7 0,0 3-13 0,-3 14-6 16,3-10 33-16,0 8-4 0,-9 29-1 15,7-18-14-15,-1-1-6 0,2 2 0 0,1-16 10 16,0 4-2-16,0 8-7 0,0-1 1 0,0-1 14 16,13 23-9-16,-8-28-10 0,0-1 2 0,-1-5-11 15,-3-2-5-15,2-4-1 0,-1 1-5 16,1-5 14-16,-2 0 26 0,0-1 7 0,1-2 9 16,0-2-15-16,1-2-2 0,3-2-22 15,7-11 2-15,-1-2-18 0,5-1 2 0,-1-4-3 16,2-1-4-16,-1-2-10 0,-1 0 7 15,2 4-22-15,-5 1 5 0,2-1 12 0,-2 5-13 0,-3 2-11 16,0 2 6-16,-2 0-6 0,-3 4 10 16,-1 1-12-16,2 4-6 0,-3-1-8 0,-2 2 8 15,-1 2-6-15,0 0-8 0,0 0 6 16,5 14 2-16,1 0 0 0,-4 3 2 0,7 0-1 16,-3-3 4-16,-2 7 12 0,1-3-5 15,-1 2-6-15,1 2-16 0,0-1 16 0,1-1-9 16,0 1 13-16,0 2-19 0,0 0 3 0,0 1-42 15,-5 1-28-15,0 1-57 0,4 3-35 0,-5-1 14 16,0-14-91-16,0 7-35 0,0-1-36 16,0 2-19-16,0-2 30 0,0-4-183 0,0-5-24 15,0-5 37-15,-6-2 34 0,12-9 35 16,3-9 26-16,3-1 25 0,-1-4 28 0,2-6 15 16,2 7 27-16</inkml:trace>
  <inkml:trace contextRef="#ctx0" brushRef="#br0" timeOffset="100402.31">2668 13072 724 0,'11'-14'291'0,"-1"-1"-10"16,-1 5-29-16,-1 3-57 0,-4 3-15 0,0 0-4 15,-1 3 10-15,0 1-2 0,-3 0-17 0,0 0 10 16,0 0-23-16,9 15-18 0,-4 3 7 16,0 0-5-16,-1 3-7 0,1-3 5 0,7 2-45 15,-1 0 10-15,2 0-17 0,1-1 2 0,-1-2-6 16,6 2 9-16,-2-2-18 0,-2-5-15 16,-1-2-25-16,0 0 11 0,0-2 12 0,-5-4 18 15,0 0 10-15,0-4 6 0,-9 0 0 16,5 0 6-16,13-16-17 0,-12-1-14 0,-1-1 9 0,-2-8-2 15,1 4-14-15,-4 8-9 0,0-7-5 16,-13-26 4-16,5 22-5 0,-2 2-11 0,0 2 0 16,-3-2 4-16,-1 4-6 0,1 4-5 15,1 0 3-15,1 1-17 0,1 2-22 0,2 5-42 16,3 2 5-16,1 0-117 0,2 4-16 0,-2 0-30 16,4 1-14-16,0 1-21 0,3 1 24 15,0 0-189-15,3 1-80 0,11 1 35 0,-1-2 35 16,3 3 59-16,-1-5-9 0,1 3 13 15,-5-3 43-15,-4 0 20 0,7 0 4 0</inkml:trace>
  <inkml:trace contextRef="#ctx0" brushRef="#br0" timeOffset="117295.8">8293 11410 256 0,'0'0'217'0,"0"0"-43"0,0 0-9 16,0 0-18-16,0-13-7 0,0 13-21 15,-14 0 23-15,-2-22-6 0,13 18-15 0,-2 0-8 16,1 1-13-16,-5-5 4 0,0 2-17 0,1 0-17 16,-2 3 16-16,-2-5-9 0,1 2-1 15,-3 2-18-15,2-1 4 0,-2 2 3 0,-1-2-4 16,4 3-1-16,-3 2-1 0,2-1-11 15,2 1 12-15,1 0-11 0,-6 0-6 0,-20 11 4 16,15-4-8-16,-1 0 18 0,-2 3-1 0,2 3 4 16,1-1 8-16,0 3 0 0,0 1-7 0,-1 3 25 15,-1 3-6-15,3-3-22 0,1 6-3 16,-1-3 4-16,2-2-10 0,2 3 8 0,0 1-3 16,7-4 1-16,-3 3-11 0,4 2 7 0,0-3-6 15,3 1 2-15,1 0-6 0,3-13 16 16,0 4 0-16,17 19-15 0,-6-13 8 15,6-1-6-15,2-4-24 0,3-2 14 0,1-2-2 16,0 0 0-16,4-2-10 0,1 0 0 16,-1-5 3-16,-2 3 3 0,2-3-24 0,-5-2 15 15,-2 0 1-15,1 1-7 0,-7-2 12 0,0-1-10 16,-2 0-9-16,-12 0 3 0,8 0-25 0,-1 0 2 16,0 0-45-16,0 0-12 0,-7 0-29 15,9 0-12-15,-2 0-21 0,5-10-24 16,-8 8-27-16,1 0-35 0,2 1 18 0,-3-3-197 15,2 3-57-15,1-1 45 0,11-4 15 0,-5 0 24 16,2 0 25-16,-1-2 37 0,2 2 21 0</inkml:trace>
  <inkml:trace contextRef="#ctx0" brushRef="#br0" timeOffset="117889.39">8495 11734 411 0,'3'-3'227'0,"-3"-1"-38"16,0 0-18-16,0 0-9 0,0 3-8 0,0-2-28 15,0 0-8-15,0-1-13 0,0 4-29 0,1-3 13 16,-1 2-31-16,0-2 11 0,0 2-21 16,-1-1 12-16,1 1-13 0,0 0 3 0,0-2 1 15,0 3-13-15,1 0 11 0,2-3-6 16,-3 3 10-16,0 0-8 0,0 0 5 0,0-1 13 15,0 0-12-15,0 1-8 0,0-2 4 0,0 1-1 16,0 1 6-16,0 0-8 0,0 0-1 0,0 0-5 16,0 0-3-16,0 0 21 0,0 0-19 15,0 0 5-15,0-2-5 0,0 2 21 16,0 0-1-16,0 0 10 0,0 0 0 0,0 0-22 16,0 0 21-16,1 0-5 0,-1-1-17 0,0 1-9 15,1 0-8-15,-1 0 11 0,2 0-27 0,-2 1 1 16,3 1 20-16,0 2-27 0,-1 0 18 0,1 0-10 15,6 11-11-15,-5 3-1 0,0-1 22 16,-4-7-17-16,0 6-6 0,0 4 22 16,-20 22-2-16,14-17-21 0,-7-2 6 0,2-2 5 15,-1 0-7-15,-3 1 17 0,2-1 16 0,1 2-15 16,-3-4 8-16,1-4-11 0,2 1 1 16,1-2 15-16,1-3-16 0,5-3 7 0,1 0-2 15,0-3 25-15,0 0 3 0,2-3 18 0,1 1-7 16,1 0-9-16,0-1-2 0,0-2 17 0,0 0 15 15,0 0-12-15,12 6 0 0,-4-5-21 16,0 0-1-16,14 1-8 0,1-2 2 0,-13 0-9 16,8 0 5-16,2 0-6 0,1 0-20 0,-1 0-31 15,2 0 0-15,-2 0-77 0,20-12-33 16,-24 9-33-16,-5 0-18 0,0 3-28 0,1-7 20 16,2 2-175-16,-5-2 33 0,-2 3-156 15,3-6 34-15,-1-3 68 0,4 0 27 0,-4-3 22 16,4 4 12-16,-1-4 13 0,3 4 5 15</inkml:trace>
  <inkml:trace contextRef="#ctx0" brushRef="#br0" timeOffset="118129.13">8917 11775 425 0,'-4'-4'468'0,"1"-2"-107"0,1 0-16 0,-1 1-58 16,3-1-24-16,2 1-46 0,1 1-14 15,9-9-21-15,6 2-18 0,5 1-54 0,3 1-25 16,0 2-74-16,8-1-48 0,-2 2-55 0,5 2 7 16,-1 0-284-16,-4 1-40 0,4 3 19 15,-3 0 58-15,-19 0 9 0,3 0 15 0,23 17 6 16</inkml:trace>
  <inkml:trace contextRef="#ctx0" brushRef="#br0" timeOffset="118301.31">9132 11942 382 0,'-33'13'441'0,"2"-2"-40"0,4-1-49 0,1-2-46 16,5 1 9-16,1-3-9 0,1 0-40 0,11-1-28 16,1-4-30-16,7-1-35 0,0 0-8 0,26 4-14 15,-1-6-32-15,-8 2-13 0,10 0-101 16,7 0-48-16,2 0-56 0,5 0-50 0,1 0-56 15,45-6 19-15,-38 2-267 0,-3 0 31 0,0 1-2 16,0-2 27-16,-3-2 64 0,-2-1-3 16,-1-2 72-16</inkml:trace>
  <inkml:trace contextRef="#ctx0" brushRef="#br0" timeOffset="119206.99">10001 11722 560 0,'-1'0'202'0,"1"0"13"16,-3-3-21-16,-1 3-5 0,1-1-4 0,-2-1 4 15,1 0-18-15,-9-4-16 0,-2 2-6 16,1-3-14-16,1 0-4 0,-1 0 3 0,0-1-8 16,-6 0 6-16,4-2-17 0,1 0-2 0,-2-1 3 15,3 0-13-15,0 0-9 0,0-2 9 16,3-1-8-16,-1-1-9 0,3-2-9 0,0 0-15 16,3 0-12-16,0-2-4 0,4 0-6 15,2 1 3-15,0 10 3 0,0-6-6 0,14-13 0 16,-3 16-6-16,1-4-15 0,2 5-17 15,3-2-1-15,-1 0-5 0,1 6-28 0,2 3 3 16,-1-2 7-16,-4 5-9 0,-4 0-2 0,4 0 5 16,16 9 8-16,-16 0 2 0,1 2-16 15,-5 3-1-15,-5 2 21 0,-1 5-10 0,-4-11 6 16,0 9-10-16,-15 23 8 0,5-15 2 0,-4 0 9 16,-1 2 34-16,-6 1-9 0,2-3 7 15,-3 4 8-15,-1-2 4 0,2 0 5 0,1-1 3 16,1 1-1-16,2-1-3 0,4-1 14 15,2-1-9-15,2 1-5 0,5 2-6 0,3-1 9 16,1-14-5-16,14 21-18 0,0-10 26 0,0-6-24 16,6-2 2-16,1-3 0 0,4 0 1 15,0-4 4-15,4-2-1 0,-1-1-6 0,2-2-5 16,3-5-2-16,-20 0-13 0,7 0-4 0,21-15-2 16,-21 1 1-16,-4-3-8 0,-5-5-19 15,-3 0-6-15,-8-3 31 0,0 12-31 0,-10-24 4 16,-5 12 7-16,-2 1-15 0,-2 2 44 0,-5 1-29 15,-1 4-6-15,1 0-25 0,-4 5-38 16,1 0-18-16,0 2-36 0,0 3-30 0,3 2 16 16,1 2-221-16,1 2 31 0,4 1-95 15,18 0 30-15,-11 0 60 0,4 0 12 0,7 0 35 16,-6 2 16-16</inkml:trace>
  <inkml:trace contextRef="#ctx0" brushRef="#br0" timeOffset="124829.35">7854 12632 553 0,'0'0'246'0,"0"0"-38"0,0 0-20 16,0 0-25-16,0 0-1 0,0 0-15 0,0 0-6 15,0 0-4-15,-24-17-8 0,24 15-31 0,0-1 3 16,4 1-10-16,-4 1-15 0,2-1-12 0,0 0 3 15,1 1-14-15,1 1-16 0,-2-2 9 16,2 2-2-16,4-1-11 0,-1 1-11 16,4 0 3-16,6 0-2 0,5 0 3 0,5 0-11 15,29 11-3-15,-24-7 7 0,8 0-5 0,7 0 22 16,3-1-14-16,4 0 19 0,6 1-9 16,1-2-8-16,8 1 25 0,2 0-19 0,5 0 4 15,4 0 0-15,1-1-6 0,4 1 15 0,0 0 2 16,6-1-10-16,0 3-6 0,0-2-3 15,-2 1 3-15,-2-1 17 0,-3 3-28 0,-3-3 24 16,-9 2-25-16,-5-1 10 0,-4 2-1 16,-5-4-26-16,-6 4 10 0,-6 0-1 0,-4-3-9 15,-7 0 14-15,-2 0-11 0,-2 0-4 0,-5-1 25 16,-5 4-11-16,-8-6-8 0,-1 0-6 0,0 1 27 16,-4-1-12-16,-2 1-13 0,0 1 15 0,1-2 8 15,-2 0-4-15,-1 1-11 0,0-1 8 16,-2 0-15-16,2 0 6 0,-4 2 30 0,3-1-24 15,-3 0-45-15,0-1-25 0,0 0-43 16,0 0-57-16,0 0-20 0,-11 8 17 0,6-4-215 16,3-2 28-16,-2-1-80 0,0 1 28 0,-1-2 61 15,4 0 20-15,-2 0 16 0,4-2-38 16</inkml:trace>
  <inkml:trace contextRef="#ctx0" brushRef="#br0" timeOffset="129306.17">21522 11468 568 0,'0'0'361'0,"0"-13"-20"0,0 13-35 0,-8-25-37 16,12 20-10-16,-2-2-34 0,2 3 16 16,-3 0-28-16,-1-1-27 0,4 1-20 0,-4 0-20 15,0 1-15-15,3 2-18 0,-1 2-8 0,-1 5-11 16,1-1-10-16,0 16-7 0,1 3-6 16,1 2 7-16,-3 3-1 0,4-1-2 0,0 3 4 15,0-6-11-15,-2 4-5 0,3 0 13 16,1-1 4-16,0-2-9 0,2 0 4 0,-2-5-5 15,-2-1-11-15,0-3 2 0,2-2 0 0,-3-3-11 16,-1-2-12-16,1-3 12 0,-3-2 27 16,2 0 19-16,-1-3-16 0,3-2-1 0,2 0-6 15,-7 0-5-15,21-10-5 0,-5-3-13 16,0-5 2-16,2 3 1 0,-1-7-15 0,2 1-1 16,0-3-7-16,-1-1-1 0,1 4-1 15,-5 3-5-15,3-3-3 0,-3 3 2 0,-3 4 8 16,-1 2-12-16,-1 3 10 0,-1 1-10 0,-5 1-2 15,1 2-4-15,0 3-12 0,-2 2 5 0,-2 0 3 16,0 0 5-16,0 0-10 0,4 15-2 16,-3 4 10-16,1-5-6 0,-1 6-1 0,0 1-2 15,1-1 6-15,2-1 6 0,0 5-8 16,0-4-4-16,-3 1 2 0,3 0 8 0,0 1-13 16,1-2-6-16,-2 4-31 0,0-4-37 0,-3 1-46 15,3 1 14-15,-3-12-100 0,0 8-39 16,-14 21-52-16,6-19-16 0,1 0 26 0,-2-3-216 15,1-5-1-15,4-1 34 0,-2-1 34 0,6-7 10 16,0-3 75-16,6 0-1 0,-2-3 27 0,10-4 38 16,0-3-45-16</inkml:trace>
  <inkml:trace contextRef="#ctx0" brushRef="#br0" timeOffset="129641.46">22102 11942 272 0,'11'-9'423'0,"-4"1"-30"0,-1 1-41 15,0 3-15-15,-2 0-44 0,-1 2 10 0,1-2-31 16,-2 1-40-16,-2 3-34 0,1-3-9 15,2 2-32-15,-2 2-19 0,1-1-16 0,-4 3 10 16,4 1-11-16,-2 0-2 0,2 2-22 16,-2 0-19-16,8 9 9 0,-3 4-10 0,3-4 5 15,2 0-14-15,1-1-5 0,2-2-13 0,2 2 10 16,-2-5-7-16,4 0-11 0,-2-1 3 16,2-4-1-16,-2 4-8 0,-2-7-1 0,-2-1 5 15,-11 0 12-15,8 0 1 0,17-16-4 16,-11 5-4-16,-2-1-11 0,-3-1 6 0,-1-2 2 15,-2 1-11-15,-3-3-3 0,-3 9 2 0,0-3-9 16,-13-15-4-16,3 11 4 0,-2 0-3 16,-2 3-6-16,-1 0 4 0,-2 0 2 0,-2 3-8 15,6 1-28-15,-7 0-30 0,7 1 4 16,3 3-100-16,-2 1-52 0,5 1-58 0,-1-2-46 16,5 4 30-16,-4 0-244 0,6 0 33 0,-1-1 13 15,2 1 50-15,0 0 17 0,0 0 24 0,25-5 26 16,-5 1 19-16,-2 4 13 0,7-3 58 15</inkml:trace>
  <inkml:trace contextRef="#ctx0" brushRef="#br0" timeOffset="129859.42">22764 11731 704 0,'1'-6'487'0,"1"-1"-40"0,1 0-46 0,-3 1-44 16,3 1-37-16,3-10-21 0,-1 6-29 15,4-3-44-15,4 0-30 0,3 1-14 0,6 3-36 16,7 1-39-16,4 3-63 0,0 0-3 0,4 4-125 16,4-3-59-16,-22 3-63 0,12 0 18 15,7 0 17-15,1 0 17 0,-2 0-321 0,39 13 51 16,-46-8 57-16,-2 1 10 0,-4 2 20 16,-1 4 24-16,-3 0 20 0,-8 0 24 0</inkml:trace>
  <inkml:trace contextRef="#ctx0" brushRef="#br0" timeOffset="130041.63">23081 11894 616 0,'-42'10'392'0,"5"-1"-20"0,3-1-31 16,5-4-45-16,0 1 55 0,4 1-14 0,4-2-33 15,3-1-28-15,7 1-36 0,8-4-25 0,3 0-29 16,0 0-11-16,32 4-38 0,-2-1-40 16,1-1-37-16,4 1-40 0,9 2-1 0,3 0-75 15,1-2-35-15,0 1-40 0,3 1-48 0,-4-2-27 16,1 4 19-16,-4-2-233 0,-4-1-34 15,-5 6 54-15,-5-8-5 0,0 3 48 0,-7 0 9 16,-6-2 6-16,1 4 47 0</inkml:trace>
  <inkml:trace contextRef="#ctx0" brushRef="#br0" timeOffset="132309.34">23997 11635 800 0,'0'0'285'0,"0"-14"-25"16,0 14-31-16,29-25-11 0,-27 21 4 0,1 1-1 16,-2-1-46-16,3 1-15 0,-3-3-4 0,0 5-21 15,1-2-16-15,-2 0-11 0,1 1-7 16,0 2-35-16,-1 0 18 0,0 5-19 0,0-1 21 16,-2 16-17-16,-4 2 4 0,0 0-8 15,0 5 19-15,-3-1-1 0,-1 3-7 0,3-4-9 16,1 3-9-16,-1-3 4 0,1 1-13 15,0 2 8-15,3-2-8 0,2-1-3 0,-2-4-18 16,1 0 7-16,2-4-5 0,-2-3 13 0,2-1-21 16,-1-7 19-16,1 2 18 0,0-3 23 15,0-2 28-15,-1 1-14 0,1-4-11 0,2-2 1 16,0-2-7-16,0-2-9 0,5-11-1 16,0-5-17-16,1 0-12 0,0-4 6 0,-1-1-2 15,5-4-16-15,-3-1 8 0,2-2-2 0,1-1-4 16,2-2-12-16,-5 5 3 0,1 4-2 15,-1 1-11-15,0 0 8 0,0 4-8 0,-3 4 9 16,-2 3-8-16,1 4-9 0,-2 4-9 0,-3 8 9 16,0 0-1-16,-3-4 2 0,-2 9 7 15,0 7-1-15,-8 7-6 0,4 1 2 0,-1 4-11 16,-4 0 3-16,6 0 9 0,-3 1-4 0,3 4 3 16,0 0 5-16,1-1-8 0,3 5-28 15,-1 0-31-15,0 3 5 0,0-2-101 0,1 1-63 16,-1 0-51-16,1 2-31 0,-3-4 29 15,0 2-265-15,-7-3 43 0,0-1 38 0,0-3 35 16,-4-4 29-16,-4 1 25 0,-1 1 34 0,5-3 25 16,3-2-24-16,-1 1 31 0</inkml:trace>
  <inkml:trace contextRef="#ctx0" brushRef="#br0" timeOffset="136687.69">11866 11530 256 0,'0'-16'357'0,"16"-13"-55"0,-15 19-13 15,1 0-22-15,-2 10-39 0,2-14 2 16,0 8-4-16,-2 0-30 0,3 1 0 0,-3 0-12 15,3-1-21-15,-3 1-23 0,1 3 5 16,-1-4-17-16,0 3-17 0,0 1-25 0,2 2-3 16,-2 2-16-16,-2 3 4 0,2 17 2 0,0-13-7 15,0 12 20-15,-13 25-10 0,7-18-16 0,2-1 11 16,0 0-15-16,-1 2-7 0,2 0 0 16,-1 3-6-16,3-2 5 0,-1 2-10 0,0-1-3 15,2 3 6-15,0-2-18 0,0 0-3 16,-1 1-88-16,1-2-38 0,-1 1-46 0,-2-2-51 15,3 0 17-15,0-4-177 0,0-5-110 16,0-11 35-16,0 4 31 0,0-5 27 0,0-1 36 16,0-2 25-16,12 2 16 0,-7-10-37 15</inkml:trace>
  <inkml:trace contextRef="#ctx0" brushRef="#br0" timeOffset="137135.41">12210 11622 448 0,'7'-22'388'0,"2"2"-58"0,1 4-36 0,-1 2-55 15,2 4-23-15,1 2-25 0,-2 4-9 16,2 4-20-16,-5 0-25 0,14 15-12 0,-7-3-7 16,-2 5-26-16,-4 3 16 0,-1 3-28 0,-4 2 12 15,-3-11-26-15,0 5-2 0,0 5-13 16,-19 25 9-16,9-24-22 0,-3-3 11 0,1-1-1 15,0-1 21-15,-2 1-3 0,0-1-8 0,0-2 5 16,2-3-6-16,-2-2-7 0,9-4-4 16,-1 1 25-16,0-6 3 0,2 2-15 0,2-4 3 15,0 4 0-15,-1-4-1 0,3-2-11 0,0 0-7 16,0 0 10-16,20 16-1 0,-1-11-10 16,2 2 3-16,3-2 1 0,2 1-5 0,2-2-10 15,1 1 2-15,-1 0-7 0,1 1 3 16,-4-3-9-16,-2 0-13 0,-2 1 7 0,-4-3-10 15,-5 2 3-15,-2-3 5 0,-2 0 7 16,-2 1-7-16,1 0-2 0,-5 1-11 0,2-2 10 16,-1 0 0-16,1 2-6 0,-3-1-5 15,2 0-8-15,-1 1 0 0,-1 0-84 0,2-1-24 16,-3 1-33-16,2 1-32 0,0 1-39 0,4-1 20 16,-3-1-186-16,12 4-82 0,-2-4 35 15,7 1 32-15,-8-3 3 0,7 0 48 0,28-13 11 16,-19 8 21-16,4-5 6 0</inkml:trace>
  <inkml:trace contextRef="#ctx0" brushRef="#br0" timeOffset="137958.13">14211 11640 677 0,'3'-3'223'16,"-1"-1"-9"-16,2 1-25 0,-2 2-3 0,2-3 0 15,-4 2-4-15,3 0-19 0,1-1 0 16,-3 0-36-16,0 2-14 0,0 0-7 0,2-1-23 16,-7 4 5-16,-1-1-18 0,-9 7 0 15,-13 3 4-15,-1 0-5 0,-5 4-13 16,-5-1-16-16,-4 3 16 0,-1 1-9 0,2-1-11 15,4 0 11-15,-3-2-18 0,7 0 19 0,2 0-12 16,2-1-4-16,3 1 12 0,1-2-27 16,3-2 11-16,4 2 3 0,3-3-4 0,1 2 25 15,10 0-6-15,0-2 34 0,4-10-20 16,0 12 3-16,17 15-14 0,-2-13-3 0,-1 2 0 16,5 2-5-16,3-2-4 0,-4-3-4 0,8 1-3 15,0 0 4-15,4 0-8 0,-2 2-2 16,0-2-2-16,0 1-3 0,-1-1 7 15,3 0-3-15,-2-1-78 0,-3 0-26 0,-4 0-41 0,1 2-53 16,-1-3 15-16,-2 0-113 0,-6-2-159 16,0 0 32-16,-6-1 29 0,-3-4 28 0,-1 2 22 15,-2-4-26-15,-1-3 70 0,0 0-19 16,0 8 6-16</inkml:trace>
  <inkml:trace contextRef="#ctx0" brushRef="#br0" timeOffset="138220.47">13817 12400 486 0,'-29'-3'466'0,"15"3"-21"16,-3 0-65-16,-1 0-45 0,3 0-51 0,3 0-37 15,2 0-29-15,2 0-21 0,8 0-24 0,0 0-18 16,-10 13-3-16,19-1-16 0,5-3 3 16,8 6-27-16,-2-1-19 0,5 1 0 0,4-1-12 15,0 2-19-15,-2 0 8 0,-1 1-19 16,3 0-28-16,-5 0-3 0,-3-1-26 0,1 1-25 15,-2-2-22-15,-2 1-28 0,-2-3-6 0,0 2-17 16,-3-3-28-16,-3-3-23 0,-1-1-15 16,1 1 16-16,-1-4-109 0,-6-1-165 15,3-3 16-15,-2-1 30 0,1 2 38 0,-5-2 35 16,0 0-25-16,0 0 63 0,21-18-64 16</inkml:trace>
  <inkml:trace contextRef="#ctx0" brushRef="#br0" timeOffset="141098.09">15264 12025 256 0,'0'0'258'0,"0"14"-41"0,0-14-6 16,0 0-7-16,0 0-23 0,0 0-15 16,0 0-6-16,0 0-9 0,0 0-19 0,0 0 0 15,0 0-16-15,0 0-6 0,0 0 0 0,0 0-30 16,0 0 5-16,0 0-1 0,-8-10-10 15,-1-1 4-15,-5 1 13 0,0-2-28 0,2 2 17 16,0-3-8-16,2 2 15 0,1-4-39 16,-3 1 13-16,3 2 2 0,-3-3 8 0,3 0 1 15,-2 0-7-15,5 0-10 0,0 0-12 0,-2-3 34 16,2 0-39-16,2 2 8 0,0-2-14 16,-1 1 4-16,4 0-24 0,1-6 8 0,0 15 15 15,0-5-16-15,0-2 4 0,0-1-11 0,15-18-4 16,-9 22 2-16,2-2-3 0,2 2-3 15,0 1-2-15,2 0 21 0,2 4-19 0,1-1-11 16,1 1 8-16,-4 6-10 0,-12 1-5 0,14 0-5 16,-1 0 8-16,15 17 5 0,-17-3-10 15,-5 1-3-15,0 3 7 0,-6-10-12 0,0 10 19 16,-11 24 10-16,3-19-4 0,-5 6-6 0,-2-4 2 16,-2 3-13-16,-2 1 17 0,0 2-21 15,0-2 5-15,-4 3 17 0,0-3 10 0,1 2 23 16,0-2 14-16,1-1-14 0,0 1-4 0,3-1-3 15,-1-2-3-15,6-1-4 0,4 0 0 0,-1-3-4 16,1 4 15-16,5-3-3 0,4 0-3 16,0-13 12-16,0 1-16 0,13 21 12 0,-1-18-7 15,2-3-3-15,2 0 1 0,2-1-1 16,1-3-4-16,1-3-3 0,-1-3 7 0,-10-1-23 16,6 0 25-16,20-12-7 0,-19 0-16 0,-2-5 15 15,-2 0-14-15,-1-7-3 0,-2 5 1 16,-6-5-2-16,-2 2-6 0,-1 11-2 0,0-5 5 15,-13-20-1-15,2 16-16 0,-3 3-18 16,-4 3 2-16,-3 2-24 0,-3 4-61 0,0 0-30 16,0 2-43-16,4 4 17 0,8 2-178 15,1 0-111-15,-1 0 55 0,3 0-1 0,1 0 44 16,8 0 23-16,-8 9 25 0,11-5 28 16,1-1 5-16</inkml:trace>
  <inkml:trace contextRef="#ctx0" brushRef="#br0" timeOffset="142871.6">21465 13161 759 0,'-13'-13'302'15,"13"13"-41"-15,0 0-31 0,0 0-38 0,0 0-7 16,-15 0-17-16,-8 20 2 0,18 1-33 0,-3 5-2 15,4 1-11-15,1 3 22 0,0-2-30 0,3-12 0 16,0 7-4-16,0 1-9 0,0 2-3 16,13 30-13-16,-7-31-17 0,-2-4 15 0,4 1-8 15,-1-4-9-15,0 1-6 0,-3-5 7 16,0 2 1-16,-1-8 26 0,0 1 29 0,-2-5 13 16,2 0-1-16,-3-4-9 0,0 0-17 15,0 0-4-15,24-12-17 0,-10 2-6 0,0-7-10 16,4 0-1-16,-1-3-11 0,2-1-5 15,0-1-13-15,0 0 1 0,0 2-8 0,-2 2 5 16,1 0 4-16,-3 4 3 0,-1 0 3 0,-2 2-12 16,-6 3-1-16,1 4-2 0,-3-1-9 15,1 4-6-15,-2-1-5 0,-3 3 6 0,0 0-7 16,0 0 0-16,7 11 1 0,-5-6-2 0,-2 2 1 16,2 0-8-16,0 14 9 0,-1-1 0 15,2-1-3-15,-3-11-1 0,0 10-5 0,0 2 2 16,0 2 5-16,0 2-1 0,0 0-23 15,0-2-22-15,0 2-40 0,0-2-6 0,0 1-23 16,0-2 13-16,0-2-72 0,0-2-17 0,0-3-24 16,0-3-8-16,0 0 12 0,0-4 2 15,0-7 8-15,0 0-20 0,9 0 14 0,4 10 29 16,-1-18 29-16,4-5 0 0,3 2 23 0,0-3 24 16,2-1 31-16,-2 6 26 0,-4-3 43 15,2-1 10-15,-2 4 27 0,-5 4 15 0,-2 0-2 16,-2 1 3-16,-2 1 8 0,0 0-23 0,-1 1-4 15,-2 0-5-15,-1 2 15 0,0 0 22 0,0 0-9 16,0 0 19-16,3 14-22 0,-3-9 12 16,-3 2 0-16,9 13-9 0,-6-12 6 0,0 3-5 15,12 20-6-15,-6-13-5 0,0-2-9 16,2-1-11-16,0-1 14 0,-2-2-3 0,-1-2-24 16,2-5 15-16,-4 0-8 0,1 2 17 0,-2-5 14 15,0 1 7-15,-2-3 1 0,0 0-24 16,0 0-2-16,9-10-2 0,-4-5 0 0,-2-1-5 15,-1-3-5-15,-2 0 3 0,0 10-10 16,0-6 2-16,0-1-5 0,-14-18-6 0,5 17-21 16,-2 5-21-16,3-2-43 0,-1 7 9 0,3 1-92 15,1-1-59-15,0 3-53 0,2 1 24 16,2 3-157-16,1 0-133 0,0 0 58 0,0 0 27 16,11-2 48-16,-2 0 28 0,14 4 23 0,-11-2 16 15,7 0 18-15,4 0 11 0</inkml:trace>
  <inkml:trace contextRef="#ctx0" brushRef="#br0" timeOffset="143044.94">22333 13546 1047 0,'-1'-5'386'0,"1"-2"31"16,-3 3-28-16,3-4-32 0,0 2-51 0,2 0-28 16,4-7-28-16,7 2-35 0,3 1-53 0,6 1-55 15,11 4-11-15,-1 2-156 0,2 3-71 16,6 0-61-16,-22 0 17 0,14 0-301 0,42 10 34 15,-33-5 18-15,-2 0 28 0,-5 4 46 0,1-1 23 16,-11 4 16-16,-2 0 13 0</inkml:trace>
  <inkml:trace contextRef="#ctx0" brushRef="#br0" timeOffset="143225.01">22632 13702 232 0,'-33'2'488'0,"17"-2"-68"15,-32 9-69-15,23-9 57 0,5 3-49 0,5-1-1 16,2-2-26-16,4 3-40 0,4-3-27 15,1 0-30-15,7 0-32 0,3 1-28 0,16 2-39 16,7 1-46-16,3 0-74 0,2-1-3 0,8 1-111 16,0-2-45-16,1-2-64 0,3 1 19 15,-25-1-179-15,10 0-106 0,6 0 33 0,34-14 30 16,-36 6 34-16,-5 3 10 0,0-2 57 0,-2 0-23 16,-1-1 25-16</inkml:trace>
  <inkml:trace contextRef="#ctx0" brushRef="#br0" timeOffset="143589.93">23127 13525 269 0,'6'-13'433'0,"-3"1"-53"16,2 3-62-16,3-3 0 0,-1 4-25 0,3 6-34 15,0-3-31-15,-1 5-26 0,1 0-10 0,2 0-6 16,18 15-16-16,-16-4-22 0,3 4-27 16,-6 2-6-16,-2 0-9 0,-7 7-5 0,-2-14-31 15,0 8-6-15,-19 23 11 0,7-18-5 16,-6-3-9-16,-1 0-3 0,-5-2-8 0,2 2 6 15,-1-6 7-15,0 1-9 0,2-1 3 0,-1 1-8 16,5-5-15-16,0 0 17 0,3 0 3 16,5-5-5-16,2 1 2 0,6-1-3 0,1-5-5 15,0 0-11-15,10 12 4 0,11-9-1 0,-1 3 1 16,5-1 4-16,1 0-8 0,3 1-11 0,-1-2-17 16,8 1 4-16,-2-2-4 0,3-2-9 15,-1 5 6-15,2-3-7 0,-3 1 2 0,-2 0-13 16,-2-1-3-16,0 2-14 0,-1-3-4 15,-4 1 4-15,-5-1-27 0,0-1-28 0,-10-1-34 16,0 0-41-16,-11 0-34 0,8 0-46 0,-8 0 21 16,0 0-296-16,11-1 48 0,-13 1 47 15,-2-2 31-15,-2 0-8 0,-1 1 26 16,-1-1 45-16,-11 2 47 0,8 0-8 0</inkml:trace>
  <inkml:trace contextRef="#ctx0" brushRef="#br0" timeOffset="147234.29">11819 13133 533 0,'0'0'333'0,"0"-14"-61"0,0 14-42 15,-17-20-18-15,16 21-30 0,-4 0 8 16,5 6-17-16,-6 11-15 0,0 1-18 0,-2 5-19 15,6 7-15-15,-2-1 5 0,3-1-31 16,0 4-8-16,1-16-9 0,0 6 0 16,0 4 6-16,0 3-51 0,10 28-24 0,-5-29-28 15,-1 0-45-15,0-4-28 0,1-1 10 0,3 2-99 16,-4-5-132-16,0-1-62 0,0-5 21 0,3-1 26 16,-6-9 18-16,3 0 16 0</inkml:trace>
  <inkml:trace contextRef="#ctx0" brushRef="#br0" timeOffset="147840.07">12443 13225 673 0,'5'-3'224'0,"-4"-3"-22"16,3 0-2-16,-1 1-32 0,-1 2-9 15,1-2-16-15,5-6-23 0,-1 4-11 0,1-1 0 16,-3-4 4-16,3 3-21 0,-1-1 3 0,2-3-2 16,3 1-8-16,-8-2-16 0,-2 0 1 15,3-2-8-15,3-2-15 0,-7 5 7 16,-1-1-7-16,0 2-6 0,1-5-4 0,-1 10-8 15,0-6-2-15,-17-10 1 0,10 8-7 0,-5 6 5 16,-1 2-7-16,-4 2-3 0,-4 0-2 0,8 5-5 16,-7 0 2-16,-30 10 20 0,22-4-1 15,0 4-13-15,0 0 11 0,4 2-4 0,-1 4 4 16,2-1-13-16,4 2-1 0,3-2 7 16,2 4 7-16,5 3-11 0,5-3-13 0,4-9 26 15,0 4-1-15,19 15-3 0,-2-14 2 0,4-3-22 16,5-5-9-16,1-2 13 0,3 0-8 15,-16-5 18-15,8 0-9 0,29-12-12 0,-22 7-6 16,-1-3 9-16,-1 0 6 0,1 2 2 16,-4-2 13-16,-1 4 18 0,-8 1 3 0,2-2-24 15,-4 2-16-15,-2 2 36 0,-11 1-4 0,12 0 15 16,4 16 2-16,-7-3-4 0,-2-1 36 16,-2 5-9-16,-5 0-8 0,0-8-1 0,0 7-22 15,0 2 4-15,0 2-2 0,-11 22-12 0,9-18 7 16,0 0-8-16,1-7 3 0,-2 7-1 15,1-5-28-15,2 4-1 0,-1-2-81 0,0-2-23 16,-4 0-35-16,2-2-41 0,2 0-42 0,1 0 20 16,-7-2-174-16,5 2-81 0,2-8 15 15,0-3 42-15,0-6 27 0,0 0 16 0,0 0 26 16,0 7 14-16,0-7 5 0</inkml:trace>
  <inkml:trace contextRef="#ctx0" brushRef="#br0" timeOffset="148274.99">13670 13084 412 0,'0'-6'379'0,"-4"3"-72"0,-2 1-15 16,1 1-33-16,-13 6-39 0,-3 2-25 0,-4 2-26 16,-1 2-9-16,-3 3-24 0,-1-2-9 15,0 1-6-15,-2 3-9 0,4-3-26 0,-2 1 5 16,5 1-23-16,0-1-2 0,5 0-6 16,0 0-8-16,2 1-9 0,2-1-7 0,5-1-6 15,2 2 6-15,-1-1 4 0,8-3 17 0,2 0 4 16,0-11 0-16,0 12 18 0,17 19-7 15,-8-14 2-15,5 1 0 0,1 1-2 16,2-2 7-16,0 2 2 0,-3-3-4 0,3 3-7 16,3-1-6-16,0 2-8 0,-2 1 0 0,5-4-1 15,-6 3-28-15,4 0 12 0,2-2-2 0,0 2-9 16,-2-3-32-16,2 0 1 0,-2 0-86 0,-2 0-37 16,-2-1-51-16,0 1-43 0,-2-2 20 15,-6 2-215-15,0-3-47 0,-5-4 31 0,-4 0 33 16,0-10 10-16,0 8 40 0,-14 10 18 15,5-8-7-15,-1-3 26 0</inkml:trace>
  <inkml:trace contextRef="#ctx0" brushRef="#br0" timeOffset="148539.91">13361 13887 448 0,'-22'-2'457'0,"2"0"-74"0,12 2-41 0,-1 0-44 15,-1 0 26-15,3 0-40 0,0 0-43 0,7 0-37 16,-8 0 0-16,8 0-9 0,-8 7-22 0,18 5 4 15,5-2-22-15,5 4-23 0,3-2-11 16,-3 1-25-16,7-2-4 0,-1 3-33 0,-1-3-18 16,0 2-34-16,3-2 0 0,-6 2-19 0,2-1-28 15,-1-1-9-15,-5 1-4 0,0-1-10 16,-7-2 22-16,2 0-21 0,-5-4 7 0,-3 1-1 16,0-2 15-16,-5 0-12 0,0-1 0 0,0-3-19 15,0 0-33-15,0 0-34 0,-9 1-41 0,5-2 17 16,-2-1-298-16,0 2 44 0,-6-8 26 15,1-1 25-15,4-1 27 0,1-1-2 0,4 0 38 16,2 11-23-16</inkml:trace>
  <inkml:trace contextRef="#ctx0" brushRef="#br0" timeOffset="151326.14">14284 13197 265 0,'21'-42'401'0,"-17"17"-50"0,-4 17-52 15,0-6-2-15,9-15-21 0,-9 18-34 0,3 2 11 16,-3 9-28-16,0-6-37 0,0 6-22 16,0-7-17-16,0 7-12 0,1-3-23 0,-1 6-6 15,0 4-9-15,-1 12-11 0,1-7 3 0,0 8-4 16,0 3 8-16,0 5-26 0,0 1-9 16,0 2 9-16,0 1-25 0,0 1 0 0,0-1-17 15,7 28 21-15,-3-28-26 0,1-3 6 16,0 2-3-16,1 1-56 0,-1-1-35 0,-4-1-17 15,1 4-27-15,-2-6-6 0,0-15-41 0,0 8-28 16,0-1 16-16,0 1-80 0,0-4-87 0,0-6-83 16,0-3 41-16,0-8 2 0,0 0 23 15,-1 10 25-15,9-21 24 0,2-2-3 0</inkml:trace>
  <inkml:trace contextRef="#ctx0" brushRef="#br0" timeOffset="151691.97">14831 13205 585 0,'13'-17'398'0,"1"1"-85"0,-4 3-36 16,0 2-35-16,-5 6-38 0,-5 5 11 15,-5 2 5-15,-5 3-29 0,-3 9 0 0,-7 1-21 16,-1 3 10-16,-1 7-23 0,-2-1 11 16,4 2-19-16,0 2-17 0,0 1-11 0,2 0-10 15,5 0-9-15,2 2-15 0,2 1-9 0,5 0 2 16,4-1-11-16,0-14-4 0,15 28-14 15,-2-18-2-15,2-2-6 0,3 1 4 16,4-6-18-16,0 2 5 0,1-7-2 0,1-1-20 0,3-5-1 16,-3-2 3-16,-1-5-7 0,-14-2-1 15,19-12-2-15,-12 0-2 0,-4-2 1 0,-5-3-3 16,-6-1 13-16,-1 9-13 0,0-5 2 16,-20-18 0-16,7 18-5 0,-9 0 11 0,-1 4-1 15,-2 0-13-15,-5 4 6 0,-1 0 0 16,-2 4-88-16,-4 1-8 0,22 1-42 0,-10 0-36 15,-29 12-38-15,29-3 20 0,5 2-183 0,3 3 31 16,4-2 28-16,1 0-116 0,9-1 30 0,3-11 25 16,0 14 29-16,17 10 28 0,-2-11 16 15,-1-2 28-15</inkml:trace>
  <inkml:trace contextRef="#ctx0" brushRef="#br0" timeOffset="153516.91">16169 11763 392 0,'0'-16'328'0,"0"16"-43"0,-8-28-25 0,7 23-20 16,0 1-24-16,0 2-30 0,1-1-20 0,0 2-17 15,-2 0-11-15,4 2 2 0,-1 0 13 0,0 4-31 16,2 0 4-16,6 9-9 0,2 0-7 0,0 3 5 16,3 2-20-16,5 0 5 0,-3-1-19 15,0 2-19-15,3-1 4 0,1 2-10 0,1 1-24 16,2 1-39-16,-4-4-53 0,1 3-30 16,-2 0-26-16,-4 1-61 0,3-3 16 0,-4 1-161 15,-1 2-102-15,-2-8 28 0,0-1 27 0,-5-6 52 16,0-1 19-16,-1-3 14 0,-1-2 6 15</inkml:trace>
  <inkml:trace contextRef="#ctx0" brushRef="#br0" timeOffset="153741.57">16595 11772 310 0,'-3'-8'398'15,"1"0"-88"-15,-3 2-19 0,-1 3-1 16,-2 2-42-16,0 1-13 0,-11 4-16 0,0 5-28 15,-1 3-1-15,0 2-20 0,-3 5-14 0,-4 5-38 16,3 3 6-16,-3 5-13 0,3 3-13 16,-3 5-4-16,0 1-29 0,-1 4-70 0,0 1-24 15,1 3-44-15,3-1-43 0,-2 1-22 16,2 2 12-16,-1-3-182 0,1 0-96 0,-1-2 8 16,-2-4 19-16,-1 2 27 0,2-4 40 0,2-1-22 15,1 0 1-15</inkml:trace>
  <inkml:trace contextRef="#ctx0" brushRef="#br0" timeOffset="154112.31">15645 13093 331 0,'0'-9'520'15,"-1"0"-107"-15,2 2-61 0,-1 4-35 0,3-2-45 16,-2 4-32-16,1 0-18 0,4 2-27 15,9 10-27-15,4 3-19 0,1 2-5 0,3 2-24 16,5 2-12-16,1 3-12 0,2 2-9 16,4 1-11-16,4 1-7 0,-1 2-82 0,1 0-55 15,0 0-40-15,1-1-39 0,-6-2 14 0,-1 1-174 16,-5 1-140-16,1-4 34 0,-4-1 41 16,1-4 15-16,-7-1 28 0,0-3-11 0,0-4 60 15</inkml:trace>
  <inkml:trace contextRef="#ctx0" brushRef="#br0" timeOffset="154308.81">16291 13205 689 0,'-13'-19'420'0,"-1"-1"-81"16,-3 4-30-16,-3 1-62 0,-2 6-16 16,-4 4-27-16,-1 5 5 0,12 0-60 0,-27 14 1 15,12 1-26-15,-2 6 15 0,1 4-40 0,-4 4-17 16,-1 2-65-16,1 6-29 0,3 1-57 15,0 3-56-15,4 5 13 0,-1 0-304 0,4 0 31 16,6-4 28-16,-1 1 14 0,5-2 11 16,1-1 17-16,2 2 11 0,2-6 2 0</inkml:trace>
  <inkml:trace contextRef="#ctx0" brushRef="#br0" timeOffset="156988.71">21441 14694 272 0,'0'-14'389'15,"0"14"-77"-15,0 0-38 0,0-13-35 0,20-4-58 16,-21 17 2-16,0 3 2 0,0 2 9 16,-6 10-15-16,2 5-21 0,1 1 14 0,-2 2 0 15,1 6-16-15,2-3-32 0,-1 1-2 0,3-3-11 16,1-9 15-16,0 2-10 0,0 5 1 15,11 22-3-15,-4-24-14 0,-2-2 15 0,3-3-19 16,2-1-4-16,-4-2 3 0,1-2 2 0,0-4-8 16,1-2-10-16,2-2 1 0,-1-2 0 15,-1 0-12-15,5 0-13 0,17-17 1 16,-13 9-9-16,2-6 0 0,-5-2-3 0,4-5-8 16,1-2 2-16,0-1-9 0,2 2 0 0,-4 2-5 15,-1 1 22-15,1 2 1 0,-3 2-4 0,-4 4-5 16,0 0-9-16,-5 2-15 0,0 7 9 15,-5 2 6-15,0 0 12 0,0 0 6 0,12 14-3 16,-12-6-5-16,6 9-8 0,-4 1 14 16,0 2-4-16,3 1-12 0,-2 1 10 0,3 3-16 15,6-4 5-15,-1 2 2 0,2-3-15 0,1 3-27 16,0-5-31-16,-1 4-35 0,2-4-55 0,2 1 14 16,-3 0-97-16,0 0-16 0,0-4-20 15,0-4-2-15,-2-2-16 0,-3-7 28 0,1 0 21 16,-4-2-12-16,20-18-1 0,-8 5 18 15,2-1 81-15,-1 2 53 0,-2-1 52 0,-2 4 45 16,-1 1 34-16,-5 3 11 0,-1 1 30 0,-2 1-5 16,-3-1-8-16,1 4 15 0,0 0-10 15,-4 0 71-15,0 0 5 0,0 0-11 0,5 8-7 16,-5-2-5-16,0 1-9 0,0 0-18 0,3 10-3 16,-1 0-4-16,1 3-9 0,3-3-7 15,-2 0-7-15,5-1-1 0,1-2-13 0,-1 0-2 16,-2-5-10-16,-3-2-2 0,-3-1 1 0,2-1-16 15,1-5 4-15,-3 2-24 0,-1-2-10 16,0-6-22-16,-5 2-22 0,0-11-15 0,-3-2 5 16,-2-2-78-16,0 2-25 0,0 0-32 15,-1 5-50-15,1 0 22 0,-1-1-177 0,2 6-136 16,2 2 39-16,5 4 37 0,1-2 17 16,1 3 27-16,0 0 47 0,11-4 26 0,14 7 21 15,-13-3 4-15</inkml:trace>
  <inkml:trace contextRef="#ctx0" brushRef="#br0" timeOffset="157131.7">22724 15084 613 0,'15'-9'443'0,"5"0"-93"0,-4 0-55 16,9 3-45-16,0-1-65 0,3 1-51 16,4 1-76-16,-5 3-81 0,0-4 1 0,-17 6-340 15,7 0-13-15,15 9 24 0,-21-1 16 16,-2 1 11-16</inkml:trace>
  <inkml:trace contextRef="#ctx0" brushRef="#br0" timeOffset="157287.01">22724 15245 898 0,'-23'9'393'0,"4"-1"-39"0,3-4-44 0,1 2-40 16,3-3-9-16,7-2-24 0,5 0-31 16,3 1-19-16,15 1-20 0,3-2-77 0,-8-1-57 15,9 0-58-15,6 0-57 0,3 0-84 0,33-12 14 16,-28 7-297-16,0 1 37 0,2-6 22 15,4 2 40-15,-5-6 43 0,6 4 15 0,1-3-62 16</inkml:trace>
  <inkml:trace contextRef="#ctx0" brushRef="#br0" timeOffset="158128.84">23516 14887 215 0,'-4'-4'308'0,"4"2"-57"0,0-2-14 16,0 0-19-16,-3 1-21 0,2 0-2 16,0 1-23-16,1-2-5 0,0 1 6 0,0-1-15 15,0 2-7-15,0 0-2 0,0-1-12 16,0 0 8-16,0 2-22 0,-3-1-20 0,3 1 24 16,0-1-43-16,0 2 8 0,0 0 4 0,0 0-8 15,0 0 5-15,0 0-6 0,0 0-5 16,0 0 4-16,0-6 2 0,0 6-33 0,0 0 20 15,0 0-8-15,0-7-12 0,0 7-7 16,0 0 18-16,0 0-20 0,0-7 1 0,0 7-12 16,0 0 2-16,0 0 7 0,0-6 2 15,0 6-2-15,0 0 3 0,0 0-5 0,0-8-9 16,0 8 4-16,0 0-3 0,0 0 2 16,0-6-12-16,0 6 5 0,0 0 3 0,0-7-11 15,12-1-5-15,-7 4-2 0,13-2-7 0,2 1 0 16,1 3 1-16,4 1 1 0,3 1 8 15,-2-2-16-15,-13 2 9 0,11 0-14 0,26 14 4 16,-22-4-30-16,-6 0-3 0,-3 4-3 0,-5-1-13 16,-4 0 6-16,-6 4 5 0,-4-9-9 0,-15 21-1 15,3-11-22-15,-7 0-2 0,1-3 6 16,-1 1-5-16,2 1 15 0,2-1 14 16,0 1-10-16,6-2 29 0,1 3-9 0,5-1 4 15,3-9 15-15,0 3 2 0,11 19-7 0,-2-13-4 16,-3 0 31-16,4 0-7 0,4 4-5 15,1-7 10-15,-2 5-2 0,3-3 2 0,-1-3 11 16,-2 0-2-16,-5-4-2 0,0 0-4 0,-5-2-1 16,-3-1-2-16,0-6-1 0,-23 13-8 15,-1-6-42-15,-3-1-16 0,-4-2-45 16,-2-2-23-16,-3-2-44 0,-2 2-34 0,-4 2 20 16,22-4-138-16,-12 0 26 0,-6 0-149 0,0 0 22 15,-3 0 15-15,-1 0 46 0,1 0-2 0,1 0 4 16</inkml:trace>
  <inkml:trace contextRef="#ctx0" brushRef="#br0" timeOffset="158637.6">22288 15095 380 0,'-4'2'384'0,"-3"1"-54"0,-5 9-31 0,-3 1-15 16,2 2-35-16,3 0 5 0,-1 3-27 15,0-1-25-15,2 0-21 0,5 2-21 16,4-1-17-16,0-10-15 0,0 6 24 0,17 17-22 16,-2-15 1-16,3-2-29 0,0-3-2 0,8 0-11 15,-2-3-20-15,6-7 14 0,0-1-19 16,-16 0-9-16,29-8-5 0,-19-1 8 0,0-5-14 15,-9 0-18-15,-3-9 3 0,-6-4-1 16,-6 0-13-16,0 12 12 0,0-6-10 0,-18-27-3 16,4 22-1-16,-2 2-3 0,-4 2-15 0,-3 1 1 15,-1 3-52-15,-3 2-4 0,-2 3-18 16,2 2-28-16,-3 1-38 0,-3 6-38 0,2 1-29 16,14 3 20-16,-9 0-183 0,-2 0-83 0,-31 18 39 15,29-9 27-15,3 2-3 0,-4 0 26 16,3 5 15-16,-4-2 1 0</inkml:trace>
  <inkml:trace contextRef="#ctx0" brushRef="#br0" timeOffset="164246.16">11788 14443 357 0,'0'0'252'0,"0"0"-44"0,0 0-28 16,0 0-25-16,0 0 6 0,0 0-6 0,-15 0-9 15,15 0-2-15,0 0-19 0,0 0 11 16,0 0-18-16,-21 6-5 0,20-7-11 0,0-3 1 15,-3 4-4-15,4-3-8 0,-1 2 2 16,-2-2 2-16,3-1-17 0,-1-1-2 0,1 2 3 16,0-4-13-16,0 1 14 0,0-3-28 15,13-12-9-15,-6 4 15 0,4 5-15 0,1 2-3 16,4 0 0-16,0 2-23 0,-3 7-2 0,4-2 3 16,-8 3-11-16,1 0 11 0,14 21-9 15,-11-6-5-15,-5 2 21 0,-4 4-20 0,-3 4 10 16,-1-11-16-16,-12 28 7 0,1-15 11 15,-2 2-12-15,-3 0-3 0,-3-1-6 0,-1-1 20 16,-2 0-6-16,3-3-10 0,-3-2 2 0,2-2-4 16,2-2 8-16,-1 1 10 0,2-6-18 0,6 1 29 15,-1-4 15-15,0 0-6 0,5-3 44 0,2-1-3 16,0-3 1-16,2 0-8 0,1 0-3 16,2-1-19-16,0-2 5 0,0 0-2 15,0 0 0-15,16 5 5 0,-8-3-8 0,11 0 4 16,3 4-14-16,-3-4-2 0,3 1 4 0,-2 1-7 15,0 0-10-15,0 1 11 0,-2 3-16 16,-3-5 4-16,0 3 1 0,1 0 4 0,-2 0-18 16,-5-1-2-16,-3 1-61 0,1 0-48 0,-1-1-24 15,-3 1-26-15,-2-4-39 0,-1-2-34 0,0 0 21 16,0 7-145-16,0-7-126 0,0 9 32 16,0-9 33-16,0 5 30 0,0-5 29 0,0 0 20 15,0 0-25-15,9 8-2 0</inkml:trace>
  <inkml:trace contextRef="#ctx0" brushRef="#br0" timeOffset="164619.74">12392 14536 212 0,'12'-15'472'0,"-1"-1"-85"0,-2 4-66 0,-4 2-23 15,-5 4-54-15,0 6-15 0,0 0-19 0,-17-7-3 16,3 15-23-16,-4 3-4 0,0 3 12 15,-1 1-6-15,4 1-8 0,-5 3-36 0,8 3-8 16,-4 1-4-16,4 0-15 0,2 3-15 0,4 3 0 16,2 0-8-16,4-14-13 0,0 6-11 15,15 24 11-15,-3-22-18 0,3 0-6 0,3-8 5 16,3 0-23-16,0-2 9 0,2 2-8 0,-2-9-8 16,1-2-5-16,-2 0-1 0,-3-4 6 0,-9 0 1 15,15-11-12-15,-12 4 5 0,-3-4 2 16,-4 1-15-16,-2-1 5 0,-2 11-1 15,0-13-5-15,-20-12 8 0,7 12 1 0,-7 1-11 16,-2 1-7-16,-2 1-2 0,-2 2-2 0,1 3-8 16,0-1-40-16,-1 4 7 0,4-1-103 15,10 3-57-15,-2 0-43 0,1 0 25 0,4 0-226 16,-1 0 34-16,2 11-70 0,6-9 36 16,4 1 74-16,4 0 17 0,0-2 23 0,10 1 23 15,13-1 11-15,-15-1 5 0</inkml:trace>
  <inkml:trace contextRef="#ctx0" brushRef="#br0" timeOffset="165822.15">13704 14449 357 0,'0'0'307'0,"16"-17"-40"0,7-7-10 0,-18 18-13 16,0 0-26-16,-1 1 2 0,0 3-38 0,-3-1 14 16,1 0-48-16,0 2-19 0,-1-2-9 0,2 3-1 15,-3 0-30-15,-2 3-8 0,0 1-19 16,-8 4-6-16,-7 5 6 0,-2 0-10 0,-3 1 7 16,0 0-23-16,-1-1 21 0,2 2-18 15,-2-2 3-15,1-2-19 0,-2 3 7 0,4-2-5 16,3-2 3-16,-1-2-8 0,5 0-6 0,4-3 5 15,-1-1 10-15,7 0-4 0,-2-1-12 16,0 1 17-16,2-1-5 0,1-3-12 0,0 2 1 16,-1-1 13-16,3 1-7 0,-2 1 6 15,2 0 10-15,0-3-4 0,0 0-2 0,12 19-1 16,0-6 16-16,-1 1-15 0,3 1-5 0,3 0 3 16,-1 2-18-16,1-1 19 0,1 3-6 15,-3-3-12-15,1 5 5 0,0-6 0 0,2 3-8 16,-1 0 9-16,2-2-13 0,0 2-46 0,-3-2-34 15,4 2-23-15,-1-1-36 0,0 0-38 16,-1-3 14-16,0-2-126 0,-4 0-175 0,0-1 31 16,-6 1 30-16,-3-6 35 0,1-1 26 15,-2-2 17-15,-2 1 3 0</inkml:trace>
  <inkml:trace contextRef="#ctx0" brushRef="#br0" timeOffset="166125.84">13403 14983 942 0,'-24'-1'366'0,"1"-5"-27"15,14 6-38-15,-18-5-38 0,16 2-33 0,2 2-11 16,3 1-26-16,6 0-28 0,4 7-19 0,6 1-15 16,8 4-14-16,8-3-1 0,-2 1-12 0,8 2-11 15,0 5-2-15,9-2-10 16,-2 3-8-16,0 0-6 0,-2-2-13 0,-1 0-6 15,-5 3-4-15,-1-4-5 0,-4 1-26 16,-2 0-5-16,-5 0-2 0,0-2-25 0,0-1-12 16,-4-2-8-16,-6 3 0 0,1-1-23 15,-6-6-15-15,-1-1 1 0,1-1-22 0,-4-4-30 16,0-1-17-16,0 0-34 0,0 0 15 0,0 4-177 16,0-8-75-16,0 4 28 0,0-3-25 0,4-2 26 15,-3 4 61-15,9-16-2 0,2 0 28 16</inkml:trace>
  <inkml:trace contextRef="#ctx0" brushRef="#br0" timeOffset="167978.92">14335 14436 254 0,'0'-14'356'0,"-22"-12"-45"0,25 17-37 0,3-4-41 16,-2 4-32-16,5 2-21 0,5-1-5 16,1 3-14-16,3 3-31 0,-8 2-11 0,7 0 2 15,20 14-25-15,-17-2-4 0,-2 5-14 0,-5 0-20 16,-1 5 13-16,-5 1-23 0,0 3-1 0,-7 0-5 16,0-12 2-16,-11 29 2 0,1-17-9 15,1-2 13-15,0-2 4 0,-3-1 8 0,0 4-7 16,1-5 16-16,-1-2 8 0,-1-2-15 15,2-2-10-15,3-2 17 0,2-2-11 0,2-6-7 16,1 3 25-16,-3-4 7 0,5 1 4 0,1-1-22 16,0-3 7-16,0 0-3 0,12 4-21 15,10-3 1-15,-10-1-14 0,6 0 8 0,6 0-32 16,29-14-2-16,-23 8-57 0,-1 1-12 16,-1-2-27-16,-1-2-9 0,0 0 1 0,-4-3-6 15,0 0-3-15,0-3 0 0,-4 1-3 0,-1-1 11 16,1-1 7-16,-3 1 2 0,0-2 12 0,-2-1 12 15,3-2 16-15,-4 1 18 0,-2 2 7 16,5 0 20-16,-7 2 22 0,1 1-6 0,-5 4 20 16,1 0 24-16,-3 3-2 0,1 3 11 15,-2-1-15-15,1 2-19 0,-2 1 3 0,-1 2 6 16,-1 5 16-16,-2-1-2 0,1 2-4 0,-5 7-5 16,1 4-6-16,3 3-4 0,-2-3 21 15,5 4 11-15,-2-4-1 0,2 3-5 0,0-13-9 16,0 7 5-16,0-1-14 0,15 13 5 0,-11-15-13 15,6 0-4-15,-4-3-10 0,2-2 10 16,1-2-2-16,-1 0 4 0,-1-4-9 16,2 0-4-16,-1 0 3 0,3 0-24 0,18-14 18 15,-13 7 1-15,-2 0-21 0,-3 3 9 0,-4 1 3 16,2-1 0-16,-4 2-6 0,-1 2 5 16,0 0-10-16,-4 0 4 0,0 0 7 0,0 0 1 15,6 15 10-15,-8 1-6 0,2-6 2 0,-12 18 9 16,6-9-8-16,-4 2-5 0,3 0 0 0,-2 1-1 15,5 2 0-15,-2-1-10 0,4 2-28 16,0 0 2-16,2-13-93 0,0 10-21 0,0 4-38 16,0 3-41-16,0-3-39 0,17 26 21 15,-12-26 21-15,-1-2-295 0,0-6 13 0,-2 1 37 16,2-12 30-16,1-2 67 0,3-3 11 16,0 1 16-16,-1-3 6 0</inkml:trace>
  <inkml:trace contextRef="#ctx0" brushRef="#br0" timeOffset="168421.52">15702 14589 609 0,'-2'-24'358'0,"1"11"-23"0,1 2 9 0,0 0-40 15,0-1-35-15,0 2-24 0,0 2-29 16,0 1-32-16,0 7-21 0,-5-5 22 0,10 9-20 15,1 11 9-15,4 2-30 0,6 4-10 0,-2 2-15 16,6 2-28-16,6 2 8 0,-2 3-27 16,3-1-42-16,3 1-3 0,4 0-71 0,1-1 1 15,-3 1-43-15,-2-3-8 0,0-2-1 0,-1-5-24 16,-4 0-4-16,-3-3-14 0,0-2 12 16,-2-3 13-16,-3-1 12 0,-3-6-7 0,-4-5 22 15,-10 0 15-15,16-17 14 0,-8-3 12 16,3-2 6-16,-2-2 38 0,1-2 17 0,0 2 22 15,2-1 35-15,-6 2 44 0,2 5 4 0,-2 1-13 16,-1 3 35-16,-2 5-6 0,-2 0-14 16,-1 9-24-16,0 0 6 0,-10-13-15 0,1 12-6 15,-10 1 13-15,7 0-20 0,-27 16-8 0,14-4 1 16,-4 5-18-16,-3 4-7 0,-4 8 9 16,2 5-16-16,-2 1-42 0,-1 6 0 0,5-1-46 15,-2 3-27-15,0 4-45 0,1 1-25 0,4 2-35 16,3 2-31-16,3 4 21 0,1 5-301 15,0 6 36-15,-1 1 31 0,-1 3 29 0,-3-5 23 16,5-3 50-16,4-8-8 0,4-8 8 16</inkml:trace>
  <inkml:trace contextRef="#ctx0" brushRef="#br0" timeOffset="169658.05">21642 15688 451 0,'0'0'211'0,"-15"0"3"0,15 0 2 15,0 0-9-15,-20 12-7 0,16 11 13 0,-1 3 15 16,5-13-13-16,0 9 6 0,0 5-8 16,0 3-25-16,0 1-20 0,0 0 14 0,10 32-39 15,-3-34 10-15,-2-2-3 0,0-4-16 16,1-2-12-16,0-2 6 0,-4 0-20 0,2-7-14 16,0-7-12-16,-2 3 13 0,-1-4 23 0,1 2 2 15,0-5-9-15,3 0-8 0,1-1-9 16,-6 0-16-16,11 0-4 0,12-18-5 0,-5 2-5 15,0-1-7-15,1 2 2 0,-4-4-10 16,1 4-14-16,2-2 3 0,-4 3-7 0,0 2-8 16,-4 1 0-16,-5 3 1 0,3 4-4 0,-7 2-9 15,7 0-3-15,-8 2 24 0,0 0-1 0,9 12 0 16,-3 3 12-16,-1 2-2 0,-1-1 0 16,1 3-8-16,-1-3-1 0,2 5 3 15,-2-2-8-15,3 1 0 0,0 1-3 0,-1-1-5 16,2 1 0-16,-1-1-19 0,1 0-35 15,-1-3-49-15,-2 1-41 0,2-3 11 0,-1-2-96 16,-4-2-19-16,2-3-19 0,-1-6 4 0,-1 1-17 16,1-3 25-16,-3 0-65 0,0 0 10 15,8-11 23-15,-3-2 33 0,7 0 51 0,1-1 16 16,-1 0 120-16,-1 4 60 0,-2-1 35 0,-2 4 40 16,0 1 4-16,-4 3 14 0,-1-2-19 15,2 3-2-15,-2 0 14 0,-2 2-9 0,0 0 62 16,0 0 13-16,0 7-19 0,-2-5-16 15,2 1 10-15,-1 1-17 0,0 1-9 0,1-1 0 16,-2 2-7-16,2-1-15 0,-1-1-5 0,2 1-9 16,-1 0-6-16,0-5-4 0,0 0-6 0,0 7-11 15,0-7-5-15,0 8 2 0,0-8-14 16,0 7-5-16,0-7-44 0,0 0-42 0,0 0 3 16,-2 7-74-16,-2-9-46 0,-7-8-33 15,2 1-30-15,1 1 24 0,-2-3-170 0,3 3-126 16,2 1 39-16,3 1 32 0,0 0 49 15,2 3 16-15,0 3 28 0,0 0 15 0,0 0 10 16</inkml:trace>
  <inkml:trace contextRef="#ctx0" brushRef="#br0" timeOffset="169839.1">22478 16113 740 0,'16'-11'396'16,"3"-1"-60"-16,2-3-34 0,2 3-38 0,-3 2-31 15,6 0-40-15,5 1-71 0,2 4-61 16,1-2-94-16,7 0 2 0,-4 4 5 0,-2 3 1 16,-17 0 3-16,3 0 2 0,21 17-393 15,-27-8 34-15,-8 4 23 0,-7-6 25 0,0 5 11 16,-22 22 32-16</inkml:trace>
  <inkml:trace contextRef="#ctx0" brushRef="#br0" timeOffset="169987.34">22688 16266 623 0,'-22'12'419'16,"-4"-1"-67"-16,5 0 45 0,1-6 0 15,5 2-6-15,3-4-24 0,3 0-28 0,4-1-42 16,1 0-36-16,7-4-39 0,1 1-26 0,12-1-55 16,12-3-46-16,-1-2-86 0,8 4-1 15,2-2-170-15,5-2-84 0,-4 3 21 0,5-1-282 16,0-3 25-16,-1 1 43 0,2 0 28 0,-3-2 8 16,0 2 11-16,-1-1 24 0,0 0 6 15</inkml:trace>
  <inkml:trace contextRef="#ctx0" brushRef="#br0" timeOffset="170789.77">22034 16233 419 0,'4'-1'352'0,"0"-2"-46"0,-2 2-42 0,1 0-37 16,-3 1-14-16,0 0-25 0,0 0 8 0,0 0-18 15,0 0 6-15,0 0-17 0,0 0-22 16,0 0 14-16,0 22-11 0,0-17-15 0,0 2-4 16,-2-2-1-16,4 3-25 0,-2-8 5 15,0 10-9-15,11 16-1 0,-7-18-3 0,10 3-8 16,-2-2 0-16,3-3-25 0,-1-2-1 0,4 0-11 15,-6-4-5-15,-12 0 0 0,12 0 1 16,1 0-1-16,12-16-20 0,-15 4 12 0,-3-1-17 16,-4-3 10-16,2-1 0 0,-5 8-6 15,0-6-9-15,0-2 9 0,-15-17 0 0,9 18-10 16,-3 2-16-16,-1 2 4 0,-1 1-14 16,-1 2 2-16,3 4-58 0,-5 0-34 0,0 3-34 15,1-1-45-15,3 3-35 0,1 0 19 0,0 0-105 16,-7 10-160-16,11-6 34 0,3 1 33 0,0 0 26 15,6-2 25-15,-1 1 0 0,11 4 21 16,4-1 12-16,8-2-1 0</inkml:trace>
  <inkml:trace contextRef="#ctx0" brushRef="#br0" timeOffset="171687.17">23382 15784 422 0,'0'0'394'0,"0"-14"-83"0,0 14-37 15,0 0-38-15,0 0-13 0,0 0 2 0,0 0-5 16,0 0 0-16,10 10-29 0,-12 9-10 16,2-10-22-16,0 6 6 0,0 3-6 0,0 3 3 15,0-2-24-15,13 25 14 0,-4-24-11 0,1-2 2 16,1-2-6-16,-2 2-22 0,5-5-5 16,2 0-18-16,2 1-1 0,-1-10-18 0,2 4 0 15,3-3 0-15,-3-5-5 0,-9 0-15 0,5 0-2 16,20-13-6-16,-12-4-2 0,-3 3 0 15,1-1-8-15,-1-4-8 0,1 0 2 0,-1-1-8 16,-1 3 8-16,-2 1 7 0,1 3 13 16,-9-1-1-16,5-1-19 0,-4 4 0 0,-2 7-4 15,-4 1 4-15,-4 3-11 0,1 4 5 16,-5 0 11-16,-4 10-8 0,-1 5-6 0,-5 4 3 16,3 1 3-16,-3 1-7 0,1 5-30 0,-3 0-25 15,4 3-26-15,-1 4-28 0,2-1 9 0,3 3-110 16,0-1-30-16,-1 2-47 0,3 1 24 0,-3 2-223 15,-5 1 39-15,0 0 35 0,-5 1 32 16,1-1 26-16,-3-3 27 0,0 0-122 0,-5-6 25 16,-2-2 26-16,-6-5 71 0,-2 5 7 15</inkml:trace>
  <inkml:trace contextRef="#ctx0" brushRef="#br0" timeOffset="175653.72">11434 15741 439 0,'0'0'250'0,"0"0"-29"0,0 0-23 16,-13 0-20-16,13-14-16 0,0 14 8 0,-23-15-18 15,20 12-10-15,1 3 6 0,0-1-20 16,0 0-1-16,0-3-3 0,0 3 16 0,0 0-13 15,1 0-21-15,0 1 13 0,1-2-28 16,-2 2 7-16,2-3-14 0,-1 3 18 0,0 0-4 16,1-1-12-16,-2-2-11 0,1 3-15 0,1-1 0 15,0-1-1-15,0 1-9 0,-1 0-17 0,1 1 10 16,0 0-1-16,-1-3-22 0,-1 3 16 16,2 0-4-16,0-2 6 0,0 1-8 0,0 1-12 15,-1 0 5-15,2-1 0 0,-1 1-3 0,0 0 1 16,0 0-2-16,0 0-3 0,0 0 11 15,0 0-5-15,0 0-1 0,0 0-2 0,0 0 12 16,0 0-8-16,0 0-5 0,0 0 1 16,0 0-7-16,0-6-3 0,0 6 15 0,9-11-11 15,-5 9 2-15,2 0-13 0,7-4 2 16,2-1 3-16,2 2 1 0,1-1-2 0,-5 4 2 16,7-1 0-16,-7 1-1 0,-6 2-4 15,5 0 0-15,15 10-28 0,-14-2-12 0,-2 1-16 16,0 0 13-16,-5 6-2 0,2-2-1 0,-7 1 3 15,-1 8 8-15,0-14-4 0,0 6-7 16,-18 21 23-16,7-14-3 0,-2-2-7 16,-4 2 5-16,3-7-4 0,-2 2 5 0,5-3 10 15,-2-1-1-15,5 1-5 0,0-1 7 0,3 0 0 16,2-1 6-16,3-11-6 0,0 8-8 16,0 2 12-16,19 14-2 0,-10-11-3 0,4-1-3 15,5 0 1-15,-3-1 4 0,2 0-9 0,0 2 21 16,2-5-11-16,-3 2-1 0,1 0 2 15,-2-2-5-15,-3-2 22 0,-3-1-12 0,-2-1 16 16,-3-1 11-16,1 1-15 0,-1-3 12 0,-4-1 3 16,0 0-24-16,-13 5 26 0,-6 0 1 15,-4-5-3-15,-2 0-11 0,-7 0-7 0,18 0 9 16,-9 0 3-16,-3 0-29 0,-2 0 3 16,4 0-31-16,-1 0-27 0,5 0-23 0,2 0-35 15,-8-12-51-15,19 9 16 0,1 0-187 0,6 1 28 16,0-4 25-16,11-5-91 0,-1 4 13 0,8-8 34 15,1-1 29-15,3 1 11 0</inkml:trace>
  <inkml:trace contextRef="#ctx0" brushRef="#br0" timeOffset="176264.81">11917 15770 668 0,'0'-2'203'0,"-1"0"-2"0,1 0-28 0,0-1-7 16,-1 3-15-16,1-3-14 0,0 3-9 0,-3-2 0 15,2 0-5-15,1 1-9 0,-1-1-7 16,-2 2 11-16,3-1-20 0,0 0 2 0,0 0-3 15,0-1-14-15,0 1-8 0,0 0 10 0,0-2-20 16,0 3 21-16,0-3-26 0,0 2 11 16,0-1-11-16,0 0-7 0,0 0 3 0,3 0-5 15,-2 0-2-15,2-1-3 0,-2 0-26 0,1-1-4 16,2 2 17-16,1-4-1 0,8-1-24 16,0-1 11-16,2 0 2 0,2 1-2 0,1-1-3 15,1 0-5-15,1 3 2 0,0 1 2 0,-4 0 6 16,0 3-23-16,-5 1-8 0,-11 0 18 15,11 0-14-15,14 17-2 0,-15-9-8 16,-4 4-6-16,1 2-1 0,-5-2 5 0,-2-5-1 16,0 7 7-16,-12 18-12 0,4-13 10 0,-1-1 0 15,1-1-12-15,1 0 6 0,0-3 3 0,0-5-1 16,4 2 4-16,2-4 2 0,1-7 5 16,0 8-8-16,12 13-3 0,3-11-3 15,-1 1 6-15,0-1 0 0,6 1 9 0,-3 0-6 16,3 0-4-16,1 0 18 0,-3-1-10 15,1-1-4-15,-2 1 12 0,-1 2-8 0,-4-3 6 16,2 1 10-16,-3-1-13 0,-6-1 9 16,-3-1 11-16,-2 0-6 0,0-7 27 0,-13 15-29 15,4-7 9-15,-8 2-3 0,-2-2 2 0,-2-1-14 16,-2 1-2-16,1-3-25 0,-1-2-16 0,2 0-30 16,1-2-46-16,5 0 12 0,5-1-172 15,1 0 24-15,-1 0-175 0,-4-13 3 0,10 9 24 16,3-4 67-16,2 5 41 0,2 1-27 0</inkml:trace>
  <inkml:trace contextRef="#ctx0" brushRef="#br0" timeOffset="177132.58">13724 15721 291 0,'10'-14'294'0,"4"-2"-47"0,0 1-11 0,-4 1-2 16,3 1-14-16,-1 1-10 0,-5 0-19 16,3-1-3-16,-5 6 0 0,0 1-15 0,0 1-3 15,0 2-30-15,-5-1-17 0,4 2-15 16,-3 1-18-16,-1 0 3 0,0 1-20 0,-3 2-4 15,-7 8-1-15,-4 0-6 0,-4 5-8 0,-4 2-10 16,-1-2-14-16,-2 4-7 0,-6 0 9 16,2-1 13-16,3-1-20 0,-2-1-8 0,4 1 8 15,-1-5-6-15,5 2-7 0,-2-1 8 16,6-1-23-16,-1-2 23 0,6-1-24 0,-1-1 10 16,5-3 6-16,2 2-5 0,0-3-3 15,3 3-6-15,2-7 9 0,0 6 4 0,12 13 5 16,-5-4-5-16,5-3 10 0,4 2 18 0,-1-2-20 15,2 3-6-15,1 1 14 0,-1-3 11 16,-1 1-20-16,5-1-9 0,-1 1 5 0,-1 2 6 16,3-4-8-16,-2 2 8 0,1 0-10 0,-2-1-13 15,1 2-42-15,2 0-13 0,-3 0-41 16,-2-1-36-16,1-2-46 0,-4 3-22 0,-1-1 17 16,-7-1-211-16,-2-2 29 0,-3-1-63 15,-1-10 27-15,0 7 26 0,-12 11 66 0,3-7-9 16,1-3 6-16</inkml:trace>
  <inkml:trace contextRef="#ctx0" brushRef="#br0" timeOffset="177409.14">13251 16345 689 0,'-29'0'449'0,"5"-1"-77"0,15 1-53 0,-4 0-43 15,2 0-28-15,5 0-43 0,-1 2-13 16,12 1-22-16,11 4-4 0,11 1-18 0,1 1-16 15,4 5-15-15,6 0-22 0,-3-1-11 16,0 4-8-16,0 0-16 0,-2 0-4 0,-2 1 13 16,-1 1-5-16,-4-1-34 0,1-1-17 0,-4 1-15 15,-3-3 2-15,-1 1-12 0,1 0 9 16,-5-3-25-16,-2-1-6 0,1-1 9 0,-5-2-23 16,0-3-10-16,-7-1-7 0,3 0-16 0,-2-2-14 15,-1-2-16-15,0-1-45 0,-1 0 15 16,-1-1-152-16,0-4 25 0,0 2-184 0,1-2 39 15,2-1 28-15,2-8 20 0,3-1 12 16,4 0 54-16</inkml:trace>
  <inkml:trace contextRef="#ctx0" brushRef="#br0" timeOffset="180243.58">14282 15775 323 0,'0'0'244'16,"0"-13"-14"-16,0 13-22 0,-15-24-20 16,15 19-21-16,0-1-22 0,0 0 7 0,0 1-14 15,0 5-8-15,0 0-8 0,0-7-4 16,0 7-14-16,0-6-5 0,0 6-10 0,0 0 12 15,0-8-25-15,0 8-8 0,0-7-16 0,0 7 1 16,0-7-8-16,19-8-5 0,-10 8-4 16,0 0-3-16,5 1 0 0,1 1 2 0,2 2-8 15,-3 2-8-15,-2-2 3 0,-2 3-9 0,5 0-5 16,16 13 2-16,-17-6-6 0,-1 2 13 0,-5 3-9 16,-1-1 2-16,-3 3 3 0,-4-2-1 15,0-4-15-15,0 6 6 0,0 2-6 0,-12 16 13 16,6-14-17-16,-2-5 11 0,-2 0-8 15,5-3 12-15,1-3-16 0,2 0 16 0,-2-4-4 16,4 3-2-16,0 0-1 0,0-4-3 0,0-2-7 16,0 0 6-16,0 7 10 0,16 10-7 0,-2-7 0 15,2 2 2-15,2 0-5 16,-3 3 4-16,5-3 10 0,0 2 9 0,-2 1-6 16,-1 1 14-16,-1-1-2 0,-1 2 5 0,-3-3 0 15,0-1 6-15,-5 3 19 0,-5-4 4 16,-2-2 4-16,0-10 22 0,0 10-15 0,-20 11 4 15,6-8-13-15,-5-4-7 0,-3-1-5 0,1-1-6 16,-3 0-3-16,1-1-4 0,-5-2-9 16,0-3-3-16,5 1 15 0,1 2-5 0,1-3-63 15,2 0-49-15,4 0-38 0,15-1-46 16,-7 0 16-16,-1 0-348 0,8 0 36 0,-9 0 32 16,3-12 31-16,8 8 22 0,-1 0 27 15,12-6-19-15,0-1 4 0</inkml:trace>
  <inkml:trace contextRef="#ctx0" brushRef="#br0" timeOffset="180555.47">14782 15877 459 0,'30'-10'321'0,"0"5"-38"0,-2 0-34 16,0 1-33-16,-15 4-14 0,4 0-30 16,24 12-15-16,-23-4-4 0,-6 2-30 0,0 3-10 15,-11-3-2-15,-1 0-23 0,0 3-6 0,-16 20 8 16,2-14 15-16,-3-3-25 0,-1-1 8 0,-4 2-1 15,1-2 0-15,1-1 4 0,-1 0-7 16,2-1-8-16,2-1-13 0,3-3 10 0,2 1-8 16,3-5-22-16,3 2 2 0,2-4-5 0,3 2 32 15,1-5 12-15,0 0 5 0,24 9-25 16,2-6 0-16,6-1-10 0,-16-2 7 0,12 0-17 16,4 0 4-16,5 0-16 0,46-11-20 15,-38 8-2-15,4-2-82 0,-7-1-24 16,0 2-32-16,-2-4-40 0,-3 1-68 0,-5-2 21 15,0 3 20-15,-3-2 17 0,-3 0-270 0,-2-4 14 16,-2-2 37-16,3 3 23 0,-4-2 26 0,0-2 21 16,0 2 12-16</inkml:trace>
  <inkml:trace contextRef="#ctx0" brushRef="#br0" timeOffset="180920.54">15817 15787 882 0,'5'-4'321'0,"-2"1"-26"0,-2 1-21 15,-1 1-32-15,0 1 1 0,0 3-10 0,0 0-25 16,2 1-1-16,-1 0-19 0,2 3-13 16,3 8-20-16,5 3-21 0,2-1-9 0,5 1-4 15,1-4-40-15,6 1-7 0,1 1-65 0,1-2-38 16,3 1-12-16,-2-3-22 0,-1 2 0 16,0-2-12-16,-4-2-12 0,0 0 1 0,0-1 11 15,-8-4 5-15,0-5-12 0,-6 3 27 0,-9-3-24 16,6 0 16-16,12-21 9 0,-9 8 3 15,1-2 14-15,-4 1 6 0,-1-1 29 0,0 3 39 16,-2 1 1-16,-2 3 13 0,3 0-2 0,-3 3 17 16,-1 0-25-16,0 5-3 0,0 0 7 0,0 0 22 15,-17-4 2-15,-7 13-8 0,-1-2-9 16,-5 6 2-16,-4 3-19 0,-4 3 3 0,-6 4-3 16,4 6 14-16,-8 0-15 0,0 4-9 15,1 0-12-15,2 5-45 0,1 1-37 0,0 0-51 16,4 4-45-16,2 0 17 0,6-2-214 15,5 0-68-15,5-1 30 0,5-2 4 0,5-4 19 16,5-5 22-16,4 2 35 0,3-19 1 0</inkml:trace>
  <inkml:trace contextRef="#ctx0" brushRef="#br0" timeOffset="181906.12">21625 16846 306 0,'14'-14'321'0,"-14"14"-77"0,0 0 6 16,0 0-13-16,0 0-7 0,0 0-20 0,24 22 8 16,-24-10-40-16,0 5-24 0,0 5-7 15,0 2-1-15,0 3-7 0,0 2-28 0,0-2 11 16,0 2 5-16,14 24-14 0,-10-30-18 0,0-2-24 15,2 1 19-15,1-4-12 0,-3-3-10 16,3-3 31-16,-3-2-20 0,-2-3 11 0,1 0 23 16,-3-4 17-16,4 0-2 0,-3-2-18 0,-1-1 0 15,0 0-15-15,22-14-4 0,-10-1-12 16,4-2-5-16,1-4-13 0,-2 1-8 0,-1-2-2 16,2 3-5-16,2 2 1 0,-3 0 3 0,-2 5-8 15,-1-2 12-15,-3 3-12 0,-1 4-8 16,-1 1-5-16,-3 1-5 0,0 1-8 0,0 1 1 15,-4 3-12-15,0 0 7 0,0 0 11 16,0 0 3-16,9 12-5 0,-9-5-3 0,4 7 3 16,3 3-5-16,-3 4 4 0,2 1-4 15,-1-1 2-15,1 2-1 0,-1-3-34 0,3 4-37 16,-5-5-45-16,2 3 10 0,-3-2-115 16,1-1-24-16,-3-10-34 0,0 3-30 0,0 0 31 15,0-2-96-15,0-3-49 0,0-7 32 16,0 8-107-16,0-8 52 0,-4 5 27 0,5-8 26 15,8-8 20-15,1-2 11 0,4-1-6 0</inkml:trace>
  <inkml:trace contextRef="#ctx0" brushRef="#br0" timeOffset="182167.18">22102 17240 506 0,'7'-6'274'0,"1"1"-37"0,-1 0-22 15,-2 3-35-15,0 2 10 0,-3 0-1 0,1 2 4 16,-1 3-19-16,0-2-20 0,0 4 1 16,-2-2-7-16,5 16-19 0,-2-5 7 0,1 2-38 15,3-2-3-15,0 2 11 0,-1 0-26 16,9-2-9-16,-4-1 3 0,2-3-28 0,-2 0 8 15,1-2-1-15,-4-3 8 0,0-2 16 0,-4 1-10 16,0-3 61-16,-2-3-20 0,-2 0-19 16,0 0-4-16,0 0-6 0,9-11-7 0,-9 4-4 15,-1-9-19-15,1 7-7 0,0-6 10 16,-15-14-12-16,7 12-1 0,2 0 9 0,-3 3-17 16,1-1 0-16,-2 3-31 0,6 3 0 0,-2 4-93 15,3 0-58-15,0 2-47 0,1 0-22 0,2 4 20 16,2-2-159-16,1 2-116 0,2-1 35 15,17 3 11-15,-11-3 1 0,8 0 27 16,8 0 23-16,3 0 62 0,2 0 3 0</inkml:trace>
  <inkml:trace contextRef="#ctx0" brushRef="#br0" timeOffset="182306.74">22679 17194 336 0,'13'-11'483'16,"-1"2"-50"-16,1 1-64 0,-1-1-51 0,1-1-35 15,1 1-24-15,8 2-31 0,0 0-26 0,3 2-21 16,7 2-106-16,4 0-42 0,0 3-73 15,-19 0-52-15,7 0 8 0,32 10-234 0,-25-7 24 16,1 4-133-16,-6 2 10 0,-1 1 27 0,-3 4 18 16,-3-1 43-16</inkml:trace>
  <inkml:trace contextRef="#ctx0" brushRef="#br0" timeOffset="182463.59">23060 17302 296 0,'-28'2'493'0,"3"1"-72"15,2 1-66-15,1 0 28 0,4-2-11 0,4-2-36 16,3 2-38-16,2-2-37 0,5 0-31 15,-3 0-18-15,5 2-38 0,-2-2-33 0,4 0-60 0,2 0-10 16,3 1-108-16,3-1-63 0,14-1-68 16,-8 1-50-16,7 0 18 0,30-11-277 0,-21 5 33 15,-2 1 17-15,1-3 27 0,-4-2 24 16,6-3-3-16,1-2 7 0</inkml:trace>
  <inkml:trace contextRef="#ctx0" brushRef="#br0" timeOffset="182746.12">23482 17117 451 0,'5'-4'323'15,"0"2"-60"-15,1-1-30 0,-3 3-15 16,-2 0-12-16,2 3-6 0,-1-2-21 0,-2 4 3 16,2 1-16-16,-2 2-14 0,5 10 18 0,-1 2-30 15,3 4-5-15,0-2 0 0,2 2-6 0,2-1-14 16,0 2 15-16,2-5 11 0,1 2-16 16,4-1 0-16,-3-1 1 0,2 0 0 15,-2 1-16-15,0-5-8 0,-2 2-10 0,0-3 3 16,-7-4-9-16,2-2 5 0,-2-3 4 0,-3-1-2 15,-3-1 15-15,0-4-10 0,0 0-4 0,-28 12-11 16,2-11-1-16,-3 0-20 0,12-1-11 16,-7 0-35-16,-8 0-58 0,-5 0 1 0,-2 0-150 15,-44-11-74-15,42 8 24 0,-2-1-211 16,3-1 41-16,8-3 34 0,6-1 30 0,-1 0 29 16,13-4-122-16,6 1 30 0,8 0 26 0,0 4 27 15,17-16 20-15,-1 10 10 0</inkml:trace>
  <inkml:trace contextRef="#ctx0" brushRef="#br0" timeOffset="182873.64">23341 17284 219 0,'28'-18'391'0,"4"-1"-53"0,-3 1-59 16,2-1 7-16,6 2-13 0,-2-2-36 0,8 5 5 16,3-1-31-16,4 1-21 0,3 2-6 15,5-1-21-15,-2 3-34 0,1 1-14 16,0-2-58-16,-6 2-77 0,3 0-70 0,-3 1 7 16,-5 2-322-16,1-1 31 0,-9 0-52 0,-3 0 40 15,-2-1 17-15,-7 0 17 0,1 0 5 0</inkml:trace>
  <inkml:trace contextRef="#ctx0" brushRef="#br0" timeOffset="210091.4">13166 10512 288 0,'0'0'69'0,"0"0"2"0,-14 0 24 0,14 0-16 0,0 0-17 15,0 0-20-15,0 0 8 0,-25-15-2 16,22 15-26-16,1-2 14 0,2 2 2 0,-3-2-13 16,2 2 2-16,1 0 14 0,0 0 3 15,-2 0-5-15,-1 0 16 0,3 0-9 0,-2 0-2 0,1 0 9 16,0-1-13-16,1 1 16 0,-1-2-9 16,-1 2 13-16,2 0 4 0,-1-2-38 15,0 2 20-15,1 0 9 0,-3 0-12 0,3 0 12 16,0-2 11-16,0 2-15 0,0 0-1 0,0 0-25 15,3 0 14-15,-1 0 6 0,5 0-17 16,0 0 0-16,14 0-14 0,-10 0 5 16,10 0-6-16,2 0 8 0,6 0-7 0,2 0-9 15,34 11 8-15,-34-9-8 0,7-2-9 0,-6 3 15 16,-1 0 3-16,3-1-5 0,-2 1 4 0,2 0 0 16,-4 1-16-16,-2-2 25 0,-1 0-14 15,-8-1-15-15,-2 2 0 0,-2-3 10 16,-5 1-8-16,-2 0 15 0,-4-1-1 0,-1 0-7 15,-3 2-13-15,-2-2-4 0,-2 0 10 0,-12-2 5 16,-6 4-3-16,8-2 4 0,-8 0-17 16,-3 0 12-16,-5 0 3 0,-2 0 2 0,-38-11 3 15,29 6 10-15,-2 2-18 0,-1-2-10 0,1 0 19 16,-1 0-18-16,1-1 11 0,2-2-7 16,1 3 26-16,3-2-4 0,4 3-4 0,0-1-8 15,-1 2 15-15,4-4 14 0,4 4 1 0,6 0-11 16,0-2 10-16,1 2-7 0,8 3 1 0,1-1-3 15,5 1-6-15,5 0 1 0,0 0 4 16,0 1 7-16,7-1-3 0,20 2-1 16,-10-2-18-16,31 6 14 0,-8-3 0 0,5 2 0 15,3 0-10-15,1-2-4 0,2 1 4 0,4-1-2 16,-4 1 1-16,1-1-4 0,0 1 3 16,-3-1-4-16,-3 0 3 0,-5 1-10 0,-1 0 15 15,-3-3-9-15,-8 3-2 0,3-2-4 16,-6 1 9-16,-4-2 1 0,-3-1 2 0,-5 2 16 15,-5-2-8-15,-3 0-1 0,-6 0-2 0,0 0-16 16,0 0 9-16,8-5 4 0,-11 4-3 0,0 1-23 16,0-1-18-16,-1 1-33 0,0 1-21 15,0 0 7-15,-1 1-115 0,0 1-203 0,-1-1 31 16,2 1 7-16,-1-3 43 0,2 2 13 0</inkml:trace>
  <inkml:trace contextRef="#ctx0" brushRef="#br0" timeOffset="-208129.22">11756 16528 839 0,'0'0'263'0,"0"0"-13"0,0-14-22 0,0 14-22 16,20-20-7-16,-18 17-33 0,1 0-24 0,-2 1-8 16,-1-1-17-16,0 0-5 0,1 2-28 0,-1 1-9 15,0 1-10-15,0 3 12 0,-2 1 0 16,2 2-12-16,-9 13 14 0,0 1-4 0,1 0-10 15,-1 0-20-15,3 2 10 0,-2 1-1 0,0 1-11 16,0-2-9-16,5 0-3 0,-4 0 9 16,2 2 5-16,3-3 7 0,1 0-14 0,-1-3-1 15,2-2-23-15,0-2-3 0,0-6 34 0,0 1-25 16,0 0 19-16,0-2 16 0,14 6-8 16,-10-10-4-16,2-4 15 0,0 3-6 0,1-6-14 15,2 3-7-15,19-14 6 0,-10 2-2 0,0-3-2 16,1-3-12-16,0 2-4 0,0-2 1 0,-5-1-7 15,4 1 20-15,-3 2 3 0,-2 1 4 16,-1 4 17-16,-4 0-18 0,-2 3-2 0,1 1 3 16,-3 3-23-16,1 1 8 0,-3 3-6 15,-2 0-12-15,0 0 0 0,0 4 9 0,0 1 3 16,-5 11 6-16,-1-3 8 0,1 4-8 0,0-2 3 16,-1 7-4-16,0-2 9 0,-2 1 1 15,2-4 4-15,1 4-6 0,-3-1-4 0,4 1 8 16,-3 1-9-16,3-2 4 0,-3 4-9 0,2 4-8 15,-2-2 0-15,-3 0 8 0,1 0-21 16,-1-2-40-16,0 2 2 0,-1 2-80 0,-4-2-22 16,2-3-18-16,1 0-38 0,-1 0-20 15,2 0-8-15,4-6 19 0,0 0-56 0,3-6-23 16,-1-7-58-16,5-4 28 0,6 0 24 0,2-3 24 16,5-6-142-16,7-6 25 0,-3-1 23 0,0-2 24 15,8-1-7-15</inkml:trace>
  <inkml:trace contextRef="#ctx0" brushRef="#br0" timeOffset="-207808.75">12104 17058 386 0,'20'-14'393'0,"0"3"-91"0,-9 1-45 16,-3 6-20-16,-2 1-40 0,-6 3 14 0,0 0-29 15,7 13-18-15,-11-6 0 0,1 12-22 16,3-11-27-16,-6 23 8 0,6-10-11 0,0-1-24 16,0-9-19-16,0 4 7 0,10 19-11 0,-5-17 5 15,5-2-6-15,-3-1 13 0,4-2-4 16,-3-2-4-16,1-4 15 0,0-5-9 15,0-1 8-15,-9 0-15 0,13 0 23 0,19-14-20 16,-15 0-3-16,1-4-4 0,0 1-10 0,0-7 6 16,-2-1-12-16,-4-2 1 0,4-3-16 0,-6 1 15 15,-2 2-4-15,-3-2 1 0,-2 1-21 16,-3 14 9-16,-13-20-5 0,2 15-4 0,-8 3-10 16,-2 3 14-16,-1 4-14 0,-3 2 1 15,-1 4-26-15,4 2-14 0,12 1 3 0,-5 0-70 16,-18 16-27-16,18-6-19 0,-2 3-27 15,8 0-20-15,-2-1-24 0,6 4 19 0,2-5-121 16,3 3-160-16,0-14 35 0,0 10-12 0,12 11 59 16,-3-10 26-16,-2-4 18 0,11 0 12 0</inkml:trace>
  <inkml:trace contextRef="#ctx0" brushRef="#br0" timeOffset="-207409.15">13587 16883 480 0,'14'-11'403'0,"-3"3"-63"15,-3 2-41-15,-1 4-41 0,-5 0-43 16,-3 2-26-16,-2 2-15 0,-10 4-32 0,-4 3-21 15,-4 1-3-15,-5 1-3 0,1 2-17 16,1-1-9-16,-3 3 12 0,0-3-18 0,3 2-19 16,-2-2 4-16,3 3-17 0,0-5 13 15,4 2-6-15,-2 0-8 0,4-2 11 0,3-2-22 16,4-1 5-16,-1 1-2 0,5 0 11 0,4-3-6 16,2-5-4-16,0 7-4 0,16 10 35 15,0-5-8-15,2 0-9 0,4-1-12 0,4 2 16 16,-3-1-31-16,-2-1 6 0,4 1-10 0,7-1-1 15,-4 1-1-15,-1 0-91 0,2 0-21 16,-6 1-53-16,0-1-29 0,0 2-39 0,-4 1 19 16,0-4-139-16,-2 0 26 0,-3 1-151 15,-5 0 27-15,0-2 26 0,-3-2 40 0,-1-1 19 16,-3 0 6-16,-1 0-6 0</inkml:trace>
  <inkml:trace contextRef="#ctx0" brushRef="#br0" timeOffset="-207153.23">13371 17478 554 0,'-32'3'329'0,"18"-3"-32"16,-26 6-46-16,23-2-14 0,0 0-45 16,4-1 44-16,5 2-2 0,4 1-23 0,6-2-24 15,8 7 18-15,4-1-17 0,9 0-35 0,2 4-2 16,0-4-19-16,2 5-16 0,1-2-24 16,3 2 9-16,-1 0-14 0,1 0-15 0,-2 2-6 15,-1-2-7-15,-5 0-15 0,-1-2-1 0,0 0 8 16,0-1-9-16,-6 2-22 0,1-5-5 15,-5-1-4-15,-1-1 0 0,-2-1-37 0,-5-1-21 16,-2-2-22-16,-2-2-28 0,0-1-25 0,0 0-55 16,-6 2-46-16,3-4 21 0,2 1 17 0,1-2-293 15,0 1 30-15,0-2 30 0,4-9 38 16,5-2 50-16,1 1 9 0,2-5 15 0</inkml:trace>
  <inkml:trace contextRef="#ctx0" brushRef="#br0" timeOffset="-204867.82">14509 16779 693 0,'0'0'249'0,"0"-14"-2"16,0 14-28-16,25-23-28 0,-25 19-23 15,0 0-18-15,0 1-13 0,0 0-17 16,0 1-28-16,0 2-7 0,-4 1-13 0,0 5 5 15,-6 6 1-15,-4 5-7 0,-1 4 9 0,2 1-7 16,3 3 1-16,-3-1 8 0,-1 5 12 16,6 0-10-16,-2 0-12 0,1 3-4 0,4-4 11 15,1 0 3-15,-1 1 8 0,1-1-19 16,4-2-8-16,-3-1-5 0,3-16-6 0,0 6-6 16,0 0-4-16,12 16 54 0,-8-21 3 0,1-3-19 15,-1-2 12-15,4-2-8 0,-1 0-2 0,0-4-14 16,0 1-11-16,22-12 2 0,-9 2-4 15,0-3-17-15,-3 0 2 0,1-4 8 0,4 0-9 16,-2 0-8-16,-1-2-4 0,-1 4-3 16,1 0-1-16,-3 3-11 0,-2 0 18 0,-2 0-11 15,-3 7-11-15,-2-2 8 0,-2 3-5 0,-1 1-12 16,0 1 1-16,-4 2 13 0,0 0-5 16,0 5-6-16,-2-1-1 0,-4 10-3 0,2-1-7 15,0 4 17-15,-6 0-10 0,4 3-1 0,-1-1 14 16,2 4-4-16,-1-1-6 0,-3-2-5 15,4 1 15-15,1-1-3 0,-1 2 0 0,-2 0 2 16,1 2-8-16,0 1 7 0,2-2-4 0,-4-1-30 16,4 2 2-16,-3 1-56 0,3 0-53 15,-6-1-16-15,-1 1-33 0,1-3-25 0,0 1-14 16,1-3-19-16,-1 0 21 0,9-8-60 0,-1-5-105 16,2-6 28-16,2-1-109 0,11-8 62 15,2-4 21-15,2-5 30 0,6-2-16 0,2-6 1 16</inkml:trace>
  <inkml:trace contextRef="#ctx0" brushRef="#br0" timeOffset="-204586.38">15072 17180 428 0,'14'-6'287'0,"-5"10"-30"0,-2 4-34 0,-6 0-10 16,0 0-15-16,-1 11-11 0,0-8-19 0,0 5-9 16,0 5-8-16,-10 22-3 0,9-19-13 0,-2-2-17 15,3-11 14-15,0 4-25 0,0 0-13 16,0-1 0-16,13 11 18 0,-10-14-13 0,0-6 41 15,-1 1 23-15,0-2-27 0,2-4 2 16,2-2-15-16,7-6-7 0,1-2-28 0,0-7 5 16,-1-4-10-16,2-3-6 0,-2-2-16 15,-4-2-11-15,1-3-7 0,-2 0-6 0,-3 2-29 16,-3-1-15-16,2 6 0 0,-4 13-72 16,-28-16-36-16,5 17-14 0,-9 7-22 0,13 3-26 15,-13 0-55-15,-46 22 21 0,23-7-153 0,-2 11 30 16,3 1-124-16,3-1 29 0,1 3 70 15,6 1-1-15,8-1 41 0,1 2 27 0,7 5-14 16</inkml:trace>
  <inkml:trace contextRef="#ctx0" brushRef="#br0" timeOffset="-203179.49">15215 17194 256 0,'0'-13'256'0,"0"13"-40"0,0 0-9 15,0-12-17-15,0 12-3 0,18-20-18 16,-16 16-7-16,-1 1-23 0,0-1-13 16,-2 3-8-16,1-1-25 0,1-1-17 0,-1 2-7 15,0 1 2-15,-2 0-13 0,0 1-4 0,-1 2 10 16,0-1-6-16,-6 10 2 0,-2 4-3 16,-1 0 1-16,2 2 2 0,-6 2 9 0,4 0-1 15,2-1-6-15,-1 3-9 0,1-3 15 16,0 3-14-16,2-3 1 0,-1 0 6 0,5-1 12 15,-5-1-5-15,6 0-11 0,1-3-8 0,2-2-3 16,0-4 5-16,0-8 18 0,0 11-5 16,14 14-4-16,-2-13-5 0,-6-5-5 0,8 0-6 15,2-1 41-15,5-2-18 0,0 2 9 16,-1-6-9-16,-6 0-4 0,3 0-13 0,3 0-8 16,25-11-6-16,-23 6 10 0,1-4-8 0,-1 1 5 15,-7 1-20-15,7-4 8 0,-3 5-5 16,-1-6 20-16,-2 0-17 0,0 0 2 0,-1 0-5 15,-3-3-8-15,1 1 0 0,0-1-8 16,-4 1 12-16,1-2 0 0,-1 1-3 0,-3 0-10 16,1-3 13-16,0 0-8 0,-5 1-2 0,-2 9 5 15,0-6-16-15,0-1-4 0,0 0 18 0,0-1-9 16,-12-19-7-16,5 21 4 0,-2-2-1 16,-2 3-2-16,0 2 7 0,-2-2-3 0,0 4-6 15,-2 1 17-15,4 4-15 0,-4-4-4 16,-8 3 9-16,4 1-4 0,0 1-3 0,-2 3 1 15,11 0-7-15,-8 0 7 0,1 0-1 0,-26 13-6 16,21-6 1-16,1 0 15 0,-2 2-9 0,0 1-3 16,-1 2-3-16,2 0 12 0,1 3-3 15,0-1-7-15,-2 1 7 0,5 0-10 0,-3 1 3 16,1 2-1-16,3 3-3 0,2-1 15 16,-1 2-10-16,2-2 4 0,2 3 11 0,1-1 1 15,3 0-3-15,2 1-2 0,2-3 10 0,4 0 4 16,0-11 4-16,14 16-4 0,-4-11-3 15,7 0 14-15,6 0-6 0,4-6 5 16,-2 1-6-16,6-5-3 0,3-3-1 0,1-1-10 16,-17 0 13-16,5 0-2 0,29-11 2 0,-24 5-3 15,-5-6-4-15,-1-2 5 0,1-1-4 16,-6-5 0-16,-2-3-3 0,-1-1 4 0,0-4-11 16,-2-2-17-16,-2 1-9 0,-5 2-3 0,1-2-25 15,-1 2-8-15,-5 13-31 0,0-6 8 16,0 3-64-16,-21-21-37 0,5 25-23 0,-3 5-39 15,-6 2-12-15,1 4 23 0,8 2-209 0,-4 0 34 16,-24 9 31-16,16-2-65 0,2 3 33 0,2 2 50 16,4 3 23-16,1 0 20 15,3 1 2-15</inkml:trace>
  <inkml:trace contextRef="#ctx0" brushRef="#br0" timeOffset="-200928.09">21885 17688 434 0,'0'-14'173'0,"-16"14"1"0,16 0-29 0,-25-21-8 0,21 20-12 16,0-1-4-16,0 2-25 0,0-2-3 15,0 2-7-15,1-1-10 0,-1-1-18 0,-1 2 15 16,-2 0-13-16,3-1-20 0,-5 1 1 0,4 0 6 15,0 0-8-15,5 0 6 0,0 0-19 16,-9 0 4-16,1 0 9 0,8 0-7 0,-7 0 5 16,7 0-5-16,-8 0-8 0,8 0-1 15,-8 0-1-15,8 0 20 0,-3 7 0 0,6-5 2 16,16 5-3-16,5-1 0 0,6 2-5 0,4-2 1 16,0 0 0-16,8 0-3 0,3-2-13 15,6 3-1-15,4 1 4 0,5-1-1 0,5 0-6 16,-1 1 1-16,4-1 5 0,0 1-8 15,-2 0 1-15,1 0-6 0,-7 1 7 16,-1-1-6-16,-8-3-1 0,0 0-12 0,-3 1 14 16,-7-2-5-16,-6-1 2 0,-4 2-3 0,1-2-1 15,-4 1 27-15,-5-1-4 0,-2 0 8 16,-5-1-6-16,-6-2-6 0,-1 0 10 0,-9 0-9 16,1-1-7-16,-5-2-8 0,-4 2-10 15,-14-2 4-15,-6-3-2 0,-4 1-8 0,-7-2 8 16,-5 2-6-16,-11-2-5 0,-5-1 0 15,-6 3 8-15,-1-2-2 0,-6-2-2 0,1 1 7 16,-8 3 2-16,-2-2-7 0,0 0-1 0,0 0 2 16,4 3-5-16,3-2 14 0,6-1 5 15,6 1 1-15,8 4 7 0,6-4-3 0,9 3 13 16,5 0 4-16,0 1-11 0,2-1 1 0,8-1-8 16,4 4 6-16,10-3 2 0,8 3 2 15,10 0-8-15,13 3-5 0,-4-3 3 0,14 0 1 16,48 11 0-16,-22-5 0 0,6 0 0 15,7 2 4-15,14 2-10 0,5 1 7 0,4 0 1 16,1 1-13-16,-1 2-1 0,-2 1 3 0,-6-1-2 16,52 8-11-16,-19-1 11 0,-10-3 3 0,-13-2 0 15,-10-4-9-15,-16 1-4 0,-5-5-4 16,-9 1 29-16,-12-2-21 0,-7-2 25 0,-10 0 15 16,-6 0-7-16,-5-1 22 0,-2 1-4 0,-3-5-1 15,-9 0-10-15,0 0-6 0,6 0 21 16,-6 0-7-16,5-4-18 0,-8 1-17 0,-5-2-49 15,1 3-39-15,1 0-52 0,-1 4-72 16,-1 3 18-16,-2 0-220 0,4 2 32 0,1-2-104 16,4-4 31-16,1-1 24 0,1-1 59 0,9-4 11 15,-1 10 3-15</inkml:trace>
  <inkml:trace contextRef="#ctx0" brushRef="#br0" timeOffset="-198131.72">15960 17045 483 0,'0'0'245'0,"0"-15"-34"0,0 15-28 0,-13 0-21 0,13 0-19 15,0 0 2-15,0 0-12 0,0 0-3 16,-27 8-3-16,23 10-3 0,0 2-19 0,0 2 3 16,4-12 17-16,0 5-11 0,0 4 11 0,0-1-10 15,16 20 15-15,-5-21 5 0,1-3 2 16,6-1-15-16,5-2 11 0,6-3 13 0,6-3-16 15,7-1-16-15,6-4-6 0,-18 0-6 0,19 0-12 16,74-14 2-16,-47 2-23 0,3 0 1 16,3-5-13-16,-2 0-10 0,3-3 11 0,-1-1-20 15,-2 1 7-15,4-1-7 0,-4 1-14 0,-4 0 1 16,-6 2 5-16,-8 0-5 0,-3 4-9 16,-6 3 3-16,-10 0-9 0,-3 0 7 0,-8 5-9 15,-4-3 4-15,3 1-9 0,-7 3 11 0,-4-1-4 16,-2 3 1-16,-5-1 7 0,-4 1-20 15,0 1 19-15,-5 1-18 0,-3 1 15 0,-1 0-5 16,-1 2-6-16,-1 1-25 0,-1-2-20 16,-1 2 6-16,0 0-68 0,-1-2-25 0,-6 8-28 15,-2 0-25-15,-1 1-29 0,3 2 21 0,1-2-105 16,-5 2-188-16,2 0 36 0,2 0 31 16,-1-2 28-16,3-5 23 0,-1-2 27 0,4 4 17 15,-7-1 6-15</inkml:trace>
  <inkml:trace contextRef="#ctx0" brushRef="#br0" timeOffset="-172061.08">7602 13297 244 0,'0'0'54'0,"0"0"-30"0,0 0-36 0</inkml:trace>
  <inkml:trace contextRef="#ctx0" brushRef="#br0" timeOffset="-171507.08">7730 12912 550 0,'0'0'329'0,"0"-14"-49"0,0 14-53 15,0 0-14-15,25-23-42 0,-23 22-6 0,-2 1-4 16,0 2-16-16,0 4 10 0,-2 1-18 15,1 13-11-15,1-7-12 0,0 7 18 0,-14 30-33 16,13-23-2-16,-3 2-6 0,1 4-9 16,-1-5-10-16,3 3-6 0,-3 1-4 0,4-1-17 15,-2-3 13-15,2-1-1 0,0 2-11 0,0-19 14 16,0 7-6-16,0-2-11 0,0 2-14 16,0-5-1-16,0 0 1 0,0-2-2 15,0-3 51-15,0-7 26 0,0 7 4 0,11 1-10 16,-6-10-20-16,9-3-2 0,4-8-22 0,0 1-1 15,1-5-8-15,-2-3 4 0,3 1-8 0,-3-4-13 16,4 3 15-16,-1-2-16 0,-2 4-2 16,-2 0-12-16,0 2 19 0,0 0-17 0,-4 4 0 15,-1 2-9-15,-3 3 1 0,-3 2-3 0,0 1 0 16,-2 3-1-16,-3 1 11 0,0 0-9 16,0 0-2-16,11 17-8 0,-7 0 9 0,-1 1-1 15,-1 3 15-15,-2 3 3 0,0-2-2 16,1 0-6-16,-1-5-3 0,2 5-5 0,-2-12 5 15,0 5 1-15,0 4-1 0,0-1-3 0,0 2-2 16,0-2-50-16,0 4 5 0,0-4-61 16,0 2-21-16,0 1-46 0,-12 15-36 15,12-25-25-15,-1 2 4 0,1-13 19 0,0 0-81 16,10 12-193-16,-2-14 48 0,7-3 31 0,2-4 4 16,4-4 26-16,-1-3 44 0,3-1 17 15,4 1 0-15</inkml:trace>
  <inkml:trace contextRef="#ctx0" brushRef="#br0" timeOffset="-171230.86">8336 13425 303 0,'9'-3'275'0,"-2"3"-14"16,-6 3-17-16,-1 2-15 0,0 1-13 0,-2-1-16 16,-6 9-17-16,-2 1-15 0,4 1 3 15,-2 1-5-15,-1 0-26 0,1 0-25 0,4 0 1 16,-1 1-7-16,5-3 11 0,0-8-32 16,0 3 19-16,0 2-26 0,15 12-9 0,-6-11-2 15,3-8 1-15,-2 4-16 0,7-4 5 0,2-5 10 16,-7 0-32-16,3 0 1 0,21-17-6 15,-16 5-4-15,-1-2-2 0,-3-3 6 0,2-5 16 16,-4 0-25-16,0 3-1 0,-4-5-8 16,-1-3 4-16,-3 4-22 0,-4-2 31 0,-2 15-14 15,0-5-9-15,-22-16 2 0,8 16 12 0,-2 3-48 16,-5 3-16-16,-5 4-42 0,2 0-27 0,-4 4-37 16,14 1-51-16,-4 0 16 0,-22 14-264 15,25-8 28-15,1 0 30 0,11 1 48 0,3 0 19 16,4-2 15-16,10 2 10 0,4-2-2 15</inkml:trace>
  <inkml:trace contextRef="#ctx0" brushRef="#br0" timeOffset="-167343.6">3805 12988 494 0,'-4'-4'399'0,"2"0"-69"16,-1 2-63-16,1-1-11 0,1-1-23 0,2 1-32 15,9-8-41-15,-1 1-11 0,6 0-13 16,5 1-1-16,6 2-34 0,5 1 11 16,1 1-29-16,-3 0-70 0,7 3-39 0,5 0-47 15,-22 2 9-15,13 0-177 0,8 0-166 0,44 9 42 16,-39-4 24-16,-5-3 23 0,-2 4 19 15,-5-2 2-15,-2 3 19 0</inkml:trace>
  <inkml:trace contextRef="#ctx0" brushRef="#br0" timeOffset="-167134.33">3985 13297 497 0,'-65'15'465'0,"5"-5"-83"0,8-3 15 15,3 2-9-15,8-1-11 0,4-4-33 16,8 1-41-16,-2-2-37 0,7-2-29 15,12-1-25-15,12 0-18 0,13-8-23 0,15 0-28 16,9-1-54-16,9 1-61 0,12 0-1 0,0 2-141 16,5-4-47-16,4 5-47 0,-2-1 19 15,4-1-98-15,-2 3 26 0,-1-5 22 0,-2 2 21 16,-2-6 18-16,-4 4-231 0,-4-4 50 16,-1-3 31-16,-1-1 32 0,-5 0 15 0,1-1 20 15</inkml:trace>
  <inkml:trace contextRef="#ctx0" brushRef="#br0" timeOffset="-166839.28">4963 12985 628 0,'0'-5'298'0,"-5"2"-23"0,0 3-14 16,-2 0-9-16,-9 3-22 0,0 4-16 15,0 2-35-15,0 1-4 0,1 3-28 0,3 2-26 16,4 4-17-16,4 3 28 0,4-10-46 16,12 23 10-16,-1-12-15 0,2-4-5 0,6 0 20 15,-3-1-14-15,5-2-33 0,2-2-4 0,1-4 0 16,3-4 18-16,7-2-16 0,-18-4-22 15,9 0 5-15,28-10 34 0,-26 0-10 0,-6-4-5 16,-1-3 7-16,-5-4-5 0,-4-5-6 16,-2 0-5-16,-8-7-13 0,-1 18-4 0,-10-27 2 15,-4 19 0-15,1 2-4 0,-8 1-12 0,-2 4-2 16,-2 3-1-16,-5 1-2 0,-2 5 1 16,-3 4-54-16,17 3-27 0,-10 0-44 0,-36 10-25 15,30 0-52-15,4 2-16 0,3 2 19 0,6 3-253 16,9 2 9-16,4 1 48 0,8-11 20 15,13 18 37-15,3-8 18 0,6-6 28 0,5 1 6 16</inkml:trace>
  <inkml:trace contextRef="#ctx0" brushRef="#br0" timeOffset="-166067.22">9022 13377 550 0,'-18'0'384'0,"18"0"-27"0,-30-9-39 0,23 8-41 16,3 1 23-16,0-1-12 0,-1 1-28 0,2-1-23 15,0-1-7-15,2 2-17 0,-3 0-39 0,1 0-3 16,2-1-28-16,0 1-10 0,3 0-23 16,1 0-18-16,5 0-9 0,20 1 2 0,-12-1-47 15,10 0-4-15,38 9-82 0,-23-6-62 16,3 2-59-16,1-1-68 0,0 3 21 0,-3-2-270 15,-2-1 25-15,-8 0 35 0,-3 3 46 0,2 0 26 16,-4-3 39-16,-7 4 7 0,-4-2-8 16,-5 5 28-16</inkml:trace>
  <inkml:trace contextRef="#ctx0" brushRef="#br0" timeOffset="-165878.09">9169 13665 219 0,'-32'7'417'0,"4"1"-67"16,4-1-27-16,1 1 1 0,5-2-41 0,4-3 22 15,2 2 0-15,3-1-21 0,4-3-40 0,3 0-17 16,2-1-27-16,16 0-26 0,9-1-30 16,-9 1-16-16,10 0-38 0,5 0-10 0,9 0-110 15,4 0-68-15,-1 0-55 0,3 0-45 16,2 0 19-16,-1 0-300 0,42-12 34 0,-49 5 45 16,-2 4 19-16,1-2 55 0,-2-2 11 0,-4 0-10 15,-2 2 8-15</inkml:trace>
  <inkml:trace contextRef="#ctx0" brushRef="#br0" timeOffset="-164883.05">10162 13295 442 0,'0'0'237'0,"-16"0"-27"0,16 0-22 0,-28-22-27 15,20 25-12-15,-6 1 1 0,5 4-19 0,0 2 2 16,0 1-13-16,4 2-12 0,1-1-17 0,4 1-2 15,0-5-8-15,0 9-3 0,13 15-13 16,1-10-4-16,0-1-13 0,0 1-5 0,4-1-1 16,1 0 0-16,1 2-4 0,2-3 36 0,1 4-25 15,2-2 10-15,0-1 28 0,-3 1-5 16,1-2-3-16,0 0-14 0,-5-4 11 16,0 0-23-16,-3-2 11 0,-1 0 12 0,-4-5 9 15,-1-2-8-15,-5 1 51 0,-4-3 16 16,0-5-19-16,-19 11 1 0,-3-9-21 0,-2-1-5 15,6-1-14-15,-5 0-1 0,-6 0-10 16,-39-10-11-16,28 5-5 0,3 0 1 0,-4 1-38 16,3-2-36-16,4 1 3 0,0 1-117 0,3 0-47 15,3-6-55-15,5-1 20 0,4 0-280 16,6-4 11-16,7 2 40 0,6 3 30 0,0-3 30 16,19-18 31-16,-5 11-8 0,7 6 17 0,2-3 7 15</inkml:trace>
  <inkml:trace contextRef="#ctx0" brushRef="#br0" timeOffset="-164682.16">10267 13384 584 0,'19'-14'370'0,"2"-1"-44"0,-1 1 7 16,1-1-31-16,-1 1-39 0,-2-1 23 15,3 1-34-15,-1 2-24 0,4 0-9 0,2 3-27 16,-2-2-20-16,4 1-35 0,-1 1 3 16,2 2-15-16,-2-1-14 0,0 5-9 0,-1 1-11 15,-2 0-12-15,-3 1-14 0,-5 1-43 0,-7 0-3 16,5 0-61-16,-4 0-22 0,-1 0-52 15,15 11-37-15,-16-6-64 0,1 2 20 0,-5-2-271 16,1 0 36-16,-2-1 30 0,-5 1 19 0,1-1 5 16,1-4 40-16,0 11 36 0,-16 15 14 0</inkml:trace>
  <inkml:trace contextRef="#ctx0" brushRef="#br0" timeOffset="-164456.28">9949 14440 905 0,'8'6'365'0,"8"-1"-22"0,7-5-53 16,4 3-48-16,4-3-22 0,4 0-21 15,-19 0-37-15,12 0-71 0,4 0-58 0,6 0-46 16,-2 0-69-16,42-13 9 0,-41 8-314 0,-3 1 28 15,-3 0 24-15,-1-2 24 0,-1 2-48 0,-6-1 19 16,-5 0-9-16</inkml:trace>
  <inkml:trace contextRef="#ctx0" brushRef="#br0" timeOffset="-157792.04">2896 14013 285 0,'0'0'131'0,"0"0"-31"16,0 0-9-16,0-13-11 0,0 13-11 16,0 0-7-16,0 0-23 0,0 0-5 0,0 0-4 15,0 0-4-15,0 0 40 0,0 0-7 16,0 0-36-16,0 0 3 0,0 0-4 0,0 0-13 15,0 0 13-15,0 0-3 0,0 0 15 0,0 0-3 16,0 0-3-16,0 0-2 0,0 0-19 16,0 0-1-16,0 0 34 0,0 0 5 0,0 0-29 15,0 0 24-15,0 0-3 0,0 0-5 0,0 0-11 16,0 0 20-16,0 0-2 0,0 0-2 16,0 0 19-16,0 0-4 0,0 0 1 0,0 0-22 15,0 0 18-15,0-13-13 0,0 13-13 16,0 0 1-16,0 0 20 0,0 0-26 0,0 0-22 15,0 0 0-15,0 0-3 0,0 0-24 16,0 0-4-16,0 0 3 0,0 0-19 0,0 0-14 16,0 0 10-16,0 0-11 0,0 0-25 0,0 0-44 15,0 0-145-15,0 0-49 0,0 0 20 16</inkml:trace>
  <inkml:trace contextRef="#ctx0" brushRef="#br0" timeOffset="-156651.25">7428 13810 677 0,'0'-14'240'0,"0"14"-40"0,0 0-34 0,0 0-18 15,0 0-4-15,-14 0-8 0,14 0 4 16,-22 9 2-16,19 13 10 0,-3 5-21 0,2 2-5 16,-2-3-3-16,4 3-23 0,0 2 1 15,1 4 5-15,1-18-24 0,0 6 13 0,0 3-20 16,14 29 2-16,-4-28-8 0,-1-1 13 0,0-3 16 15,5 1 7-15,5-6-13 0,-1-1 27 0,5-2 3 16,5-7-18-16,3 0 6 0,4-2-4 16,4 1-17-16,6-7-15 0,-20 0 11 0,13 0-8 15,57-17-11-15,-32 8-18 0,0-1-1 0,2 0 2 16,-2-2-7-16,0 3-11 0,0-2 2 16,-3 1-3-16,-5 2-4 0,-1 0-3 0,-2 1-2 15,-6 1-8-15,-2 1-4 0,-5-2 9 0,-4 2-3 16,-4 3-10-16,-3-2 10 0,1 2 2 0,-6-1 6 15,-4 2 0-15,-6-2 9 0,-1 2 13 16,-2-1-4-16,-3 2 7 0,-1-1 17 0,-1 1-1 16,-1-1-5-16,-1 0 3 0,4 1 7 15,-5-1 2-15,1 1 4 0,-3 0-4 0,0 0-3 16,0 0-3-16,0 0-9 0,6 0 5 0,-6 0-11 16,0 0-16-16,7 0 6 0,-7 0 0 15,0 0-12-15,0 0 1 0,0 0-5 0,7 0-6 16,-7 0 9-16,0 0-28 0,0 0-24 15,0 0-48-15,8-2-43 0,-9 4-37 0,-2-1 16 16,-1 2-71-16,-10 7-43 0,0 1-34 0,-2 1-27 16,3 3 28-16,-6 2-199 0,3 0 37 0,-3-1-52 15,-1 2 35-15,0-3 30 0,-4 1 49 16,-4 1 34-16,-5 2 24 0,-9 0 13 0,-2 1-4 16</inkml:trace>
  <inkml:trace contextRef="#ctx0" brushRef="#br0" timeOffset="-154440.08">1280 14594 371 0,'0'-14'206'0,"22"-7"-36"16,-19 11 0-16,2 2-15 0,-3 1-3 15,1-1-2-15,0 1-4 0,1-5-11 0,-1 2-8 16,-1 3-4-16,-1 0 6 0,0 1-22 0,1-2 2 16,-2 5-16-16,0-2 3 0,0 5-26 0,0 0 4 15,0-7-21-15,0 7-12 0,-22-18 5 16,6 12-20-16,-4 4 5 0,8 2 6 0,-8 0 7 16,-27 12 6-16,17-4 15 0,-2 3 0 0,0 1 7 15,-4 4 13-15,0 2 14 0,2-1-7 16,1 2-11-16,1 1 11 0,0 1-9 15,1-2 10-15,3 3 0 0,5 0 12 0,1 0-4 0,1 0-2 16,4 0-2-16,3-3-1 0,1 5 5 16,4-2-4-16,3-1 0 0,5-2-2 0,1-10 0 15,11 17-12-15,5-9 0 0,0-1-15 0,6-1-1 16,2-6-3-16,3 1-3 0,2-3-20 16,-2 1 6-16,6-3-26 0,-3 0-25 0,1 0-34 15,3 2 4-15,-2-5-124 0,1 0-38 16,1 1-66-16,-2 0 26 0,-20-3-155 0,11 0 35 15,0 0-159-15,26-10 37 0,-29 2 63 16,0 1 25-16,1-5 26 0,-3 2 24 0,1 1 60 16,-2 1-26-16</inkml:trace>
  <inkml:trace contextRef="#ctx0" brushRef="#br0" timeOffset="-154189.59">1527 14808 653 0,'5'-6'344'0,"-1"1"-9"16,-2 0-20-16,-1 1-38 0,3 0 25 0,-4 0-16 15,2 1-29-15,-1 2-35 0,3-2-34 16,-3 1-31-16,1 1-17 0,-1 1-8 0,0 1-28 16,-1 4 1-16,-1-2-26 0,-2 4 6 15,-2 10-1-15,0 1-22 0,-1 1-16 0,0 2 12 16,0-1-2-16,-1 0-5 0,2 4 1 0,-2-2-10 16,-1 2-2-16,5-1-10 0,-7 0-6 15,3 1-2-15,5 1-84 0,-4 0 0 0,3 1-31 16,-3-3-31-16,2-4-47 0,1 1-20 15,3-11 18-15,0 4-110 0,0 1-187 0,0-4 49 16,0-5 28-16,0-5 27 0,14 10 24 16,-8-13-29-16,2-8 11 0,5 0 57 0</inkml:trace>
  <inkml:trace contextRef="#ctx0" brushRef="#br0" timeOffset="-153928.28">1888 14783 377 0,'-4'-3'427'0,"0"2"-49"0,0-1-32 0,2 0-45 16,-3-2 30-16,3 2-43 0,0-1-14 0,0 3-37 15,1-3-38-15,2-1-5 0,3 2-37 16,11-4-14-16,4 4-44 0,8-1-11 0,8 3-117 15,0-2-41-15,-17 2-61 0,12 0 12 16,7 0-302-16,2 0-14 0,43 15 5 0,-45-8 30 16,-3 2 23-16,-3-1 26 0,-2 4 14 15,-5 2 23-15</inkml:trace>
  <inkml:trace contextRef="#ctx0" brushRef="#br0" timeOffset="-153762.03">2136 15062 287 0,'-34'7'440'0,"1"0"-48"0,3 0-39 0,4-3-45 15,3 1 31-15,5 0-28 0,4-4-26 0,14-1-37 16,-6 0-28-16,2 0-33 0,13-1-45 16,22 4-16-16,-11-3-130 0,6 0-58 15,9 0-73-15,6 0 13 0,54-9-282 0,-41 5-35 16,2 0 40-16,2-4 27 0,1-1 23 0,3-3 27 16,2 0-8-16,-1-1 3 0</inkml:trace>
  <inkml:trace contextRef="#ctx0" brushRef="#br0" timeOffset="-152484.75">388 13826 445 0,'-3'-5'221'0,"-1"1"-18"16,1-1-21-16,-1 1 12 0,2 0-22 0,0 0-20 16,0 0-5-16,0 1 5 0,0-1-16 15,-1 0-22-15,2 2-20 0,0-2-4 0,0 4-8 16,-1-3-12-16,2 3-10 0,0 0-12 16,0 0-6-16,0 0-1 0,16-2-8 0,2 7-4 15,2-1 6-15,4-1-7 0,4 4-5 16,2 0-4-16,-1-2 11 0,3 1 1 0,4 1-12 15,4 0 4-15,4 0-2 0,2 0-9 0,7 0-1 16,3 1 8-16,0-1-5 0,8 0-12 16,1 0 5-16,4 1 1 0,4-1 3 0,-4 3-1 15,8-3-6-15,2 1-1 0,2 1 5 0,1 1-9 16,2-1 3-16,2 1-3 0,2-2 8 16,-1 1-3-16,0 1-5 0,-4 0-6 0,6 0 13 15,-2 0 1-15,4 1-6 0,-2 0-10 0,-3-1 19 16,1 0-8-16,-4 0-7 0,3 2 8 15,-2-2-1-15,0 2-2 0,1-1-1 0,-2-1-12 16,3-1 16-16,1 2-5 0,-2 0-7 0,2-3-4 16,2 2 9-16,-4-1 0 0,-2 1-9 15,1-2 10-15,1 2-5 0,0-4 5 0,0 4 0 16,-2-3 3-16,0 2-2 0,1 0-1 0,-6-2 12 16,2 0-14-16,-5 2-6 0,0-1 2 0,-3 0 6 15,0-1-1-15,0 1 2 0,0-2 2 16,3 2 0-16,-3-2-3 0,-2-1-2 0,4 0 4 15,-3 0-1-15,2 1 1 0,1 0 1 16,-1 1-2-16,1-2-8 0,-1 0 7 0,-1 2 7 16,1 0-6-16,-3 3 9 0,1-3-18 0,-5 2 11 15,0-2 1-15,-1 2-10 0,-4-2 1 0,-1 2 6 16,-1 0 9-16,0 2-3 0,-4-4-11 16,4 1 7-16,-2-1-5 0,4 0 9 0,-3 0 1 15,2 0-3-15,-2-1 2 0,1 2 1 16,1-2 2-16,0-1-8 0,0 2-4 0,-4-2 12 15,3 0-3-15,-4 1-4 0,1 0 2 0,-1-2 4 16,-4 2 0-16,3 0-4 0,-3-3-12 16,-4 2 10-16,2-2 6 0,-2-1-10 0,0 2 6 15,-2-2-2-15,2-1 5 0,-3 1-5 0,3 2-7 16,0-3 5-16,-2 1 6 0,2 2 2 0,-2-3-3 16,2-1 1-16,-3 4 1 0,2 0-3 15,-2-2-9-15,-1-1 9 0,0 3-2 0,-2-4-3 16,1 2 2-16,-1-1 11 0,-1 0-17 15,1 0 11-15,-22-1-2 0,11 0-2 0,4 0 4 16,4 0 10-16,1 0-8 0,0 0 5 0,4 0 4 16,3 0-11-16,-2 0-5 0,1 0 2 0,-1 0 1 15,2 0 3-15,-3 0-7 0,2 0 8 0,-4 0 5 16,1 0-13-16,0 0 5 0,0 0-11 16,0 0 10-16,40 12-1 0,-38-11-1 0,-2-1 1 15,0 3 15-15,3-2-2 0,-25-1 5 16,11 0 19-16,3 0-14 0,2 0 11 0,0 0 17 15,0 0 4-15,1 0-8 0,-4 0 4 0,0 0 23 16,-3 0-4-16,-2 0-2 0,-1 0-1 16,-7 0 7-16,-1 0-18 0,-6 0-14 0,0 0 9 15,-5 0-10-15,-1 0-6 0,-7 0-11 0,0 0-34 16,12 4-19-16,-16-5-31 0,-4 1-46 16,-14-2-45-16,6 2-46 0,-35-10 15 0,14 2-287 15,-9-2 35-15,-7-3 43 0,-4-3 17 0,-6-3 24 16,-3-3-19-16,-7-2 11 0</inkml:trace>
  <inkml:trace contextRef="#ctx0" brushRef="#br0" timeOffset="-151418.04">3048 14716 229 0,'-16'0'329'0,"16"0"-47"0,0 0-13 16,-13 0-41-16,13-14-29 0,-20 1-9 15,16 12-25-15,3 1-33 0,1-1-14 0,1 0-25 16,4 1-14-16,2 0-10 0,0 0-10 16,11-2-20-16,5 2 3 0,-3 0-9 0,0 0-3 15,1 0 3-15,-4-1-13 0,0-3 2 0,2 1-3 16,-3 3 2-16,-3-3-20 0,-3 1 15 16,2-1-11-16,-3 1 20 0,-3 0 0 15,1-1 4-15,-1 1 24 0,2 0 2 0,-3-1-2 16,0 1 19-16,-1 0-9 0,2-1 10 0,-1 1-9 15,-1 2-7-15,-2-2 14 0,1 2-35 0,0-1 14 16,-1 1-19-16,2-1 2 0,-3 1 8 16,-1 0-22-16,0 0-4 0,0 0 0 0,6 9-10 15,-9-2 6-15,2 9 19 0,1-6-15 0,-12 20 2 16,6-7 18-16,-2-2-6 0,-1 0 2 16,0 3 25-16,3 0-10 0,-3 2-8 0,1-1-5 15,3-1-6-15,-3 1-7 0,-1-1 1 16,3 2 0-16,1-1-3 0,0 1 1 0,0-2 10 15,2 4-52-15,-4-2-39 0,4 1-38 0,-1-4-37 16,1 4-50-16,2-2 20 0,-1-2-284 0,-1-3 8 16,-1-3 40-16,4-5 26 0,0-3 24 15,0-9 21-15,0 0 20 0,0 0 5 0</inkml:trace>
  <inkml:trace contextRef="#ctx0" brushRef="#br0" timeOffset="-151191.91">3016 15084 454 0,'-19'-5'457'0,"4"-1"-67"0,1 2-55 16,4 0 9-16,2-2-23 0,4 4-40 16,4-1-40-16,1-1-27 0,6 1-11 15,11-1-29-15,5-1-35 0,4 4-33 0,9 1-10 16,-19 0-154-16,10 0-49 0,4 0 11 0,39 12-191 15,-30-7 25-15,3 0-205 0,-2 1 31 16,0 0 71-16,-1 2 43 0,-2-3 23 0,2 3 15 16,-1 0-11-16</inkml:trace>
  <inkml:trace contextRef="#ctx0" brushRef="#br0" timeOffset="-150993.15">3859 15188 293 0,'1'0'461'0,"3"0"-66"0,-3 0-39 0,1 0-47 15,-1 0-4-15,0 2-40 0,0-2-31 16,-1 1-27-16,-1 1-22 0,0 2-21 16,-2 3-53-16,1 5 0 0,-6 6-11 0,4 2-18 15,-2-2-58-15,3 1-34 0,-1 1-54 0,1-1-52 16,3 3-69-16,-2-1 17 0,2 1 16 0,0-1 12 16,-2-1-267-16,2-6 14 0,0-9 25 0,0 3 26 15,0-1 28-15,22 10 11 0,-10-12-12 16</inkml:trace>
  <inkml:trace contextRef="#ctx0" brushRef="#br0" timeOffset="-150565.53">4852 14662 394 0,'-1'-5'294'0,"-1"0"-44"16,0 0-28-16,0 3-19 0,-1-2-27 0,-1 0-6 15,-1 1-27-15,-3 2-8 0,1 1-3 0,-4 0-10 16,-5 0-6-16,-24 12 5 0,16-2 2 15,1 2 0-15,2-3 1 0,-2 6 4 0,4 2-10 16,1-3-3-16,-1 3 2 0,1 1-12 0,0 0 17 16,5 0-16-16,0 1-15 0,1 3 11 15,2 2-7-15,3-3-16 0,5 1-8 0,2-12 7 16,0 6-8-16,20 20-9 0,-4-16-10 0,4-3 3 16,4 1-15-16,3 0 6 0,1-5-30 15,4 0-1-15,-1 1-71 0,-1-2-35 0,3-2-32 16,-9 0-38-16,2-1-42 0,0-1 19 0,1-1-236 15,-5-2 31-15,-5 2-62 0,-1-5 29 16,-7-1 52-16,-2 0 44 0,-5-1-6 0,-2 0 22 16,0 0 4-16</inkml:trace>
  <inkml:trace contextRef="#ctx0" brushRef="#br0" timeOffset="-150250.29">5003 15090 477 0,'5'-7'322'0,"5"-1"-34"16,-2 2-41-16,-1 3-28 0,-2 2-9 0,3 1-23 15,-1 0-20-15,-1 0-13 0,15 14-20 16,-14-5 18-16,1 3-37 0,-3 3-15 0,-2-4 6 16,-2 1-8-16,-1-2 19 0,-17 21-18 0,10-13-2 15,-2 0-8-15,-4 0 16 0,1-1-10 0,-4-2 8 16,6-1 6-16,-2-2-5 0,1 0-15 16,2-4 2-16,-1-2 8 0,6 0-16 15,-1-2 9-15,3 1-4 0,0 0 0 0,0-5-5 16,2 3-7-16,0-3-5 0,0 0-11 0,0 0 2 15,13 5-15-15,8-5 0 0,-1 4 6 16,2-4-9-16,-8 0-6 0,8 0-15 16,2 0-36-16,5 0-34 0,2 0 6 0,0 0-79 15,2 0-41-15,-1 0-46 0,-3 0-56 0,34-16 25 16,-34 10-280-16,1-1 43 0,-2 2 34 0,-1-5 30 16,-2 1 28-16,1 0 47 0,1 1 25 15,1-4 15-15,0 2-21 0</inkml:trace>
  <inkml:trace contextRef="#ctx0" brushRef="#br0" timeOffset="-150032.53">5771 15066 776 0,'-5'-4'371'0,"1"-1"-37"0,2-1-39 0,-1 4-6 16,3-3-45-16,0 1-22 0,3-2-29 0,1 4-12 15,10-5-36-15,4 2-13 0,5 1-39 0,3 3-35 16,4 1-62-16,4 0-68 0,-17 0 7 16,7 0-231-16,6 0 23 0,33 10 24 0,-32-5-144 15,0-2 24-15,-4 4 7 0,0 2 22 16,-3-1 10-16,-6 4-6 0</inkml:trace>
  <inkml:trace contextRef="#ctx0" brushRef="#br0" timeOffset="-149839.31">5900 15236 692 0,'-23'0'446'0,"-1"0"-71"16,14 0 7-16,0 0-16 0,-2 0-31 0,4 0-40 15,1 0-46-15,7 0-9 0,0 0-50 16,-8 6-11-16,13-3-50 0,20-3-31 0,0 5-10 16,5-1-92-16,8-2-53 0,-6 0-40 0,1 2-21 15,2-4-42-15,0 3 14 0,0-2-116 16,-17-1-119-16,5 0-46 0,6 0 20 0,33-11 26 15,-36 4 7-15,0-3 21 0,2 5 9 16</inkml:trace>
  <inkml:trace contextRef="#ctx0" brushRef="#br0" timeOffset="-149243.36">6705 15151 560 0,'-7'-1'319'0,"-4"-8"-43"0,-2 2-18 0,0-1-9 15,-2 2-41-15,4-5-23 16,-1 2 17-16,3 4-22 0,-4-6-21 0,-1 3-9 16,-1-2-21-16,5 1-8 0,-3-1 1 0,4 0-13 15,0 0-15-15,0 3 10 0,3-1-8 16,1 1 1-16,-1-4-12 0,2 0 1 0,3 3 9 15,-4-2-20-15,5 2-3 0,0 1 6 0,0 7-17 16,0-12-22-16,14-13-1 0,-5 13-1 16,6-1-3-16,-2 3 4 0,6 4-16 0,-2-3 18 15,4 5-24-15,0 0 2 0,-1 2-3 16,1 2-13-16,-12 0 1 0,6 0-5 0,17 13-15 16,-17-4 1-16,-2-1 2 0,-5 5 2 0,-3 0-9 15,-5 3 11-15,0-8 4 0,-10 18 13 16,-3-3-24-16,-1-5-4 0,-5 2 11 15,2 0 17-15,-6-1-1 0,1 1 0 0,2 1 12 16,-2-1 15-16,2 1-2 0,0 0-3 16,3-1-6-16,1-2 5 0,1-2-2 0,2 6 4 0,3-4-11 15,4-2-9-15,3 2 3 0,2-5 12 16,1-13-9-16,0 12 6 0,18 10-16 0,-8-10 0 16,5-4 15-16,2-5-3 0,1 3-4 0,-2-2-1 15,0-4-5-15,-7 0 3 0,1 0-2 16,4 0 7-16,17-12-4 0,-20 4 14 0,3-2-5 15,-4 0-3-15,-2-3 6 0,0 1-8 16,-2 2 0-16,-3 0 2 0,-3 10-10 0,0-9 12 16,-13-13-4-16,1 10-16 0,-4 3-16 0,-1 1-27 15,1 5 5-15,-2 0-66 0,-4 0-48 0,15 3-58 16,-5 0-25-16,0 0 22 0,-12 18-280 16,18-10 28-16,2 0 21 0,1-1 33 0,4 1 22 15,-1-8 23-15,9 18 23 0,2-5 38 16,3 2 38-16</inkml:trace>
  <inkml:trace contextRef="#ctx0" brushRef="#br0" timeOffset="-149043.72">7002 15409 543 0,'16'-2'429'16,"-6"2"-64"-16,0 0-49 0,-2 0 0 16,-3-1-30-16,0 1-32 0,-5 0-37 0,0 0-19 15,0 0-18-15,8 14-12 0,-8-7-15 0,1 13-15 16,-1-9-13-16,0 4-22 0,0 4-24 0,0 4-9 15,0 0-90-15,0 1-48 0,0 1-48 16,0-1-81-16,-17 24 18 0,11-26-281 0,-4-2 13 16,-6 2 28-16,2-2 35 0,0-2 33 15,2-2 22-15,4 4-3 0,1-1 23 0</inkml:trace>
  <inkml:trace contextRef="#ctx0" brushRef="#br0" timeOffset="-148211.62">7550 15181 442 0,'3'-11'306'0,"-3"2"-22"0,0 2-9 0,2 0-16 16,-4 4-18-16,4-1-21 0,-2-2-26 0,0 4-25 15,0 2-19-15,2 0-38 0,0 0 16 16,-2 0 16-16,4 2-14 0,-2 5 5 0,3 10-15 16,4 2 17-16,-3 5-2 0,-2 3-9 0,6-3-19 15,-2 3-5-15,-2-1-20 0,3 2 1 16,-1-3-9-16,1 3-4 0,-1-5-4 0,0 4-3 15,-1-5-10-15,1 2-7 0,-3-6-6 0,-1-3 3 16,1-4-11-16,-2-1 4 0,-1-3 29 0,-1-2 22 16,0-1 22-16,1-2 6 0,-2-2-25 15,0 0-3-15,0 0-7 0,14-24-11 0,-5 6-5 16,2-6-13-16,-2 1-2 0,5-1 3 0,-1 0-10 16,2 0-7-16,1 1-3 0,-1 0-6 15,-3 3-1-15,4 1 0 0,-2 1-9 0,1 2 6 16,-6 1-6-16,0 1-7 0,-2 6 2 0,0 1-1 15,0 2-6-15,-5 2-1 0,5 2-7 0,-5 1 4 16,-2 0 5-16,13 13 8 0,-5 1-6 16,-1 3 0-16,0 0 1 0,-1 1 3 15,-1 5-4-15,2 1-1 0,-2 0-5 0,-3 3-26 16,1 2-36-16,1-1-44 0,1 1 10 16,-1 0-83-16,-2 1-30 0,-2-15-29 0,0 6-14 15,0 1-19-15,0 0-3 0,0-3 23 0,14 18-52 16,-11-30-74-16,6-2-88 0,-3-5 34 0,2 0 3 15,-2-3 26-15,8-4 52 0,2-4 66 16,-1-5 205-16</inkml:trace>
  <inkml:trace contextRef="#ctx0" brushRef="#br0" timeOffset="-147938.54">8122 15619 915 0,'18'-19'148'16,"-4"3"13"-16,0-1 28 0,0 4 19 0,-2 2 5 15,-3 1 6-15,-3 2-26 0,0 3-35 0,1 0-10 16,-1 2-24-16,-1 3-9 0,-3 0-17 16,-2 0 0-16,0 0 7 0,16 16 22 0,-4-1-27 15,1 0 0-15,0-2-18 0,3 7 5 16,-1-6-12-16,2 6-25 0,1-4 12 15,-2-1-14-15,4 0-2 0,-4-3-3 0,0 0-5 16,-2 1-10-16,-3-6 18 0,-1-2-5 16,-5-2 83-16,-5-3-17 0,0 0-4 0,0 0-10 15,17-14-10-15,-17 6-11 0,-1-12 2 0,1 8-14 16,0-7-3-16,-19-23-23 0,10 19 13 16,-4 1-4-16,1 2-6 0,-1 2-10 15,1 2-22-15,2 2-40 0,0 3 3 0,2 0-117 16,4 4-58-16,-2 4-3 0,5 3-28 0,2 2 22 15,4 1-215-15,0-1-52 0,13 4 31 16,4-1 31-16,0-2 15 0,6 3 25 0,2 0 48 16,3 0 34-16,0-4 0 0</inkml:trace>
  <inkml:trace contextRef="#ctx0" brushRef="#br0" timeOffset="-147707.25">8915 15412 295 0,'-8'-14'465'0,"0"3"-60"0,2 3-60 0,2-1-45 15,0 2 29-15,2 1-38 0,2-1-21 0,0 2-39 16,0 5-26-16,14-16-23 0,-1 10-25 0,12-2-20 16,6 5-23-16,1 2-13 0,-15 1-113 0,12 0-55 15,8 0-65-15,46 15 12 0,-34-9-241 16,-6 4 30-16,3 2 26 0,-6-1-112 15,-3 3 27-15,-4 2 17 0,-6-2 21 0,0 1 47 16,-2 2-9-16</inkml:trace>
  <inkml:trace contextRef="#ctx0" brushRef="#br0" timeOffset="-147518.15">9160 15686 609 0,'-27'0'433'0,"7"0"-70"0,8 0 21 0,1 0-12 16,-6 0-33-16,-6-11-27 0,16 7-31 0,3-1-45 15,6 2-18-15,6-1-26 0,9-1-26 16,7 1-61-16,8 0-36 0,4 4-5 0,1 0-116 16,-18 0-71-16,10 0-60 0,6 0 16 15,6 0-222-15,-1 0 32 0,0 0-102 0,0 0 30 16,-3 0 69-16,-1 0 11 0,-3 0 42 0,32-8-19 16,-34 4-2-16</inkml:trace>
  <inkml:trace contextRef="#ctx0" brushRef="#br0" timeOffset="-146995.22">10075 15338 377 0,'-2'-11'325'0,"-2"4"-32"16,1 2-43-16,1 1-26 0,-2-2-33 15,1 4-29-15,0 0-12 0,-4 1 5 0,1-1-21 16,1 4-18-16,-2-2-11 0,7 0 7 0,-10 0-18 15,-10 13-13-15,7-3-2 0,1 1-11 16,6 1 2-16,-3 3-24 0,5 0-5 0,4 4 6 16,0-9-3-16,0 6 4 0,13 24-16 0,-5-17-2 15,3 0-3-15,-1 0-8 0,5-3 12 0,-2 1-12 16,0-1-2-16,-1 2 13 0,4-1-12 16,-4-1-4-16,2-3 6 0,-1-1-21 0,-2-1 7 15,0-1 8-15,-2-1 19 0,-1-1 5 16,-2-4-1-16,-1-1-1 0,-1-2 20 0,-3-1 9 15,3-3-2-15,-4 3-4 0,0 1 30 0,0-5-6 16,0 0-2-16,-12 3-6 0,-7 1-6 16,-2-4-7-16,7 0-9 0,-6 0-3 0,-6 0-20 15,-3 0-4-15,-31-12-139 0,28 8-51 16,0 0-68-16,-1 0 21 0,6-1-297 0,3-4 43 16,4 2 33-16,8-3 33 0,3-2 28 15,8-2 25-15,1 7-4 0,13-18 9 0,2 6 41 16</inkml:trace>
  <inkml:trace contextRef="#ctx0" brushRef="#br0" timeOffset="-146764.95">10200 15317 442 0,'24'-9'305'0,"1"-1"-40"16,5 3-25-16,-1-2-25 0,-1 2-12 15,4 1-3-15,-2 0-28 0,-1 2-18 0,2 1-6 16,-2-3-10-16,-1 4-27 0,-4-1-17 15,-3 3-11-15,-1-3-1 0,-4 3-9 0,-7 0-9 16,0-1 8-16,-3 1-24 0,0-1 12 16,-2-1-35-16,0 1-12 0,-3 0-47 0,-2 2-40 15,-2 0-65-15,1 1 13 0,-4-1-305 16,0 0 23-16,-1-1 26 0,-1 0 25 0,3 0 20 16,-4 3 10-16,-7 0-3 0</inkml:trace>
  <inkml:trace contextRef="#ctx0" brushRef="#br0" timeOffset="-141700.65">946 16208 547 0,'-17'-14'335'0,"7"-1"-22"0,-3-2-18 16,1 5-21-16,2 2-12 0,5 3-2 0,-1 0-33 15,1 1-23-15,1 2-39 0,0 1-12 16,1 2-9-16,3-2-13 0,-1 0-35 0,-1 3-9 15,4 0-8-15,-1 1-7 0,2 1-10 16,3 0 3-16,12 5-15 0,5-1-6 0,6-1-4 16,-1 2-4-16,2-3-11 0,0 6-17 0,3-5-14 15,0 1 14-15,-1-2-23 0,-1 1 3 0,0 2-5 16,2-5 3-16,-6 3 16 0,2-2-15 16,-5-1-5-16,-5 0 1 0,-7-2 5 15,1 3 30-15,-4-3-23 0,-4 0 10 0,3 0 6 16,-2 0-14-16,-4 0-11 0,2 1 7 0,-3-1 6 15,3 3-6-15,-2 1 2 0,-2-4-12 0,0 0 23 16,-13 26 23-16,3-5-4 0,-1 1 24 0,1 2-12 16,-1 3-11-16,-4 2 7 0,4 0-13 15,2 3 12-15,-4 1 4 0,1 1-11 0,0 1-2 16,6 5-3-16,-3-2-3 0,4-1 5 16,-2 1-2-16,2 2 12 0,2-4-3 0,0 3-73 15,0 2-36-15,-2-5-28 0,1 5-34 0,-2 0-46 16,1 3 16-16,-11-5-183 0,6-1 29 15,-3-4 26-15,2-7-104 0,-1-5 29 0,2-3-21 16,1-5 37-16,1-12 11 0,8-2 35 0</inkml:trace>
  <inkml:trace contextRef="#ctx0" brushRef="#br0" timeOffset="-141510.15">904 16893 578 0,'-7'-7'417'0,"4"0"-53"0,-2 1-31 0,0-1-29 0,4 3-38 15,-3-2 1-15,7 1-53 0,-3-2-32 16,19-10-17-16,0 7-21 0,0 1 0 0,10 0-13 16,4 4-78-16,1 1-56 0,6-2-47 15,-1-1-26-15,2 4-62 0,-1-2-29 0,0 1 15 16,3 1-290-16,-2 2 31 0,-5-3-2 16,0-3 27-16,-4 0 45 0,1 2 7 0,4 0 42 15</inkml:trace>
  <inkml:trace contextRef="#ctx0" brushRef="#br0" timeOffset="-141181.09">1972 16241 473 0,'-22'4'328'0,"-1"3"-32"0,-3 3-17 16,1-1-7-16,3 6-28 0,-2-1 17 0,-1 3-38 16,2 2-11-16,0 1-25 0,3 1-5 15,3 2-15-15,1-2 11 0,1 5-24 0,3 0-4 16,1 0-21-16,5 2-18 0,-1-1 4 0,5 2-3 16,2-13-15-16,0 7-22 0,13 25-7 0,0-21 3 15,0-1 1-15,5-4-52 0,4 4-2 16,0-3-74-16,3-4-48 0,-3 0-27 0,1-2-56 15,-3-2-13-15,5-3 18 0,-2-4-145 16,1-1 24-16,-15-7-157 0,2 0 35 0,3 0 24 16,16-14 27-16,-17 3 56 0,1-6-12 15,-4-2 19-15</inkml:trace>
  <inkml:trace contextRef="#ctx0" brushRef="#br0" timeOffset="-140798.52">2173 16499 214 0,'2'-8'452'0,"1"1"-106"0,0 2-61 15,-2 5-22-15,-1 0 16 0,0 4 3 16,0 0-42-16,-1 0-30 0,-5 11-4 0,3 2-10 16,-5 0-26-16,5 1 9 0,-1 2-35 15,0-1-25-15,2 1 4 0,2-10-11 0,0 4-18 16,0 4-9-16,0-2-7 0,13 18-2 0,-9-20-9 16,1-3-6-16,-3-2-13 0,2-3 15 15,1 0-4-15,2-4-16 0,-2-2-2 0,3-1 8 16,-1 1-16-16,19-14-15 0,-7 2-5 0,-6-2-7 15,5-3 5-15,1-1-11 0,-1 0-4 0,-3 0 11 16,0 4-18-16,-2 0 10 0,0 3 18 16,-1 0-7-16,-4 2 15 0,-3 4-10 0,0 0-3 15,-1 3-6-15,-2 1 4 0,2-1-3 0,-4 2 0 16,0 0 7-16,0 0-12 0,5 12 20 16,-5-5-5-16,5 10-7 0,-5 3 15 15,4-2-4-15,-4-5-2 0,0 3-7 0,0 7 4 16,0 2-2-16,0 1-59 0,9 27 4 0,-8-27-96 15,-1 1-29-15,2 0-50 0,0 2 22 0,0-7-144 16,-2 1 30-16,2-3-188 0,-2-10 34 16,0 0 33-16,0-3 22 0,0-7 25 0,-8 9 39 15,9-14 19-15,2-2-3 0</inkml:trace>
  <inkml:trace contextRef="#ctx0" brushRef="#br0" timeOffset="-140587.79">2706 16536 617 0,'20'-16'340'0,"5"5"-21"0,-2 5-23 0,0 5-8 16,-14 1-37-16,23 9 16 0,-12 5-10 16,1 1-25-16,-5 2-34 0,0 3-4 0,-1 2-21 15,-5 3-21-15,0 0-28 0,-2 4 7 0,-7 1-20 16,-1-15-14-16,0 10-5 0,-23 30-33 16,8-20-31-16,-7 4-1 0,-6 1-109 0,-4-1-46 15,-5 1-58-15,-3-3 17 0,-1 2-322 0,-6-3 34 16,0-6 34-16,1-6 41 0,2-3 26 0,3-10 23 15,2-7 41-15,6-4-16 0,18 0 1 16</inkml:trace>
  <inkml:trace contextRef="#ctx0" brushRef="#br0" timeOffset="-139549.29">3349 16832 520 0,'0'-14'289'0,"-14"14"-24"0,14 0-20 15,-23-21 3-15,19 21-29 0,2-3-19 0,-1 3-20 16,0-3-12-16,2 3-14 0,1 0-19 16,-1 0-19-16,2-1 12 0,2 1-10 0,3 0 11 15,13-1-23-15,-5 1-13 0,7 0-5 0,7 0-4 16,4 0-5-16,1 0-16 0,0 0-40 15,4 0-29-15,37 9-30 0,-34-5-47 0,1 2-44 16,-3-1 12-16,3-1-144 0,-4 2 23 16,-2-2-223-16,-6 1 32 0,4-2 24 0,-5-1 25 15,-15-2 15-15,4 0 35 0</inkml:trace>
  <inkml:trace contextRef="#ctx0" brushRef="#br0" timeOffset="-139284.15">3718 16667 277 0,'-21'-8'374'0,"1"1"-48"0,1 0-61 0,8 3-45 15,1 3-14-15,1-1 1 0,9 2-22 16,-8 0-13-16,0 0-8 0,-7 20-18 0,6-8-6 16,3-3-5-16,-2 9-17 0,7 1-18 15,-2 5-8-15,3 1-3 0,0 1 8 0,-1 0-13 16,1 4-19-16,0-16-13 0,0 8 14 0,0 5-27 15,0 2 1-15,0 0-45 0,0 2-20 0,0-1-9 16,0-2-35-16,0 0-32 0,0-2-43 16,0 0 15-16,0-6-131 0,0 1 23 0,-8 11-195 15,8-32 9-15,0 0 26 0,5 10 45 0,-1-13 16 16,6-5 1-16</inkml:trace>
  <inkml:trace contextRef="#ctx0" brushRef="#br0" timeOffset="-138868.16">4185 16640 285 0,'-3'0'295'0,"1"1"-48"15,-3 2-44-15,0-2-19 0,-9 12-24 0,3-3-30 16,2 4-3-16,3-2-21 0,-2 8-2 0,6-3-10 15,-2 0-16-15,4-7 0 0,0 4-12 0,19 22 2 16,-11-19 2-16,3 5-12 0,2-3 3 16,1 1 1-16,0-1-6 0,3 0-6 0,2 1-6 15,-4-1 13-15,4 0 0 0,-2 0-15 16,0-1 11-16,0-1 14 0,-1 2-16 0,0-2 4 16,-4-2 6-16,-3-3-2 0,0 0 15 0,0-4 32 15,-4-1-2-15,-1-3-12 0,-1-1 32 0,-3 1 7 16,0-4-1-16,0 0-19 0,-12 5 0 15,5-5-3-15,-16 0-13 0,11 0-10 0,-9 0-4 16,-6 0-4-16,-1 0-11 0,-34-11 1 0,26 7-5 16,-3 0-13-16,1 0-11 0,-1-3-38 15,0 6 2-15,2-5-93 0,3 2-51 0,2-1-37 16,0-1-49-16,2-2 20 0,7 0-313 16,5-1 38-16,9-6 6 0,9 2 32 0,0 5 54 15,17-17 31-15,2 8 49 0,-2 0 5 0,7 3 4 16</inkml:trace>
  <inkml:trace contextRef="#ctx0" brushRef="#br0" timeOffset="-138669.16">4167 16790 470 0,'14'-9'397'15,"0"-1"-64"-15,-4 2-22 0,6-2-15 0,-2 0-17 16,1 0-32-16,4-3 9 0,2 4-36 0,2-3-15 16,1 5-26-16,0-2-24 0,4 0-18 0,1 2-5 15,0 1-19-15,-1 1-7 0,0 0-26 16,0 1-11-16,-15 4-7 0,8 0-47 15,-2 0-47-15,3 0-29 0,-1 0-26 0,0 0-61 16,-1 0-47-16,1 0 18 0,-1 0 15 0,26-10-312 16,-26 7 34-16,3 1 20 0,-6-4 26 15,6 0 55-15,1 3 18 0,0-4 22 0</inkml:trace>
  <inkml:trace contextRef="#ctx0" brushRef="#br0" timeOffset="-137921.8">5187 16791 642 0,'-13'0'268'16,"13"0"-19"-16,0 0-25 0,0 0-17 0,0 0-23 16,0 0-30-16,0 0-12 0,0 0-1 0,0 0-30 15,0 0-7-15,0 0-13 0,0 0-19 16,16-15 3-16,7 11-10 0,0 1-8 0,2 2 0 15,5-2-27-15,2 1-28 0,2 2-32 16,3 0-43-16,-20 0-27 0,11 0 10 0,4 0-281 16,2 0 26-16,1 0 24 0,1 0 23 15,0 0 18-15,2 0 15 0,-2 0 5 0</inkml:trace>
  <inkml:trace contextRef="#ctx0" brushRef="#br0" timeOffset="-137719.03">5475 17094 477 0,'-35'5'307'0,"6"0"-22"15,-2 2-41-15,6-5-24 0,3 0-19 0,6 3-17 16,8-2-17-16,8-3-28 0,8 1-18 16,16 2-24-16,4-2-26 0,6-1-42 0,-17 0-35 15,10 0-75-15,7 0 6 0,3 0-131 16,4 0 15-16,1 0 16 0,1 0 15 0,-1 0-207 0,-1 0-11 15,2 0 18-15</inkml:trace>
  <inkml:trace contextRef="#ctx0" brushRef="#br0" timeOffset="-136170.39">6482 16731 318 0,'0'0'226'0,"0"-16"-50"16,20-9 9-16,-20 20-19 0,0-2-31 0,-2 2-8 16,1 2-7-16,1 3-13 0,-9-9-18 15,2 9 15-15,0 0 2 0,-12 6 4 0,-3 1-5 16,-1 5 1-16,1 1 5 0,-4 2 3 16,1 4-2-16,-1 3 5 0,3 0-4 0,-2 2-10 15,4 0-13-15,2 3 12 0,-3 1-10 0,8 0 9 16,3 3 10-16,4 0-19 0,3 1-3 15,2-1 4-15,2-16-9 0,13 31-8 16,-2-20-8-16,5 1-3 0,4-1 3 0,4-4-5 16,6 0-5-16,-1-4-7 0,2-3-1 15,1-3-14-15,6 1 8 0,-3-3-19 0,-3-5 13 16,3-1 2-16,3-3-11 0,-22-1-15 16,6 0 3-16,33-10 1 0,-26 1 2 0,1-1 4 15,-3-3-13-15,-3-4 12 0,0 1-3 16,-2-3-1-16,1-2 0 0,-4-2-4 0,-5-2 1 15,3-2 3-15,-4-1-4 0,2-1 6 0,-7 0-30 16,2-3 9-16,0-1-10 0,-5 1 5 0,0 0 1 16,-5-1 3-16,0 16-11 0,0-6 6 15,-11-29-8-15,-1 27 14 0,-2 1 3 0,-2 7-14 16,-3 3 1-16,-2 2-5 0,-6 0 1 16,-1 7 11-16,-4 2 0 0,-4 3 0 0,16 0 2 15,-8 0-6-15,-40 17 7 0,28-2-1 0,-2-1-15 16,5 3 3-16,1 3 12 0,-1 5 26 15,5-2-16-15,4 2 2 0,2-1 6 0,3 2-7 16,7-2-2-16,0-1 21 0,6 0-2 16,5 2 2-16,5-1 11 0,0-12-2 0,21 20-1 15,-2-14 1-15,5-1-10 0,8-3 0 0,4 0 2 16,6-2-5-16,3-1 4 0,7 0-9 0,2-4 3 16,-1-1-4-16,4 0-3 0,-4-2-12 15,-1-1-2-15,-2-1-17 0,-1 0-19 0,-4-2 3 16,1 3-57-16,-26-3-26 0,11 0-24 15,1 0-32-15,0 0-14 0,0 0-11 0,36-12-32 16,-39 9 21-16,-6-2-102 0,-1-1-165 0,1-3 33 16,-3 0 31-16,2-1 26 0,0-1-6 15,1 0 22-15,-4-3 39 0,0 0 27 0</inkml:trace>
  <inkml:trace contextRef="#ctx0" brushRef="#br0" timeOffset="-135760.79">7866 16561 360 0,'-11'-9'301'0,"-1"2"-53"0,-1 5-19 0,2 1-10 16,0 1-27-16,2 0-2 0,-20 12-2 16,13-3-3-16,-3 4-3 0,-2 1-6 0,2 2 12 15,1 2-8-15,3-1-20 0,-2 3 29 0,1 1-34 16,3 1 14-16,3 1-3 0,1 3-15 16,5 3-17-16,-1 0 6 0,4 0-3 0,1-15-33 15,0 8-1-15,16 26-7 0,-3-23-12 0,1-1-5 16,5 2-3-16,2-2-9 0,4 1-10 15,1-4-3-15,2 0-7 0,-3-3-32 0,1-3-23 16,2-1-30-16,0-2 2 0,0 1-72 0,-2-2-25 16,-1-1-35-16,1-2-5 0,-4-1-18 15,-2-4-21-15,-1-3 19 0,-11 0-71 0,3 0-30 16,14-18-114-16,-11 7-30 0,-3-1 29 16,-3-3-5-16,1-3 26 0,-3-1 34 0,7-4 5 15</inkml:trace>
  <inkml:trace contextRef="#ctx0" brushRef="#br0" timeOffset="-135350.15">8244 16809 371 0,'1'-6'321'0,"-1"0"-35"0,1 3-35 0,-1-1-44 15,1 0-11-15,-1 2 9 0,-1 2 11 16,-1 3-15-16,0 1 3 0,-3 8-18 0,-1 2-20 16,0 0 21-16,0 4-20 0,1-1-20 15,1 1-4-15,0 3-10 0,1-2-28 0,1-2-3 16,0 3-5-16,2-1-7 0,0-12-29 0,0 5 3 15,0-2-2-15,0 2-5 0,0-3-2 16,0-2-18-16,0 0-1 0,0-7 13 0,0 5-3 16,0-5 10-16,0 0-20 0,26 3 7 0,-10-10-7 15,-1-2 1-15,2-6-11 0,2-2-3 16,-1 0 4-16,2-2-8 0,0 0-5 0,-2 2-10 16,-1-2 3-16,1 1 18 0,-1 4 10 15,-4 2 9-15,-2 0-8 0,-2 4-8 0,0 1-3 16,-4 3-14-16,2-1 12 0,-7 5-8 0,0 0 22 15,0 0-3-15,10 14 11 0,-8-10-2 16,4 11 3-16,-3 5-3 0,4-1-1 0,-3 2-8 16,1 1 3-16,2 0-5 0,-2 3-4 15,6-1-1-15,-1 2-1 0,0-1-30 0,2-1-39 16,-2 1-34-16,2-2 9 0,-2 0-116 0,-4-2-39 16,0-4-41-16,0 0-26 0,-2-2 28 0,2-6-214 15,-4-5 37-15,0-1-47 0,-1-3 46 16,-1 0 28-16,0 0 26 0,5-11 25 0,0-7 14 15,3-5 2-15</inkml:trace>
  <inkml:trace contextRef="#ctx0" brushRef="#br0" timeOffset="-135147.31">8947 16816 293 0,'16'-5'347'0,"-2"3"-49"0,-2 5-22 16,-3-3-7-16,16 19-19 0,-12-6-25 15,2 8-10-15,-4 0-7 0,-1 1-9 0,-1 3-28 16,0 4-26-16,-5 1 4 0,0 0-36 0,-4-15 7 15,0 10-18-15,-13 32-7 0,-1-24 4 16,-4-2-26-16,-5-2-30 0,-5 1-9 0,-6 1-59 16,-3-5-34-16,-4 1-49 0,-1-5-73 0,-1-1 16 15,1-1 16-15,1-4-321 0,1-1 38 16,0-2 2-16,14-5 50 0,-5-2 21 0,12-1 77 16,9-3-2-16</inkml:trace>
  <inkml:trace contextRef="#ctx0" brushRef="#br0" timeOffset="-132891.75">7858 17824 461 0,'-13'-8'352'0,"9"1"-70"16,4 0-45-16,5 0-23 0,9-2-24 16,5-1-25-16,9 1-9 0,0 2-9 0,4-4-28 15,9 6 8-15,5-2-25 0,2 0-7 0,5 3 0 16,7 1-20-16,2-1-12 0,3 1-5 0,4 0-3 15,1-2 1-15,5 1-12 0,-1 1-2 16,0-4-13-16,4-2-5 0,-3 3-1 0,3-6 8 16,-2 2-1-16,3-3-1 0,-6-2 2 0,3-2-12 15,-4 1-8-15,-3-3 11 0,-5 0-17 16,-2 0 12-16,-4-3-13 0,-9 0 3 0,-1-1-4 16,-7 0 2-16,-2-3 5 0,-7-3-5 15,-3 1 9-15,-4-1 10 0,1-2-17 0,-8 0 7 16,0 0 12-16,-2-1 0 0,-2-1-1 0,-1 0 4 15,0 0-4-15,-3-1 6 0,3 0-28 16,-4-2 33-16,-3 1-17 0,4 2-11 0,-3 2 3 16,1 1 33-16,-7 1-11 0,5 2-6 0,1 1 7 15,-4 0 0-15,0 3-9 0,-1 1 3 0,-2 11-11 16,0-1 5-16,0-4-12 0,0 2 8 16,-16-12-10-16,11 16 0 0,0 1-2 0,1 2 6 15,-1 2-3-15,0 0-7 0,1 0-9 16,-1 1 16-16,1 1-9 0,-1 1 7 0,-12-6-6 15,1 2 2-15,-2 0-1 0,-4 2-9 0,-1-1 7 16,-4 2-9-16,0 0 6 0,-6 1 5 16,-2-1 1-16,2 0 0 0,0 2 3 0,-5-1 0 15,1 1-14-15,0-1 16 0,-3 2-7 0,0-4 8 16,-1 2-5-16,0-1-11 0,-2-1 20 0,1 1-6 16,-8-3-6-16,1 1-9 0,-5 0 23 15,0-1-10-15,-2 1 6 0,-3-2-3 0,-1-1 8 16,0 1-28-16,-2 0 14 0,-6 0 20 15,1-1-13-15,-3 1-9 0,-3 0-2 0,2 1 11 16,-2 0-11-16,3-1-12 0,0 1 22 0,1 2-10 16,0-3 2-16,1 1 5 0,-1 1 8 15,0-1-16-15,5 1 4 0,-3-2 4 0,0 1-5 16,3-1 10-16,-4 1-16 0,-1-2 10 0,-4 3-10 16,0-2 18-16,-2 1-13 0,3-3-2 15,2 2 10-15,-3 0-1 0,-1-1 1 16,1 3-11-16,5-2 8 0,-3 1 8 0,6 1-16 15,2 0 4-15,6 0-3 0,0 0-13 0,5 2 19 16,-1-1-1-16,4-2-18 0,0 4 21 16,-2-3 14-16,4 1-3 0,2 0-13 0,0 0-7 15,-4-1 7-15,1 1 2 0,-2 1-9 0,-1-2 16 16,-3 0-20-16,2 1 10 0,-3 1-9 0,4 1 25 16,-4-1-30-16,0-1 26 0,5-1-19 15,-1 2 8-15,0-2-19 0,5 3 11 0,-2-1-8 16,5 2-3-16,-3 0 0 0,6-1 9 15,-5-2-5-15,3 3 5 0,-3-4-14 0,2 3 8 16,-2-1 3-16,-5 0-5 0,3-1 19 0,-1 1-3 16,-3-4-15-16,1 2 4 0,-2 3-15 0,1-3 14 15,1 1-7-15,1-1-7 0,0 0 22 0,3-1-4 16,-4 2 12-16,4 1-10 0,-1-1-22 16,-1 1 4-16,-3 1-2 0,2-1 16 15,0 1-21-15,-2 1 2 0,0 1-2 0,-2-1-3 16,0 1 13-16,-1-3-4 0,0 3 0 0,26 0 13 15,-14 0-6-15,-8 0-3 0,-4 0-1 16,-2 0-4-16,-1 0 13 0,-1 0-13 0,2 0 11 16,-4 0-8-16,0 0 2 0,-2 0-18 15,0 0-7-15,-1 0 7 0,-1 0 1 0,-3 0-2 16,4 0-1-16,-5 0 17 0,-62-8-7 0,67 7 4 16,-2-2 15-16,2 0-7 0,2-1 0 15,1-1 2-15,-3-2 4 0,0 0-2 16,3 1 4-16,2-3 2 0,1 4 8 0,1-2-10 15,2 0 2-15,3-1 3 0,1 2 4 0,0 0-6 16,6 2 5-16,-3-1-14 0,2-2 7 0,0 2-6 16,0 0 6-16,2 2-1 0,1-3 1 15,1 2 1-15,-1 0 1 0,1 2-9 0,-2 0 9 16,-1 1-5-16,1-1 6 0,1 1 1 16,0-2 7-16,-2 2-8 0,3-2 5 0,2 3-13 15,-3 0 18-15,2 0-10 0,2 0 5 16,0-3-7-16,18 3-3 0,-6 0 12 0,-5 0-2 15,-4 0 4-15,0 0-6 0,0 0-5 16,-1 0 8-16,1 0 7 0,0 0-8 0,2 0-5 16,3 0 16-16,2 0 9 0,3 0 7 15,4 0-3-15,2 0 3 0,6 0 5 0,2 0-8 16,2 0-9-16,1 0-7 0,8 0-3 0,-9 0 7 16,9 0 0-16,-7 0-5 0,7 0-2 0,0 0-4 15,-7 0 8-15,7 0 9 0,-8 14-7 16,8-8 5-16,0 11 7 0,0-7 5 0,0 7 7 15,12 23-3-15,-8-15 12 0,2 3 12 16,3 2-10-16,0 4-12 0,3 5-5 0,0 0-1 16,1 4 21-16,2 1-11 0,2 3-15 0,-3 0-2 15,4 1 9-15,0 1-14 0,0-1 22 0,2 1-35 16,-1-1 1-16,0 0 11 0,-1-3 0 16,2 0 11-16,-4 1 3 0,2-5-9 0,-2-2-19 15,2 0-1-15,-2-1 26 0,-1-2-25 0,5-4 8 16,-1-1 10-16,0-4 5 0,0-3 23 15,0 0-19-15,2-2 0 0,-1-5-7 0,3-3-16 16,2 1 11-16,-2-1 4 0,1-4-2 16,-1 0 1-16,2-1-9 0,4 0-2 0,0-3 4 15,0 1 2-15,5-4 6 0,0-1-7 16,-1-1-2-16,2-1-7 0,-16 0-2 0,9 0 1 0,7 0-9 16,3 0-5-16,49-11 8 0,-36 6 8 15,1-1 7-15,1-1-7 0,3 6 17 0,2-3-21 16,-3 3-13-16,1-4 14 0,-3 4-1 0,1 0 18 15,3-1-24-15,-2 2 4 0,1 0 7 16,-28 0 10-16,13 0-22 0,7 0-7 0,6 0 2 16,4 0-1-16,4 0 14 0,3 0 8 15,1 0-1-15,-1 0-7 0,64 10-8 0,-97-10 3 16,19 0 13-16,9 0-4 0,4 0-11 0,69 9 12 16,-65-7 9-16,-3 2-17 0,-4 0 1 0,-1 0-10 15,-5 1 16-15,2-2-8 0,-4 2 7 16,0 0 11-16,-6 0-15 0,4-1 4 0,0 1-7 15,-2 0-2-15,2-1 9 0,0-1 0 0,-2-1-18 16,4 1 11-16,-2 2 10 0,3-3 1 16,-1-1-22-16,0 3 17 0,3-2-8 0,-5 1 9 15,0-1-17-15,-2 2 10 0,-3 2 7 0,0-4-13 16,-1 3 12-16,-3-2 3 0,-2 2-8 16,-2-1 1-16,0-1-11 0,-4 2 11 0,3-1-3 15,-1-1 20-15,0 2-12 0,0-1-7 0,2-1-3 16,0 0 23-16,0 1-18 0,6-1-3 15,-2-1 7-15,1 0-1 0,0 2 16 0,-2 0-20 16,-1-2-10-16,0 3 6 0,0-3 20 0,-4 1-25 16,2 1-5-16,-5 1 13 0,2-4 5 15,0 4-14-15,1 1 17 0,-4-3 0 0,4 2-18 16,-2-1 11-16,0 1-1 0,0 1-1 16,-1 0 25-16,1-4-4 0,-2 4-11 0,1 0-4 15,-2 2 16-15,1-5-12 0,0 2-2 0,0-1-12 16,-2-1 8-16,1 2-10 0,3-1 12 0,2-2 0 15,-7 1-10-15,3 1 3 0,2-1 15 16,-2-3-25-16,-2 3 14 0,0-1-3 0,-2 3 0 16,5-3-10-16,-1-1 19 0,0 1-10 15,0 2-11-15,0-2 16 0,0 2 0 0,2-4 4 16,1 2-14-16,-2 0 14 0,4 0 19 0,-1 0-19 16,4-1 11-16,3 2-24 0,3-3 1 15,6 3 0-15,-3-2 28 0,2 0-34 0,2 2-1 16,0-3 30-16,5 1-2 0,-2 0-1 0,7-1-1 15,-33 0 24-15,18 0 9 0,9 0-24 16,7 0 18-16,67 9-8 0,-56-2-7 0,2-2-4 16,2 2-1-16,1-2-137 0,1 3-89 0,-1 4 19 15,6-4 17-15,-2-2-340 0,-37-6 7 16,20 0 34-16,15 0 29 0,100-14 82 0,-80-1 33 16,10-2 32-16,7-5 10 0</inkml:trace>
  <inkml:trace contextRef="#ctx0" brushRef="#br0" timeOffset="-131134.28">9329 17377 781 0,'-15'0'272'0,"15"-14"-26"0,0 14 0 16,0 0-5-16,-13 0-22 0,-3-23-17 15,13 20-34-15,1 2 1 0,0 1-40 0,0-3-1 16,1 3-12-16,-1 3 2 0,2 4 2 16,0-2 6-16,-2 16-14 0,2-11 10 0,0 5 14 15,0 4-3-15,0 3-12 0,13 22 4 0,-8-22 4 16,3 0-1-16,3-3 3 0,2 0-1 0,3 0 8 16,4-4-11-16,5-4 2 0,3-5-25 15,6-1 6-15,7-3-17 0,-18-2-5 0,14 0-9 16,52-12-12-16,-31 7 1 0,2-7-15 0,1 2-2 15,2-2-1-15,0-2-17 0,2-3-12 16,-3 0-35-16,0-3-41 0,-2-2-33 0,0 1 9 16,-7 1-123-16,0-1-29 0,-7-1-47 15,-5 5 26-15,-4 2-121 0,-8 1 34 0,-8-1 27 0,-2 3 27 16,-10 2-191-16,-5 3 27 0,-4 7 39 16,0 0 24-16,-22-7 34 0,3 9 17 0,9-2 9 15</inkml:trace>
  <inkml:trace contextRef="#ctx0" brushRef="#br0" timeOffset="-130713.3">9243 17561 340 0,'-17'-7'430'0,"5"1"-20"16,3 0-63-16,0 1-13 0,3 2-32 0,2 0-49 16,0 1-28-16,1 2-25 0,3 0-10 15,0 0-9-15,0 0 2 0,-3 12-10 0,9 2-1 16,-2 4-1-16,6-1-24 0,1 0 2 0,0 1-13 16,3 0-5-16,0-1-5 0,5 0-1 15,-2-2-15-15,6-1-7 0,-2-2-1 0,5-1-7 16,6-4-5-16,5-1-7 0,6-1-9 15,6-5-9-15,-24 0-1 0,15 0-5 0,64-17-9 16,-42 9-6-16,6-6 1 0,-2 0-7 0,5-3-5 16,-1 1-5-16,-1-2-9 0,-2-2-9 0,-6 1-25 15,-1-1-20-15,-5 1 0 0,-6 0-22 16,-6 2-24-16,-3 0 0 0,-7 3 7 0,-2 2-70 16,-7 1-25-16,0 0-42 0,-8 1-37 15,-5 1-26-15,-6 5 28 0,-5 4-119 0,0 0 30 16,0 0-163-16,-14-13 13 0,6 11 52 0,-8 1 37 15,-2-4 0-15,-5 3 20 0,4 0 86 0,-3 1 3 16</inkml:trace>
  <inkml:trace contextRef="#ctx0" brushRef="#br0" timeOffset="-130304.98">9457 17542 491 0,'-13'-5'400'15,"1"2"-41"-15,5 0-42 0,-1 1-43 16,5 2-20-16,-4-2-57 0,7 2 4 0,0 0 2 0,0 0-22 16,-10 14 9-16,10 1-22 0,-2-1 11 15,1 6-1-15,1-11-12 0,0 4-8 0,0 1-12 16,18 19 5-16,-7-18-4 0,5 2-14 0,2-2 5 15,6-3-6-15,3-3-11 0,7-1-9 16,5-2-12-16,8-2-9 0,-23-4-6 0,20 0-10 16,7 0-3-16,68-15-11 0,-48 8-4 0,4-5-5 15,5-1-1-15,-4-3-8 0,1 1-6 16,-2-4-2-16,-4 0-16 0,-4-3-14 16,-7 1-8-16,-4 0-22 0,-4 0 3 0,-8 4-21 15,-4-1-19-15,-8-1-23 0,1 5 7 0,-8 0-57 16,-2 4-43-16,-1-5-37 0,-9 3-26 0,-4-1-34 15,-3 7 28-15,-6 6-157 0,0-7 33 16,0 7-120-16,-23-18 37 0,8 11 15 0,-2 2 27 16,-5-2 77-16,-2 3 24 0,2 1 12 0,-6 0 2 15</inkml:trace>
  <inkml:trace contextRef="#ctx0" brushRef="#br0" timeOffset="-129934.64">9733 17495 500 0,'-16'0'351'0,"2"0"-45"0,5 0-60 0,-2 0-27 16,11 0-21-16,0 0 26 0,-6 0 27 16,-9 18-31-16,9 0 14 0,2-1-20 0,3 3-24 15,1-11-10-15,0 8 8 0,14 22-14 0,-5-19 2 16,5 1-6-16,1-4-3 0,6-2 3 15,4 2-13-15,3-5-13 0,8-2-10 0,4-3-11 16,6-4-12-16,8-2-13 0,-26-1-6 16,20 0-9-16,69-12-14 0,-46 2-2 0,2-1-5 15,1-4-4-15,-1-1-11 0,0 1-1 0,-3-3-5 16,-2 0-4-16,-4 1-6 0,-4 0 0 0,-5 1-23 16,-4 1-4-16,-6 1-18 0,-4 2-29 15,-7-1-27-15,-4 3-24 0,-2 3 8 16,-1-1-118-16,-7 1-91 0,1 3-26 0,-2 1 30 15,-1 0 30-15,-3 2-300 0,-3 1 59 16,-2-3 14-16,-10 3 33 0,14 0 77 0,1 0 58 16,22-13 23-16,-17 7 16 0,5 3-26 15</inkml:trace>
  <inkml:trace contextRef="#ctx0" brushRef="#br0" timeOffset="-93143.16">10869 10781 486 0,'0'0'124'0,"0"0"-15"0,0-13 21 15,-13-16-13-15,17 17 0 0,5 0-41 0,-5 3 19 16,1 2-33-16,0 2 0 0,-1 1 22 0,1 0-16 16,-1 2 9-16,1 0-48 0,0 2 12 15,-5 0 18-15,0 0-9 0,12 0-5 0,17 19 19 16,-12-9-13-16,-3-2-6 0,2 5-8 15,1-2-8-15,5-1 14 0,-3 1-10 0,-2-2 9 16,4-1 1-16,2 0-11 0,-1-1-3 0,6-5-7 16,0-2-4-16,-11 0 25 0,7 0-15 15,31-12-8-15,-19 4-6 0,1-1-5 0,-4-3 5 16,4-1-4-16,-2-1 3 0,2 1-8 16,1-3 1-16,-2-1-8 0,0 5 11 0,-2 0 3 15,0 1-3-15,-2 4-11 0,-4 1 10 0,2 3-2 16,-4 3 2-16,-10 0 3 0,1 0-8 15,22 12 14-15,-20-4-13 0,0 1 12 0,-1 1-7 16,-2 2 0-16,1-3 7 0,3-1-3 0,0 2-11 16,0-3 7-16,3-2-8 0,1-1 14 15,5-4-5-15,-17 0-1 0,11 0-19 0,31-10 10 16,-22 5 10-16,2-3-7 0,4-2-3 0,0 2-8 16,0-3 21-16,1 3-9 0,-5-2-1 0,0 0 28 15,0 0-5-15,-1 1 0 0,0-1-7 16,-4 1 26-16,-1-1-8 0,0 3-8 0,-3-3-7 15,0 3-10-15,-2 0 25 0,-5 2-23 16,-3 1-3-16,2-1 16 0,-6 2-10 0,-1 1-10 16,-3 0-3-16,-2 1-28 0,4 1-12 15,-4-2-28-15,-5 2-20 0,0 0 6 0,6 0-165 16,1 0-171-16,-7 0 81 0,10 0-3 0,-4 0 11 16,-6 0 62-16,9 0-19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1877A-0E25-4378-9075-7FE0CF7CAD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873B5-6480-4372-8A64-9B538D55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otes Placeholder">
            <a:extLst>
              <a:ext uri="{FF2B5EF4-FFF2-40B4-BE49-F238E27FC236}">
                <a16:creationId xmlns:a16="http://schemas.microsoft.com/office/drawing/2014/main" id="{EBED8281-0261-298B-A6A4-D0618C4C38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Notes Placeholder">
            <a:extLst>
              <a:ext uri="{FF2B5EF4-FFF2-40B4-BE49-F238E27FC236}">
                <a16:creationId xmlns:a16="http://schemas.microsoft.com/office/drawing/2014/main" id="{59515D5E-A99A-C1CF-1315-A5A1BCAE9A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Program-formal approach syntax check code logic and informal means  </a:t>
            </a:r>
            <a:r>
              <a:rPr lang="en-US" altLang="en-US" dirty="0" err="1"/>
              <a:t>writternin</a:t>
            </a:r>
            <a:r>
              <a:rPr lang="en-US" altLang="en-US" dirty="0"/>
              <a:t> </a:t>
            </a:r>
            <a:r>
              <a:rPr lang="en-US" altLang="en-US" dirty="0" err="1"/>
              <a:t>eng</a:t>
            </a:r>
            <a:r>
              <a:rPr lang="en-US" altLang="en-US" dirty="0"/>
              <a:t> language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Notes Placeholder">
            <a:extLst>
              <a:ext uri="{FF2B5EF4-FFF2-40B4-BE49-F238E27FC236}">
                <a16:creationId xmlns:a16="http://schemas.microsoft.com/office/drawing/2014/main" id="{A0B36072-7D41-3DC5-8EDA-7D26CD32BC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Asymptotic </a:t>
            </a:r>
            <a:r>
              <a:rPr lang="en-US" altLang="en-US" dirty="0" err="1"/>
              <a:t>anlayis</a:t>
            </a:r>
            <a:r>
              <a:rPr lang="en-US" altLang="en-US" dirty="0"/>
              <a:t> – find running time of an </a:t>
            </a:r>
            <a:r>
              <a:rPr lang="en-US" altLang="en-US" dirty="0" err="1"/>
              <a:t>alg</a:t>
            </a:r>
            <a:r>
              <a:rPr lang="en-US" altLang="en-US" dirty="0"/>
              <a:t> using mathematical    </a:t>
            </a:r>
            <a:r>
              <a:rPr lang="en-US" altLang="en-US" dirty="0" err="1"/>
              <a:t>eg</a:t>
            </a:r>
            <a:r>
              <a:rPr lang="en-US" altLang="en-US" dirty="0"/>
              <a:t> </a:t>
            </a:r>
            <a:r>
              <a:rPr lang="en-US" altLang="en-US" dirty="0" err="1"/>
              <a:t>arr</a:t>
            </a:r>
            <a:r>
              <a:rPr lang="en-US" altLang="en-US" dirty="0"/>
              <a:t>[]=[1,2,3,4] x=4 linear search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34928CBF-72A2-B4C7-8ED4-F6B03837E2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Loweb</a:t>
            </a:r>
            <a:r>
              <a:rPr lang="en-US" altLang="en-US" dirty="0"/>
              <a:t> bound running time of an </a:t>
            </a:r>
            <a:r>
              <a:rPr lang="en-US" altLang="en-US" dirty="0" err="1"/>
              <a:t>alg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Notes Placeholder">
            <a:extLst>
              <a:ext uri="{FF2B5EF4-FFF2-40B4-BE49-F238E27FC236}">
                <a16:creationId xmlns:a16="http://schemas.microsoft.com/office/drawing/2014/main" id="{E4838ADE-3440-D7DA-B65A-9FF3D3038D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Notes Placeholder">
            <a:extLst>
              <a:ext uri="{FF2B5EF4-FFF2-40B4-BE49-F238E27FC236}">
                <a16:creationId xmlns:a16="http://schemas.microsoft.com/office/drawing/2014/main" id="{45B513D6-74FD-4D9B-8F11-335DD7EEDD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Gn</a:t>
            </a:r>
            <a:r>
              <a:rPr lang="en-US" altLang="en-US" dirty="0"/>
              <a:t>- highest order of n is </a:t>
            </a:r>
            <a:r>
              <a:rPr lang="en-US" altLang="en-US" dirty="0" err="1"/>
              <a:t>fn</a:t>
            </a:r>
            <a:r>
              <a:rPr lang="en-US" altLang="en-US" dirty="0"/>
              <a:t> </a:t>
            </a:r>
            <a:r>
              <a:rPr lang="en-US" altLang="en-US" dirty="0" err="1"/>
              <a:t>ub</a:t>
            </a:r>
            <a:r>
              <a:rPr lang="en-US" altLang="en-US" dirty="0"/>
              <a:t>=lb+1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Notes Placeholder">
            <a:extLst>
              <a:ext uri="{FF2B5EF4-FFF2-40B4-BE49-F238E27FC236}">
                <a16:creationId xmlns:a16="http://schemas.microsoft.com/office/drawing/2014/main" id="{B33469BE-27BB-CE0D-F1EA-A8A244C703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Notes Placeholder">
            <a:extLst>
              <a:ext uri="{FF2B5EF4-FFF2-40B4-BE49-F238E27FC236}">
                <a16:creationId xmlns:a16="http://schemas.microsoft.com/office/drawing/2014/main" id="{53BEBAA5-6417-5808-D9F7-C36E2CFC2C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Lowet</a:t>
            </a:r>
            <a:r>
              <a:rPr lang="en-US" altLang="en-US" dirty="0"/>
              <a:t> bound </a:t>
            </a:r>
            <a:r>
              <a:rPr lang="en-US" altLang="en-US" dirty="0" err="1"/>
              <a:t>fn</a:t>
            </a:r>
            <a:r>
              <a:rPr lang="en-US" altLang="en-US" dirty="0"/>
              <a:t>= big omega of </a:t>
            </a:r>
            <a:r>
              <a:rPr lang="en-US" altLang="en-US" dirty="0" err="1"/>
              <a:t>gn</a:t>
            </a:r>
            <a:r>
              <a:rPr lang="en-US" altLang="en-US" dirty="0"/>
              <a:t> for all values of n&gt;=1 and c=2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Notes Placeholder">
            <a:extLst>
              <a:ext uri="{FF2B5EF4-FFF2-40B4-BE49-F238E27FC236}">
                <a16:creationId xmlns:a16="http://schemas.microsoft.com/office/drawing/2014/main" id="{FBF16289-B52E-2E1C-8E4A-FFC911DAAB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Range of values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8A5A8-05E0-5732-F041-59FDE344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2C171-0A90-17B3-E81D-07E9E4324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F0930-8BB6-5915-8B14-9DD687459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19934-3349-6B36-75AB-0F5B186E0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3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52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N+1,n  2n+1  time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57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N+1,n 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=1,3,5,7,9       n/2   O(n) degree of polynomial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76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Log2n  </a:t>
            </a:r>
            <a:r>
              <a:rPr lang="en-US" b="1" dirty="0"/>
              <a:t>How </a:t>
            </a:r>
            <a:r>
              <a:rPr lang="en-US" b="1" dirty="0" err="1"/>
              <a:t>i</a:t>
            </a:r>
            <a:r>
              <a:rPr lang="en-US" b="1" dirty="0"/>
              <a:t> progresses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iteration: </a:t>
            </a:r>
            <a:r>
              <a:rPr lang="en-US" dirty="0" err="1"/>
              <a:t>i</a:t>
            </a:r>
            <a:r>
              <a:rPr lang="en-US" dirty="0"/>
              <a:t>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Second iteration: </a:t>
            </a:r>
            <a:r>
              <a:rPr lang="en-US" dirty="0" err="1"/>
              <a:t>i</a:t>
            </a:r>
            <a:r>
              <a:rPr lang="en-US" dirty="0"/>
              <a:t>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Third iteration: </a:t>
            </a:r>
            <a:r>
              <a:rPr lang="en-US" dirty="0" err="1"/>
              <a:t>i</a:t>
            </a:r>
            <a:r>
              <a:rPr lang="en-US" dirty="0"/>
              <a:t> =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...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k iterations, </a:t>
            </a:r>
            <a:r>
              <a:rPr lang="en-US" dirty="0" err="1"/>
              <a:t>i</a:t>
            </a:r>
            <a:r>
              <a:rPr lang="en-US" dirty="0"/>
              <a:t> = 2^k.</a:t>
            </a:r>
          </a:p>
          <a:p>
            <a:r>
              <a:rPr lang="en-US" b="1" dirty="0"/>
              <a:t>Stopping Condition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loop stops when 2^k ≥ 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means k = log₂(n).</a:t>
            </a:r>
          </a:p>
          <a:p>
            <a:r>
              <a:rPr lang="en-US" b="1" dirty="0"/>
              <a:t>Time Complexity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number of iterations (value of P) is proportional to log₂(n).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Thus, this loop runs in O(log n)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59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</a:t>
            </a:r>
            <a:r>
              <a:rPr lang="en-US" dirty="0" err="1"/>
              <a:t>Logn</a:t>
            </a:r>
            <a:r>
              <a:rPr lang="en-US" dirty="0"/>
              <a:t>) Time Complexity of a loop is considered as O(</a:t>
            </a:r>
            <a:r>
              <a:rPr lang="en-US" dirty="0" err="1"/>
              <a:t>Logn</a:t>
            </a:r>
            <a:r>
              <a:rPr lang="en-US" dirty="0"/>
              <a:t>) if the loop variables is divided / multiplied by a constant amount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3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</a:t>
            </a:r>
            <a:r>
              <a:rPr lang="en-US" dirty="0" err="1"/>
              <a:t>m+n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41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N,logn</a:t>
            </a:r>
            <a:r>
              <a:rPr lang="en-US" dirty="0"/>
              <a:t>    = </a:t>
            </a:r>
            <a:r>
              <a:rPr lang="en-US" dirty="0" err="1"/>
              <a:t>nlogn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623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n+1, n *(n+1), n*n= 2n^2+2n+1  On^2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65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 of two matrices were A &amp;b are two matrices nis the size of </a:t>
            </a:r>
            <a:r>
              <a:rPr lang="en-US" dirty="0" err="1"/>
              <a:t>matrc</a:t>
            </a:r>
            <a:r>
              <a:rPr lang="en-US" dirty="0"/>
              <a:t>  n+1, n*(N+1) ,n =n+1+n^2+n+n*n=n^2+3n+1= O(n^2)  time complexity space</a:t>
            </a:r>
          </a:p>
          <a:p>
            <a:endParaRPr lang="en-US" dirty="0"/>
          </a:p>
          <a:p>
            <a:r>
              <a:rPr lang="en-US" dirty="0"/>
              <a:t>Space= A=n^2  B=n^2  C=N^2   </a:t>
            </a:r>
            <a:r>
              <a:rPr lang="en-US" dirty="0" err="1"/>
              <a:t>I,jn</a:t>
            </a:r>
            <a:r>
              <a:rPr lang="en-US" dirty="0"/>
              <a:t>=1    3n^2+3 = 0n^2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7303F-8BE3-4F89-A248-F8CD67B861F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20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 OF ALL THE ELEMENTS IN THE ARRAY time 1,n+1,n,1=2n+3=On time   space = A=</a:t>
            </a:r>
            <a:r>
              <a:rPr lang="en-US" dirty="0" err="1"/>
              <a:t>n,n</a:t>
            </a:r>
            <a:r>
              <a:rPr lang="en-US" dirty="0"/>
              <a:t>=5 so 1,s=1,i=1   =n+3 Higher order is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7303F-8BE3-4F89-A248-F8CD67B861F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48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1,n+1,n,n    3n+2  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73B5-6480-4372-8A64-9B538D55CE1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144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Notes Placeholder">
            <a:extLst>
              <a:ext uri="{FF2B5EF4-FFF2-40B4-BE49-F238E27FC236}">
                <a16:creationId xmlns:a16="http://schemas.microsoft.com/office/drawing/2014/main" id="{9D95D1BB-8D7D-3C6B-5303-2476214A65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201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Notes Placeholder">
            <a:extLst>
              <a:ext uri="{FF2B5EF4-FFF2-40B4-BE49-F238E27FC236}">
                <a16:creationId xmlns:a16="http://schemas.microsoft.com/office/drawing/2014/main" id="{C4FCCFA2-22D8-6B64-889E-917131FFD1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In asymptotic notation constant not count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Notes Placeholder">
            <a:extLst>
              <a:ext uri="{FF2B5EF4-FFF2-40B4-BE49-F238E27FC236}">
                <a16:creationId xmlns:a16="http://schemas.microsoft.com/office/drawing/2014/main" id="{417EBE5D-D85F-C082-BF52-EEAE0BFAC0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Notes Placeholder">
            <a:extLst>
              <a:ext uri="{FF2B5EF4-FFF2-40B4-BE49-F238E27FC236}">
                <a16:creationId xmlns:a16="http://schemas.microsoft.com/office/drawing/2014/main" id="{BE0EA4EC-E8C6-5860-6638-D2BCAB3282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Notes Placeholder">
            <a:extLst>
              <a:ext uri="{FF2B5EF4-FFF2-40B4-BE49-F238E27FC236}">
                <a16:creationId xmlns:a16="http://schemas.microsoft.com/office/drawing/2014/main" id="{037CED3E-86E9-F38F-DF3B-020E55FB91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Notes Placeholder">
            <a:extLst>
              <a:ext uri="{FF2B5EF4-FFF2-40B4-BE49-F238E27FC236}">
                <a16:creationId xmlns:a16="http://schemas.microsoft.com/office/drawing/2014/main" id="{3794EC80-1EA2-4246-3919-1E76D931EB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Notes Placeholder">
            <a:extLst>
              <a:ext uri="{FF2B5EF4-FFF2-40B4-BE49-F238E27FC236}">
                <a16:creationId xmlns:a16="http://schemas.microsoft.com/office/drawing/2014/main" id="{32DB99D1-6570-555D-2005-6058698DBC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BF60-2664-A853-1918-93624EFC6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FB17A-CF88-91E9-D74C-2004B9234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957B7-36A5-1AFB-2255-0CD293F5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F4FDB-C75D-4162-880B-692F7050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22155-13FE-5538-4668-25F55043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Manish Rai</a:t>
            </a:r>
            <a:endParaRPr lang="en-US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47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2E6A-97C5-A929-EA13-16C1C1FD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7282-06D4-5210-8EC9-F4046F193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CF5F6-2F33-AA9D-2BA1-3E8590DD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DEEBC-03F2-6104-C78A-C3D252F5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AD136-E294-DEFA-53FC-0E66E52E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11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AB29-4AA7-02DF-4511-526B1A5C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4DDF7-DAEC-B00D-2B8A-161A81C49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795CC-6EF1-64F4-3B18-FE726E8A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D8EB3-201A-FC4A-EB8B-12C3B1E7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E06B7-266D-0538-6B8E-9094A46A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4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25E24-E89A-8A91-0F85-195933AA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C899-D18C-F7B3-CEA1-BA3056DFA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A07F9-D8F4-CA2E-34A7-B093B25A2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284B5-007C-7EA7-91B6-F1CDED7F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01176-0B49-1466-5BEF-9EEDF46A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7F5E8-A407-C3E1-AF95-21F45781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7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582F-E1E4-F468-1CA1-D405EC67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4AEB8-8C1A-088A-912E-37FC2429A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2C3CE-760C-64D8-91A8-3197F777A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28A80-EC3E-9C0A-BBA3-7B26E7D9F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7B6A4-C263-61E3-4766-0489FB424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6045D-1A32-501E-6B90-9996242E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F538A-9C03-40AF-A153-E2382AC9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396C44-B0F5-E784-DBBC-A59B2CEC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1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86B6-9E96-B1A7-3876-C8342BAA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4BCB5-EA0F-DDF4-0492-C63E7D4C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12218-D406-01F8-3E7B-55F69401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B86B5-7FBD-4B13-56F1-8BB350FF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4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AD85B-B4E3-140C-A151-5421F09F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EF3F4-9D8D-492F-5E98-4E6EBC8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99E12-A7F8-5FB7-EDFD-15BC040B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6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8310-D216-9346-C474-19865A8B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72BF-8136-6469-43A1-82D1F62F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41BEA-3528-3882-62AA-5112AB8B4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EB861-19C8-8A90-2010-EB268108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0F94C-B929-20E4-2DF6-97A48EB9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78368-BE00-3B9C-651C-B8CD3457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22E9-3A2E-86D1-301B-52CD08B8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4B1B6-60F7-6253-F0EB-4F10AECD9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DF5EA-F574-CE01-15A7-A977D85D0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FA1C8-85C0-57DF-D19A-20D73FE6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70DE-4DE2-29AD-38D9-330E8EF9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B196F-5260-F3F7-F62C-2328FA2A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0742-E02C-4942-07D1-E4A853FD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54D79-2258-8A75-5869-CA7B950D1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7221-2671-EF54-E0A4-7533EAE2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2E855-0843-95A5-7713-FCF1D041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33B5-0FB0-0EC0-FCDD-AD7B1A88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1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5EF92-E8E3-76D4-DA87-D9B886573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72480-D977-CCF1-6608-698969177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4678A-AB1F-ED29-1092-34D09176A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A2EE0-6884-B7BC-AA84-3882F7A0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3A183-828A-00BE-1970-EE3E25EC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7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92208"/>
            <a:ext cx="4876800" cy="4555067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A481A425-18AA-1C5F-A07D-EAA5F0F6B6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59E3AC53-4B08-6E16-27F3-C38D12D280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34466-ADF2-45C5-8A2C-4EE4CDFEC006}" type="datetimeFigureOut">
              <a:rPr lang="en-US"/>
              <a:pPr>
                <a:defRPr/>
              </a:pPr>
              <a:t>8/19/2025</a:t>
            </a:fld>
            <a:endParaRPr 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BF041230-9DB5-ACD4-DEF1-06A238B5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5EF69-E641-4432-8E3A-D8F1F201C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7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15A22-B2C1-10DD-144B-0ECCE77FB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D9050-444B-1291-5850-8FF5E7A1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962E-1318-496B-B518-26EEB0DDD30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C2C8-C2B4-3B6A-B366-78EBDB024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89B81-E559-C8F0-4E04-F3E8592E3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721C5-6006-45B1-B2A9-9D2D67917E40}" type="slidenum">
              <a:rPr lang="en-US" smtClean="0"/>
              <a:t>‹#›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DBED1A-7CB2-A6AB-8683-0CB9D3C4A43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80181" y="19050"/>
            <a:ext cx="12192000" cy="681038"/>
          </a:xfrm>
          <a:prstGeom prst="rect">
            <a:avLst/>
          </a:prstGeom>
        </p:spPr>
      </p:pic>
      <p:sp>
        <p:nvSpPr>
          <p:cNvPr id="21" name="object 4">
            <a:extLst>
              <a:ext uri="{FF2B5EF4-FFF2-40B4-BE49-F238E27FC236}">
                <a16:creationId xmlns:a16="http://schemas.microsoft.com/office/drawing/2014/main" id="{CB63A39C-B200-D43F-1B05-45410FE5A6EA}"/>
              </a:ext>
            </a:extLst>
          </p:cNvPr>
          <p:cNvSpPr txBox="1"/>
          <p:nvPr userDrawn="1"/>
        </p:nvSpPr>
        <p:spPr>
          <a:xfrm>
            <a:off x="180181" y="136526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cs typeface="Source Sans Pro Light"/>
              </a:rPr>
              <a:t>Duration: </a:t>
            </a:r>
            <a:r>
              <a:rPr lang="en-IN" sz="2800" spc="-10" dirty="0">
                <a:solidFill>
                  <a:srgbClr val="FFFFFF"/>
                </a:solidFill>
                <a:cs typeface="Source Sans Pro Light"/>
              </a:rPr>
              <a:t>60</a:t>
            </a:r>
            <a:r>
              <a:rPr lang="en-IN" sz="2800" spc="-5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sz="2800" dirty="0">
                <a:solidFill>
                  <a:srgbClr val="FFFFFF"/>
                </a:solidFill>
                <a:cs typeface="Source Sans Pro Light"/>
              </a:rPr>
              <a:t>min</a:t>
            </a:r>
            <a:endParaRPr sz="2800" dirty="0">
              <a:cs typeface="Source Sans Pro Light"/>
            </a:endParaRPr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00963D2D-FD15-D94C-85DE-7805D81DFC08}"/>
              </a:ext>
            </a:extLst>
          </p:cNvPr>
          <p:cNvSpPr txBox="1"/>
          <p:nvPr userDrawn="1"/>
        </p:nvSpPr>
        <p:spPr>
          <a:xfrm>
            <a:off x="3313112" y="124215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        AIML</a:t>
            </a:r>
            <a:endParaRPr sz="2800" dirty="0">
              <a:cs typeface="Source Sans Pro Light"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4881D0D0-F7BA-FBCE-2177-785333F649C2}"/>
              </a:ext>
            </a:extLst>
          </p:cNvPr>
          <p:cNvSpPr txBox="1"/>
          <p:nvPr userDrawn="1"/>
        </p:nvSpPr>
        <p:spPr>
          <a:xfrm>
            <a:off x="6361111" y="100603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      Credit 4</a:t>
            </a:r>
            <a:endParaRPr sz="2800" dirty="0">
              <a:cs typeface="Source Sans Pro Light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A0A46FEF-95B5-6C6E-C9DD-E231F6775D13}"/>
              </a:ext>
            </a:extLst>
          </p:cNvPr>
          <p:cNvSpPr txBox="1"/>
          <p:nvPr userDrawn="1"/>
        </p:nvSpPr>
        <p:spPr>
          <a:xfrm>
            <a:off x="9409110" y="112409"/>
            <a:ext cx="2963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   DSA  |</a:t>
            </a:r>
            <a:r>
              <a:rPr sz="2800" spc="-1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lang="en-US" sz="2800" spc="-10" dirty="0">
                <a:solidFill>
                  <a:srgbClr val="FFFFFF"/>
                </a:solidFill>
                <a:cs typeface="Source Sans Pro Light"/>
              </a:rPr>
              <a:t>AI2104</a:t>
            </a:r>
            <a:endParaRPr sz="2800" dirty="0"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96140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36.png"/><Relationship Id="rId4" Type="http://schemas.openxmlformats.org/officeDocument/2006/relationships/customXml" Target="../ink/ink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39.png"/><Relationship Id="rId4" Type="http://schemas.openxmlformats.org/officeDocument/2006/relationships/customXml" Target="../ink/ink8.xml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object 2">
            <a:extLst>
              <a:ext uri="{FF2B5EF4-FFF2-40B4-BE49-F238E27FC236}">
                <a16:creationId xmlns:a16="http://schemas.microsoft.com/office/drawing/2014/main" id="{14043F91-A037-25E4-7301-1D92C2AEB151}"/>
              </a:ext>
            </a:extLst>
          </p:cNvPr>
          <p:cNvSpPr>
            <a:spLocks/>
          </p:cNvSpPr>
          <p:nvPr/>
        </p:nvSpPr>
        <p:spPr bwMode="auto">
          <a:xfrm>
            <a:off x="6051551" y="1593851"/>
            <a:ext cx="4696883" cy="78316"/>
          </a:xfrm>
          <a:custGeom>
            <a:avLst/>
            <a:gdLst>
              <a:gd name="T0" fmla="*/ 0 w 3522979"/>
              <a:gd name="T1" fmla="*/ 59504 h 58419"/>
              <a:gd name="T2" fmla="*/ 3521019 w 3522979"/>
              <a:gd name="T3" fmla="*/ 59504 h 58419"/>
              <a:gd name="T4" fmla="*/ 3521019 w 3522979"/>
              <a:gd name="T5" fmla="*/ 0 h 58419"/>
              <a:gd name="T6" fmla="*/ 0 w 3522979"/>
              <a:gd name="T7" fmla="*/ 0 h 58419"/>
              <a:gd name="T8" fmla="*/ 0 w 3522979"/>
              <a:gd name="T9" fmla="*/ 59504 h 584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522979" h="58419">
                <a:moveTo>
                  <a:pt x="0" y="57911"/>
                </a:moveTo>
                <a:lnTo>
                  <a:pt x="3522604" y="57911"/>
                </a:lnTo>
                <a:lnTo>
                  <a:pt x="3522604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051" name="object 3">
            <a:extLst>
              <a:ext uri="{FF2B5EF4-FFF2-40B4-BE49-F238E27FC236}">
                <a16:creationId xmlns:a16="http://schemas.microsoft.com/office/drawing/2014/main" id="{E33D9660-9DDE-4697-57DF-22B7E4071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98601"/>
            <a:ext cx="111252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035175" indent="-2022475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8000" b="1" dirty="0">
                <a:cs typeface="Calibri" panose="020F0502020204030204" pitchFamily="34" charset="0"/>
              </a:rPr>
              <a:t>ASYMPTOTIC</a:t>
            </a:r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cs typeface="Calibri" panose="020F0502020204030204" pitchFamily="34" charset="0"/>
              </a:rPr>
              <a:t>ANALYSIS</a:t>
            </a:r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cs typeface="Calibri" panose="020F0502020204030204" pitchFamily="34" charset="0"/>
              </a:rPr>
              <a:t>OF</a:t>
            </a:r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cs typeface="Calibri" panose="020F0502020204030204" pitchFamily="34" charset="0"/>
              </a:rPr>
              <a:t>AdLGORITHMS</a:t>
            </a:r>
            <a:endParaRPr lang="en-US" altLang="en-US" sz="8000" dirty="0">
              <a:cs typeface="Calibri" panose="020F050202020403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271FB9-0097-6A43-DC5B-8A81E7937AAB}"/>
              </a:ext>
            </a:extLst>
          </p:cNvPr>
          <p:cNvSpPr txBox="1">
            <a:spLocks/>
          </p:cNvSpPr>
          <p:nvPr/>
        </p:nvSpPr>
        <p:spPr>
          <a:xfrm>
            <a:off x="6807200" y="4083051"/>
            <a:ext cx="5994400" cy="2362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kern="0"/>
              <a:t>Presented By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kern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Manish Rai</a:t>
            </a:r>
            <a:endParaRPr lang="en-US" sz="24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>
                <a:solidFill>
                  <a:srgbClr val="2F5496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Professor, AIML-CSE</a:t>
            </a:r>
            <a:endParaRPr lang="en-US" sz="24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400" kern="0"/>
          </a:p>
          <a:p>
            <a:pPr>
              <a:defRPr/>
            </a:pPr>
            <a:endParaRPr lang="en-US" sz="2400" kern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object 2">
            <a:extLst>
              <a:ext uri="{FF2B5EF4-FFF2-40B4-BE49-F238E27FC236}">
                <a16:creationId xmlns:a16="http://schemas.microsoft.com/office/drawing/2014/main" id="{E7626875-443F-11C8-516E-9A9272E81389}"/>
              </a:ext>
            </a:extLst>
          </p:cNvPr>
          <p:cNvSpPr>
            <a:spLocks/>
          </p:cNvSpPr>
          <p:nvPr/>
        </p:nvSpPr>
        <p:spPr bwMode="auto">
          <a:xfrm>
            <a:off x="304800" y="990600"/>
            <a:ext cx="11582400" cy="5334000"/>
          </a:xfrm>
          <a:custGeom>
            <a:avLst/>
            <a:gdLst>
              <a:gd name="T0" fmla="*/ 0 w 8686800"/>
              <a:gd name="T1" fmla="*/ 3997964 h 4001135"/>
              <a:gd name="T2" fmla="*/ 8686799 w 8686800"/>
              <a:gd name="T3" fmla="*/ 3997964 h 4001135"/>
              <a:gd name="T4" fmla="*/ 8686799 w 8686800"/>
              <a:gd name="T5" fmla="*/ 0 h 4001135"/>
              <a:gd name="T6" fmla="*/ 0 w 8686800"/>
              <a:gd name="T7" fmla="*/ 0 h 4001135"/>
              <a:gd name="T8" fmla="*/ 0 w 8686800"/>
              <a:gd name="T9" fmla="*/ 3997964 h 4001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686800" h="4001135">
                <a:moveTo>
                  <a:pt x="0" y="4001139"/>
                </a:moveTo>
                <a:lnTo>
                  <a:pt x="8686799" y="4001139"/>
                </a:lnTo>
                <a:lnTo>
                  <a:pt x="8686799" y="0"/>
                </a:lnTo>
                <a:lnTo>
                  <a:pt x="0" y="0"/>
                </a:lnTo>
                <a:lnTo>
                  <a:pt x="0" y="4001139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648CD82-CC6B-F868-D1F9-11896059FF3E}"/>
              </a:ext>
            </a:extLst>
          </p:cNvPr>
          <p:cNvSpPr txBox="1"/>
          <p:nvPr/>
        </p:nvSpPr>
        <p:spPr>
          <a:xfrm>
            <a:off x="4878918" y="1147233"/>
            <a:ext cx="2442633" cy="56432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3667" b="1" u="heavy" spc="-27" dirty="0">
                <a:solidFill>
                  <a:srgbClr val="FF0000"/>
                </a:solidFill>
                <a:latin typeface="Calibri"/>
                <a:cs typeface="Calibri"/>
              </a:rPr>
              <a:t>ALGORITHM</a:t>
            </a:r>
            <a:endParaRPr sz="3667">
              <a:latin typeface="Calibri"/>
              <a:cs typeface="Calibri"/>
            </a:endParaRPr>
          </a:p>
        </p:txBody>
      </p:sp>
      <p:sp>
        <p:nvSpPr>
          <p:cNvPr id="4100" name="object 4">
            <a:extLst>
              <a:ext uri="{FF2B5EF4-FFF2-40B4-BE49-F238E27FC236}">
                <a16:creationId xmlns:a16="http://schemas.microsoft.com/office/drawing/2014/main" id="{0313F2DA-872A-EEAB-826B-E121DB7CF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16933">
              <a:spcBef>
                <a:spcPct val="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procedure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having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defined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steps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solving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particular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problem.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finite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logic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instructions,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written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accomplish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certain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predefined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task.</a:t>
            </a:r>
          </a:p>
          <a:p>
            <a:pPr marL="16933">
              <a:spcBef>
                <a:spcPts val="17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program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code,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just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(logic)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problem,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represented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either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informal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flowchart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pseudo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code.</a:t>
            </a:r>
          </a:p>
          <a:p>
            <a:pPr marL="16933">
              <a:spcBef>
                <a:spcPts val="33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major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categories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given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below:</a:t>
            </a:r>
          </a:p>
          <a:p>
            <a:pPr marL="16933">
              <a:lnSpc>
                <a:spcPts val="2867"/>
              </a:lnSpc>
              <a:spcBef>
                <a:spcPts val="33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items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certain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order.</a:t>
            </a:r>
          </a:p>
          <a:p>
            <a:pPr marL="16933">
              <a:lnSpc>
                <a:spcPts val="2867"/>
              </a:lnSpc>
              <a:spcBef>
                <a:spcPct val="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searching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items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structure.</a:t>
            </a:r>
          </a:p>
          <a:p>
            <a:pPr marL="16933">
              <a:lnSpc>
                <a:spcPts val="2884"/>
              </a:lnSpc>
              <a:spcBef>
                <a:spcPts val="84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Delete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deleting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structure.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Insert: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inserting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item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structure.</a:t>
            </a:r>
          </a:p>
          <a:p>
            <a:pPr marL="16933">
              <a:lnSpc>
                <a:spcPts val="2833"/>
              </a:lnSpc>
              <a:spcBef>
                <a:spcPct val="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Update: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updating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492EADA-1D09-3400-22FC-DCA3662D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2808817"/>
            <a:ext cx="10092267" cy="1107017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algorithm should have the following characteristics −</a:t>
            </a:r>
            <a:b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8F8D4-3905-ED42-8ECB-AE7602998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496" y="805721"/>
            <a:ext cx="11713633" cy="2241549"/>
          </a:xfrm>
        </p:spPr>
        <p:txBody>
          <a:bodyPr>
            <a:normAutofit fontScale="77500" lnSpcReduction="20000"/>
          </a:bodyPr>
          <a:lstStyle/>
          <a:p>
            <a:pPr marL="380990" indent="-380990">
              <a:buFont typeface="Wingdings" panose="05000000000000000000" pitchFamily="2" charset="2"/>
              <a:buChar char="ü"/>
              <a:defRPr/>
            </a:pPr>
            <a:r>
              <a:rPr lang="en-US" dirty="0"/>
              <a:t> Clear and Unambiguous: Algorithm should be clear and unambiguous. Each of  its steps should be clear in all aspects and must lead to only one meaning.</a:t>
            </a:r>
          </a:p>
          <a:p>
            <a:pPr marL="380990" indent="-380990">
              <a:buFont typeface="Wingdings" panose="05000000000000000000" pitchFamily="2" charset="2"/>
              <a:buChar char="ü"/>
              <a:defRPr/>
            </a:pPr>
            <a:r>
              <a:rPr lang="en-US" dirty="0"/>
              <a:t> Well-Defined Inputs: If an algorithm says to take inputs, it should be well defined inputs.</a:t>
            </a:r>
          </a:p>
          <a:p>
            <a:pPr marL="380990" indent="-380990">
              <a:buFont typeface="Wingdings" panose="05000000000000000000" pitchFamily="2" charset="2"/>
              <a:buChar char="ü"/>
              <a:defRPr/>
            </a:pPr>
            <a:r>
              <a:rPr lang="en-US" dirty="0"/>
              <a:t> Well-Defined Outputs: The algorithm must clearly define what output will be yielded and it should be well-defined as well.</a:t>
            </a:r>
          </a:p>
          <a:p>
            <a:pPr marL="380990" indent="-380990">
              <a:buFont typeface="Wingdings" panose="05000000000000000000" pitchFamily="2" charset="2"/>
              <a:buChar char="ü"/>
              <a:defRPr/>
            </a:pPr>
            <a:r>
              <a:rPr lang="en-US" dirty="0"/>
              <a:t> Finite-ness: The algorithm must be finite, i.e. after performing required operation it should terminate.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6148" name="Picture 5">
            <a:extLst>
              <a:ext uri="{FF2B5EF4-FFF2-40B4-BE49-F238E27FC236}">
                <a16:creationId xmlns:a16="http://schemas.microsoft.com/office/drawing/2014/main" id="{05FA3B09-435C-2BF4-750B-71F011603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3498851"/>
            <a:ext cx="91440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419066B-3492-CA9C-315F-8C37903E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960121"/>
            <a:ext cx="11370733" cy="3683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Specification of </a:t>
            </a:r>
            <a:r>
              <a:rPr lang="en-US" alt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Algorithim</a:t>
            </a:r>
            <a:endParaRPr lang="en-US" alt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4D249-2E3D-A405-464E-46744126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584200"/>
            <a:ext cx="11370733" cy="6942667"/>
          </a:xfrm>
        </p:spPr>
        <p:txBody>
          <a:bodyPr/>
          <a:lstStyle/>
          <a:p>
            <a:pPr>
              <a:defRPr/>
            </a:pPr>
            <a:r>
              <a:rPr lang="en-US" dirty="0"/>
              <a:t>There are various ways by which we can specify an Algorithm</a:t>
            </a:r>
          </a:p>
          <a:p>
            <a:pPr marL="380990" indent="-380990"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FF0000"/>
                </a:solidFill>
              </a:rPr>
              <a:t>Using Natural Language 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           For </a:t>
            </a:r>
            <a:r>
              <a:rPr lang="en-US" dirty="0" err="1">
                <a:solidFill>
                  <a:srgbClr val="FF0000"/>
                </a:solidFill>
              </a:rPr>
              <a:t>eg</a:t>
            </a:r>
            <a:r>
              <a:rPr lang="en-US" dirty="0">
                <a:solidFill>
                  <a:srgbClr val="FF0000"/>
                </a:solidFill>
              </a:rPr>
              <a:t>  Write a  </a:t>
            </a:r>
            <a:r>
              <a:rPr lang="en-US" dirty="0" err="1">
                <a:solidFill>
                  <a:srgbClr val="FF0000"/>
                </a:solidFill>
              </a:rPr>
              <a:t>Algorithim</a:t>
            </a:r>
            <a:r>
              <a:rPr lang="en-US" dirty="0">
                <a:solidFill>
                  <a:srgbClr val="FF0000"/>
                </a:solidFill>
              </a:rPr>
              <a:t> to perform Addition of two Numbers</a:t>
            </a:r>
          </a:p>
          <a:p>
            <a:pPr>
              <a:defRPr/>
            </a:pPr>
            <a:r>
              <a:rPr lang="en-US" dirty="0"/>
              <a:t>             step 1 Read the number say a</a:t>
            </a:r>
          </a:p>
          <a:p>
            <a:pPr>
              <a:defRPr/>
            </a:pPr>
            <a:r>
              <a:rPr lang="en-US" dirty="0"/>
              <a:t>             step 2 Read the number say b</a:t>
            </a:r>
          </a:p>
          <a:p>
            <a:pPr>
              <a:defRPr/>
            </a:pPr>
            <a:r>
              <a:rPr lang="en-US" dirty="0"/>
              <a:t>             step 3 Add the two numbers and stored  the result in a variable c</a:t>
            </a:r>
          </a:p>
          <a:p>
            <a:pPr>
              <a:defRPr/>
            </a:pPr>
            <a:r>
              <a:rPr lang="en-US" dirty="0"/>
              <a:t>             step4 Display the result</a:t>
            </a:r>
          </a:p>
          <a:p>
            <a:pPr marL="380990" indent="-380990"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FF0000"/>
                </a:solidFill>
              </a:rPr>
              <a:t>Pseudocode- </a:t>
            </a:r>
            <a:r>
              <a:rPr lang="en-US" dirty="0"/>
              <a:t>it is a combination of Natural Language and programming language Constructs.  This Specification is more useful from implementation point of view</a:t>
            </a:r>
          </a:p>
          <a:p>
            <a:pPr marL="380990" indent="-380990"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380990" indent="-380990"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80990" indent="-380990"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7172" name="Picture 6">
            <a:extLst>
              <a:ext uri="{FF2B5EF4-FFF2-40B4-BE49-F238E27FC236}">
                <a16:creationId xmlns:a16="http://schemas.microsoft.com/office/drawing/2014/main" id="{1DEABDEF-68C5-D76D-3E26-5099948B4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016" y="4947921"/>
            <a:ext cx="6807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127EB560-4801-71ED-9D5A-C7DD73DB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4" y="529167"/>
            <a:ext cx="11370733" cy="3683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 Chart</a:t>
            </a:r>
          </a:p>
        </p:txBody>
      </p:sp>
      <p:pic>
        <p:nvPicPr>
          <p:cNvPr id="8195" name="Picture 4">
            <a:extLst>
              <a:ext uri="{FF2B5EF4-FFF2-40B4-BE49-F238E27FC236}">
                <a16:creationId xmlns:a16="http://schemas.microsoft.com/office/drawing/2014/main" id="{14A7707E-FD80-2A31-E088-7A2ED6F04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1" y="1092201"/>
            <a:ext cx="39243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A5695-C13F-8D28-0CB7-A4D95790D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41" y="1241651"/>
            <a:ext cx="5895975" cy="542925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55484A9A-962D-0A41-3BA0-B5AAFB10B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948" y="2291219"/>
            <a:ext cx="7675051" cy="2782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0CC0-1B3C-F56E-A6BE-1B971566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6">
            <a:extLst>
              <a:ext uri="{FF2B5EF4-FFF2-40B4-BE49-F238E27FC236}">
                <a16:creationId xmlns:a16="http://schemas.microsoft.com/office/drawing/2014/main" id="{B6923A42-34C4-334F-42D7-2EACD779E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43" y="805543"/>
            <a:ext cx="6908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B8254DD2-4F80-A313-2E1A-5D01C07EC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457" y="1725162"/>
            <a:ext cx="6908800" cy="2504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04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bject 2">
            <a:extLst>
              <a:ext uri="{FF2B5EF4-FFF2-40B4-BE49-F238E27FC236}">
                <a16:creationId xmlns:a16="http://schemas.microsoft.com/office/drawing/2014/main" id="{E90752D6-A971-D4AF-7403-50D800E8DF6A}"/>
              </a:ext>
            </a:extLst>
          </p:cNvPr>
          <p:cNvSpPr>
            <a:spLocks/>
          </p:cNvSpPr>
          <p:nvPr/>
        </p:nvSpPr>
        <p:spPr bwMode="auto">
          <a:xfrm>
            <a:off x="5486400" y="482601"/>
            <a:ext cx="6400800" cy="4061884"/>
          </a:xfrm>
          <a:custGeom>
            <a:avLst/>
            <a:gdLst>
              <a:gd name="T0" fmla="*/ 0 w 4800600"/>
              <a:gd name="T1" fmla="*/ 3045145 h 3046729"/>
              <a:gd name="T2" fmla="*/ 4800599 w 4800600"/>
              <a:gd name="T3" fmla="*/ 3045145 h 3046729"/>
              <a:gd name="T4" fmla="*/ 4800599 w 4800600"/>
              <a:gd name="T5" fmla="*/ 0 h 3046729"/>
              <a:gd name="T6" fmla="*/ 0 w 4800600"/>
              <a:gd name="T7" fmla="*/ 0 h 3046729"/>
              <a:gd name="T8" fmla="*/ 0 w 4800600"/>
              <a:gd name="T9" fmla="*/ 3045145 h 30467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00600" h="3046729">
                <a:moveTo>
                  <a:pt x="0" y="3046725"/>
                </a:moveTo>
                <a:lnTo>
                  <a:pt x="4800599" y="3046725"/>
                </a:lnTo>
                <a:lnTo>
                  <a:pt x="4800599" y="0"/>
                </a:lnTo>
                <a:lnTo>
                  <a:pt x="0" y="0"/>
                </a:lnTo>
                <a:lnTo>
                  <a:pt x="0" y="3046725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10243" name="object 3">
            <a:extLst>
              <a:ext uri="{FF2B5EF4-FFF2-40B4-BE49-F238E27FC236}">
                <a16:creationId xmlns:a16="http://schemas.microsoft.com/office/drawing/2014/main" id="{F2808692-EE93-9BE5-EF6B-CEBFE1ED4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1" y="4627034"/>
            <a:ext cx="6400800" cy="1933863"/>
          </a:xfrm>
          <a:prstGeom prst="rect">
            <a:avLst/>
          </a:prstGeom>
          <a:noFill/>
          <a:ln w="953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904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en-US" altLang="en-US" sz="2000" b="1" dirty="0">
                <a:solidFill>
                  <a:srgbClr val="FF0000"/>
                </a:solidFill>
                <a:cs typeface="Calibri" panose="020F0502020204030204" pitchFamily="34" charset="0"/>
              </a:rPr>
              <a:t>Worst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cs typeface="Calibri" panose="020F0502020204030204" pitchFamily="34" charset="0"/>
              </a:rPr>
              <a:t>case</a:t>
            </a:r>
            <a:r>
              <a:rPr lang="en-US" altLang="en-US" sz="2000" b="1" dirty="0">
                <a:cs typeface="Calibri" panose="020F0502020204030204" pitchFamily="34" charset="0"/>
              </a:rPr>
              <a:t>: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defines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input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which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algorithm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takes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huge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time</a:t>
            </a:r>
            <a:r>
              <a:rPr lang="en-US" altLang="en-US" sz="2000" dirty="0">
                <a:cs typeface="Calibri" panose="020F0502020204030204" pitchFamily="34" charset="0"/>
              </a:rPr>
              <a:t>.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en-US" sz="2000" dirty="0">
                <a:solidFill>
                  <a:srgbClr val="FF0000"/>
                </a:solidFill>
                <a:cs typeface="Calibri" panose="020F0502020204030204" pitchFamily="34" charset="0"/>
              </a:rPr>
              <a:t>Average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cs typeface="Calibri" panose="020F0502020204030204" pitchFamily="34" charset="0"/>
              </a:rPr>
              <a:t>case: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takes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average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time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program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execution.</a:t>
            </a:r>
          </a:p>
          <a:p>
            <a:pPr>
              <a:lnSpc>
                <a:spcPts val="2451"/>
              </a:lnSpc>
            </a:pPr>
            <a:r>
              <a:rPr lang="en-US" altLang="en-US" sz="2000" dirty="0">
                <a:solidFill>
                  <a:srgbClr val="FF0000"/>
                </a:solidFill>
                <a:cs typeface="Calibri" panose="020F0502020204030204" pitchFamily="34" charset="0"/>
              </a:rPr>
              <a:t>Best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cs typeface="Calibri" panose="020F0502020204030204" pitchFamily="34" charset="0"/>
              </a:rPr>
              <a:t>case: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defines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input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which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algorithm</a:t>
            </a:r>
          </a:p>
          <a:p>
            <a:pPr>
              <a:spcBef>
                <a:spcPts val="133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takes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lowest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time.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F756E5C-D1AC-E7B3-6822-F05AFA06E722}"/>
              </a:ext>
            </a:extLst>
          </p:cNvPr>
          <p:cNvSpPr txBox="1"/>
          <p:nvPr/>
        </p:nvSpPr>
        <p:spPr>
          <a:xfrm>
            <a:off x="5598585" y="603251"/>
            <a:ext cx="3414183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Asymp</a:t>
            </a:r>
            <a:r>
              <a:rPr sz="3200" b="1" spc="-27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b="1" spc="-13" dirty="0">
                <a:solidFill>
                  <a:srgbClr val="FF0000"/>
                </a:solidFill>
                <a:latin typeface="Calibri"/>
                <a:cs typeface="Calibri"/>
              </a:rPr>
              <a:t>otic</a:t>
            </a:r>
            <a:r>
              <a:rPr sz="3200" b="1" spc="-17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b="1" spc="-33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3200" b="1" spc="-13" dirty="0">
                <a:solidFill>
                  <a:srgbClr val="FF0000"/>
                </a:solidFill>
                <a:latin typeface="Calibri"/>
                <a:cs typeface="Calibri"/>
              </a:rPr>
              <a:t>alysis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245" name="object 5">
            <a:extLst>
              <a:ext uri="{FF2B5EF4-FFF2-40B4-BE49-F238E27FC236}">
                <a16:creationId xmlns:a16="http://schemas.microsoft.com/office/drawing/2014/main" id="{1C3DEEB1-0754-0311-2223-50A5B99A4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8584" y="1562100"/>
            <a:ext cx="5952067" cy="2522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5600" indent="-3429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3000"/>
              </a:lnSpc>
              <a:spcBef>
                <a:spcPts val="33"/>
              </a:spcBef>
              <a:buFont typeface="Calibri" panose="020F0502020204030204" pitchFamily="34" charset="0"/>
              <a:buAutoNum type="arabicPeriod"/>
            </a:pPr>
            <a:r>
              <a:rPr lang="en-US" altLang="en-US" sz="2000" b="1" dirty="0">
                <a:cs typeface="Calibri" panose="020F0502020204030204" pitchFamily="34" charset="0"/>
              </a:rPr>
              <a:t>It evaluate the performance of the algorithm in terms of its input size.</a:t>
            </a:r>
          </a:p>
          <a:p>
            <a:pPr>
              <a:lnSpc>
                <a:spcPct val="103000"/>
              </a:lnSpc>
              <a:spcBef>
                <a:spcPts val="33"/>
              </a:spcBef>
              <a:buFont typeface="Calibri" panose="020F0502020204030204" pitchFamily="34" charset="0"/>
              <a:buAutoNum type="arabicPeriod"/>
            </a:pPr>
            <a:r>
              <a:rPr lang="en-US" altLang="en-US" sz="2000" b="1" dirty="0">
                <a:cs typeface="Calibri" panose="020F0502020204030204" pitchFamily="34" charset="0"/>
              </a:rPr>
              <a:t>It measure how  does  the time or space taken by an algorithm increase with the input size.</a:t>
            </a:r>
          </a:p>
          <a:p>
            <a:pPr>
              <a:lnSpc>
                <a:spcPct val="103000"/>
              </a:lnSpc>
              <a:spcBef>
                <a:spcPts val="33"/>
              </a:spcBef>
              <a:buFont typeface="Calibri" panose="020F0502020204030204" pitchFamily="34" charset="0"/>
              <a:buAutoNum type="arabicPeriod"/>
            </a:pPr>
            <a:endParaRPr lang="en-US" altLang="en-US" sz="2000" b="1" dirty="0">
              <a:cs typeface="Calibri" panose="020F0502020204030204" pitchFamily="34" charset="0"/>
            </a:endParaRPr>
          </a:p>
          <a:p>
            <a:pPr>
              <a:lnSpc>
                <a:spcPct val="103000"/>
              </a:lnSpc>
              <a:spcBef>
                <a:spcPts val="33"/>
              </a:spcBef>
              <a:buFont typeface="Calibri" panose="020F0502020204030204" pitchFamily="34" charset="0"/>
              <a:buAutoNum type="arabicPeriod"/>
            </a:pPr>
            <a:r>
              <a:rPr lang="en-US" altLang="en-US" sz="2000" b="1" dirty="0">
                <a:cs typeface="Calibri" panose="020F0502020204030204" pitchFamily="34" charset="0"/>
              </a:rPr>
              <a:t>Using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the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asymptotic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analysis,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we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can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easily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conclude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about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the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average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case,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best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case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and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worst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case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scenario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of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an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algorithm.</a:t>
            </a:r>
            <a:endParaRPr lang="en-US" altLang="en-US" sz="2000" dirty="0">
              <a:cs typeface="Calibri" panose="020F0502020204030204" pitchFamily="34" charset="0"/>
            </a:endParaRPr>
          </a:p>
        </p:txBody>
      </p:sp>
      <p:sp>
        <p:nvSpPr>
          <p:cNvPr id="10246" name="object 6">
            <a:extLst>
              <a:ext uri="{FF2B5EF4-FFF2-40B4-BE49-F238E27FC236}">
                <a16:creationId xmlns:a16="http://schemas.microsoft.com/office/drawing/2014/main" id="{E2058338-3EA6-74FA-6DF8-F9A039A75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1092200"/>
            <a:ext cx="4876800" cy="4431983"/>
          </a:xfrm>
          <a:prstGeom prst="rect">
            <a:avLst/>
          </a:prstGeom>
          <a:noFill/>
          <a:ln w="953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85725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cs typeface="Calibri" panose="020F0502020204030204" pitchFamily="34" charset="0"/>
              </a:rPr>
              <a:t>Time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cs typeface="Calibri" panose="020F0502020204030204" pitchFamily="34" charset="0"/>
              </a:rPr>
              <a:t>complexity: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way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of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representing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the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amount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of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time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needed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by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program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run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the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completion.</a:t>
            </a:r>
          </a:p>
          <a:p>
            <a:pPr>
              <a:spcBef>
                <a:spcPts val="17"/>
              </a:spcBef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cs typeface="Calibri" panose="020F0502020204030204" pitchFamily="34" charset="0"/>
              </a:rPr>
              <a:t>Space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cs typeface="Calibri" panose="020F0502020204030204" pitchFamily="34" charset="0"/>
              </a:rPr>
              <a:t>complexity: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the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amount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of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memory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space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required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by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algorithm</a:t>
            </a:r>
            <a:r>
              <a:rPr lang="en-US" altLang="en-US" sz="2400" dirty="0">
                <a:cs typeface="Calibri" panose="020F0502020204030204" pitchFamily="34" charset="0"/>
              </a:rPr>
              <a:t>,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during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course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of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execution.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Space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complexity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required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situations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when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limited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memory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is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available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and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for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the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multi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user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Calibri" panose="020F0502020204030204" pitchFamily="34" charset="0"/>
              </a:rPr>
              <a:t>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object 2">
            <a:extLst>
              <a:ext uri="{FF2B5EF4-FFF2-40B4-BE49-F238E27FC236}">
                <a16:creationId xmlns:a16="http://schemas.microsoft.com/office/drawing/2014/main" id="{019707AC-9657-B211-9C9F-3BF1081EE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395" y="1066801"/>
            <a:ext cx="10585449" cy="431376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bject 2">
            <a:extLst>
              <a:ext uri="{FF2B5EF4-FFF2-40B4-BE49-F238E27FC236}">
                <a16:creationId xmlns:a16="http://schemas.microsoft.com/office/drawing/2014/main" id="{FFF0A0C7-CD23-5D2B-E539-5433800B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218" y="-12699"/>
            <a:ext cx="9063567" cy="65913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03A4BE74-FD4B-87A5-6A43-A243757D9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10986"/>
            <a:ext cx="111633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bject 2">
            <a:extLst>
              <a:ext uri="{FF2B5EF4-FFF2-40B4-BE49-F238E27FC236}">
                <a16:creationId xmlns:a16="http://schemas.microsoft.com/office/drawing/2014/main" id="{CA610F5F-8CFE-B453-2989-61207814C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520700"/>
            <a:ext cx="9213851" cy="58166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bject 2">
            <a:extLst>
              <a:ext uri="{FF2B5EF4-FFF2-40B4-BE49-F238E27FC236}">
                <a16:creationId xmlns:a16="http://schemas.microsoft.com/office/drawing/2014/main" id="{E05A363F-3598-15D5-1054-0916F2E1C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485"/>
            <a:ext cx="6531429" cy="393911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59" name="object 3">
            <a:extLst>
              <a:ext uri="{FF2B5EF4-FFF2-40B4-BE49-F238E27FC236}">
                <a16:creationId xmlns:a16="http://schemas.microsoft.com/office/drawing/2014/main" id="{3B385CEB-955E-3BE0-4093-3D6AAD18B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1" y="4038600"/>
            <a:ext cx="5695951" cy="26670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bject 2">
            <a:extLst>
              <a:ext uri="{FF2B5EF4-FFF2-40B4-BE49-F238E27FC236}">
                <a16:creationId xmlns:a16="http://schemas.microsoft.com/office/drawing/2014/main" id="{FEA0E0FF-D369-0A69-7ACD-6C6D64C2F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6267"/>
            <a:ext cx="6402917" cy="64897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bject 2">
            <a:extLst>
              <a:ext uri="{FF2B5EF4-FFF2-40B4-BE49-F238E27FC236}">
                <a16:creationId xmlns:a16="http://schemas.microsoft.com/office/drawing/2014/main" id="{88DF96FD-B878-7CD8-1B8B-DE3A5C7EB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1" y="389467"/>
            <a:ext cx="7939617" cy="5992284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7020" y="76201"/>
            <a:ext cx="49974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Asymptotic</a:t>
            </a:r>
            <a:r>
              <a:rPr spc="-85" dirty="0"/>
              <a:t> </a:t>
            </a:r>
            <a:r>
              <a:rPr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92604" y="914400"/>
            <a:ext cx="7620634" cy="4792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&amp;quot"/>
              </a:rPr>
              <a:t>Asymptotic notations are the mathematical notations used to describe the running time of an algorithm when the input tends towards a particular value or a limiting value.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&amp;quot"/>
              </a:rPr>
              <a:t>For example: In bubble sort, when the input array is already sorted, the time taken by the algorithm is linear i.e. the best case.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&amp;quot"/>
              </a:rPr>
              <a:t>But, when the input array is in reverse condition, the algorithm takes the maximum time (quadratic) to sort the elements i.e. the worst case.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&amp;quot"/>
              </a:rPr>
              <a:t>When the input array is neither sorted nor in reverse order, then it takes average time. These durations are denoted using asymptotic notations.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&amp;quot"/>
              </a:rPr>
              <a:t>There are mainly three asymptotic notations: Theta notation, Omega notation, and Big-O notation.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AB680-8DC7-4D0B-86FB-E49A9A78C3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274314" y="6296263"/>
            <a:ext cx="2593975" cy="436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3125" marR="5080" indent="-739140">
              <a:lnSpc>
                <a:spcPts val="1680"/>
              </a:lnSpc>
              <a:spcBef>
                <a:spcPts val="25"/>
              </a:spcBef>
            </a:pPr>
            <a:r>
              <a:rPr lang="en-US">
                <a:solidFill>
                  <a:srgbClr val="FFCC99"/>
                </a:solidFill>
                <a:latin typeface="Arial"/>
                <a:cs typeface="Arial"/>
              </a:rPr>
              <a:t>CS3102 (DAA)</a:t>
            </a:r>
            <a:endParaRPr lang="en-US" spc="-5" dirty="0">
              <a:solidFill>
                <a:srgbClr val="FFCC99"/>
              </a:solidFill>
              <a:latin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56363-730E-4553-97C1-E4B22906A1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57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78FA-5059-4DAD-30A2-8EBC2695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F(n)=27n</a:t>
            </a:r>
            <a:r>
              <a:rPr lang="en-US" baseline="30000" dirty="0"/>
              <a:t>2</a:t>
            </a:r>
            <a:r>
              <a:rPr lang="en-US" dirty="0"/>
              <a:t>+16n  Evaluate its Big(O) Notation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C1C2B-9A0F-F6AE-121A-545793507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9285"/>
            <a:ext cx="10515600" cy="3727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876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57850-26C6-6D33-8BF4-FCEFE159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FC34DF-1242-3835-4C4E-C87213CEA437}"/>
                  </a:ext>
                </a:extLst>
              </p14:cNvPr>
              <p14:cNvContentPartPr/>
              <p14:nvPr/>
            </p14:nvContentPartPr>
            <p14:xfrm>
              <a:off x="1819200" y="1219200"/>
              <a:ext cx="8848800" cy="538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FC34DF-1242-3835-4C4E-C87213CEA4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9840" y="1209840"/>
                <a:ext cx="8867520" cy="54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083DEE-7B18-FF0C-0F89-4B9FB246F9F4}"/>
                  </a:ext>
                </a:extLst>
              </p14:cNvPr>
              <p14:cNvContentPartPr/>
              <p14:nvPr/>
            </p14:nvContentPartPr>
            <p14:xfrm>
              <a:off x="7665240" y="3541320"/>
              <a:ext cx="3040920" cy="155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083DEE-7B18-FF0C-0F89-4B9FB246F9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5880" y="3531960"/>
                <a:ext cx="3059640" cy="15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E69820-8079-5F12-A2DC-A1E9C2DC3721}"/>
                  </a:ext>
                </a:extLst>
              </p14:cNvPr>
              <p14:cNvContentPartPr/>
              <p14:nvPr/>
            </p14:nvContentPartPr>
            <p14:xfrm>
              <a:off x="3451080" y="3818160"/>
              <a:ext cx="5803920" cy="51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E69820-8079-5F12-A2DC-A1E9C2DC37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1720" y="3808800"/>
                <a:ext cx="5822640" cy="5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834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C72F-0D6C-9A53-B94F-B6637D22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F(n)=27n</a:t>
            </a:r>
            <a:r>
              <a:rPr lang="en-US" baseline="30000" dirty="0"/>
              <a:t>2</a:t>
            </a:r>
            <a:r>
              <a:rPr lang="en-US" dirty="0"/>
              <a:t>+16  Evaluate its Big(O) Notation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62493-182F-EB60-D6D5-4DFE156E8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22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59D756-1BBD-4ACA-B7F1-064BAC8D62B4}"/>
                  </a:ext>
                </a:extLst>
              </p14:cNvPr>
              <p14:cNvContentPartPr/>
              <p14:nvPr/>
            </p14:nvContentPartPr>
            <p14:xfrm>
              <a:off x="1729200" y="699120"/>
              <a:ext cx="7493400" cy="611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59D756-1BBD-4ACA-B7F1-064BAC8D62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9840" y="689760"/>
                <a:ext cx="7512120" cy="61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8A4F04-06FA-4892-938A-08886649F1EF}"/>
                  </a:ext>
                </a:extLst>
              </p14:cNvPr>
              <p14:cNvContentPartPr/>
              <p14:nvPr/>
            </p14:nvContentPartPr>
            <p14:xfrm>
              <a:off x="6282120" y="3594600"/>
              <a:ext cx="4035600" cy="156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8A4F04-06FA-4892-938A-08886649F1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72760" y="3585240"/>
                <a:ext cx="4054320" cy="15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B6939F-DCC8-44A9-B904-05D8A3FDCA97}"/>
                  </a:ext>
                </a:extLst>
              </p14:cNvPr>
              <p14:cNvContentPartPr/>
              <p14:nvPr/>
            </p14:nvContentPartPr>
            <p14:xfrm>
              <a:off x="5338560" y="2974320"/>
              <a:ext cx="2592360" cy="1097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B6939F-DCC8-44A9-B904-05D8A3FDCA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29200" y="2964960"/>
                <a:ext cx="2611080" cy="11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12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4147-0CD3-E76A-9DA2-B33BD3D1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F(n)=4n</a:t>
            </a:r>
            <a:r>
              <a:rPr lang="en-US" baseline="30000" dirty="0"/>
              <a:t>3</a:t>
            </a:r>
            <a:r>
              <a:rPr lang="en-US" dirty="0"/>
              <a:t>+2n+3  Evaluate its Big(O) and omega Notation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74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5DC1AD-0D06-436E-BA1C-198454231909}"/>
                  </a:ext>
                </a:extLst>
              </p14:cNvPr>
              <p14:cNvContentPartPr/>
              <p14:nvPr/>
            </p14:nvContentPartPr>
            <p14:xfrm>
              <a:off x="1625520" y="1248120"/>
              <a:ext cx="8283240" cy="5607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5DC1AD-0D06-436E-BA1C-1984542319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6160" y="1238760"/>
                <a:ext cx="8301960" cy="56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2B2603-C590-4357-94A4-DCAD4DAFA16E}"/>
                  </a:ext>
                </a:extLst>
              </p14:cNvPr>
              <p14:cNvContentPartPr/>
              <p14:nvPr/>
            </p14:nvContentPartPr>
            <p14:xfrm>
              <a:off x="8295600" y="4559040"/>
              <a:ext cx="2104920" cy="1986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2B2603-C590-4357-94A4-DCAD4DAFA1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6240" y="4549680"/>
                <a:ext cx="2123640" cy="20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0CDF16-D1A6-492E-B539-65A81A548F49}"/>
                  </a:ext>
                </a:extLst>
              </p14:cNvPr>
              <p14:cNvContentPartPr/>
              <p14:nvPr/>
            </p14:nvContentPartPr>
            <p14:xfrm>
              <a:off x="6390840" y="3246840"/>
              <a:ext cx="3755160" cy="1831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0CDF16-D1A6-492E-B539-65A81A548F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81480" y="3237480"/>
                <a:ext cx="3773880" cy="18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463925-FBC5-4FD0-B057-6060069C6463}"/>
                  </a:ext>
                </a:extLst>
              </p14:cNvPr>
              <p14:cNvContentPartPr/>
              <p14:nvPr/>
            </p14:nvContentPartPr>
            <p14:xfrm>
              <a:off x="7471560" y="3099240"/>
              <a:ext cx="1074960" cy="136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463925-FBC5-4FD0-B057-6060069C64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62200" y="3089880"/>
                <a:ext cx="1093680" cy="138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8904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8B3F-8253-3CBB-BAA1-667FD1AB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8F2D71-0216-65D9-B417-80F9E4BAD22C}"/>
                  </a:ext>
                </a:extLst>
              </p14:cNvPr>
              <p14:cNvContentPartPr/>
              <p14:nvPr/>
            </p14:nvContentPartPr>
            <p14:xfrm>
              <a:off x="1726680" y="428040"/>
              <a:ext cx="7331040" cy="569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AB13FA-5A4E-46E8-9242-8760A5B1F3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7320" y="418680"/>
                <a:ext cx="7349760" cy="57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CD9909-42B1-F9D8-11C5-9C66F9CFF580}"/>
                  </a:ext>
                </a:extLst>
              </p14:cNvPr>
              <p14:cNvContentPartPr/>
              <p14:nvPr/>
            </p14:nvContentPartPr>
            <p14:xfrm>
              <a:off x="1726680" y="395382"/>
              <a:ext cx="7331040" cy="569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CD9909-42B1-F9D8-11C5-9C66F9CFF5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7320" y="386022"/>
                <a:ext cx="7349760" cy="571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2022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0BEC62-3E0A-46C3-BC55-DBAB2621E01A}"/>
                  </a:ext>
                </a:extLst>
              </p14:cNvPr>
              <p14:cNvContentPartPr/>
              <p14:nvPr/>
            </p14:nvContentPartPr>
            <p14:xfrm>
              <a:off x="1780680" y="307080"/>
              <a:ext cx="7740720" cy="5884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0BEC62-3E0A-46C3-BC55-DBAB2621E0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1320" y="297720"/>
                <a:ext cx="7759440" cy="590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422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5A56-6CE6-FDD8-CCF3-512A864C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F(n)=2n+3  Evaluate its  omega (π) Notation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652E-6910-C561-68F6-DA9AE2CEB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190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C6DBB6-3687-46ED-A8F0-2D9FA2D4BFC1}"/>
                  </a:ext>
                </a:extLst>
              </p14:cNvPr>
              <p14:cNvContentPartPr/>
              <p14:nvPr/>
            </p14:nvContentPartPr>
            <p14:xfrm>
              <a:off x="1713360" y="364680"/>
              <a:ext cx="7859880" cy="6001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C6DBB6-3687-46ED-A8F0-2D9FA2D4BF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4000" y="355320"/>
                <a:ext cx="7878600" cy="60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6367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AB13FA-5A4E-46E8-9242-8760A5B1F379}"/>
                  </a:ext>
                </a:extLst>
              </p14:cNvPr>
              <p14:cNvContentPartPr/>
              <p14:nvPr/>
            </p14:nvContentPartPr>
            <p14:xfrm>
              <a:off x="1726680" y="428040"/>
              <a:ext cx="7331040" cy="569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AB13FA-5A4E-46E8-9242-8760A5B1F3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7320" y="418680"/>
                <a:ext cx="7349760" cy="57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CE18EF-7F39-D2A4-4D12-2A753AACF2C3}"/>
                  </a:ext>
                </a:extLst>
              </p14:cNvPr>
              <p14:cNvContentPartPr/>
              <p14:nvPr/>
            </p14:nvContentPartPr>
            <p14:xfrm>
              <a:off x="1726680" y="395382"/>
              <a:ext cx="7331040" cy="569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CE18EF-7F39-D2A4-4D12-2A753AACF2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7320" y="386022"/>
                <a:ext cx="7349760" cy="571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788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A70F-A216-46B4-6D13-111B96A3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1007382"/>
            <a:ext cx="10515600" cy="1325563"/>
          </a:xfrm>
        </p:spPr>
        <p:txBody>
          <a:bodyPr/>
          <a:lstStyle/>
          <a:p>
            <a:r>
              <a:rPr lang="en-US" dirty="0" err="1"/>
              <a:t>Fn</a:t>
            </a:r>
            <a:r>
              <a:rPr lang="en-US" dirty="0"/>
              <a:t>=7n+5  find  its Theta Notation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50C8-5450-9D93-F351-C81ECA1CC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878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068185-70FE-4B62-887E-E0354253C59E}"/>
                  </a:ext>
                </a:extLst>
              </p14:cNvPr>
              <p14:cNvContentPartPr/>
              <p14:nvPr/>
            </p14:nvContentPartPr>
            <p14:xfrm>
              <a:off x="1636320" y="120240"/>
              <a:ext cx="8658000" cy="6343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068185-70FE-4B62-887E-E0354253C5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6960" y="110880"/>
                <a:ext cx="8676720" cy="636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1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2650" y="2226470"/>
            <a:ext cx="4400550" cy="371713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&lt;n;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statement;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698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2650" y="1828802"/>
            <a:ext cx="4857750" cy="365759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=n; </a:t>
            </a:r>
            <a:r>
              <a:rPr lang="en-IN" dirty="0" err="1"/>
              <a:t>i</a:t>
            </a:r>
            <a:r>
              <a:rPr lang="en-IN" dirty="0"/>
              <a:t>&gt;0; </a:t>
            </a:r>
            <a:r>
              <a:rPr lang="en-IN" dirty="0" err="1"/>
              <a:t>i</a:t>
            </a:r>
            <a:r>
              <a:rPr lang="en-IN" dirty="0"/>
              <a:t>--)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statement;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178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33600" y="2209801"/>
            <a:ext cx="4933950" cy="270484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3200" dirty="0"/>
              <a:t>for(</a:t>
            </a:r>
            <a:r>
              <a:rPr lang="en-IN" sz="3200" dirty="0" err="1"/>
              <a:t>i</a:t>
            </a:r>
            <a:r>
              <a:rPr lang="en-IN" sz="3200" dirty="0"/>
              <a:t>=1; </a:t>
            </a:r>
            <a:r>
              <a:rPr lang="en-IN" sz="3200" dirty="0" err="1"/>
              <a:t>i</a:t>
            </a:r>
            <a:r>
              <a:rPr lang="en-IN" sz="3200" dirty="0"/>
              <a:t>&lt;n; </a:t>
            </a:r>
            <a:r>
              <a:rPr lang="en-IN" sz="3200" dirty="0" err="1"/>
              <a:t>i</a:t>
            </a:r>
            <a:r>
              <a:rPr lang="en-IN" sz="3200" dirty="0"/>
              <a:t>=i+2)</a:t>
            </a:r>
          </a:p>
          <a:p>
            <a:r>
              <a:rPr lang="en-IN" sz="3200" dirty="0"/>
              <a:t>{</a:t>
            </a:r>
          </a:p>
          <a:p>
            <a:r>
              <a:rPr lang="en-IN" sz="3200" dirty="0"/>
              <a:t>     statement;</a:t>
            </a:r>
          </a:p>
          <a:p>
            <a:r>
              <a:rPr lang="en-IN" sz="32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92022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52650" y="2206098"/>
            <a:ext cx="5314950" cy="328030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=1; </a:t>
            </a:r>
            <a:r>
              <a:rPr lang="en-IN" dirty="0" err="1"/>
              <a:t>i</a:t>
            </a:r>
            <a:r>
              <a:rPr lang="en-IN" dirty="0"/>
              <a:t>&lt;n; 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i</a:t>
            </a:r>
            <a:r>
              <a:rPr lang="en-IN" dirty="0"/>
              <a:t>*2)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statement;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0956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52650" y="2226468"/>
            <a:ext cx="5010151" cy="325993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sz="3200" dirty="0"/>
              <a:t>for(</a:t>
            </a:r>
            <a:r>
              <a:rPr lang="en-IN" sz="3200" dirty="0" err="1"/>
              <a:t>i</a:t>
            </a:r>
            <a:r>
              <a:rPr lang="en-IN" sz="3200" dirty="0"/>
              <a:t>=n; </a:t>
            </a:r>
            <a:r>
              <a:rPr lang="en-IN" sz="3200" dirty="0" err="1"/>
              <a:t>i</a:t>
            </a:r>
            <a:r>
              <a:rPr lang="en-IN" sz="3200" dirty="0"/>
              <a:t>&gt;=1; </a:t>
            </a:r>
            <a:r>
              <a:rPr lang="en-IN" sz="3200" dirty="0" err="1"/>
              <a:t>i</a:t>
            </a:r>
            <a:r>
              <a:rPr lang="en-IN" sz="3200" dirty="0"/>
              <a:t>=</a:t>
            </a:r>
            <a:r>
              <a:rPr lang="en-IN" sz="3200" dirty="0" err="1"/>
              <a:t>i</a:t>
            </a:r>
            <a:r>
              <a:rPr lang="en-IN" sz="3200" dirty="0"/>
              <a:t>/2)</a:t>
            </a:r>
          </a:p>
          <a:p>
            <a:r>
              <a:rPr lang="en-IN" sz="3200" dirty="0"/>
              <a:t>{</a:t>
            </a:r>
          </a:p>
          <a:p>
            <a:r>
              <a:rPr lang="en-IN" sz="3200" dirty="0"/>
              <a:t>	statement;</a:t>
            </a:r>
          </a:p>
          <a:p>
            <a:r>
              <a:rPr lang="en-I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9790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52650" y="2226469"/>
            <a:ext cx="4781550" cy="332398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sz="2400" dirty="0"/>
              <a:t>for(</a:t>
            </a:r>
            <a:r>
              <a:rPr lang="en-IN" sz="2400" dirty="0" err="1"/>
              <a:t>i</a:t>
            </a:r>
            <a:r>
              <a:rPr lang="en-IN" sz="2400" dirty="0"/>
              <a:t>=1; </a:t>
            </a:r>
            <a:r>
              <a:rPr lang="en-IN" sz="2400" dirty="0" err="1"/>
              <a:t>i</a:t>
            </a:r>
            <a:r>
              <a:rPr lang="en-IN" sz="2400" dirty="0"/>
              <a:t>&lt;n; </a:t>
            </a:r>
            <a:r>
              <a:rPr lang="en-IN" sz="2400" dirty="0" err="1"/>
              <a:t>i</a:t>
            </a:r>
            <a:r>
              <a:rPr lang="en-IN" sz="2400" dirty="0"/>
              <a:t>++)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	statement;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/>
              <a:t>for(j=1; j&lt;m; j++)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	statement;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72313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2650" y="2226469"/>
            <a:ext cx="4857750" cy="234553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&lt;n;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for(j=1; j&lt;n; j=j*2)</a:t>
            </a:r>
          </a:p>
          <a:p>
            <a:endParaRPr lang="en-IN" dirty="0"/>
          </a:p>
          <a:p>
            <a:r>
              <a:rPr lang="en-IN" dirty="0"/>
              <a:t>	statement;</a:t>
            </a:r>
          </a:p>
          <a:p>
            <a:r>
              <a:rPr lang="en-IN" dirty="0"/>
              <a:t>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91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2650" y="2236980"/>
            <a:ext cx="5619750" cy="364093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&lt;n;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for(j=0; j&lt;n; j++)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	statement;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269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ED75-837A-44D2-AB86-884B37E5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81001"/>
            <a:ext cx="7886700" cy="615553"/>
          </a:xfrm>
        </p:spPr>
        <p:txBody>
          <a:bodyPr/>
          <a:lstStyle/>
          <a:p>
            <a:r>
              <a:rPr lang="en-IN" sz="4000" dirty="0">
                <a:solidFill>
                  <a:srgbClr val="610B38"/>
                </a:solidFill>
                <a:latin typeface="erdana"/>
              </a:rPr>
              <a:t>Frequency Count Method (Example)</a:t>
            </a:r>
            <a:endParaRPr lang="en-IN" sz="40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D3EAFAD-F577-4E7A-AE29-3428412800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152650" y="1295401"/>
            <a:ext cx="4857750" cy="41945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Algorithm Add(</a:t>
            </a:r>
            <a:r>
              <a:rPr lang="en-IN" dirty="0" err="1"/>
              <a:t>A,B,n</a:t>
            </a:r>
            <a:r>
              <a:rPr lang="en-IN" dirty="0"/>
              <a:t>)</a:t>
            </a:r>
          </a:p>
          <a:p>
            <a:pPr marL="342900" lvl="1" indent="0">
              <a:buNone/>
            </a:pPr>
            <a:r>
              <a:rPr lang="en-IN" dirty="0"/>
              <a:t>{</a:t>
            </a:r>
          </a:p>
          <a:p>
            <a:pPr marL="342900" lvl="1" indent="0">
              <a:buNone/>
            </a:pPr>
            <a:r>
              <a:rPr lang="en-IN" dirty="0"/>
              <a:t>      	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&lt;n;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 marL="342900" lvl="1" indent="0">
              <a:buNone/>
            </a:pPr>
            <a:r>
              <a:rPr lang="en-IN" dirty="0"/>
              <a:t>	{</a:t>
            </a:r>
          </a:p>
          <a:p>
            <a:pPr marL="342900" lvl="1" indent="0">
              <a:buNone/>
            </a:pPr>
            <a:r>
              <a:rPr lang="en-IN" dirty="0"/>
              <a:t>	    for(j=0; j&lt;n; </a:t>
            </a:r>
            <a:r>
              <a:rPr lang="en-IN" dirty="0" err="1"/>
              <a:t>j++</a:t>
            </a:r>
            <a:r>
              <a:rPr lang="en-IN" dirty="0"/>
              <a:t>)</a:t>
            </a:r>
          </a:p>
          <a:p>
            <a:pPr marL="342900" lvl="1" indent="0">
              <a:buNone/>
            </a:pPr>
            <a:r>
              <a:rPr lang="en-IN" dirty="0"/>
              <a:t>	    {</a:t>
            </a:r>
          </a:p>
          <a:p>
            <a:pPr marL="342900" lvl="1" indent="0">
              <a:buNone/>
            </a:pPr>
            <a:r>
              <a:rPr lang="en-IN" dirty="0"/>
              <a:t>		C[</a:t>
            </a:r>
            <a:r>
              <a:rPr lang="en-IN" dirty="0" err="1"/>
              <a:t>i,j</a:t>
            </a:r>
            <a:r>
              <a:rPr lang="en-IN" dirty="0"/>
              <a:t>] = A[</a:t>
            </a:r>
            <a:r>
              <a:rPr lang="en-IN" dirty="0" err="1"/>
              <a:t>i,j</a:t>
            </a:r>
            <a:r>
              <a:rPr lang="en-IN" dirty="0"/>
              <a:t>] + B[</a:t>
            </a:r>
            <a:r>
              <a:rPr lang="en-IN" dirty="0" err="1"/>
              <a:t>i,j</a:t>
            </a:r>
            <a:r>
              <a:rPr lang="en-IN" dirty="0"/>
              <a:t>]</a:t>
            </a:r>
          </a:p>
          <a:p>
            <a:pPr marL="342900" lvl="1" indent="0">
              <a:buNone/>
            </a:pPr>
            <a:r>
              <a:rPr lang="en-IN" dirty="0"/>
              <a:t>	    }</a:t>
            </a:r>
          </a:p>
          <a:p>
            <a:pPr marL="342900" lvl="1" indent="0">
              <a:buNone/>
            </a:pPr>
            <a:r>
              <a:rPr lang="en-IN" dirty="0"/>
              <a:t>	}</a:t>
            </a:r>
          </a:p>
          <a:p>
            <a:pPr marL="342900" lvl="1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50605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65B6-D12C-43EF-8F72-C1759030F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2" y="818134"/>
            <a:ext cx="6039610" cy="1354217"/>
          </a:xfrm>
        </p:spPr>
        <p:txBody>
          <a:bodyPr/>
          <a:lstStyle/>
          <a:p>
            <a:r>
              <a:rPr lang="en-IN" dirty="0">
                <a:solidFill>
                  <a:srgbClr val="610B38"/>
                </a:solidFill>
                <a:latin typeface="erdana"/>
              </a:rPr>
              <a:t>Frequency Count Method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08FE5AA-EAC1-4997-BA59-2567B5AB2BFB}"/>
              </a:ext>
            </a:extLst>
          </p:cNvPr>
          <p:cNvSpPr txBox="1">
            <a:spLocks/>
          </p:cNvSpPr>
          <p:nvPr/>
        </p:nvSpPr>
        <p:spPr>
          <a:xfrm>
            <a:off x="2152651" y="1600201"/>
            <a:ext cx="5086349" cy="38897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Algorithm Sum(A, n)</a:t>
            </a:r>
          </a:p>
          <a:p>
            <a:pPr marL="342900" lvl="1" indent="0">
              <a:buNone/>
            </a:pPr>
            <a:r>
              <a:rPr lang="en-IN" dirty="0"/>
              <a:t>{</a:t>
            </a:r>
          </a:p>
          <a:p>
            <a:pPr marL="342900" lvl="1" indent="0">
              <a:buNone/>
            </a:pPr>
            <a:r>
              <a:rPr lang="en-IN" dirty="0"/>
              <a:t>      	s = 0;</a:t>
            </a:r>
          </a:p>
          <a:p>
            <a:pPr marL="342900" lvl="1" indent="0">
              <a:buNone/>
            </a:pPr>
            <a:r>
              <a:rPr lang="en-IN" dirty="0"/>
              <a:t>	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&lt;n;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 marL="342900" lvl="1" indent="0">
              <a:buNone/>
            </a:pPr>
            <a:r>
              <a:rPr lang="en-IN" dirty="0"/>
              <a:t>	{</a:t>
            </a:r>
          </a:p>
          <a:p>
            <a:pPr marL="342900" lvl="1" indent="0">
              <a:buNone/>
            </a:pPr>
            <a:r>
              <a:rPr lang="en-IN" dirty="0"/>
              <a:t>	    s = s + A[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pPr marL="342900" lvl="1" indent="0">
              <a:buNone/>
            </a:pPr>
            <a:r>
              <a:rPr lang="en-IN" dirty="0"/>
              <a:t>	}</a:t>
            </a:r>
          </a:p>
          <a:p>
            <a:pPr marL="342900" lvl="1" indent="0">
              <a:buNone/>
            </a:pPr>
            <a:r>
              <a:rPr lang="en-IN" dirty="0"/>
              <a:t>	return s;</a:t>
            </a:r>
          </a:p>
          <a:p>
            <a:pPr marL="342900" lvl="1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99270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1465BE-3D3E-4630-B53C-ECF75DF65D1A}"/>
              </a:ext>
            </a:extLst>
          </p:cNvPr>
          <p:cNvSpPr txBox="1">
            <a:spLocks/>
          </p:cNvSpPr>
          <p:nvPr/>
        </p:nvSpPr>
        <p:spPr>
          <a:xfrm>
            <a:off x="2152650" y="436960"/>
            <a:ext cx="7886700" cy="62984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300">
                <a:solidFill>
                  <a:srgbClr val="610B38"/>
                </a:solidFill>
                <a:latin typeface="erdana"/>
              </a:rPr>
              <a:t>Frequency Count Method (Example)</a:t>
            </a:r>
            <a:endParaRPr lang="en-IN" sz="33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A8B51B7-15F4-4072-A611-BAF80A0FCD23}"/>
              </a:ext>
            </a:extLst>
          </p:cNvPr>
          <p:cNvSpPr txBox="1">
            <a:spLocks/>
          </p:cNvSpPr>
          <p:nvPr/>
        </p:nvSpPr>
        <p:spPr>
          <a:xfrm>
            <a:off x="2152650" y="1502228"/>
            <a:ext cx="6534150" cy="5181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Algorithm Multiply(A, B, n)</a:t>
            </a:r>
          </a:p>
          <a:p>
            <a:pPr marL="342900" lvl="1" indent="0">
              <a:buNone/>
            </a:pPr>
            <a:r>
              <a:rPr lang="en-IN" sz="2000" dirty="0"/>
              <a:t>{</a:t>
            </a:r>
          </a:p>
          <a:p>
            <a:pPr marL="342900" lvl="1" indent="0">
              <a:buNone/>
            </a:pPr>
            <a:r>
              <a:rPr lang="en-IN" sz="2000" dirty="0"/>
              <a:t>      	for(</a:t>
            </a:r>
            <a:r>
              <a:rPr lang="en-IN" sz="2000" dirty="0" err="1"/>
              <a:t>i</a:t>
            </a:r>
            <a:r>
              <a:rPr lang="en-IN" sz="2000" dirty="0"/>
              <a:t>=0; </a:t>
            </a:r>
            <a:r>
              <a:rPr lang="en-IN" sz="2000" dirty="0" err="1"/>
              <a:t>i</a:t>
            </a:r>
            <a:r>
              <a:rPr lang="en-IN" sz="2000" dirty="0"/>
              <a:t>&lt;n; </a:t>
            </a:r>
            <a:r>
              <a:rPr lang="en-IN" sz="2000" dirty="0" err="1"/>
              <a:t>i</a:t>
            </a:r>
            <a:r>
              <a:rPr lang="en-IN" sz="2000" dirty="0"/>
              <a:t>++)</a:t>
            </a:r>
          </a:p>
          <a:p>
            <a:pPr marL="342900" lvl="1" indent="0">
              <a:buNone/>
            </a:pPr>
            <a:r>
              <a:rPr lang="en-IN" sz="2000" dirty="0"/>
              <a:t>	{</a:t>
            </a:r>
          </a:p>
          <a:p>
            <a:pPr marL="342900" lvl="1" indent="0">
              <a:buNone/>
            </a:pPr>
            <a:r>
              <a:rPr lang="en-IN" sz="2000" dirty="0"/>
              <a:t>	    for(j=0; j&lt;n; </a:t>
            </a:r>
            <a:r>
              <a:rPr lang="en-IN" sz="2000" dirty="0" err="1"/>
              <a:t>j++</a:t>
            </a:r>
            <a:r>
              <a:rPr lang="en-IN" sz="2000" dirty="0"/>
              <a:t>)</a:t>
            </a:r>
          </a:p>
          <a:p>
            <a:pPr marL="342900" lvl="1" indent="0">
              <a:buNone/>
            </a:pPr>
            <a:r>
              <a:rPr lang="en-IN" sz="2000" dirty="0"/>
              <a:t>	    {</a:t>
            </a:r>
          </a:p>
          <a:p>
            <a:pPr marL="342900" lvl="1" indent="0">
              <a:buNone/>
            </a:pPr>
            <a:r>
              <a:rPr lang="en-IN" sz="2000" dirty="0"/>
              <a:t>	          C[</a:t>
            </a:r>
            <a:r>
              <a:rPr lang="en-IN" sz="2000" dirty="0" err="1"/>
              <a:t>i,j</a:t>
            </a:r>
            <a:r>
              <a:rPr lang="en-IN" sz="2000" dirty="0"/>
              <a:t>] = 0;</a:t>
            </a:r>
          </a:p>
          <a:p>
            <a:pPr marL="342900" lvl="1" indent="0">
              <a:buNone/>
            </a:pPr>
            <a:r>
              <a:rPr lang="en-IN" sz="2000" dirty="0"/>
              <a:t>	          for(k=0; k&lt;n; k++)</a:t>
            </a:r>
          </a:p>
          <a:p>
            <a:pPr marL="342900" lvl="1" indent="0">
              <a:buNone/>
            </a:pPr>
            <a:r>
              <a:rPr lang="en-IN" sz="2000" dirty="0"/>
              <a:t>	           {</a:t>
            </a:r>
          </a:p>
          <a:p>
            <a:pPr marL="342900" lvl="1" indent="0">
              <a:buNone/>
            </a:pPr>
            <a:r>
              <a:rPr lang="en-IN" sz="2000" dirty="0"/>
              <a:t>	              C[</a:t>
            </a:r>
            <a:r>
              <a:rPr lang="en-IN" sz="2000" dirty="0" err="1"/>
              <a:t>i,j</a:t>
            </a:r>
            <a:r>
              <a:rPr lang="en-IN" sz="2000" dirty="0"/>
              <a:t>] = C[</a:t>
            </a:r>
            <a:r>
              <a:rPr lang="en-IN" sz="2000" dirty="0" err="1"/>
              <a:t>i,j</a:t>
            </a:r>
            <a:r>
              <a:rPr lang="en-IN" sz="2000" dirty="0"/>
              <a:t>] + A[</a:t>
            </a:r>
            <a:r>
              <a:rPr lang="en-IN" sz="2000" dirty="0" err="1"/>
              <a:t>i,k</a:t>
            </a:r>
            <a:r>
              <a:rPr lang="en-IN" sz="2000" dirty="0"/>
              <a:t>] * B[</a:t>
            </a:r>
            <a:r>
              <a:rPr lang="en-IN" sz="2000" dirty="0" err="1"/>
              <a:t>i,j</a:t>
            </a:r>
            <a:r>
              <a:rPr lang="en-IN" sz="2000" dirty="0"/>
              <a:t>];</a:t>
            </a:r>
          </a:p>
          <a:p>
            <a:pPr marL="342900" lvl="1" indent="0">
              <a:buNone/>
            </a:pPr>
            <a:r>
              <a:rPr lang="en-IN" sz="2000" dirty="0"/>
              <a:t>	          }</a:t>
            </a:r>
          </a:p>
          <a:p>
            <a:pPr marL="342900" lvl="1" indent="0">
              <a:buNone/>
            </a:pPr>
            <a:r>
              <a:rPr lang="en-IN" sz="2000" dirty="0"/>
              <a:t>          }</a:t>
            </a:r>
          </a:p>
          <a:p>
            <a:pPr marL="342900" lvl="1" indent="0">
              <a:buNone/>
            </a:pPr>
            <a:r>
              <a:rPr lang="en-IN" sz="2000" dirty="0"/>
              <a:t>	}</a:t>
            </a:r>
          </a:p>
          <a:p>
            <a:pPr marL="342900" lvl="1" indent="0">
              <a:buNone/>
            </a:pPr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46631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365125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59914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8000"/>
                </a:solidFill>
                <a:latin typeface="Arial MT"/>
                <a:cs typeface="Arial MT"/>
              </a:rPr>
              <a:t>Observations</a:t>
            </a:r>
            <a:endParaRPr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676400"/>
            <a:ext cx="7239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7546" y="790143"/>
            <a:ext cx="282257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8000"/>
                </a:solidFill>
                <a:latin typeface="Arial MT"/>
                <a:cs typeface="Arial MT"/>
              </a:rPr>
              <a:t>Example</a:t>
            </a:r>
            <a:r>
              <a:rPr spc="-5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08000"/>
                </a:solidFill>
                <a:latin typeface="Arial MT"/>
                <a:cs typeface="Arial MT"/>
              </a:rPr>
              <a:t>of </a:t>
            </a:r>
            <a:r>
              <a:rPr spc="-10" dirty="0">
                <a:solidFill>
                  <a:srgbClr val="008000"/>
                </a:solidFill>
                <a:latin typeface="Arial MT"/>
                <a:cs typeface="Arial MT"/>
              </a:rPr>
              <a:t>While</a:t>
            </a:r>
            <a:endParaRPr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2212" y="2378964"/>
            <a:ext cx="4229099" cy="295808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52695" y="1086612"/>
            <a:ext cx="7082155" cy="4825365"/>
            <a:chOff x="1028694" y="1086611"/>
            <a:chExt cx="7082155" cy="4825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4" y="1092690"/>
              <a:ext cx="7082039" cy="48189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2895" y="1086611"/>
              <a:ext cx="6998208" cy="47350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36512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079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Compare</a:t>
            </a:r>
            <a:r>
              <a:rPr spc="-4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3412" y="1447800"/>
            <a:ext cx="7886700" cy="1066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3412" y="3072383"/>
            <a:ext cx="788670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8420" y="558547"/>
            <a:ext cx="478536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Compare</a:t>
            </a:r>
            <a:r>
              <a:rPr spc="-50" dirty="0"/>
              <a:t> </a:t>
            </a:r>
            <a:r>
              <a:rPr dirty="0"/>
              <a:t>Class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5476" y="1598675"/>
            <a:ext cx="7163561" cy="403936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object 2">
            <a:extLst>
              <a:ext uri="{FF2B5EF4-FFF2-40B4-BE49-F238E27FC236}">
                <a16:creationId xmlns:a16="http://schemas.microsoft.com/office/drawing/2014/main" id="{2420F32A-C7A5-168D-8832-544EAF19D8AB}"/>
              </a:ext>
            </a:extLst>
          </p:cNvPr>
          <p:cNvSpPr>
            <a:spLocks/>
          </p:cNvSpPr>
          <p:nvPr/>
        </p:nvSpPr>
        <p:spPr bwMode="auto">
          <a:xfrm>
            <a:off x="25400" y="977900"/>
            <a:ext cx="12090400" cy="5723467"/>
          </a:xfrm>
          <a:custGeom>
            <a:avLst/>
            <a:gdLst>
              <a:gd name="T0" fmla="*/ 0 w 9067800"/>
              <a:gd name="T1" fmla="*/ 4290054 h 4293235"/>
              <a:gd name="T2" fmla="*/ 9067799 w 9067800"/>
              <a:gd name="T3" fmla="*/ 4290054 h 4293235"/>
              <a:gd name="T4" fmla="*/ 9067799 w 9067800"/>
              <a:gd name="T5" fmla="*/ 0 h 4293235"/>
              <a:gd name="T6" fmla="*/ 0 w 9067800"/>
              <a:gd name="T7" fmla="*/ 0 h 4293235"/>
              <a:gd name="T8" fmla="*/ 0 w 9067800"/>
              <a:gd name="T9" fmla="*/ 4290054 h 4293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067800" h="4293235">
                <a:moveTo>
                  <a:pt x="0" y="4293229"/>
                </a:moveTo>
                <a:lnTo>
                  <a:pt x="9067799" y="4293229"/>
                </a:lnTo>
                <a:lnTo>
                  <a:pt x="9067799" y="0"/>
                </a:lnTo>
                <a:lnTo>
                  <a:pt x="0" y="0"/>
                </a:lnTo>
                <a:lnTo>
                  <a:pt x="0" y="4293229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57347" name="object 3">
            <a:extLst>
              <a:ext uri="{FF2B5EF4-FFF2-40B4-BE49-F238E27FC236}">
                <a16:creationId xmlns:a16="http://schemas.microsoft.com/office/drawing/2014/main" id="{EEA1C4B8-94BB-04CA-8A40-5E9680964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17" y="1164168"/>
            <a:ext cx="11656483" cy="5645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5600" indent="-3429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2000"/>
              </a:lnSpc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O(1)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Constant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Constant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means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running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constant,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it’s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i="1">
                <a:cs typeface="Calibri" panose="020F0502020204030204" pitchFamily="34" charset="0"/>
              </a:rPr>
              <a:t>not</a:t>
            </a:r>
            <a:r>
              <a:rPr lang="en-US" altLang="en-US" sz="1867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i="1">
                <a:cs typeface="Calibri" panose="020F0502020204030204" pitchFamily="34" charset="0"/>
              </a:rPr>
              <a:t>affected</a:t>
            </a:r>
            <a:r>
              <a:rPr lang="en-US" altLang="en-US" sz="1867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i="1">
                <a:cs typeface="Calibri" panose="020F0502020204030204" pitchFamily="34" charset="0"/>
              </a:rPr>
              <a:t>by</a:t>
            </a:r>
            <a:r>
              <a:rPr lang="en-US" altLang="en-US" sz="1867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i="1">
                <a:cs typeface="Calibri" panose="020F0502020204030204" pitchFamily="34" charset="0"/>
              </a:rPr>
              <a:t>the</a:t>
            </a:r>
            <a:r>
              <a:rPr lang="en-US" altLang="en-US" sz="1867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i="1">
                <a:cs typeface="Calibri" panose="020F0502020204030204" pitchFamily="34" charset="0"/>
              </a:rPr>
              <a:t>input</a:t>
            </a:r>
            <a:r>
              <a:rPr lang="en-US" altLang="en-US" sz="1867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i="1">
                <a:cs typeface="Calibri" panose="020F0502020204030204" pitchFamily="34" charset="0"/>
              </a:rPr>
              <a:t>size</a:t>
            </a:r>
            <a:r>
              <a:rPr lang="en-US" altLang="en-US" sz="1867" b="1">
                <a:cs typeface="Calibri" panose="020F0502020204030204" pitchFamily="34" charset="0"/>
              </a:rPr>
              <a:t>.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(Loop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Running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constant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amount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of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times)</a:t>
            </a:r>
          </a:p>
          <a:p>
            <a:pPr eaLnBrk="1" hangingPunct="1">
              <a:lnSpc>
                <a:spcPct val="152000"/>
              </a:lnSpc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O(log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n)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Logarithmic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that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has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running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O(log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n)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slight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faster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than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O(n).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Commonly,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divides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problem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into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sub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problems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with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same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size.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Example: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binary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search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algorithm,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binary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conversion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</a:t>
            </a:r>
            <a:endParaRPr lang="en-US" altLang="en-US" sz="1867">
              <a:cs typeface="Calibri" panose="020F0502020204030204" pitchFamily="34" charset="0"/>
            </a:endParaRPr>
          </a:p>
          <a:p>
            <a:pPr>
              <a:spcBef>
                <a:spcPts val="1117"/>
              </a:spcBef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O(n)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Linear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When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accepts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input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size,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would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perform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operations.</a:t>
            </a:r>
            <a:endParaRPr lang="en-US" altLang="en-US" sz="1867">
              <a:cs typeface="Calibri" panose="020F0502020204030204" pitchFamily="34" charset="0"/>
            </a:endParaRPr>
          </a:p>
          <a:p>
            <a:pPr>
              <a:lnSpc>
                <a:spcPct val="148000"/>
              </a:lnSpc>
              <a:spcBef>
                <a:spcPts val="84"/>
              </a:spcBef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O(n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log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n)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Linearithmic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This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running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often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found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"divide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&amp;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conquer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algorithms"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which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divide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problem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into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sub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problems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recursively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and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merge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time.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Example: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Merge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Sort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algorithm.</a:t>
            </a:r>
            <a:endParaRPr lang="en-US" altLang="en-US" sz="1867">
              <a:cs typeface="Calibri" panose="020F0502020204030204" pitchFamily="34" charset="0"/>
            </a:endParaRPr>
          </a:p>
          <a:p>
            <a:pPr>
              <a:spcBef>
                <a:spcPts val="1184"/>
              </a:spcBef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O(n</a:t>
            </a:r>
            <a:r>
              <a:rPr lang="en-US" altLang="en-US" sz="1733" b="1" baseline="40000">
                <a:solidFill>
                  <a:srgbClr val="FF0000"/>
                </a:solidFill>
                <a:cs typeface="Calibri" panose="020F0502020204030204" pitchFamily="34" charset="0"/>
              </a:rPr>
              <a:t>2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Quadratic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Look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Bubble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Sort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algorithm!</a:t>
            </a:r>
            <a:endParaRPr lang="en-US" altLang="en-US" sz="1867">
              <a:cs typeface="Calibri" panose="020F0502020204030204" pitchFamily="34" charset="0"/>
            </a:endParaRPr>
          </a:p>
          <a:p>
            <a:pPr>
              <a:spcBef>
                <a:spcPts val="1151"/>
              </a:spcBef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O(n</a:t>
            </a:r>
            <a:r>
              <a:rPr lang="en-US" altLang="en-US" sz="1733" b="1" baseline="40000">
                <a:solidFill>
                  <a:srgbClr val="FF0000"/>
                </a:solidFill>
                <a:cs typeface="Calibri" panose="020F0502020204030204" pitchFamily="34" charset="0"/>
              </a:rPr>
              <a:t>3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Cubic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has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same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principle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with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O(n</a:t>
            </a:r>
            <a:r>
              <a:rPr lang="en-US" altLang="en-US" sz="1733" b="1" baseline="40000">
                <a:cs typeface="Calibri" panose="020F0502020204030204" pitchFamily="34" charset="0"/>
              </a:rPr>
              <a:t>2</a:t>
            </a:r>
            <a:r>
              <a:rPr lang="en-US" altLang="en-US" sz="1867" b="1">
                <a:cs typeface="Calibri" panose="020F0502020204030204" pitchFamily="34" charset="0"/>
              </a:rPr>
              <a:t>).</a:t>
            </a:r>
            <a:endParaRPr lang="en-US" altLang="en-US" sz="1867">
              <a:cs typeface="Calibri" panose="020F0502020204030204" pitchFamily="34" charset="0"/>
            </a:endParaRPr>
          </a:p>
          <a:p>
            <a:pPr>
              <a:lnSpc>
                <a:spcPts val="3417"/>
              </a:lnSpc>
              <a:spcBef>
                <a:spcPts val="200"/>
              </a:spcBef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O(2</a:t>
            </a:r>
            <a:r>
              <a:rPr lang="en-US" altLang="en-US" sz="1733" b="1" baseline="40000">
                <a:solidFill>
                  <a:srgbClr val="FF0000"/>
                </a:solidFill>
                <a:cs typeface="Calibri" panose="020F0502020204030204" pitchFamily="34" charset="0"/>
              </a:rPr>
              <a:t>n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Exponential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very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slow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input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get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larger,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if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=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1000.000,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T(n)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would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be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2^1000.000.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Brute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Force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algorithm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has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this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running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time.</a:t>
            </a:r>
            <a:endParaRPr lang="en-US" altLang="en-US" sz="1867">
              <a:cs typeface="Calibri" panose="020F0502020204030204" pitchFamily="34" charset="0"/>
            </a:endParaRPr>
          </a:p>
          <a:p>
            <a:pPr>
              <a:spcBef>
                <a:spcPts val="817"/>
              </a:spcBef>
              <a:buClr>
                <a:srgbClr val="FF0000"/>
              </a:buClr>
              <a:buFont typeface="Calibri" panose="020F0502020204030204" pitchFamily="34" charset="0"/>
              <a:buAutoNum type="arabicPeriod"/>
            </a:pP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O(n!)</a:t>
            </a:r>
            <a:r>
              <a:rPr lang="en-US" altLang="en-US" sz="1867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solidFill>
                  <a:srgbClr val="FF0000"/>
                </a:solidFill>
                <a:cs typeface="Calibri" panose="020F0502020204030204" pitchFamily="34" charset="0"/>
              </a:rPr>
              <a:t>– </a:t>
            </a:r>
            <a:r>
              <a:rPr lang="en-US" altLang="en-US" sz="1867" b="1">
                <a:cs typeface="Calibri" panose="020F0502020204030204" pitchFamily="34" charset="0"/>
              </a:rPr>
              <a:t>Factorial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Time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THE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SLOWEST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867" b="1">
                <a:cs typeface="Calibri" panose="020F0502020204030204" pitchFamily="34" charset="0"/>
              </a:rPr>
              <a:t>=&gt;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Example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: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Travel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Salesman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Problem</a:t>
            </a:r>
            <a:r>
              <a:rPr lang="en-US" altLang="en-US" sz="1867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>
                <a:cs typeface="Calibri" panose="020F0502020204030204" pitchFamily="34" charset="0"/>
              </a:rPr>
              <a:t>(TSP)</a:t>
            </a:r>
            <a:endParaRPr lang="en-US" altLang="en-US" sz="1867">
              <a:cs typeface="Calibri" panose="020F0502020204030204" pitchFamily="34" charset="0"/>
            </a:endParaRPr>
          </a:p>
        </p:txBody>
      </p:sp>
      <p:sp>
        <p:nvSpPr>
          <p:cNvPr id="57348" name="object 4">
            <a:extLst>
              <a:ext uri="{FF2B5EF4-FFF2-40B4-BE49-F238E27FC236}">
                <a16:creationId xmlns:a16="http://schemas.microsoft.com/office/drawing/2014/main" id="{EEDFEE91-6CE8-2943-EB73-DD2AB6864E58}"/>
              </a:ext>
            </a:extLst>
          </p:cNvPr>
          <p:cNvSpPr>
            <a:spLocks/>
          </p:cNvSpPr>
          <p:nvPr/>
        </p:nvSpPr>
        <p:spPr bwMode="auto">
          <a:xfrm>
            <a:off x="29633" y="55034"/>
            <a:ext cx="7721600" cy="859367"/>
          </a:xfrm>
          <a:custGeom>
            <a:avLst/>
            <a:gdLst>
              <a:gd name="T0" fmla="*/ 0 w 5791200"/>
              <a:gd name="T1" fmla="*/ 647071 h 643890"/>
              <a:gd name="T2" fmla="*/ 5791199 w 5791200"/>
              <a:gd name="T3" fmla="*/ 647071 h 643890"/>
              <a:gd name="T4" fmla="*/ 5791199 w 5791200"/>
              <a:gd name="T5" fmla="*/ 0 h 643890"/>
              <a:gd name="T6" fmla="*/ 0 w 5791200"/>
              <a:gd name="T7" fmla="*/ 0 h 643890"/>
              <a:gd name="T8" fmla="*/ 0 w 5791200"/>
              <a:gd name="T9" fmla="*/ 647071 h 6438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91200" h="643890">
                <a:moveTo>
                  <a:pt x="0" y="643889"/>
                </a:moveTo>
                <a:lnTo>
                  <a:pt x="5791199" y="643889"/>
                </a:lnTo>
                <a:lnTo>
                  <a:pt x="5791199" y="0"/>
                </a:lnTo>
                <a:lnTo>
                  <a:pt x="0" y="0"/>
                </a:lnTo>
                <a:lnTo>
                  <a:pt x="0" y="6438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57349" name="object 5">
            <a:extLst>
              <a:ext uri="{FF2B5EF4-FFF2-40B4-BE49-F238E27FC236}">
                <a16:creationId xmlns:a16="http://schemas.microsoft.com/office/drawing/2014/main" id="{418A3E82-EFBB-9B08-701E-78AE18C4D369}"/>
              </a:ext>
            </a:extLst>
          </p:cNvPr>
          <p:cNvSpPr>
            <a:spLocks/>
          </p:cNvSpPr>
          <p:nvPr/>
        </p:nvSpPr>
        <p:spPr bwMode="auto">
          <a:xfrm>
            <a:off x="29633" y="55034"/>
            <a:ext cx="7721600" cy="859367"/>
          </a:xfrm>
          <a:custGeom>
            <a:avLst/>
            <a:gdLst>
              <a:gd name="T0" fmla="*/ 0 w 5791200"/>
              <a:gd name="T1" fmla="*/ 647071 h 643890"/>
              <a:gd name="T2" fmla="*/ 5791199 w 5791200"/>
              <a:gd name="T3" fmla="*/ 647071 h 643890"/>
              <a:gd name="T4" fmla="*/ 5791199 w 5791200"/>
              <a:gd name="T5" fmla="*/ 0 h 643890"/>
              <a:gd name="T6" fmla="*/ 0 w 5791200"/>
              <a:gd name="T7" fmla="*/ 0 h 643890"/>
              <a:gd name="T8" fmla="*/ 0 w 5791200"/>
              <a:gd name="T9" fmla="*/ 647071 h 6438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91200" h="643890">
                <a:moveTo>
                  <a:pt x="0" y="643889"/>
                </a:moveTo>
                <a:lnTo>
                  <a:pt x="5791199" y="643889"/>
                </a:lnTo>
                <a:lnTo>
                  <a:pt x="5791199" y="0"/>
                </a:lnTo>
                <a:lnTo>
                  <a:pt x="0" y="0"/>
                </a:lnTo>
                <a:lnTo>
                  <a:pt x="0" y="643889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4C1AC1D-E8B4-044D-2A2D-FDB4988B06DB}"/>
              </a:ext>
            </a:extLst>
          </p:cNvPr>
          <p:cNvSpPr txBox="1"/>
          <p:nvPr/>
        </p:nvSpPr>
        <p:spPr>
          <a:xfrm>
            <a:off x="529167" y="296334"/>
            <a:ext cx="6703484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53" dirty="0">
                <a:latin typeface="Times New Roman"/>
                <a:cs typeface="Times New Roman"/>
              </a:rPr>
              <a:t> </a:t>
            </a:r>
            <a:r>
              <a:rPr sz="3200" b="1" spc="-27" dirty="0">
                <a:latin typeface="Calibri"/>
                <a:cs typeface="Calibri"/>
              </a:rPr>
              <a:t>COMPLEXITIES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65583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object 2">
            <a:extLst>
              <a:ext uri="{FF2B5EF4-FFF2-40B4-BE49-F238E27FC236}">
                <a16:creationId xmlns:a16="http://schemas.microsoft.com/office/drawing/2014/main" id="{477BEC64-E48C-D7CC-A505-272C76FE3568}"/>
              </a:ext>
            </a:extLst>
          </p:cNvPr>
          <p:cNvSpPr>
            <a:spLocks/>
          </p:cNvSpPr>
          <p:nvPr/>
        </p:nvSpPr>
        <p:spPr bwMode="auto">
          <a:xfrm>
            <a:off x="812800" y="622301"/>
            <a:ext cx="3860800" cy="2461684"/>
          </a:xfrm>
          <a:custGeom>
            <a:avLst/>
            <a:gdLst>
              <a:gd name="T0" fmla="*/ 0 w 2895600"/>
              <a:gd name="T1" fmla="*/ 1842455 h 1847214"/>
              <a:gd name="T2" fmla="*/ 2895599 w 2895600"/>
              <a:gd name="T3" fmla="*/ 1842455 h 1847214"/>
              <a:gd name="T4" fmla="*/ 2895599 w 2895600"/>
              <a:gd name="T5" fmla="*/ 0 h 1847214"/>
              <a:gd name="T6" fmla="*/ 0 w 2895600"/>
              <a:gd name="T7" fmla="*/ 0 h 1847214"/>
              <a:gd name="T8" fmla="*/ 0 w 2895600"/>
              <a:gd name="T9" fmla="*/ 1842455 h 18472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95600" h="1847214">
                <a:moveTo>
                  <a:pt x="0" y="1847206"/>
                </a:moveTo>
                <a:lnTo>
                  <a:pt x="2895599" y="1847206"/>
                </a:lnTo>
                <a:lnTo>
                  <a:pt x="2895599" y="0"/>
                </a:lnTo>
                <a:lnTo>
                  <a:pt x="0" y="0"/>
                </a:lnTo>
                <a:lnTo>
                  <a:pt x="0" y="1847206"/>
                </a:lnTo>
                <a:close/>
              </a:path>
            </a:pathLst>
          </a:custGeom>
          <a:solidFill>
            <a:srgbClr val="DB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03" name="object 3">
            <a:extLst>
              <a:ext uri="{FF2B5EF4-FFF2-40B4-BE49-F238E27FC236}">
                <a16:creationId xmlns:a16="http://schemas.microsoft.com/office/drawing/2014/main" id="{61BE9EA9-1976-B70D-C475-830AE28969B3}"/>
              </a:ext>
            </a:extLst>
          </p:cNvPr>
          <p:cNvSpPr>
            <a:spLocks/>
          </p:cNvSpPr>
          <p:nvPr/>
        </p:nvSpPr>
        <p:spPr bwMode="auto">
          <a:xfrm>
            <a:off x="812800" y="622301"/>
            <a:ext cx="3860800" cy="2461684"/>
          </a:xfrm>
          <a:custGeom>
            <a:avLst/>
            <a:gdLst>
              <a:gd name="T0" fmla="*/ 0 w 2895600"/>
              <a:gd name="T1" fmla="*/ 1842455 h 1847214"/>
              <a:gd name="T2" fmla="*/ 2895599 w 2895600"/>
              <a:gd name="T3" fmla="*/ 1842455 h 1847214"/>
              <a:gd name="T4" fmla="*/ 2895599 w 2895600"/>
              <a:gd name="T5" fmla="*/ 0 h 1847214"/>
              <a:gd name="T6" fmla="*/ 0 w 2895600"/>
              <a:gd name="T7" fmla="*/ 0 h 1847214"/>
              <a:gd name="T8" fmla="*/ 0 w 2895600"/>
              <a:gd name="T9" fmla="*/ 1842455 h 18472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95600" h="1847214">
                <a:moveTo>
                  <a:pt x="0" y="1847206"/>
                </a:moveTo>
                <a:lnTo>
                  <a:pt x="2895599" y="1847206"/>
                </a:lnTo>
                <a:lnTo>
                  <a:pt x="2895599" y="0"/>
                </a:lnTo>
                <a:lnTo>
                  <a:pt x="0" y="0"/>
                </a:lnTo>
                <a:lnTo>
                  <a:pt x="0" y="1847206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04" name="object 6">
            <a:extLst>
              <a:ext uri="{FF2B5EF4-FFF2-40B4-BE49-F238E27FC236}">
                <a16:creationId xmlns:a16="http://schemas.microsoft.com/office/drawing/2014/main" id="{EC51BCE2-10FA-73D9-3273-2138C1FB5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67" y="736600"/>
            <a:ext cx="2688167" cy="156633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25605" name="object 7">
            <a:extLst>
              <a:ext uri="{FF2B5EF4-FFF2-40B4-BE49-F238E27FC236}">
                <a16:creationId xmlns:a16="http://schemas.microsoft.com/office/drawing/2014/main" id="{447D48DC-15D2-8A01-610B-F56FFB412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34" y="740833"/>
            <a:ext cx="2059517" cy="61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r>
              <a:rPr lang="en-US" altLang="en-US" sz="2000" b="1">
                <a:cs typeface="Calibri" panose="020F0502020204030204" pitchFamily="34" charset="0"/>
              </a:rPr>
              <a:t>#include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cs typeface="Calibri" panose="020F0502020204030204" pitchFamily="34" charset="0"/>
              </a:rPr>
              <a:t>&lt;stdio.h&gt;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cs typeface="Calibri" panose="020F0502020204030204" pitchFamily="34" charset="0"/>
              </a:rPr>
              <a:t>int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cs typeface="Calibri" panose="020F0502020204030204" pitchFamily="34" charset="0"/>
              </a:rPr>
              <a:t>main()</a:t>
            </a:r>
            <a:endParaRPr lang="en-US" altLang="en-US" sz="2000">
              <a:cs typeface="Calibri" panose="020F0502020204030204" pitchFamily="34" charset="0"/>
            </a:endParaRPr>
          </a:p>
        </p:txBody>
      </p:sp>
      <p:sp>
        <p:nvSpPr>
          <p:cNvPr id="25606" name="object 8">
            <a:extLst>
              <a:ext uri="{FF2B5EF4-FFF2-40B4-BE49-F238E27FC236}">
                <a16:creationId xmlns:a16="http://schemas.microsoft.com/office/drawing/2014/main" id="{4BB1C7EB-E1D1-720A-8D3C-7F60B5C2D54F}"/>
              </a:ext>
            </a:extLst>
          </p:cNvPr>
          <p:cNvSpPr>
            <a:spLocks/>
          </p:cNvSpPr>
          <p:nvPr/>
        </p:nvSpPr>
        <p:spPr bwMode="auto">
          <a:xfrm>
            <a:off x="941917" y="1409701"/>
            <a:ext cx="74083" cy="226484"/>
          </a:xfrm>
          <a:custGeom>
            <a:avLst/>
            <a:gdLst>
              <a:gd name="T0" fmla="*/ 31592 w 56515"/>
              <a:gd name="T1" fmla="*/ 741 h 170815"/>
              <a:gd name="T2" fmla="*/ 22942 w 56515"/>
              <a:gd name="T3" fmla="*/ 6046 h 170815"/>
              <a:gd name="T4" fmla="*/ 17889 w 56515"/>
              <a:gd name="T5" fmla="*/ 15796 h 170815"/>
              <a:gd name="T6" fmla="*/ 16030 w 56515"/>
              <a:gd name="T7" fmla="*/ 30498 h 170815"/>
              <a:gd name="T8" fmla="*/ 12740 w 56515"/>
              <a:gd name="T9" fmla="*/ 65562 h 170815"/>
              <a:gd name="T10" fmla="*/ 3214 w 56515"/>
              <a:gd name="T11" fmla="*/ 71995 h 170815"/>
              <a:gd name="T12" fmla="*/ 1738 w 56515"/>
              <a:gd name="T13" fmla="*/ 72617 h 170815"/>
              <a:gd name="T14" fmla="*/ 65 w 56515"/>
              <a:gd name="T15" fmla="*/ 77922 h 170815"/>
              <a:gd name="T16" fmla="*/ 86 w 56515"/>
              <a:gd name="T17" fmla="*/ 83969 h 170815"/>
              <a:gd name="T18" fmla="*/ 602 w 56515"/>
              <a:gd name="T19" fmla="*/ 87170 h 170815"/>
              <a:gd name="T20" fmla="*/ 1552 w 56515"/>
              <a:gd name="T21" fmla="*/ 88919 h 170815"/>
              <a:gd name="T22" fmla="*/ 2886 w 56515"/>
              <a:gd name="T23" fmla="*/ 89898 h 170815"/>
              <a:gd name="T24" fmla="*/ 7653 w 56515"/>
              <a:gd name="T25" fmla="*/ 91142 h 170815"/>
              <a:gd name="T26" fmla="*/ 12094 w 56515"/>
              <a:gd name="T27" fmla="*/ 94967 h 170815"/>
              <a:gd name="T28" fmla="*/ 14850 w 56515"/>
              <a:gd name="T29" fmla="*/ 100509 h 170815"/>
              <a:gd name="T30" fmla="*/ 16030 w 56515"/>
              <a:gd name="T31" fmla="*/ 108304 h 170815"/>
              <a:gd name="T32" fmla="*/ 28421 w 56515"/>
              <a:gd name="T33" fmla="*/ 163494 h 170815"/>
              <a:gd name="T34" fmla="*/ 43020 w 56515"/>
              <a:gd name="T35" fmla="*/ 165865 h 170815"/>
              <a:gd name="T36" fmla="*/ 46815 w 56515"/>
              <a:gd name="T37" fmla="*/ 165361 h 170815"/>
              <a:gd name="T38" fmla="*/ 49101 w 56515"/>
              <a:gd name="T39" fmla="*/ 164620 h 170815"/>
              <a:gd name="T40" fmla="*/ 51253 w 56515"/>
              <a:gd name="T41" fmla="*/ 160412 h 170815"/>
              <a:gd name="T42" fmla="*/ 51483 w 56515"/>
              <a:gd name="T43" fmla="*/ 154751 h 170815"/>
              <a:gd name="T44" fmla="*/ 47942 w 56515"/>
              <a:gd name="T45" fmla="*/ 147933 h 170815"/>
              <a:gd name="T46" fmla="*/ 41424 w 56515"/>
              <a:gd name="T47" fmla="*/ 147459 h 170815"/>
              <a:gd name="T48" fmla="*/ 36785 w 56515"/>
              <a:gd name="T49" fmla="*/ 132875 h 170815"/>
              <a:gd name="T50" fmla="*/ 35803 w 56515"/>
              <a:gd name="T51" fmla="*/ 100509 h 170815"/>
              <a:gd name="T52" fmla="*/ 32643 w 56515"/>
              <a:gd name="T53" fmla="*/ 91766 h 170815"/>
              <a:gd name="T54" fmla="*/ 21828 w 56515"/>
              <a:gd name="T55" fmla="*/ 80146 h 170815"/>
              <a:gd name="T56" fmla="*/ 35148 w 56515"/>
              <a:gd name="T57" fmla="*/ 64585 h 170815"/>
              <a:gd name="T58" fmla="*/ 36785 w 56515"/>
              <a:gd name="T59" fmla="*/ 54092 h 170815"/>
              <a:gd name="T60" fmla="*/ 37191 w 56515"/>
              <a:gd name="T61" fmla="*/ 27149 h 170815"/>
              <a:gd name="T62" fmla="*/ 38527 w 56515"/>
              <a:gd name="T63" fmla="*/ 21725 h 170815"/>
              <a:gd name="T64" fmla="*/ 40920 w 56515"/>
              <a:gd name="T65" fmla="*/ 18880 h 170815"/>
              <a:gd name="T66" fmla="*/ 44616 w 56515"/>
              <a:gd name="T67" fmla="*/ 18020 h 170815"/>
              <a:gd name="T68" fmla="*/ 48871 w 56515"/>
              <a:gd name="T69" fmla="*/ 17783 h 170815"/>
              <a:gd name="T70" fmla="*/ 50194 w 56515"/>
              <a:gd name="T71" fmla="*/ 16775 h 170815"/>
              <a:gd name="T72" fmla="*/ 51036 w 56515"/>
              <a:gd name="T73" fmla="*/ 14434 h 170815"/>
              <a:gd name="T74" fmla="*/ 51483 w 56515"/>
              <a:gd name="T75" fmla="*/ 11114 h 170815"/>
              <a:gd name="T76" fmla="*/ 51113 w 56515"/>
              <a:gd name="T77" fmla="*/ 4327 h 170815"/>
              <a:gd name="T78" fmla="*/ 50294 w 56515"/>
              <a:gd name="T79" fmla="*/ 2221 h 170815"/>
              <a:gd name="T80" fmla="*/ 49101 w 56515"/>
              <a:gd name="T81" fmla="*/ 1214 h 170815"/>
              <a:gd name="T82" fmla="*/ 46794 w 56515"/>
              <a:gd name="T83" fmla="*/ 621 h 17081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56515" h="170815">
                <a:moveTo>
                  <a:pt x="45314" y="0"/>
                </a:moveTo>
                <a:lnTo>
                  <a:pt x="38599" y="0"/>
                </a:lnTo>
                <a:lnTo>
                  <a:pt x="34396" y="761"/>
                </a:lnTo>
                <a:lnTo>
                  <a:pt x="31028" y="2407"/>
                </a:lnTo>
                <a:lnTo>
                  <a:pt x="27681" y="3931"/>
                </a:lnTo>
                <a:lnTo>
                  <a:pt x="24978" y="6217"/>
                </a:lnTo>
                <a:lnTo>
                  <a:pt x="22942" y="9387"/>
                </a:lnTo>
                <a:lnTo>
                  <a:pt x="20894" y="12435"/>
                </a:lnTo>
                <a:lnTo>
                  <a:pt x="19476" y="16245"/>
                </a:lnTo>
                <a:lnTo>
                  <a:pt x="18647" y="20939"/>
                </a:lnTo>
                <a:lnTo>
                  <a:pt x="17858" y="25511"/>
                </a:lnTo>
                <a:lnTo>
                  <a:pt x="17452" y="31363"/>
                </a:lnTo>
                <a:lnTo>
                  <a:pt x="17452" y="58277"/>
                </a:lnTo>
                <a:lnTo>
                  <a:pt x="16264" y="63733"/>
                </a:lnTo>
                <a:lnTo>
                  <a:pt x="13871" y="67421"/>
                </a:lnTo>
                <a:lnTo>
                  <a:pt x="11487" y="71231"/>
                </a:lnTo>
                <a:lnTo>
                  <a:pt x="8025" y="73395"/>
                </a:lnTo>
                <a:lnTo>
                  <a:pt x="3499" y="74035"/>
                </a:lnTo>
                <a:lnTo>
                  <a:pt x="2843" y="74157"/>
                </a:lnTo>
                <a:lnTo>
                  <a:pt x="2322" y="74279"/>
                </a:lnTo>
                <a:lnTo>
                  <a:pt x="1892" y="74675"/>
                </a:lnTo>
                <a:lnTo>
                  <a:pt x="1475" y="74919"/>
                </a:lnTo>
                <a:lnTo>
                  <a:pt x="213" y="78973"/>
                </a:lnTo>
                <a:lnTo>
                  <a:pt x="70" y="80131"/>
                </a:lnTo>
                <a:lnTo>
                  <a:pt x="29" y="81015"/>
                </a:lnTo>
                <a:lnTo>
                  <a:pt x="0" y="84947"/>
                </a:lnTo>
                <a:lnTo>
                  <a:pt x="94" y="86349"/>
                </a:lnTo>
                <a:lnTo>
                  <a:pt x="249" y="87508"/>
                </a:lnTo>
                <a:lnTo>
                  <a:pt x="417" y="88635"/>
                </a:lnTo>
                <a:lnTo>
                  <a:pt x="655" y="89641"/>
                </a:lnTo>
                <a:lnTo>
                  <a:pt x="987" y="90281"/>
                </a:lnTo>
                <a:lnTo>
                  <a:pt x="1298" y="90921"/>
                </a:lnTo>
                <a:lnTo>
                  <a:pt x="1691" y="91439"/>
                </a:lnTo>
                <a:lnTo>
                  <a:pt x="2142" y="91805"/>
                </a:lnTo>
                <a:lnTo>
                  <a:pt x="2593" y="92201"/>
                </a:lnTo>
                <a:lnTo>
                  <a:pt x="3142" y="92445"/>
                </a:lnTo>
                <a:lnTo>
                  <a:pt x="3785" y="92567"/>
                </a:lnTo>
                <a:lnTo>
                  <a:pt x="6239" y="92963"/>
                </a:lnTo>
                <a:lnTo>
                  <a:pt x="8333" y="93725"/>
                </a:lnTo>
                <a:lnTo>
                  <a:pt x="10037" y="94975"/>
                </a:lnTo>
                <a:lnTo>
                  <a:pt x="11750" y="96133"/>
                </a:lnTo>
                <a:lnTo>
                  <a:pt x="13167" y="97657"/>
                </a:lnTo>
                <a:lnTo>
                  <a:pt x="14252" y="99547"/>
                </a:lnTo>
                <a:lnTo>
                  <a:pt x="15358" y="101345"/>
                </a:lnTo>
                <a:lnTo>
                  <a:pt x="16169" y="103357"/>
                </a:lnTo>
                <a:lnTo>
                  <a:pt x="16681" y="105796"/>
                </a:lnTo>
                <a:lnTo>
                  <a:pt x="17202" y="108203"/>
                </a:lnTo>
                <a:lnTo>
                  <a:pt x="17452" y="111373"/>
                </a:lnTo>
                <a:lnTo>
                  <a:pt x="17452" y="139171"/>
                </a:lnTo>
                <a:lnTo>
                  <a:pt x="17858" y="145145"/>
                </a:lnTo>
                <a:lnTo>
                  <a:pt x="30943" y="168127"/>
                </a:lnTo>
                <a:lnTo>
                  <a:pt x="34289" y="169804"/>
                </a:lnTo>
                <a:lnTo>
                  <a:pt x="38538" y="170566"/>
                </a:lnTo>
                <a:lnTo>
                  <a:pt x="46838" y="170566"/>
                </a:lnTo>
                <a:lnTo>
                  <a:pt x="48182" y="170413"/>
                </a:lnTo>
                <a:lnTo>
                  <a:pt x="49554" y="170291"/>
                </a:lnTo>
                <a:lnTo>
                  <a:pt x="50971" y="170047"/>
                </a:lnTo>
                <a:lnTo>
                  <a:pt x="52459" y="169651"/>
                </a:lnTo>
                <a:lnTo>
                  <a:pt x="52983" y="169529"/>
                </a:lnTo>
                <a:lnTo>
                  <a:pt x="53458" y="169285"/>
                </a:lnTo>
                <a:lnTo>
                  <a:pt x="53909" y="168889"/>
                </a:lnTo>
                <a:lnTo>
                  <a:pt x="54364" y="168645"/>
                </a:lnTo>
                <a:lnTo>
                  <a:pt x="55802" y="164957"/>
                </a:lnTo>
                <a:lnTo>
                  <a:pt x="55958" y="163951"/>
                </a:lnTo>
                <a:lnTo>
                  <a:pt x="56052" y="162549"/>
                </a:lnTo>
                <a:lnTo>
                  <a:pt x="56052" y="159136"/>
                </a:lnTo>
                <a:lnTo>
                  <a:pt x="53626" y="152643"/>
                </a:lnTo>
                <a:lnTo>
                  <a:pt x="52983" y="152278"/>
                </a:lnTo>
                <a:lnTo>
                  <a:pt x="52196" y="152125"/>
                </a:lnTo>
                <a:lnTo>
                  <a:pt x="51303" y="152003"/>
                </a:lnTo>
                <a:lnTo>
                  <a:pt x="46277" y="152003"/>
                </a:lnTo>
                <a:lnTo>
                  <a:pt x="45101" y="151637"/>
                </a:lnTo>
                <a:lnTo>
                  <a:pt x="40492" y="142615"/>
                </a:lnTo>
                <a:lnTo>
                  <a:pt x="40193" y="140329"/>
                </a:lnTo>
                <a:lnTo>
                  <a:pt x="40050" y="136641"/>
                </a:lnTo>
                <a:lnTo>
                  <a:pt x="40050" y="110855"/>
                </a:lnTo>
                <a:lnTo>
                  <a:pt x="39694" y="106679"/>
                </a:lnTo>
                <a:lnTo>
                  <a:pt x="38980" y="103357"/>
                </a:lnTo>
                <a:lnTo>
                  <a:pt x="38267" y="100065"/>
                </a:lnTo>
                <a:lnTo>
                  <a:pt x="37124" y="97017"/>
                </a:lnTo>
                <a:lnTo>
                  <a:pt x="35539" y="94366"/>
                </a:lnTo>
                <a:lnTo>
                  <a:pt x="33954" y="91561"/>
                </a:lnTo>
                <a:lnTo>
                  <a:pt x="20086" y="83179"/>
                </a:lnTo>
                <a:lnTo>
                  <a:pt x="23765" y="82417"/>
                </a:lnTo>
                <a:lnTo>
                  <a:pt x="35539" y="72115"/>
                </a:lnTo>
                <a:lnTo>
                  <a:pt x="37124" y="69463"/>
                </a:lnTo>
                <a:lnTo>
                  <a:pt x="38267" y="66415"/>
                </a:lnTo>
                <a:lnTo>
                  <a:pt x="38980" y="63124"/>
                </a:lnTo>
                <a:lnTo>
                  <a:pt x="39694" y="59679"/>
                </a:lnTo>
                <a:lnTo>
                  <a:pt x="40050" y="55625"/>
                </a:lnTo>
                <a:lnTo>
                  <a:pt x="40050" y="33893"/>
                </a:lnTo>
                <a:lnTo>
                  <a:pt x="40193" y="30205"/>
                </a:lnTo>
                <a:lnTo>
                  <a:pt x="40492" y="27919"/>
                </a:lnTo>
                <a:lnTo>
                  <a:pt x="40766" y="25511"/>
                </a:lnTo>
                <a:lnTo>
                  <a:pt x="41266" y="23743"/>
                </a:lnTo>
                <a:lnTo>
                  <a:pt x="41946" y="22341"/>
                </a:lnTo>
                <a:lnTo>
                  <a:pt x="42611" y="20939"/>
                </a:lnTo>
                <a:lnTo>
                  <a:pt x="43491" y="19933"/>
                </a:lnTo>
                <a:lnTo>
                  <a:pt x="44552" y="19415"/>
                </a:lnTo>
                <a:lnTo>
                  <a:pt x="45625" y="18928"/>
                </a:lnTo>
                <a:lnTo>
                  <a:pt x="46969" y="18531"/>
                </a:lnTo>
                <a:lnTo>
                  <a:pt x="48575" y="18531"/>
                </a:lnTo>
                <a:lnTo>
                  <a:pt x="52160" y="18409"/>
                </a:lnTo>
                <a:lnTo>
                  <a:pt x="52684" y="18409"/>
                </a:lnTo>
                <a:lnTo>
                  <a:pt x="53208" y="18287"/>
                </a:lnTo>
                <a:lnTo>
                  <a:pt x="53720" y="18013"/>
                </a:lnTo>
                <a:lnTo>
                  <a:pt x="54233" y="17769"/>
                </a:lnTo>
                <a:lnTo>
                  <a:pt x="54650" y="17251"/>
                </a:lnTo>
                <a:lnTo>
                  <a:pt x="54982" y="16489"/>
                </a:lnTo>
                <a:lnTo>
                  <a:pt x="55302" y="15880"/>
                </a:lnTo>
                <a:lnTo>
                  <a:pt x="55565" y="14843"/>
                </a:lnTo>
                <a:lnTo>
                  <a:pt x="55757" y="13837"/>
                </a:lnTo>
                <a:lnTo>
                  <a:pt x="55946" y="12679"/>
                </a:lnTo>
                <a:lnTo>
                  <a:pt x="56052" y="11429"/>
                </a:lnTo>
                <a:lnTo>
                  <a:pt x="56052" y="8107"/>
                </a:lnTo>
                <a:lnTo>
                  <a:pt x="55958" y="6736"/>
                </a:lnTo>
                <a:lnTo>
                  <a:pt x="55650" y="4450"/>
                </a:lnTo>
                <a:lnTo>
                  <a:pt x="55400" y="3688"/>
                </a:lnTo>
                <a:lnTo>
                  <a:pt x="55077" y="3047"/>
                </a:lnTo>
                <a:lnTo>
                  <a:pt x="54757" y="2285"/>
                </a:lnTo>
                <a:lnTo>
                  <a:pt x="54364" y="1889"/>
                </a:lnTo>
                <a:lnTo>
                  <a:pt x="53909" y="1523"/>
                </a:lnTo>
                <a:lnTo>
                  <a:pt x="53458" y="1249"/>
                </a:lnTo>
                <a:lnTo>
                  <a:pt x="52946" y="1005"/>
                </a:lnTo>
                <a:lnTo>
                  <a:pt x="52364" y="1005"/>
                </a:lnTo>
                <a:lnTo>
                  <a:pt x="50947" y="640"/>
                </a:lnTo>
                <a:lnTo>
                  <a:pt x="49554" y="365"/>
                </a:lnTo>
                <a:lnTo>
                  <a:pt x="4531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CBDF7AA-2537-6847-4F46-DC2469B07BA4}"/>
              </a:ext>
            </a:extLst>
          </p:cNvPr>
          <p:cNvSpPr txBox="1"/>
          <p:nvPr/>
        </p:nvSpPr>
        <p:spPr>
          <a:xfrm>
            <a:off x="1159933" y="1708151"/>
            <a:ext cx="2457451" cy="3181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067" b="1" spc="-13" dirty="0">
                <a:latin typeface="Calibri"/>
                <a:cs typeface="Calibri"/>
              </a:rPr>
              <a:t>print</a:t>
            </a:r>
            <a:r>
              <a:rPr sz="2067" b="1" spc="-7" dirty="0">
                <a:latin typeface="Calibri"/>
                <a:cs typeface="Calibri"/>
              </a:rPr>
              <a:t>f(</a:t>
            </a:r>
            <a:r>
              <a:rPr sz="2067" b="1" spc="13" dirty="0">
                <a:latin typeface="Calibri"/>
                <a:cs typeface="Calibri"/>
              </a:rPr>
              <a:t>"</a:t>
            </a:r>
            <a:r>
              <a:rPr sz="2067" b="1" spc="-13" dirty="0">
                <a:latin typeface="Calibri"/>
                <a:cs typeface="Calibri"/>
              </a:rPr>
              <a:t>Hello</a:t>
            </a:r>
            <a:r>
              <a:rPr sz="2067" b="1" spc="207" dirty="0">
                <a:latin typeface="Times New Roman"/>
                <a:cs typeface="Times New Roman"/>
              </a:rPr>
              <a:t> </a:t>
            </a:r>
            <a:r>
              <a:rPr sz="2067" b="1" spc="-27" dirty="0">
                <a:latin typeface="Calibri"/>
                <a:cs typeface="Calibri"/>
              </a:rPr>
              <a:t>Wo</a:t>
            </a:r>
            <a:r>
              <a:rPr sz="2067" b="1" spc="-7" dirty="0">
                <a:latin typeface="Calibri"/>
                <a:cs typeface="Calibri"/>
              </a:rPr>
              <a:t>r</a:t>
            </a:r>
            <a:r>
              <a:rPr sz="2067" b="1" spc="13" dirty="0">
                <a:latin typeface="Calibri"/>
                <a:cs typeface="Calibri"/>
              </a:rPr>
              <a:t>l</a:t>
            </a:r>
            <a:r>
              <a:rPr sz="2067" b="1" spc="-13" dirty="0">
                <a:latin typeface="Calibri"/>
                <a:cs typeface="Calibri"/>
              </a:rPr>
              <a:t>d");</a:t>
            </a:r>
            <a:endParaRPr sz="2067" dirty="0">
              <a:latin typeface="Calibri"/>
              <a:cs typeface="Calibri"/>
            </a:endParaRPr>
          </a:p>
        </p:txBody>
      </p:sp>
      <p:sp>
        <p:nvSpPr>
          <p:cNvPr id="25608" name="object 10">
            <a:extLst>
              <a:ext uri="{FF2B5EF4-FFF2-40B4-BE49-F238E27FC236}">
                <a16:creationId xmlns:a16="http://schemas.microsoft.com/office/drawing/2014/main" id="{72D4DE63-D8E3-7832-835D-4A54A49175C9}"/>
              </a:ext>
            </a:extLst>
          </p:cNvPr>
          <p:cNvSpPr>
            <a:spLocks/>
          </p:cNvSpPr>
          <p:nvPr/>
        </p:nvSpPr>
        <p:spPr bwMode="auto">
          <a:xfrm>
            <a:off x="948267" y="2055284"/>
            <a:ext cx="76200" cy="228600"/>
          </a:xfrm>
          <a:custGeom>
            <a:avLst/>
            <a:gdLst>
              <a:gd name="T0" fmla="*/ 11519 w 56515"/>
              <a:gd name="T1" fmla="*/ 0 h 170814"/>
              <a:gd name="T2" fmla="*/ 5562 w 56515"/>
              <a:gd name="T3" fmla="*/ 650 h 170814"/>
              <a:gd name="T4" fmla="*/ 3387 w 56515"/>
              <a:gd name="T5" fmla="*/ 1025 h 170814"/>
              <a:gd name="T6" fmla="*/ 706 w 56515"/>
              <a:gd name="T7" fmla="*/ 3758 h 170814"/>
              <a:gd name="T8" fmla="*/ 264 w 56515"/>
              <a:gd name="T9" fmla="*/ 5682 h 170814"/>
              <a:gd name="T10" fmla="*/ 0 w 56515"/>
              <a:gd name="T11" fmla="*/ 8259 h 170814"/>
              <a:gd name="T12" fmla="*/ 2668 w 56515"/>
              <a:gd name="T13" fmla="*/ 18351 h 170814"/>
              <a:gd name="T14" fmla="*/ 4206 w 56515"/>
              <a:gd name="T15" fmla="*/ 18755 h 170814"/>
              <a:gd name="T16" fmla="*/ 8924 w 56515"/>
              <a:gd name="T17" fmla="*/ 18879 h 170814"/>
              <a:gd name="T18" fmla="*/ 11683 w 56515"/>
              <a:gd name="T19" fmla="*/ 19283 h 170814"/>
              <a:gd name="T20" fmla="*/ 13746 w 56515"/>
              <a:gd name="T21" fmla="*/ 20306 h 170814"/>
              <a:gd name="T22" fmla="*/ 15171 w 56515"/>
              <a:gd name="T23" fmla="*/ 22759 h 170814"/>
              <a:gd name="T24" fmla="*/ 16256 w 56515"/>
              <a:gd name="T25" fmla="*/ 26114 h 170814"/>
              <a:gd name="T26" fmla="*/ 16856 w 56515"/>
              <a:gd name="T27" fmla="*/ 30927 h 170814"/>
              <a:gd name="T28" fmla="*/ 17021 w 56515"/>
              <a:gd name="T29" fmla="*/ 60799 h 170814"/>
              <a:gd name="T30" fmla="*/ 18155 w 56515"/>
              <a:gd name="T31" fmla="*/ 67786 h 170814"/>
              <a:gd name="T32" fmla="*/ 20092 w 56515"/>
              <a:gd name="T33" fmla="*/ 73221 h 170814"/>
              <a:gd name="T34" fmla="*/ 34232 w 56515"/>
              <a:gd name="T35" fmla="*/ 85391 h 170814"/>
              <a:gd name="T36" fmla="*/ 25546 w 56515"/>
              <a:gd name="T37" fmla="*/ 91974 h 170814"/>
              <a:gd name="T38" fmla="*/ 21729 w 56515"/>
              <a:gd name="T39" fmla="*/ 98185 h 170814"/>
              <a:gd name="T40" fmla="*/ 18897 w 56515"/>
              <a:gd name="T41" fmla="*/ 105047 h 170814"/>
              <a:gd name="T42" fmla="*/ 17398 w 56515"/>
              <a:gd name="T43" fmla="*/ 112685 h 170814"/>
              <a:gd name="T44" fmla="*/ 17021 w 56515"/>
              <a:gd name="T45" fmla="*/ 139204 h 170814"/>
              <a:gd name="T46" fmla="*/ 16566 w 56515"/>
              <a:gd name="T47" fmla="*/ 145290 h 170814"/>
              <a:gd name="T48" fmla="*/ 15738 w 56515"/>
              <a:gd name="T49" fmla="*/ 149699 h 170814"/>
              <a:gd name="T50" fmla="*/ 14300 w 56515"/>
              <a:gd name="T51" fmla="*/ 152400 h 170814"/>
              <a:gd name="T52" fmla="*/ 11129 w 56515"/>
              <a:gd name="T53" fmla="*/ 154482 h 170814"/>
              <a:gd name="T54" fmla="*/ 4104 w 56515"/>
              <a:gd name="T55" fmla="*/ 154853 h 170814"/>
              <a:gd name="T56" fmla="*/ 3019 w 56515"/>
              <a:gd name="T57" fmla="*/ 155133 h 170814"/>
              <a:gd name="T58" fmla="*/ 1988 w 56515"/>
              <a:gd name="T59" fmla="*/ 155754 h 170814"/>
              <a:gd name="T60" fmla="*/ 0 w 56515"/>
              <a:gd name="T61" fmla="*/ 165597 h 170814"/>
              <a:gd name="T62" fmla="*/ 2741 w 56515"/>
              <a:gd name="T63" fmla="*/ 172460 h 170814"/>
              <a:gd name="T64" fmla="*/ 3790 w 56515"/>
              <a:gd name="T65" fmla="*/ 172833 h 170814"/>
              <a:gd name="T66" fmla="*/ 8507 w 56515"/>
              <a:gd name="T67" fmla="*/ 173485 h 170814"/>
              <a:gd name="T68" fmla="*/ 18558 w 56515"/>
              <a:gd name="T69" fmla="*/ 173765 h 170814"/>
              <a:gd name="T70" fmla="*/ 26551 w 56515"/>
              <a:gd name="T71" fmla="*/ 171280 h 170814"/>
              <a:gd name="T72" fmla="*/ 32958 w 56515"/>
              <a:gd name="T73" fmla="*/ 167275 h 170814"/>
              <a:gd name="T74" fmla="*/ 38777 w 56515"/>
              <a:gd name="T75" fmla="*/ 157183 h 170814"/>
              <a:gd name="T76" fmla="*/ 40476 w 56515"/>
              <a:gd name="T77" fmla="*/ 147866 h 170814"/>
              <a:gd name="T78" fmla="*/ 40937 w 56515"/>
              <a:gd name="T79" fmla="*/ 117096 h 170814"/>
              <a:gd name="T80" fmla="*/ 41787 w 56515"/>
              <a:gd name="T81" fmla="*/ 110730 h 170814"/>
              <a:gd name="T82" fmla="*/ 43249 w 56515"/>
              <a:gd name="T83" fmla="*/ 105171 h 170814"/>
              <a:gd name="T84" fmla="*/ 45638 w 56515"/>
              <a:gd name="T85" fmla="*/ 100389 h 170814"/>
              <a:gd name="T86" fmla="*/ 49015 w 56515"/>
              <a:gd name="T87" fmla="*/ 96913 h 170814"/>
              <a:gd name="T88" fmla="*/ 53081 w 56515"/>
              <a:gd name="T89" fmla="*/ 94304 h 170814"/>
              <a:gd name="T90" fmla="*/ 56292 w 56515"/>
              <a:gd name="T91" fmla="*/ 93930 h 170814"/>
              <a:gd name="T92" fmla="*/ 59364 w 56515"/>
              <a:gd name="T93" fmla="*/ 86292 h 170814"/>
              <a:gd name="T94" fmla="*/ 59263 w 56515"/>
              <a:gd name="T95" fmla="*/ 81387 h 170814"/>
              <a:gd name="T96" fmla="*/ 58597 w 56515"/>
              <a:gd name="T97" fmla="*/ 78127 h 170814"/>
              <a:gd name="T98" fmla="*/ 57977 w 56515"/>
              <a:gd name="T99" fmla="*/ 76729 h 170814"/>
              <a:gd name="T100" fmla="*/ 50538 w 56515"/>
              <a:gd name="T101" fmla="*/ 74120 h 170814"/>
              <a:gd name="T102" fmla="*/ 45375 w 56515"/>
              <a:gd name="T103" fmla="*/ 71540 h 170814"/>
              <a:gd name="T104" fmla="*/ 43108 w 56515"/>
              <a:gd name="T105" fmla="*/ 68966 h 170814"/>
              <a:gd name="T106" fmla="*/ 41735 w 56515"/>
              <a:gd name="T107" fmla="*/ 65332 h 170814"/>
              <a:gd name="T108" fmla="*/ 40919 w 56515"/>
              <a:gd name="T109" fmla="*/ 60271 h 170814"/>
              <a:gd name="T110" fmla="*/ 40476 w 56515"/>
              <a:gd name="T111" fmla="*/ 25866 h 170814"/>
              <a:gd name="T112" fmla="*/ 23103 w 56515"/>
              <a:gd name="T113" fmla="*/ 776 h 17081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56515" h="170814">
                <a:moveTo>
                  <a:pt x="17608" y="0"/>
                </a:moveTo>
                <a:lnTo>
                  <a:pt x="10893" y="0"/>
                </a:lnTo>
                <a:lnTo>
                  <a:pt x="6690" y="365"/>
                </a:lnTo>
                <a:lnTo>
                  <a:pt x="5260" y="640"/>
                </a:lnTo>
                <a:lnTo>
                  <a:pt x="3773" y="1005"/>
                </a:lnTo>
                <a:lnTo>
                  <a:pt x="3203" y="1005"/>
                </a:lnTo>
                <a:lnTo>
                  <a:pt x="1024" y="3047"/>
                </a:lnTo>
                <a:lnTo>
                  <a:pt x="667" y="3688"/>
                </a:lnTo>
                <a:lnTo>
                  <a:pt x="405" y="4450"/>
                </a:lnTo>
                <a:lnTo>
                  <a:pt x="249" y="5577"/>
                </a:lnTo>
                <a:lnTo>
                  <a:pt x="82" y="6736"/>
                </a:lnTo>
                <a:lnTo>
                  <a:pt x="0" y="8107"/>
                </a:lnTo>
                <a:lnTo>
                  <a:pt x="0" y="11429"/>
                </a:lnTo>
                <a:lnTo>
                  <a:pt x="2523" y="18013"/>
                </a:lnTo>
                <a:lnTo>
                  <a:pt x="3166" y="18287"/>
                </a:lnTo>
                <a:lnTo>
                  <a:pt x="3977" y="18409"/>
                </a:lnTo>
                <a:lnTo>
                  <a:pt x="4940" y="18409"/>
                </a:lnTo>
                <a:lnTo>
                  <a:pt x="8439" y="18531"/>
                </a:lnTo>
                <a:lnTo>
                  <a:pt x="9857" y="18531"/>
                </a:lnTo>
                <a:lnTo>
                  <a:pt x="11048" y="18928"/>
                </a:lnTo>
                <a:lnTo>
                  <a:pt x="12024" y="19415"/>
                </a:lnTo>
                <a:lnTo>
                  <a:pt x="12999" y="19933"/>
                </a:lnTo>
                <a:lnTo>
                  <a:pt x="13773" y="20939"/>
                </a:lnTo>
                <a:lnTo>
                  <a:pt x="14346" y="22341"/>
                </a:lnTo>
                <a:lnTo>
                  <a:pt x="14929" y="23743"/>
                </a:lnTo>
                <a:lnTo>
                  <a:pt x="15371" y="25633"/>
                </a:lnTo>
                <a:lnTo>
                  <a:pt x="15666" y="27919"/>
                </a:lnTo>
                <a:lnTo>
                  <a:pt x="15941" y="30358"/>
                </a:lnTo>
                <a:lnTo>
                  <a:pt x="16096" y="33893"/>
                </a:lnTo>
                <a:lnTo>
                  <a:pt x="16096" y="59679"/>
                </a:lnTo>
                <a:lnTo>
                  <a:pt x="16453" y="63611"/>
                </a:lnTo>
                <a:lnTo>
                  <a:pt x="17169" y="66537"/>
                </a:lnTo>
                <a:lnTo>
                  <a:pt x="17870" y="69463"/>
                </a:lnTo>
                <a:lnTo>
                  <a:pt x="19001" y="71871"/>
                </a:lnTo>
                <a:lnTo>
                  <a:pt x="36063" y="83057"/>
                </a:lnTo>
                <a:lnTo>
                  <a:pt x="32372" y="83819"/>
                </a:lnTo>
                <a:lnTo>
                  <a:pt x="29263" y="85465"/>
                </a:lnTo>
                <a:lnTo>
                  <a:pt x="24158" y="90281"/>
                </a:lnTo>
                <a:lnTo>
                  <a:pt x="22097" y="93085"/>
                </a:lnTo>
                <a:lnTo>
                  <a:pt x="20549" y="96377"/>
                </a:lnTo>
                <a:lnTo>
                  <a:pt x="19001" y="99547"/>
                </a:lnTo>
                <a:lnTo>
                  <a:pt x="17870" y="103113"/>
                </a:lnTo>
                <a:lnTo>
                  <a:pt x="17169" y="106801"/>
                </a:lnTo>
                <a:lnTo>
                  <a:pt x="16453" y="110611"/>
                </a:lnTo>
                <a:lnTo>
                  <a:pt x="16096" y="114940"/>
                </a:lnTo>
                <a:lnTo>
                  <a:pt x="16096" y="136641"/>
                </a:lnTo>
                <a:lnTo>
                  <a:pt x="15941" y="140329"/>
                </a:lnTo>
                <a:lnTo>
                  <a:pt x="15666" y="142615"/>
                </a:lnTo>
                <a:lnTo>
                  <a:pt x="15371" y="145023"/>
                </a:lnTo>
                <a:lnTo>
                  <a:pt x="14883" y="146944"/>
                </a:lnTo>
                <a:lnTo>
                  <a:pt x="14203" y="148193"/>
                </a:lnTo>
                <a:lnTo>
                  <a:pt x="13523" y="149595"/>
                </a:lnTo>
                <a:lnTo>
                  <a:pt x="12655" y="150601"/>
                </a:lnTo>
                <a:lnTo>
                  <a:pt x="10524" y="151637"/>
                </a:lnTo>
                <a:lnTo>
                  <a:pt x="9180" y="152003"/>
                </a:lnTo>
                <a:lnTo>
                  <a:pt x="3880" y="152003"/>
                </a:lnTo>
                <a:lnTo>
                  <a:pt x="3355" y="152125"/>
                </a:lnTo>
                <a:lnTo>
                  <a:pt x="2855" y="152278"/>
                </a:lnTo>
                <a:lnTo>
                  <a:pt x="2380" y="152643"/>
                </a:lnTo>
                <a:lnTo>
                  <a:pt x="1880" y="152887"/>
                </a:lnTo>
                <a:lnTo>
                  <a:pt x="0" y="159257"/>
                </a:lnTo>
                <a:lnTo>
                  <a:pt x="0" y="162549"/>
                </a:lnTo>
                <a:lnTo>
                  <a:pt x="2179" y="168889"/>
                </a:lnTo>
                <a:lnTo>
                  <a:pt x="2593" y="169285"/>
                </a:lnTo>
                <a:lnTo>
                  <a:pt x="3072" y="169529"/>
                </a:lnTo>
                <a:lnTo>
                  <a:pt x="3584" y="169651"/>
                </a:lnTo>
                <a:lnTo>
                  <a:pt x="6690" y="170169"/>
                </a:lnTo>
                <a:lnTo>
                  <a:pt x="8046" y="170291"/>
                </a:lnTo>
                <a:lnTo>
                  <a:pt x="9406" y="170566"/>
                </a:lnTo>
                <a:lnTo>
                  <a:pt x="17550" y="170566"/>
                </a:lnTo>
                <a:lnTo>
                  <a:pt x="21753" y="169804"/>
                </a:lnTo>
                <a:lnTo>
                  <a:pt x="25109" y="168127"/>
                </a:lnTo>
                <a:lnTo>
                  <a:pt x="28468" y="166603"/>
                </a:lnTo>
                <a:lnTo>
                  <a:pt x="31168" y="164195"/>
                </a:lnTo>
                <a:lnTo>
                  <a:pt x="35240" y="158099"/>
                </a:lnTo>
                <a:lnTo>
                  <a:pt x="36670" y="154289"/>
                </a:lnTo>
                <a:lnTo>
                  <a:pt x="37490" y="149595"/>
                </a:lnTo>
                <a:lnTo>
                  <a:pt x="38276" y="145145"/>
                </a:lnTo>
                <a:lnTo>
                  <a:pt x="38694" y="139171"/>
                </a:lnTo>
                <a:lnTo>
                  <a:pt x="38712" y="114940"/>
                </a:lnTo>
                <a:lnTo>
                  <a:pt x="38956" y="111617"/>
                </a:lnTo>
                <a:lnTo>
                  <a:pt x="39517" y="108691"/>
                </a:lnTo>
                <a:lnTo>
                  <a:pt x="40062" y="105917"/>
                </a:lnTo>
                <a:lnTo>
                  <a:pt x="40898" y="103235"/>
                </a:lnTo>
                <a:lnTo>
                  <a:pt x="42028" y="100949"/>
                </a:lnTo>
                <a:lnTo>
                  <a:pt x="43159" y="98541"/>
                </a:lnTo>
                <a:lnTo>
                  <a:pt x="44601" y="96652"/>
                </a:lnTo>
                <a:lnTo>
                  <a:pt x="46350" y="95128"/>
                </a:lnTo>
                <a:lnTo>
                  <a:pt x="48088" y="93451"/>
                </a:lnTo>
                <a:lnTo>
                  <a:pt x="50197" y="92567"/>
                </a:lnTo>
                <a:lnTo>
                  <a:pt x="52648" y="92201"/>
                </a:lnTo>
                <a:lnTo>
                  <a:pt x="53233" y="92201"/>
                </a:lnTo>
                <a:lnTo>
                  <a:pt x="54196" y="91683"/>
                </a:lnTo>
                <a:lnTo>
                  <a:pt x="56138" y="84703"/>
                </a:lnTo>
                <a:lnTo>
                  <a:pt x="56121" y="81015"/>
                </a:lnTo>
                <a:lnTo>
                  <a:pt x="56043" y="79888"/>
                </a:lnTo>
                <a:lnTo>
                  <a:pt x="55662" y="77602"/>
                </a:lnTo>
                <a:lnTo>
                  <a:pt x="55412" y="76687"/>
                </a:lnTo>
                <a:lnTo>
                  <a:pt x="55126" y="76078"/>
                </a:lnTo>
                <a:lnTo>
                  <a:pt x="54827" y="75316"/>
                </a:lnTo>
                <a:lnTo>
                  <a:pt x="49898" y="73395"/>
                </a:lnTo>
                <a:lnTo>
                  <a:pt x="47792" y="72755"/>
                </a:lnTo>
                <a:lnTo>
                  <a:pt x="44302" y="71231"/>
                </a:lnTo>
                <a:lnTo>
                  <a:pt x="42909" y="70225"/>
                </a:lnTo>
                <a:lnTo>
                  <a:pt x="41836" y="68945"/>
                </a:lnTo>
                <a:lnTo>
                  <a:pt x="40766" y="67696"/>
                </a:lnTo>
                <a:lnTo>
                  <a:pt x="39968" y="66019"/>
                </a:lnTo>
                <a:lnTo>
                  <a:pt x="39468" y="64129"/>
                </a:lnTo>
                <a:lnTo>
                  <a:pt x="38944" y="62087"/>
                </a:lnTo>
                <a:lnTo>
                  <a:pt x="38694" y="59161"/>
                </a:lnTo>
                <a:lnTo>
                  <a:pt x="38694" y="31363"/>
                </a:lnTo>
                <a:lnTo>
                  <a:pt x="38276" y="25389"/>
                </a:lnTo>
                <a:lnTo>
                  <a:pt x="25203" y="2407"/>
                </a:lnTo>
                <a:lnTo>
                  <a:pt x="21848" y="761"/>
                </a:lnTo>
                <a:lnTo>
                  <a:pt x="176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09" name="object 13">
            <a:extLst>
              <a:ext uri="{FF2B5EF4-FFF2-40B4-BE49-F238E27FC236}">
                <a16:creationId xmlns:a16="http://schemas.microsoft.com/office/drawing/2014/main" id="{E283DFBF-6A03-3F9A-94CF-6A8E2539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67" y="2696634"/>
            <a:ext cx="2209800" cy="268817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25610" name="object 15">
            <a:extLst>
              <a:ext uri="{FF2B5EF4-FFF2-40B4-BE49-F238E27FC236}">
                <a16:creationId xmlns:a16="http://schemas.microsoft.com/office/drawing/2014/main" id="{3E9D3A03-3EC5-A52F-5783-1E2B01821A6B}"/>
              </a:ext>
            </a:extLst>
          </p:cNvPr>
          <p:cNvSpPr>
            <a:spLocks/>
          </p:cNvSpPr>
          <p:nvPr/>
        </p:nvSpPr>
        <p:spPr bwMode="auto">
          <a:xfrm>
            <a:off x="5740400" y="436034"/>
            <a:ext cx="6096000" cy="2995084"/>
          </a:xfrm>
          <a:custGeom>
            <a:avLst/>
            <a:gdLst>
              <a:gd name="T0" fmla="*/ 0 w 4572000"/>
              <a:gd name="T1" fmla="*/ 2242500 h 2247265"/>
              <a:gd name="T2" fmla="*/ 4571999 w 4572000"/>
              <a:gd name="T3" fmla="*/ 2242500 h 2247265"/>
              <a:gd name="T4" fmla="*/ 4571999 w 4572000"/>
              <a:gd name="T5" fmla="*/ 0 h 2247265"/>
              <a:gd name="T6" fmla="*/ 0 w 4572000"/>
              <a:gd name="T7" fmla="*/ 0 h 2247265"/>
              <a:gd name="T8" fmla="*/ 0 w 4572000"/>
              <a:gd name="T9" fmla="*/ 2242500 h 22472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72000" h="2247265">
                <a:moveTo>
                  <a:pt x="0" y="2247256"/>
                </a:moveTo>
                <a:lnTo>
                  <a:pt x="4571999" y="2247256"/>
                </a:lnTo>
                <a:lnTo>
                  <a:pt x="4571999" y="0"/>
                </a:lnTo>
                <a:lnTo>
                  <a:pt x="0" y="0"/>
                </a:lnTo>
                <a:lnTo>
                  <a:pt x="0" y="2247256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11" name="object 16">
            <a:extLst>
              <a:ext uri="{FF2B5EF4-FFF2-40B4-BE49-F238E27FC236}">
                <a16:creationId xmlns:a16="http://schemas.microsoft.com/office/drawing/2014/main" id="{0E047E24-1407-9F01-E568-428D9B77BD38}"/>
              </a:ext>
            </a:extLst>
          </p:cNvPr>
          <p:cNvSpPr>
            <a:spLocks/>
          </p:cNvSpPr>
          <p:nvPr/>
        </p:nvSpPr>
        <p:spPr bwMode="auto">
          <a:xfrm>
            <a:off x="406400" y="3663951"/>
            <a:ext cx="4978400" cy="1231900"/>
          </a:xfrm>
          <a:custGeom>
            <a:avLst/>
            <a:gdLst>
              <a:gd name="T0" fmla="*/ 0 w 3733800"/>
              <a:gd name="T1" fmla="*/ 923924 h 923925"/>
              <a:gd name="T2" fmla="*/ 3733799 w 3733800"/>
              <a:gd name="T3" fmla="*/ 923924 h 923925"/>
              <a:gd name="T4" fmla="*/ 3733799 w 3733800"/>
              <a:gd name="T5" fmla="*/ 0 h 923925"/>
              <a:gd name="T6" fmla="*/ 0 w 3733800"/>
              <a:gd name="T7" fmla="*/ 0 h 923925"/>
              <a:gd name="T8" fmla="*/ 0 w 3733800"/>
              <a:gd name="T9" fmla="*/ 923924 h 9239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33800" h="923925">
                <a:moveTo>
                  <a:pt x="0" y="923924"/>
                </a:moveTo>
                <a:lnTo>
                  <a:pt x="3733799" y="923924"/>
                </a:lnTo>
                <a:lnTo>
                  <a:pt x="3733799" y="0"/>
                </a:lnTo>
                <a:lnTo>
                  <a:pt x="0" y="0"/>
                </a:lnTo>
                <a:lnTo>
                  <a:pt x="0" y="923924"/>
                </a:lnTo>
                <a:close/>
              </a:path>
            </a:pathLst>
          </a:custGeom>
          <a:solidFill>
            <a:srgbClr val="FCD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12" name="object 17">
            <a:extLst>
              <a:ext uri="{FF2B5EF4-FFF2-40B4-BE49-F238E27FC236}">
                <a16:creationId xmlns:a16="http://schemas.microsoft.com/office/drawing/2014/main" id="{B0E2A3A9-BAC0-FE3A-3873-3F88B161C9AA}"/>
              </a:ext>
            </a:extLst>
          </p:cNvPr>
          <p:cNvSpPr>
            <a:spLocks/>
          </p:cNvSpPr>
          <p:nvPr/>
        </p:nvSpPr>
        <p:spPr bwMode="auto">
          <a:xfrm>
            <a:off x="406400" y="3663951"/>
            <a:ext cx="4978400" cy="1231900"/>
          </a:xfrm>
          <a:custGeom>
            <a:avLst/>
            <a:gdLst>
              <a:gd name="T0" fmla="*/ 0 w 3733800"/>
              <a:gd name="T1" fmla="*/ 923924 h 923925"/>
              <a:gd name="T2" fmla="*/ 3733799 w 3733800"/>
              <a:gd name="T3" fmla="*/ 923924 h 923925"/>
              <a:gd name="T4" fmla="*/ 3733799 w 3733800"/>
              <a:gd name="T5" fmla="*/ 0 h 923925"/>
              <a:gd name="T6" fmla="*/ 0 w 3733800"/>
              <a:gd name="T7" fmla="*/ 0 h 923925"/>
              <a:gd name="T8" fmla="*/ 0 w 3733800"/>
              <a:gd name="T9" fmla="*/ 923924 h 9239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33800" h="923925">
                <a:moveTo>
                  <a:pt x="0" y="923924"/>
                </a:moveTo>
                <a:lnTo>
                  <a:pt x="3733799" y="923924"/>
                </a:lnTo>
                <a:lnTo>
                  <a:pt x="3733799" y="0"/>
                </a:lnTo>
                <a:lnTo>
                  <a:pt x="0" y="0"/>
                </a:lnTo>
                <a:lnTo>
                  <a:pt x="0" y="923924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13" name="object 22">
            <a:extLst>
              <a:ext uri="{FF2B5EF4-FFF2-40B4-BE49-F238E27FC236}">
                <a16:creationId xmlns:a16="http://schemas.microsoft.com/office/drawing/2014/main" id="{61BB06A3-2203-9579-83F2-94C91916EDC3}"/>
              </a:ext>
            </a:extLst>
          </p:cNvPr>
          <p:cNvSpPr>
            <a:spLocks/>
          </p:cNvSpPr>
          <p:nvPr/>
        </p:nvSpPr>
        <p:spPr bwMode="auto">
          <a:xfrm>
            <a:off x="6299200" y="3530601"/>
            <a:ext cx="5537200" cy="2707217"/>
          </a:xfrm>
          <a:custGeom>
            <a:avLst/>
            <a:gdLst>
              <a:gd name="T0" fmla="*/ 0 w 4152900"/>
              <a:gd name="T1" fmla="*/ 2026609 h 2031364"/>
              <a:gd name="T2" fmla="*/ 4152899 w 4152900"/>
              <a:gd name="T3" fmla="*/ 2026609 h 2031364"/>
              <a:gd name="T4" fmla="*/ 4152899 w 4152900"/>
              <a:gd name="T5" fmla="*/ 0 h 2031364"/>
              <a:gd name="T6" fmla="*/ 0 w 4152900"/>
              <a:gd name="T7" fmla="*/ 0 h 2031364"/>
              <a:gd name="T8" fmla="*/ 0 w 4152900"/>
              <a:gd name="T9" fmla="*/ 2026609 h 20313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52900" h="2031364">
                <a:moveTo>
                  <a:pt x="0" y="2031360"/>
                </a:moveTo>
                <a:lnTo>
                  <a:pt x="4152899" y="2031360"/>
                </a:lnTo>
                <a:lnTo>
                  <a:pt x="4152899" y="0"/>
                </a:lnTo>
                <a:lnTo>
                  <a:pt x="0" y="0"/>
                </a:lnTo>
                <a:lnTo>
                  <a:pt x="0" y="2031360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14" name="object 23">
            <a:extLst>
              <a:ext uri="{FF2B5EF4-FFF2-40B4-BE49-F238E27FC236}">
                <a16:creationId xmlns:a16="http://schemas.microsoft.com/office/drawing/2014/main" id="{CE01B3B0-DBC9-A0ED-58ED-EC25AE286EB7}"/>
              </a:ext>
            </a:extLst>
          </p:cNvPr>
          <p:cNvSpPr>
            <a:spLocks/>
          </p:cNvSpPr>
          <p:nvPr/>
        </p:nvSpPr>
        <p:spPr bwMode="auto">
          <a:xfrm>
            <a:off x="6299200" y="3530601"/>
            <a:ext cx="5537200" cy="2707217"/>
          </a:xfrm>
          <a:custGeom>
            <a:avLst/>
            <a:gdLst>
              <a:gd name="T0" fmla="*/ 0 w 4152900"/>
              <a:gd name="T1" fmla="*/ 2026609 h 2031364"/>
              <a:gd name="T2" fmla="*/ 4152899 w 4152900"/>
              <a:gd name="T3" fmla="*/ 2026609 h 2031364"/>
              <a:gd name="T4" fmla="*/ 4152899 w 4152900"/>
              <a:gd name="T5" fmla="*/ 0 h 2031364"/>
              <a:gd name="T6" fmla="*/ 0 w 4152900"/>
              <a:gd name="T7" fmla="*/ 0 h 2031364"/>
              <a:gd name="T8" fmla="*/ 0 w 4152900"/>
              <a:gd name="T9" fmla="*/ 2026609 h 20313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52900" h="2031364">
                <a:moveTo>
                  <a:pt x="0" y="2031360"/>
                </a:moveTo>
                <a:lnTo>
                  <a:pt x="4152899" y="2031360"/>
                </a:lnTo>
                <a:lnTo>
                  <a:pt x="4152899" y="0"/>
                </a:lnTo>
                <a:lnTo>
                  <a:pt x="0" y="0"/>
                </a:lnTo>
                <a:lnTo>
                  <a:pt x="0" y="2031360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5615" name="object 26">
            <a:extLst>
              <a:ext uri="{FF2B5EF4-FFF2-40B4-BE49-F238E27FC236}">
                <a16:creationId xmlns:a16="http://schemas.microsoft.com/office/drawing/2014/main" id="{8D260784-765D-EC4B-A8DE-F02F42874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34" y="2696634"/>
            <a:ext cx="6802967" cy="595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cs typeface="Calibri" panose="020F0502020204030204" pitchFamily="34" charset="0"/>
              </a:rPr>
              <a:t>TIME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Calibri" panose="020F0502020204030204" pitchFamily="34" charset="0"/>
              </a:rPr>
              <a:t>COMPLEXITY–</a:t>
            </a:r>
            <a:endParaRPr lang="en-US" altLang="en-US" sz="2000" dirty="0">
              <a:cs typeface="Calibri" panose="020F0502020204030204" pitchFamily="34" charset="0"/>
            </a:endParaRPr>
          </a:p>
          <a:p>
            <a:pPr algn="r">
              <a:spcBef>
                <a:spcPts val="17"/>
              </a:spcBef>
            </a:pPr>
            <a:r>
              <a:rPr lang="en-US" altLang="en-US" sz="1867" b="1" dirty="0">
                <a:cs typeface="Calibri" panose="020F0502020204030204" pitchFamily="34" charset="0"/>
              </a:rPr>
              <a:t>TIME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COMPLEXITY</a:t>
            </a:r>
            <a:endParaRPr lang="en-US" altLang="en-US" sz="1867" dirty="0">
              <a:cs typeface="Calibri" panose="020F0502020204030204" pitchFamily="34" charset="0"/>
            </a:endParaRPr>
          </a:p>
        </p:txBody>
      </p:sp>
      <p:sp>
        <p:nvSpPr>
          <p:cNvPr id="25616" name="object 27">
            <a:extLst>
              <a:ext uri="{FF2B5EF4-FFF2-40B4-BE49-F238E27FC236}">
                <a16:creationId xmlns:a16="http://schemas.microsoft.com/office/drawing/2014/main" id="{D1E312F2-A8F9-6396-547D-D4538255B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585" y="436034"/>
            <a:ext cx="4830233" cy="2009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en-US" sz="1867" b="1" dirty="0">
                <a:cs typeface="Calibri" panose="020F0502020204030204" pitchFamily="34" charset="0"/>
              </a:rPr>
              <a:t>#include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&lt;</a:t>
            </a:r>
            <a:r>
              <a:rPr lang="en-US" altLang="en-US" sz="1867" b="1" dirty="0" err="1">
                <a:cs typeface="Calibri" panose="020F0502020204030204" pitchFamily="34" charset="0"/>
              </a:rPr>
              <a:t>stdio.h</a:t>
            </a:r>
            <a:r>
              <a:rPr lang="en-US" altLang="en-US" sz="1867" b="1" dirty="0">
                <a:cs typeface="Calibri" panose="020F0502020204030204" pitchFamily="34" charset="0"/>
              </a:rPr>
              <a:t>&gt;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void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main()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spcBef>
                <a:spcPts val="33"/>
              </a:spcBef>
            </a:pPr>
            <a:r>
              <a:rPr lang="en-US" altLang="en-US" sz="1867" b="1" dirty="0">
                <a:cs typeface="Calibri" panose="020F0502020204030204" pitchFamily="34" charset="0"/>
              </a:rPr>
              <a:t>{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lnSpc>
                <a:spcPts val="2233"/>
              </a:lnSpc>
            </a:pPr>
            <a:r>
              <a:rPr lang="en-US" altLang="en-US" sz="1867" b="1" dirty="0">
                <a:cs typeface="Calibri" panose="020F0502020204030204" pitchFamily="34" charset="0"/>
              </a:rPr>
              <a:t>int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cs typeface="Calibri" panose="020F0502020204030204" pitchFamily="34" charset="0"/>
              </a:rPr>
              <a:t>,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n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=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8;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lnSpc>
                <a:spcPts val="2233"/>
              </a:lnSpc>
            </a:pPr>
            <a:r>
              <a:rPr lang="en-US" altLang="en-US" sz="1867" b="1" dirty="0">
                <a:cs typeface="Calibri" panose="020F0502020204030204" pitchFamily="34" charset="0"/>
              </a:rPr>
              <a:t>for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(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=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1;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&lt;=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n;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cs typeface="Calibri" panose="020F0502020204030204" pitchFamily="34" charset="0"/>
              </a:rPr>
              <a:t>++)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{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867" b="1" dirty="0" err="1">
                <a:cs typeface="Calibri" panose="020F0502020204030204" pitchFamily="34" charset="0"/>
              </a:rPr>
              <a:t>printf</a:t>
            </a:r>
            <a:r>
              <a:rPr lang="en-US" altLang="en-US" sz="1867" b="1" dirty="0">
                <a:cs typeface="Calibri" panose="020F0502020204030204" pitchFamily="34" charset="0"/>
              </a:rPr>
              <a:t>("Hello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Word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!!!");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spcBef>
                <a:spcPts val="17"/>
              </a:spcBef>
            </a:pPr>
            <a:r>
              <a:rPr lang="en-US" altLang="en-US" sz="1867" b="1" dirty="0">
                <a:cs typeface="Calibri" panose="020F0502020204030204" pitchFamily="34" charset="0"/>
              </a:rPr>
              <a:t>}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867" b="1" dirty="0">
                <a:cs typeface="Calibri" panose="020F0502020204030204" pitchFamily="34" charset="0"/>
              </a:rPr>
              <a:t>}</a:t>
            </a:r>
            <a:endParaRPr lang="en-US" altLang="en-US" sz="1867" dirty="0">
              <a:cs typeface="Calibri" panose="020F0502020204030204" pitchFamily="34" charset="0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826683DA-078E-03C5-A073-6943BDE8FAA7}"/>
              </a:ext>
            </a:extLst>
          </p:cNvPr>
          <p:cNvSpPr txBox="1"/>
          <p:nvPr/>
        </p:nvSpPr>
        <p:spPr>
          <a:xfrm>
            <a:off x="512234" y="3767667"/>
            <a:ext cx="4017433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400" b="1" spc="-20" dirty="0">
                <a:latin typeface="Calibri"/>
                <a:cs typeface="Calibri"/>
              </a:rPr>
              <a:t>for(i=0</a:t>
            </a:r>
            <a:r>
              <a:rPr sz="2400" b="1" spc="-7" dirty="0">
                <a:latin typeface="Calibri"/>
                <a:cs typeface="Calibri"/>
              </a:rPr>
              <a:t>;</a:t>
            </a:r>
            <a:r>
              <a:rPr sz="2400" b="1" spc="-152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&lt;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N;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i++)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{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state</a:t>
            </a:r>
            <a:r>
              <a:rPr sz="2400" b="1" spc="-20" dirty="0">
                <a:latin typeface="Calibri"/>
                <a:cs typeface="Calibri"/>
              </a:rPr>
              <a:t>m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13" dirty="0">
                <a:latin typeface="Calibri"/>
                <a:cs typeface="Calibri"/>
              </a:rPr>
              <a:t>nt;</a:t>
            </a:r>
            <a:r>
              <a:rPr sz="2400" b="1" spc="-167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193CAAA5-41BF-9953-120C-90A206FDB44A}"/>
              </a:ext>
            </a:extLst>
          </p:cNvPr>
          <p:cNvSpPr txBox="1"/>
          <p:nvPr/>
        </p:nvSpPr>
        <p:spPr>
          <a:xfrm>
            <a:off x="512234" y="4502151"/>
            <a:ext cx="2377017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400" b="1" spc="-20" dirty="0">
                <a:latin typeface="Calibri"/>
                <a:cs typeface="Calibri"/>
              </a:rPr>
              <a:t>TIM</a:t>
            </a:r>
            <a:r>
              <a:rPr sz="2400" b="1" spc="-13" dirty="0">
                <a:latin typeface="Calibri"/>
                <a:cs typeface="Calibri"/>
              </a:rPr>
              <a:t>E</a:t>
            </a:r>
            <a:r>
              <a:rPr sz="2400" b="1" spc="-93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C</a:t>
            </a:r>
            <a:r>
              <a:rPr sz="2400" b="1" spc="-13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M</a:t>
            </a:r>
            <a:r>
              <a:rPr sz="2400" b="1" spc="13" dirty="0">
                <a:latin typeface="Calibri"/>
                <a:cs typeface="Calibri"/>
              </a:rPr>
              <a:t>P</a:t>
            </a:r>
            <a:r>
              <a:rPr sz="2400" b="1" spc="-27" dirty="0">
                <a:latin typeface="Calibri"/>
                <a:cs typeface="Calibri"/>
              </a:rPr>
              <a:t>L</a:t>
            </a:r>
            <a:r>
              <a:rPr sz="2400" b="1" spc="-13" dirty="0">
                <a:latin typeface="Calibri"/>
                <a:cs typeface="Calibri"/>
              </a:rPr>
              <a:t>EXITY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FEB85DD-C449-02B9-3618-24089CD3ABD4}"/>
              </a:ext>
            </a:extLst>
          </p:cNvPr>
          <p:cNvSpPr txBox="1"/>
          <p:nvPr/>
        </p:nvSpPr>
        <p:spPr>
          <a:xfrm>
            <a:off x="6411384" y="3625851"/>
            <a:ext cx="2209800" cy="262123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400" b="1" spc="-20" dirty="0">
                <a:latin typeface="Calibri"/>
                <a:cs typeface="Calibri"/>
              </a:rPr>
              <a:t>for(i=0</a:t>
            </a:r>
            <a:r>
              <a:rPr sz="2400" b="1" spc="-7" dirty="0">
                <a:latin typeface="Calibri"/>
                <a:cs typeface="Calibri"/>
              </a:rPr>
              <a:t>;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&lt;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N;</a:t>
            </a:r>
            <a:r>
              <a:rPr sz="2400" b="1" spc="-6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27" dirty="0">
                <a:latin typeface="Calibri"/>
                <a:cs typeface="Calibri"/>
              </a:rPr>
              <a:t>+</a:t>
            </a:r>
            <a:r>
              <a:rPr sz="2400" b="1" spc="-13" dirty="0">
                <a:latin typeface="Calibri"/>
                <a:cs typeface="Calibri"/>
              </a:rPr>
              <a:t>+)</a:t>
            </a:r>
            <a:endParaRPr sz="2400" dirty="0">
              <a:latin typeface="Calibri"/>
              <a:cs typeface="Calibri"/>
            </a:endParaRPr>
          </a:p>
          <a:p>
            <a:pPr marL="16933">
              <a:lnSpc>
                <a:spcPts val="2853"/>
              </a:lnSpc>
              <a:spcBef>
                <a:spcPts val="193"/>
              </a:spcBef>
              <a:defRPr/>
            </a:pPr>
            <a:r>
              <a:rPr sz="2400" b="1" spc="-13" dirty="0">
                <a:latin typeface="Calibri"/>
                <a:cs typeface="Calibri"/>
              </a:rPr>
              <a:t>{</a:t>
            </a:r>
            <a:endParaRPr sz="2400" dirty="0">
              <a:latin typeface="Calibri"/>
              <a:cs typeface="Calibri"/>
            </a:endParaRPr>
          </a:p>
          <a:p>
            <a:pPr marL="16933">
              <a:lnSpc>
                <a:spcPts val="2853"/>
              </a:lnSpc>
              <a:defRPr/>
            </a:pPr>
            <a:r>
              <a:rPr sz="2400" b="1" spc="-7" dirty="0">
                <a:latin typeface="Calibri"/>
                <a:cs typeface="Calibri"/>
              </a:rPr>
              <a:t>for(j=0</a:t>
            </a:r>
            <a:r>
              <a:rPr sz="2400" b="1" dirty="0">
                <a:latin typeface="Calibri"/>
                <a:cs typeface="Calibri"/>
              </a:rPr>
              <a:t>;</a:t>
            </a:r>
            <a:r>
              <a:rPr sz="2400" b="1" spc="-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j</a:t>
            </a:r>
            <a:r>
              <a:rPr sz="2400" b="1" spc="1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&lt;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N;</a:t>
            </a:r>
            <a:r>
              <a:rPr sz="2400" b="1" spc="-20" dirty="0">
                <a:latin typeface="Calibri"/>
                <a:cs typeface="Calibri"/>
              </a:rPr>
              <a:t>j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7" dirty="0">
                <a:latin typeface="Calibri"/>
                <a:cs typeface="Calibri"/>
              </a:rPr>
              <a:t>+</a:t>
            </a:r>
            <a:r>
              <a:rPr sz="2400" b="1" spc="-13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16933">
              <a:spcBef>
                <a:spcPts val="20"/>
              </a:spcBef>
              <a:defRPr/>
            </a:pPr>
            <a:r>
              <a:rPr sz="2400" b="1" spc="-13" dirty="0">
                <a:latin typeface="Calibri"/>
                <a:cs typeface="Calibri"/>
              </a:rPr>
              <a:t>{</a:t>
            </a:r>
            <a:endParaRPr sz="2400" dirty="0">
              <a:latin typeface="Calibri"/>
              <a:cs typeface="Calibri"/>
            </a:endParaRPr>
          </a:p>
          <a:p>
            <a:pPr marL="16933">
              <a:lnSpc>
                <a:spcPts val="2867"/>
              </a:lnSpc>
              <a:defRPr/>
            </a:pPr>
            <a:r>
              <a:rPr sz="2400" b="1" spc="-13" dirty="0">
                <a:latin typeface="Calibri"/>
                <a:cs typeface="Calibri"/>
              </a:rPr>
              <a:t>state</a:t>
            </a:r>
            <a:r>
              <a:rPr sz="2400" b="1" spc="-7" dirty="0">
                <a:latin typeface="Calibri"/>
                <a:cs typeface="Calibri"/>
              </a:rPr>
              <a:t>ment;</a:t>
            </a:r>
            <a:endParaRPr sz="2400" dirty="0">
              <a:latin typeface="Calibri"/>
              <a:cs typeface="Calibri"/>
            </a:endParaRPr>
          </a:p>
          <a:p>
            <a:pPr marL="16933">
              <a:lnSpc>
                <a:spcPts val="2867"/>
              </a:lnSpc>
              <a:defRPr/>
            </a:pPr>
            <a:r>
              <a:rPr sz="2400" b="1" spc="-13" dirty="0">
                <a:latin typeface="Calibri"/>
                <a:cs typeface="Calibri"/>
              </a:rPr>
              <a:t>}</a:t>
            </a:r>
            <a:endParaRPr sz="2400" dirty="0">
              <a:latin typeface="Calibri"/>
              <a:cs typeface="Calibri"/>
            </a:endParaRPr>
          </a:p>
          <a:p>
            <a:pPr marL="16933">
              <a:spcBef>
                <a:spcPts val="33"/>
              </a:spcBef>
              <a:defRPr/>
            </a:pPr>
            <a:r>
              <a:rPr sz="2400" b="1" spc="-13" dirty="0">
                <a:latin typeface="Calibri"/>
                <a:cs typeface="Calibri"/>
              </a:rPr>
              <a:t>}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bject 2">
            <a:extLst>
              <a:ext uri="{FF2B5EF4-FFF2-40B4-BE49-F238E27FC236}">
                <a16:creationId xmlns:a16="http://schemas.microsoft.com/office/drawing/2014/main" id="{4B8788EA-8F16-0DF6-ACBD-3C0B1FB9742B}"/>
              </a:ext>
            </a:extLst>
          </p:cNvPr>
          <p:cNvSpPr>
            <a:spLocks/>
          </p:cNvSpPr>
          <p:nvPr/>
        </p:nvSpPr>
        <p:spPr bwMode="auto">
          <a:xfrm>
            <a:off x="812800" y="622301"/>
            <a:ext cx="3860800" cy="2461684"/>
          </a:xfrm>
          <a:custGeom>
            <a:avLst/>
            <a:gdLst>
              <a:gd name="T0" fmla="*/ 0 w 2895600"/>
              <a:gd name="T1" fmla="*/ 1842455 h 1847214"/>
              <a:gd name="T2" fmla="*/ 2895599 w 2895600"/>
              <a:gd name="T3" fmla="*/ 1842455 h 1847214"/>
              <a:gd name="T4" fmla="*/ 2895599 w 2895600"/>
              <a:gd name="T5" fmla="*/ 0 h 1847214"/>
              <a:gd name="T6" fmla="*/ 0 w 2895600"/>
              <a:gd name="T7" fmla="*/ 0 h 1847214"/>
              <a:gd name="T8" fmla="*/ 0 w 2895600"/>
              <a:gd name="T9" fmla="*/ 1842455 h 18472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95600" h="1847214">
                <a:moveTo>
                  <a:pt x="0" y="1847206"/>
                </a:moveTo>
                <a:lnTo>
                  <a:pt x="2895599" y="1847206"/>
                </a:lnTo>
                <a:lnTo>
                  <a:pt x="2895599" y="0"/>
                </a:lnTo>
                <a:lnTo>
                  <a:pt x="0" y="0"/>
                </a:lnTo>
                <a:lnTo>
                  <a:pt x="0" y="1847206"/>
                </a:lnTo>
                <a:close/>
              </a:path>
            </a:pathLst>
          </a:custGeom>
          <a:solidFill>
            <a:srgbClr val="DB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51" name="object 3">
            <a:extLst>
              <a:ext uri="{FF2B5EF4-FFF2-40B4-BE49-F238E27FC236}">
                <a16:creationId xmlns:a16="http://schemas.microsoft.com/office/drawing/2014/main" id="{D189B261-1C04-9380-F58B-D6B2A1E66477}"/>
              </a:ext>
            </a:extLst>
          </p:cNvPr>
          <p:cNvSpPr>
            <a:spLocks/>
          </p:cNvSpPr>
          <p:nvPr/>
        </p:nvSpPr>
        <p:spPr bwMode="auto">
          <a:xfrm>
            <a:off x="812800" y="622301"/>
            <a:ext cx="3860800" cy="2461684"/>
          </a:xfrm>
          <a:custGeom>
            <a:avLst/>
            <a:gdLst>
              <a:gd name="T0" fmla="*/ 0 w 2895600"/>
              <a:gd name="T1" fmla="*/ 1842455 h 1847214"/>
              <a:gd name="T2" fmla="*/ 2895599 w 2895600"/>
              <a:gd name="T3" fmla="*/ 1842455 h 1847214"/>
              <a:gd name="T4" fmla="*/ 2895599 w 2895600"/>
              <a:gd name="T5" fmla="*/ 0 h 1847214"/>
              <a:gd name="T6" fmla="*/ 0 w 2895600"/>
              <a:gd name="T7" fmla="*/ 0 h 1847214"/>
              <a:gd name="T8" fmla="*/ 0 w 2895600"/>
              <a:gd name="T9" fmla="*/ 1842455 h 18472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95600" h="1847214">
                <a:moveTo>
                  <a:pt x="0" y="1847206"/>
                </a:moveTo>
                <a:lnTo>
                  <a:pt x="2895599" y="1847206"/>
                </a:lnTo>
                <a:lnTo>
                  <a:pt x="2895599" y="0"/>
                </a:lnTo>
                <a:lnTo>
                  <a:pt x="0" y="0"/>
                </a:lnTo>
                <a:lnTo>
                  <a:pt x="0" y="1847206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52" name="object 4">
            <a:extLst>
              <a:ext uri="{FF2B5EF4-FFF2-40B4-BE49-F238E27FC236}">
                <a16:creationId xmlns:a16="http://schemas.microsoft.com/office/drawing/2014/main" id="{B666F5EF-78FE-F4D4-EDB6-6F2B122D091B}"/>
              </a:ext>
            </a:extLst>
          </p:cNvPr>
          <p:cNvSpPr>
            <a:spLocks/>
          </p:cNvSpPr>
          <p:nvPr/>
        </p:nvSpPr>
        <p:spPr bwMode="auto">
          <a:xfrm>
            <a:off x="4165600" y="190500"/>
            <a:ext cx="812800" cy="736600"/>
          </a:xfrm>
          <a:custGeom>
            <a:avLst/>
            <a:gdLst>
              <a:gd name="T0" fmla="*/ 304799 w 609600"/>
              <a:gd name="T1" fmla="*/ 0 h 552450"/>
              <a:gd name="T2" fmla="*/ 255269 w 609600"/>
              <a:gd name="T3" fmla="*/ 3809 h 552450"/>
              <a:gd name="T4" fmla="*/ 208269 w 609600"/>
              <a:gd name="T5" fmla="*/ 13959 h 552450"/>
              <a:gd name="T6" fmla="*/ 164470 w 609600"/>
              <a:gd name="T7" fmla="*/ 31089 h 552450"/>
              <a:gd name="T8" fmla="*/ 125089 w 609600"/>
              <a:gd name="T9" fmla="*/ 53339 h 552450"/>
              <a:gd name="T10" fmla="*/ 89550 w 609600"/>
              <a:gd name="T11" fmla="*/ 81259 h 552450"/>
              <a:gd name="T12" fmla="*/ 59070 w 609600"/>
              <a:gd name="T13" fmla="*/ 113019 h 552450"/>
              <a:gd name="T14" fmla="*/ 34289 w 609600"/>
              <a:gd name="T15" fmla="*/ 149199 h 552450"/>
              <a:gd name="T16" fmla="*/ 15239 w 609600"/>
              <a:gd name="T17" fmla="*/ 189219 h 552450"/>
              <a:gd name="T18" fmla="*/ 3809 w 609600"/>
              <a:gd name="T19" fmla="*/ 231769 h 552450"/>
              <a:gd name="T20" fmla="*/ 0 w 609600"/>
              <a:gd name="T21" fmla="*/ 276209 h 552450"/>
              <a:gd name="T22" fmla="*/ 3809 w 609600"/>
              <a:gd name="T23" fmla="*/ 321289 h 552450"/>
              <a:gd name="T24" fmla="*/ 15239 w 609600"/>
              <a:gd name="T25" fmla="*/ 363839 h 552450"/>
              <a:gd name="T26" fmla="*/ 34289 w 609600"/>
              <a:gd name="T27" fmla="*/ 403219 h 552450"/>
              <a:gd name="T28" fmla="*/ 59070 w 609600"/>
              <a:gd name="T29" fmla="*/ 439399 h 552450"/>
              <a:gd name="T30" fmla="*/ 89550 w 609600"/>
              <a:gd name="T31" fmla="*/ 471799 h 552450"/>
              <a:gd name="T32" fmla="*/ 125089 w 609600"/>
              <a:gd name="T33" fmla="*/ 499109 h 552450"/>
              <a:gd name="T34" fmla="*/ 164470 w 609600"/>
              <a:gd name="T35" fmla="*/ 521969 h 552450"/>
              <a:gd name="T36" fmla="*/ 208269 w 609600"/>
              <a:gd name="T37" fmla="*/ 538459 h 552450"/>
              <a:gd name="T38" fmla="*/ 255269 w 609600"/>
              <a:gd name="T39" fmla="*/ 549249 h 552450"/>
              <a:gd name="T40" fmla="*/ 304799 w 609600"/>
              <a:gd name="T41" fmla="*/ 552449 h 552450"/>
              <a:gd name="T42" fmla="*/ 354329 w 609600"/>
              <a:gd name="T43" fmla="*/ 549249 h 552450"/>
              <a:gd name="T44" fmla="*/ 401330 w 609600"/>
              <a:gd name="T45" fmla="*/ 538459 h 552450"/>
              <a:gd name="T46" fmla="*/ 445129 w 609600"/>
              <a:gd name="T47" fmla="*/ 521969 h 552450"/>
              <a:gd name="T48" fmla="*/ 484510 w 609600"/>
              <a:gd name="T49" fmla="*/ 499109 h 552450"/>
              <a:gd name="T50" fmla="*/ 520080 w 609600"/>
              <a:gd name="T51" fmla="*/ 471799 h 552450"/>
              <a:gd name="T52" fmla="*/ 550560 w 609600"/>
              <a:gd name="T53" fmla="*/ 439399 h 552450"/>
              <a:gd name="T54" fmla="*/ 575309 w 609600"/>
              <a:gd name="T55" fmla="*/ 403219 h 552450"/>
              <a:gd name="T56" fmla="*/ 594359 w 609600"/>
              <a:gd name="T57" fmla="*/ 363839 h 552450"/>
              <a:gd name="T58" fmla="*/ 605789 w 609600"/>
              <a:gd name="T59" fmla="*/ 321289 h 552450"/>
              <a:gd name="T60" fmla="*/ 609599 w 609600"/>
              <a:gd name="T61" fmla="*/ 276209 h 552450"/>
              <a:gd name="T62" fmla="*/ 605789 w 609600"/>
              <a:gd name="T63" fmla="*/ 231769 h 552450"/>
              <a:gd name="T64" fmla="*/ 594359 w 609600"/>
              <a:gd name="T65" fmla="*/ 189219 h 552450"/>
              <a:gd name="T66" fmla="*/ 575309 w 609600"/>
              <a:gd name="T67" fmla="*/ 149199 h 552450"/>
              <a:gd name="T68" fmla="*/ 550560 w 609600"/>
              <a:gd name="T69" fmla="*/ 113019 h 552450"/>
              <a:gd name="T70" fmla="*/ 520080 w 609600"/>
              <a:gd name="T71" fmla="*/ 81259 h 552450"/>
              <a:gd name="T72" fmla="*/ 484510 w 609600"/>
              <a:gd name="T73" fmla="*/ 53339 h 552450"/>
              <a:gd name="T74" fmla="*/ 445129 w 609600"/>
              <a:gd name="T75" fmla="*/ 31089 h 552450"/>
              <a:gd name="T76" fmla="*/ 401330 w 609600"/>
              <a:gd name="T77" fmla="*/ 13959 h 552450"/>
              <a:gd name="T78" fmla="*/ 354329 w 609600"/>
              <a:gd name="T79" fmla="*/ 3809 h 552450"/>
              <a:gd name="T80" fmla="*/ 304799 w 609600"/>
              <a:gd name="T81" fmla="*/ 0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304799" y="0"/>
                </a:moveTo>
                <a:lnTo>
                  <a:pt x="255269" y="3809"/>
                </a:lnTo>
                <a:lnTo>
                  <a:pt x="208269" y="13959"/>
                </a:lnTo>
                <a:lnTo>
                  <a:pt x="164470" y="31089"/>
                </a:lnTo>
                <a:lnTo>
                  <a:pt x="125089" y="53339"/>
                </a:lnTo>
                <a:lnTo>
                  <a:pt x="89550" y="81259"/>
                </a:lnTo>
                <a:lnTo>
                  <a:pt x="59070" y="113019"/>
                </a:lnTo>
                <a:lnTo>
                  <a:pt x="34289" y="149199"/>
                </a:lnTo>
                <a:lnTo>
                  <a:pt x="15239" y="189219"/>
                </a:lnTo>
                <a:lnTo>
                  <a:pt x="3809" y="231769"/>
                </a:lnTo>
                <a:lnTo>
                  <a:pt x="0" y="276209"/>
                </a:lnTo>
                <a:lnTo>
                  <a:pt x="3809" y="321289"/>
                </a:lnTo>
                <a:lnTo>
                  <a:pt x="15239" y="363839"/>
                </a:lnTo>
                <a:lnTo>
                  <a:pt x="34289" y="403219"/>
                </a:lnTo>
                <a:lnTo>
                  <a:pt x="59070" y="439399"/>
                </a:lnTo>
                <a:lnTo>
                  <a:pt x="89550" y="471799"/>
                </a:lnTo>
                <a:lnTo>
                  <a:pt x="125089" y="499109"/>
                </a:lnTo>
                <a:lnTo>
                  <a:pt x="164470" y="521969"/>
                </a:lnTo>
                <a:lnTo>
                  <a:pt x="208269" y="538459"/>
                </a:lnTo>
                <a:lnTo>
                  <a:pt x="255269" y="549249"/>
                </a:lnTo>
                <a:lnTo>
                  <a:pt x="304799" y="552449"/>
                </a:lnTo>
                <a:lnTo>
                  <a:pt x="354329" y="549249"/>
                </a:lnTo>
                <a:lnTo>
                  <a:pt x="401330" y="538459"/>
                </a:lnTo>
                <a:lnTo>
                  <a:pt x="445129" y="521969"/>
                </a:lnTo>
                <a:lnTo>
                  <a:pt x="484510" y="499109"/>
                </a:lnTo>
                <a:lnTo>
                  <a:pt x="520080" y="471799"/>
                </a:lnTo>
                <a:lnTo>
                  <a:pt x="550560" y="439399"/>
                </a:lnTo>
                <a:lnTo>
                  <a:pt x="575309" y="403219"/>
                </a:lnTo>
                <a:lnTo>
                  <a:pt x="594359" y="363839"/>
                </a:lnTo>
                <a:lnTo>
                  <a:pt x="605789" y="321289"/>
                </a:lnTo>
                <a:lnTo>
                  <a:pt x="609599" y="276209"/>
                </a:lnTo>
                <a:lnTo>
                  <a:pt x="605789" y="231769"/>
                </a:lnTo>
                <a:lnTo>
                  <a:pt x="594359" y="189219"/>
                </a:lnTo>
                <a:lnTo>
                  <a:pt x="575309" y="149199"/>
                </a:lnTo>
                <a:lnTo>
                  <a:pt x="550560" y="113019"/>
                </a:lnTo>
                <a:lnTo>
                  <a:pt x="520080" y="81259"/>
                </a:lnTo>
                <a:lnTo>
                  <a:pt x="484510" y="53339"/>
                </a:lnTo>
                <a:lnTo>
                  <a:pt x="445129" y="31089"/>
                </a:lnTo>
                <a:lnTo>
                  <a:pt x="401330" y="13959"/>
                </a:lnTo>
                <a:lnTo>
                  <a:pt x="354329" y="3809"/>
                </a:lnTo>
                <a:lnTo>
                  <a:pt x="304799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53" name="object 5">
            <a:extLst>
              <a:ext uri="{FF2B5EF4-FFF2-40B4-BE49-F238E27FC236}">
                <a16:creationId xmlns:a16="http://schemas.microsoft.com/office/drawing/2014/main" id="{3C08CD6E-98E6-664A-8CB9-65DFA2D58EBE}"/>
              </a:ext>
            </a:extLst>
          </p:cNvPr>
          <p:cNvSpPr>
            <a:spLocks/>
          </p:cNvSpPr>
          <p:nvPr/>
        </p:nvSpPr>
        <p:spPr bwMode="auto">
          <a:xfrm>
            <a:off x="4165600" y="190500"/>
            <a:ext cx="812800" cy="736600"/>
          </a:xfrm>
          <a:custGeom>
            <a:avLst/>
            <a:gdLst>
              <a:gd name="T0" fmla="*/ 0 w 609600"/>
              <a:gd name="T1" fmla="*/ 276209 h 552450"/>
              <a:gd name="T2" fmla="*/ 3809 w 609600"/>
              <a:gd name="T3" fmla="*/ 231769 h 552450"/>
              <a:gd name="T4" fmla="*/ 15239 w 609600"/>
              <a:gd name="T5" fmla="*/ 189219 h 552450"/>
              <a:gd name="T6" fmla="*/ 34289 w 609600"/>
              <a:gd name="T7" fmla="*/ 149199 h 552450"/>
              <a:gd name="T8" fmla="*/ 59070 w 609600"/>
              <a:gd name="T9" fmla="*/ 113019 h 552450"/>
              <a:gd name="T10" fmla="*/ 89550 w 609600"/>
              <a:gd name="T11" fmla="*/ 81259 h 552450"/>
              <a:gd name="T12" fmla="*/ 125089 w 609600"/>
              <a:gd name="T13" fmla="*/ 53339 h 552450"/>
              <a:gd name="T14" fmla="*/ 164470 w 609600"/>
              <a:gd name="T15" fmla="*/ 31089 h 552450"/>
              <a:gd name="T16" fmla="*/ 208269 w 609600"/>
              <a:gd name="T17" fmla="*/ 13959 h 552450"/>
              <a:gd name="T18" fmla="*/ 255269 w 609600"/>
              <a:gd name="T19" fmla="*/ 3809 h 552450"/>
              <a:gd name="T20" fmla="*/ 304799 w 609600"/>
              <a:gd name="T21" fmla="*/ 0 h 552450"/>
              <a:gd name="T22" fmla="*/ 354329 w 609600"/>
              <a:gd name="T23" fmla="*/ 3809 h 552450"/>
              <a:gd name="T24" fmla="*/ 401330 w 609600"/>
              <a:gd name="T25" fmla="*/ 13959 h 552450"/>
              <a:gd name="T26" fmla="*/ 445129 w 609600"/>
              <a:gd name="T27" fmla="*/ 31089 h 552450"/>
              <a:gd name="T28" fmla="*/ 484510 w 609600"/>
              <a:gd name="T29" fmla="*/ 53339 h 552450"/>
              <a:gd name="T30" fmla="*/ 520080 w 609600"/>
              <a:gd name="T31" fmla="*/ 81259 h 552450"/>
              <a:gd name="T32" fmla="*/ 550560 w 609600"/>
              <a:gd name="T33" fmla="*/ 113019 h 552450"/>
              <a:gd name="T34" fmla="*/ 575309 w 609600"/>
              <a:gd name="T35" fmla="*/ 149199 h 552450"/>
              <a:gd name="T36" fmla="*/ 594359 w 609600"/>
              <a:gd name="T37" fmla="*/ 189219 h 552450"/>
              <a:gd name="T38" fmla="*/ 605789 w 609600"/>
              <a:gd name="T39" fmla="*/ 231769 h 552450"/>
              <a:gd name="T40" fmla="*/ 609599 w 609600"/>
              <a:gd name="T41" fmla="*/ 276209 h 552450"/>
              <a:gd name="T42" fmla="*/ 605789 w 609600"/>
              <a:gd name="T43" fmla="*/ 321289 h 552450"/>
              <a:gd name="T44" fmla="*/ 594359 w 609600"/>
              <a:gd name="T45" fmla="*/ 363839 h 552450"/>
              <a:gd name="T46" fmla="*/ 575309 w 609600"/>
              <a:gd name="T47" fmla="*/ 403219 h 552450"/>
              <a:gd name="T48" fmla="*/ 550560 w 609600"/>
              <a:gd name="T49" fmla="*/ 439399 h 552450"/>
              <a:gd name="T50" fmla="*/ 520080 w 609600"/>
              <a:gd name="T51" fmla="*/ 471799 h 552450"/>
              <a:gd name="T52" fmla="*/ 484510 w 609600"/>
              <a:gd name="T53" fmla="*/ 499109 h 552450"/>
              <a:gd name="T54" fmla="*/ 445129 w 609600"/>
              <a:gd name="T55" fmla="*/ 521969 h 552450"/>
              <a:gd name="T56" fmla="*/ 401330 w 609600"/>
              <a:gd name="T57" fmla="*/ 538459 h 552450"/>
              <a:gd name="T58" fmla="*/ 354329 w 609600"/>
              <a:gd name="T59" fmla="*/ 549249 h 552450"/>
              <a:gd name="T60" fmla="*/ 304799 w 609600"/>
              <a:gd name="T61" fmla="*/ 552449 h 552450"/>
              <a:gd name="T62" fmla="*/ 255269 w 609600"/>
              <a:gd name="T63" fmla="*/ 549249 h 552450"/>
              <a:gd name="T64" fmla="*/ 208269 w 609600"/>
              <a:gd name="T65" fmla="*/ 538459 h 552450"/>
              <a:gd name="T66" fmla="*/ 164470 w 609600"/>
              <a:gd name="T67" fmla="*/ 521969 h 552450"/>
              <a:gd name="T68" fmla="*/ 125089 w 609600"/>
              <a:gd name="T69" fmla="*/ 499109 h 552450"/>
              <a:gd name="T70" fmla="*/ 89550 w 609600"/>
              <a:gd name="T71" fmla="*/ 471799 h 552450"/>
              <a:gd name="T72" fmla="*/ 59070 w 609600"/>
              <a:gd name="T73" fmla="*/ 439399 h 552450"/>
              <a:gd name="T74" fmla="*/ 34289 w 609600"/>
              <a:gd name="T75" fmla="*/ 403219 h 552450"/>
              <a:gd name="T76" fmla="*/ 15239 w 609600"/>
              <a:gd name="T77" fmla="*/ 363839 h 552450"/>
              <a:gd name="T78" fmla="*/ 3809 w 609600"/>
              <a:gd name="T79" fmla="*/ 321289 h 552450"/>
              <a:gd name="T80" fmla="*/ 0 w 609600"/>
              <a:gd name="T81" fmla="*/ 276209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0" y="276209"/>
                </a:moveTo>
                <a:lnTo>
                  <a:pt x="3809" y="231769"/>
                </a:lnTo>
                <a:lnTo>
                  <a:pt x="15239" y="189219"/>
                </a:lnTo>
                <a:lnTo>
                  <a:pt x="34289" y="149199"/>
                </a:lnTo>
                <a:lnTo>
                  <a:pt x="59070" y="113019"/>
                </a:lnTo>
                <a:lnTo>
                  <a:pt x="89550" y="81259"/>
                </a:lnTo>
                <a:lnTo>
                  <a:pt x="125089" y="53339"/>
                </a:lnTo>
                <a:lnTo>
                  <a:pt x="164470" y="31089"/>
                </a:lnTo>
                <a:lnTo>
                  <a:pt x="208269" y="13959"/>
                </a:lnTo>
                <a:lnTo>
                  <a:pt x="255269" y="3809"/>
                </a:lnTo>
                <a:lnTo>
                  <a:pt x="304799" y="0"/>
                </a:lnTo>
                <a:lnTo>
                  <a:pt x="354329" y="3809"/>
                </a:lnTo>
                <a:lnTo>
                  <a:pt x="401330" y="13959"/>
                </a:lnTo>
                <a:lnTo>
                  <a:pt x="445129" y="31089"/>
                </a:lnTo>
                <a:lnTo>
                  <a:pt x="484510" y="53339"/>
                </a:lnTo>
                <a:lnTo>
                  <a:pt x="520080" y="81259"/>
                </a:lnTo>
                <a:lnTo>
                  <a:pt x="550560" y="113019"/>
                </a:lnTo>
                <a:lnTo>
                  <a:pt x="575309" y="149199"/>
                </a:lnTo>
                <a:lnTo>
                  <a:pt x="594359" y="189219"/>
                </a:lnTo>
                <a:lnTo>
                  <a:pt x="605789" y="231769"/>
                </a:lnTo>
                <a:lnTo>
                  <a:pt x="609599" y="276209"/>
                </a:lnTo>
                <a:lnTo>
                  <a:pt x="605789" y="321289"/>
                </a:lnTo>
                <a:lnTo>
                  <a:pt x="594359" y="363839"/>
                </a:lnTo>
                <a:lnTo>
                  <a:pt x="575309" y="403219"/>
                </a:lnTo>
                <a:lnTo>
                  <a:pt x="550560" y="439399"/>
                </a:lnTo>
                <a:lnTo>
                  <a:pt x="520080" y="471799"/>
                </a:lnTo>
                <a:lnTo>
                  <a:pt x="484510" y="499109"/>
                </a:lnTo>
                <a:lnTo>
                  <a:pt x="445129" y="521969"/>
                </a:lnTo>
                <a:lnTo>
                  <a:pt x="401330" y="538459"/>
                </a:lnTo>
                <a:lnTo>
                  <a:pt x="354329" y="549249"/>
                </a:lnTo>
                <a:lnTo>
                  <a:pt x="304799" y="552449"/>
                </a:lnTo>
                <a:lnTo>
                  <a:pt x="255269" y="549249"/>
                </a:lnTo>
                <a:lnTo>
                  <a:pt x="208269" y="538459"/>
                </a:lnTo>
                <a:lnTo>
                  <a:pt x="164470" y="521969"/>
                </a:lnTo>
                <a:lnTo>
                  <a:pt x="125089" y="499109"/>
                </a:lnTo>
                <a:lnTo>
                  <a:pt x="89550" y="471799"/>
                </a:lnTo>
                <a:lnTo>
                  <a:pt x="59070" y="439399"/>
                </a:lnTo>
                <a:lnTo>
                  <a:pt x="34289" y="403219"/>
                </a:lnTo>
                <a:lnTo>
                  <a:pt x="15239" y="363839"/>
                </a:lnTo>
                <a:lnTo>
                  <a:pt x="3809" y="321289"/>
                </a:lnTo>
                <a:lnTo>
                  <a:pt x="0" y="276209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54" name="object 6">
            <a:extLst>
              <a:ext uri="{FF2B5EF4-FFF2-40B4-BE49-F238E27FC236}">
                <a16:creationId xmlns:a16="http://schemas.microsoft.com/office/drawing/2014/main" id="{957CACC9-6656-9424-40AE-C1C7BC352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67" y="736600"/>
            <a:ext cx="2688167" cy="156633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27655" name="object 7">
            <a:extLst>
              <a:ext uri="{FF2B5EF4-FFF2-40B4-BE49-F238E27FC236}">
                <a16:creationId xmlns:a16="http://schemas.microsoft.com/office/drawing/2014/main" id="{4C69CFE0-5D09-1DCD-8909-A0C6AF186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34" y="740833"/>
            <a:ext cx="2059517" cy="61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r>
              <a:rPr lang="en-US" altLang="en-US" sz="2000" b="1">
                <a:cs typeface="Calibri" panose="020F0502020204030204" pitchFamily="34" charset="0"/>
              </a:rPr>
              <a:t>#include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cs typeface="Calibri" panose="020F0502020204030204" pitchFamily="34" charset="0"/>
              </a:rPr>
              <a:t>&lt;stdio.h&gt;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cs typeface="Calibri" panose="020F0502020204030204" pitchFamily="34" charset="0"/>
              </a:rPr>
              <a:t>int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cs typeface="Calibri" panose="020F0502020204030204" pitchFamily="34" charset="0"/>
              </a:rPr>
              <a:t>main()</a:t>
            </a:r>
            <a:endParaRPr lang="en-US" altLang="en-US" sz="2000">
              <a:cs typeface="Calibri" panose="020F0502020204030204" pitchFamily="34" charset="0"/>
            </a:endParaRPr>
          </a:p>
        </p:txBody>
      </p:sp>
      <p:sp>
        <p:nvSpPr>
          <p:cNvPr id="27656" name="object 8">
            <a:extLst>
              <a:ext uri="{FF2B5EF4-FFF2-40B4-BE49-F238E27FC236}">
                <a16:creationId xmlns:a16="http://schemas.microsoft.com/office/drawing/2014/main" id="{9519B814-3AB7-B35E-751E-3CE1DF1A9632}"/>
              </a:ext>
            </a:extLst>
          </p:cNvPr>
          <p:cNvSpPr>
            <a:spLocks/>
          </p:cNvSpPr>
          <p:nvPr/>
        </p:nvSpPr>
        <p:spPr bwMode="auto">
          <a:xfrm>
            <a:off x="941917" y="1409701"/>
            <a:ext cx="74083" cy="226484"/>
          </a:xfrm>
          <a:custGeom>
            <a:avLst/>
            <a:gdLst>
              <a:gd name="T0" fmla="*/ 31592 w 56515"/>
              <a:gd name="T1" fmla="*/ 741 h 170815"/>
              <a:gd name="T2" fmla="*/ 22942 w 56515"/>
              <a:gd name="T3" fmla="*/ 6046 h 170815"/>
              <a:gd name="T4" fmla="*/ 17889 w 56515"/>
              <a:gd name="T5" fmla="*/ 15796 h 170815"/>
              <a:gd name="T6" fmla="*/ 16030 w 56515"/>
              <a:gd name="T7" fmla="*/ 30498 h 170815"/>
              <a:gd name="T8" fmla="*/ 12740 w 56515"/>
              <a:gd name="T9" fmla="*/ 65562 h 170815"/>
              <a:gd name="T10" fmla="*/ 3214 w 56515"/>
              <a:gd name="T11" fmla="*/ 71995 h 170815"/>
              <a:gd name="T12" fmla="*/ 1738 w 56515"/>
              <a:gd name="T13" fmla="*/ 72617 h 170815"/>
              <a:gd name="T14" fmla="*/ 65 w 56515"/>
              <a:gd name="T15" fmla="*/ 77922 h 170815"/>
              <a:gd name="T16" fmla="*/ 86 w 56515"/>
              <a:gd name="T17" fmla="*/ 83969 h 170815"/>
              <a:gd name="T18" fmla="*/ 602 w 56515"/>
              <a:gd name="T19" fmla="*/ 87170 h 170815"/>
              <a:gd name="T20" fmla="*/ 1552 w 56515"/>
              <a:gd name="T21" fmla="*/ 88919 h 170815"/>
              <a:gd name="T22" fmla="*/ 2886 w 56515"/>
              <a:gd name="T23" fmla="*/ 89898 h 170815"/>
              <a:gd name="T24" fmla="*/ 7653 w 56515"/>
              <a:gd name="T25" fmla="*/ 91142 h 170815"/>
              <a:gd name="T26" fmla="*/ 12094 w 56515"/>
              <a:gd name="T27" fmla="*/ 94967 h 170815"/>
              <a:gd name="T28" fmla="*/ 14850 w 56515"/>
              <a:gd name="T29" fmla="*/ 100509 h 170815"/>
              <a:gd name="T30" fmla="*/ 16030 w 56515"/>
              <a:gd name="T31" fmla="*/ 108304 h 170815"/>
              <a:gd name="T32" fmla="*/ 28421 w 56515"/>
              <a:gd name="T33" fmla="*/ 163494 h 170815"/>
              <a:gd name="T34" fmla="*/ 43020 w 56515"/>
              <a:gd name="T35" fmla="*/ 165865 h 170815"/>
              <a:gd name="T36" fmla="*/ 46815 w 56515"/>
              <a:gd name="T37" fmla="*/ 165361 h 170815"/>
              <a:gd name="T38" fmla="*/ 49101 w 56515"/>
              <a:gd name="T39" fmla="*/ 164620 h 170815"/>
              <a:gd name="T40" fmla="*/ 51253 w 56515"/>
              <a:gd name="T41" fmla="*/ 160412 h 170815"/>
              <a:gd name="T42" fmla="*/ 51483 w 56515"/>
              <a:gd name="T43" fmla="*/ 154751 h 170815"/>
              <a:gd name="T44" fmla="*/ 47942 w 56515"/>
              <a:gd name="T45" fmla="*/ 147933 h 170815"/>
              <a:gd name="T46" fmla="*/ 41424 w 56515"/>
              <a:gd name="T47" fmla="*/ 147459 h 170815"/>
              <a:gd name="T48" fmla="*/ 36785 w 56515"/>
              <a:gd name="T49" fmla="*/ 132875 h 170815"/>
              <a:gd name="T50" fmla="*/ 35803 w 56515"/>
              <a:gd name="T51" fmla="*/ 100509 h 170815"/>
              <a:gd name="T52" fmla="*/ 32643 w 56515"/>
              <a:gd name="T53" fmla="*/ 91766 h 170815"/>
              <a:gd name="T54" fmla="*/ 21828 w 56515"/>
              <a:gd name="T55" fmla="*/ 80146 h 170815"/>
              <a:gd name="T56" fmla="*/ 35148 w 56515"/>
              <a:gd name="T57" fmla="*/ 64585 h 170815"/>
              <a:gd name="T58" fmla="*/ 36785 w 56515"/>
              <a:gd name="T59" fmla="*/ 54092 h 170815"/>
              <a:gd name="T60" fmla="*/ 37191 w 56515"/>
              <a:gd name="T61" fmla="*/ 27149 h 170815"/>
              <a:gd name="T62" fmla="*/ 38527 w 56515"/>
              <a:gd name="T63" fmla="*/ 21725 h 170815"/>
              <a:gd name="T64" fmla="*/ 40920 w 56515"/>
              <a:gd name="T65" fmla="*/ 18880 h 170815"/>
              <a:gd name="T66" fmla="*/ 44616 w 56515"/>
              <a:gd name="T67" fmla="*/ 18020 h 170815"/>
              <a:gd name="T68" fmla="*/ 48871 w 56515"/>
              <a:gd name="T69" fmla="*/ 17783 h 170815"/>
              <a:gd name="T70" fmla="*/ 50194 w 56515"/>
              <a:gd name="T71" fmla="*/ 16775 h 170815"/>
              <a:gd name="T72" fmla="*/ 51036 w 56515"/>
              <a:gd name="T73" fmla="*/ 14434 h 170815"/>
              <a:gd name="T74" fmla="*/ 51483 w 56515"/>
              <a:gd name="T75" fmla="*/ 11114 h 170815"/>
              <a:gd name="T76" fmla="*/ 51113 w 56515"/>
              <a:gd name="T77" fmla="*/ 4327 h 170815"/>
              <a:gd name="T78" fmla="*/ 50294 w 56515"/>
              <a:gd name="T79" fmla="*/ 2221 h 170815"/>
              <a:gd name="T80" fmla="*/ 49101 w 56515"/>
              <a:gd name="T81" fmla="*/ 1214 h 170815"/>
              <a:gd name="T82" fmla="*/ 46794 w 56515"/>
              <a:gd name="T83" fmla="*/ 621 h 17081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56515" h="170815">
                <a:moveTo>
                  <a:pt x="45314" y="0"/>
                </a:moveTo>
                <a:lnTo>
                  <a:pt x="38599" y="0"/>
                </a:lnTo>
                <a:lnTo>
                  <a:pt x="34396" y="761"/>
                </a:lnTo>
                <a:lnTo>
                  <a:pt x="31028" y="2407"/>
                </a:lnTo>
                <a:lnTo>
                  <a:pt x="27681" y="3931"/>
                </a:lnTo>
                <a:lnTo>
                  <a:pt x="24978" y="6217"/>
                </a:lnTo>
                <a:lnTo>
                  <a:pt x="22942" y="9387"/>
                </a:lnTo>
                <a:lnTo>
                  <a:pt x="20894" y="12435"/>
                </a:lnTo>
                <a:lnTo>
                  <a:pt x="19476" y="16245"/>
                </a:lnTo>
                <a:lnTo>
                  <a:pt x="18647" y="20939"/>
                </a:lnTo>
                <a:lnTo>
                  <a:pt x="17858" y="25511"/>
                </a:lnTo>
                <a:lnTo>
                  <a:pt x="17452" y="31363"/>
                </a:lnTo>
                <a:lnTo>
                  <a:pt x="17452" y="58277"/>
                </a:lnTo>
                <a:lnTo>
                  <a:pt x="16264" y="63733"/>
                </a:lnTo>
                <a:lnTo>
                  <a:pt x="13871" y="67421"/>
                </a:lnTo>
                <a:lnTo>
                  <a:pt x="11487" y="71231"/>
                </a:lnTo>
                <a:lnTo>
                  <a:pt x="8025" y="73395"/>
                </a:lnTo>
                <a:lnTo>
                  <a:pt x="3499" y="74035"/>
                </a:lnTo>
                <a:lnTo>
                  <a:pt x="2843" y="74157"/>
                </a:lnTo>
                <a:lnTo>
                  <a:pt x="2322" y="74279"/>
                </a:lnTo>
                <a:lnTo>
                  <a:pt x="1892" y="74675"/>
                </a:lnTo>
                <a:lnTo>
                  <a:pt x="1475" y="74919"/>
                </a:lnTo>
                <a:lnTo>
                  <a:pt x="213" y="78973"/>
                </a:lnTo>
                <a:lnTo>
                  <a:pt x="70" y="80131"/>
                </a:lnTo>
                <a:lnTo>
                  <a:pt x="29" y="81015"/>
                </a:lnTo>
                <a:lnTo>
                  <a:pt x="0" y="84947"/>
                </a:lnTo>
                <a:lnTo>
                  <a:pt x="94" y="86349"/>
                </a:lnTo>
                <a:lnTo>
                  <a:pt x="249" y="87508"/>
                </a:lnTo>
                <a:lnTo>
                  <a:pt x="417" y="88635"/>
                </a:lnTo>
                <a:lnTo>
                  <a:pt x="655" y="89641"/>
                </a:lnTo>
                <a:lnTo>
                  <a:pt x="987" y="90281"/>
                </a:lnTo>
                <a:lnTo>
                  <a:pt x="1298" y="90921"/>
                </a:lnTo>
                <a:lnTo>
                  <a:pt x="1691" y="91439"/>
                </a:lnTo>
                <a:lnTo>
                  <a:pt x="2142" y="91805"/>
                </a:lnTo>
                <a:lnTo>
                  <a:pt x="2593" y="92201"/>
                </a:lnTo>
                <a:lnTo>
                  <a:pt x="3142" y="92445"/>
                </a:lnTo>
                <a:lnTo>
                  <a:pt x="3785" y="92567"/>
                </a:lnTo>
                <a:lnTo>
                  <a:pt x="6239" y="92963"/>
                </a:lnTo>
                <a:lnTo>
                  <a:pt x="8333" y="93725"/>
                </a:lnTo>
                <a:lnTo>
                  <a:pt x="10037" y="94975"/>
                </a:lnTo>
                <a:lnTo>
                  <a:pt x="11750" y="96133"/>
                </a:lnTo>
                <a:lnTo>
                  <a:pt x="13167" y="97657"/>
                </a:lnTo>
                <a:lnTo>
                  <a:pt x="14252" y="99547"/>
                </a:lnTo>
                <a:lnTo>
                  <a:pt x="15358" y="101345"/>
                </a:lnTo>
                <a:lnTo>
                  <a:pt x="16169" y="103357"/>
                </a:lnTo>
                <a:lnTo>
                  <a:pt x="16681" y="105796"/>
                </a:lnTo>
                <a:lnTo>
                  <a:pt x="17202" y="108203"/>
                </a:lnTo>
                <a:lnTo>
                  <a:pt x="17452" y="111373"/>
                </a:lnTo>
                <a:lnTo>
                  <a:pt x="17452" y="139171"/>
                </a:lnTo>
                <a:lnTo>
                  <a:pt x="17858" y="145145"/>
                </a:lnTo>
                <a:lnTo>
                  <a:pt x="30943" y="168127"/>
                </a:lnTo>
                <a:lnTo>
                  <a:pt x="34289" y="169804"/>
                </a:lnTo>
                <a:lnTo>
                  <a:pt x="38538" y="170566"/>
                </a:lnTo>
                <a:lnTo>
                  <a:pt x="46838" y="170566"/>
                </a:lnTo>
                <a:lnTo>
                  <a:pt x="48182" y="170413"/>
                </a:lnTo>
                <a:lnTo>
                  <a:pt x="49554" y="170291"/>
                </a:lnTo>
                <a:lnTo>
                  <a:pt x="50971" y="170047"/>
                </a:lnTo>
                <a:lnTo>
                  <a:pt x="52459" y="169651"/>
                </a:lnTo>
                <a:lnTo>
                  <a:pt x="52983" y="169529"/>
                </a:lnTo>
                <a:lnTo>
                  <a:pt x="53458" y="169285"/>
                </a:lnTo>
                <a:lnTo>
                  <a:pt x="53909" y="168889"/>
                </a:lnTo>
                <a:lnTo>
                  <a:pt x="54364" y="168645"/>
                </a:lnTo>
                <a:lnTo>
                  <a:pt x="55802" y="164957"/>
                </a:lnTo>
                <a:lnTo>
                  <a:pt x="55958" y="163951"/>
                </a:lnTo>
                <a:lnTo>
                  <a:pt x="56052" y="162549"/>
                </a:lnTo>
                <a:lnTo>
                  <a:pt x="56052" y="159136"/>
                </a:lnTo>
                <a:lnTo>
                  <a:pt x="53626" y="152643"/>
                </a:lnTo>
                <a:lnTo>
                  <a:pt x="52983" y="152278"/>
                </a:lnTo>
                <a:lnTo>
                  <a:pt x="52196" y="152125"/>
                </a:lnTo>
                <a:lnTo>
                  <a:pt x="51303" y="152003"/>
                </a:lnTo>
                <a:lnTo>
                  <a:pt x="46277" y="152003"/>
                </a:lnTo>
                <a:lnTo>
                  <a:pt x="45101" y="151637"/>
                </a:lnTo>
                <a:lnTo>
                  <a:pt x="40492" y="142615"/>
                </a:lnTo>
                <a:lnTo>
                  <a:pt x="40193" y="140329"/>
                </a:lnTo>
                <a:lnTo>
                  <a:pt x="40050" y="136641"/>
                </a:lnTo>
                <a:lnTo>
                  <a:pt x="40050" y="110855"/>
                </a:lnTo>
                <a:lnTo>
                  <a:pt x="39694" y="106679"/>
                </a:lnTo>
                <a:lnTo>
                  <a:pt x="38980" y="103357"/>
                </a:lnTo>
                <a:lnTo>
                  <a:pt x="38267" y="100065"/>
                </a:lnTo>
                <a:lnTo>
                  <a:pt x="37124" y="97017"/>
                </a:lnTo>
                <a:lnTo>
                  <a:pt x="35539" y="94366"/>
                </a:lnTo>
                <a:lnTo>
                  <a:pt x="33954" y="91561"/>
                </a:lnTo>
                <a:lnTo>
                  <a:pt x="20086" y="83179"/>
                </a:lnTo>
                <a:lnTo>
                  <a:pt x="23765" y="82417"/>
                </a:lnTo>
                <a:lnTo>
                  <a:pt x="35539" y="72115"/>
                </a:lnTo>
                <a:lnTo>
                  <a:pt x="37124" y="69463"/>
                </a:lnTo>
                <a:lnTo>
                  <a:pt x="38267" y="66415"/>
                </a:lnTo>
                <a:lnTo>
                  <a:pt x="38980" y="63124"/>
                </a:lnTo>
                <a:lnTo>
                  <a:pt x="39694" y="59679"/>
                </a:lnTo>
                <a:lnTo>
                  <a:pt x="40050" y="55625"/>
                </a:lnTo>
                <a:lnTo>
                  <a:pt x="40050" y="33893"/>
                </a:lnTo>
                <a:lnTo>
                  <a:pt x="40193" y="30205"/>
                </a:lnTo>
                <a:lnTo>
                  <a:pt x="40492" y="27919"/>
                </a:lnTo>
                <a:lnTo>
                  <a:pt x="40766" y="25511"/>
                </a:lnTo>
                <a:lnTo>
                  <a:pt x="41266" y="23743"/>
                </a:lnTo>
                <a:lnTo>
                  <a:pt x="41946" y="22341"/>
                </a:lnTo>
                <a:lnTo>
                  <a:pt x="42611" y="20939"/>
                </a:lnTo>
                <a:lnTo>
                  <a:pt x="43491" y="19933"/>
                </a:lnTo>
                <a:lnTo>
                  <a:pt x="44552" y="19415"/>
                </a:lnTo>
                <a:lnTo>
                  <a:pt x="45625" y="18928"/>
                </a:lnTo>
                <a:lnTo>
                  <a:pt x="46969" y="18531"/>
                </a:lnTo>
                <a:lnTo>
                  <a:pt x="48575" y="18531"/>
                </a:lnTo>
                <a:lnTo>
                  <a:pt x="52160" y="18409"/>
                </a:lnTo>
                <a:lnTo>
                  <a:pt x="52684" y="18409"/>
                </a:lnTo>
                <a:lnTo>
                  <a:pt x="53208" y="18287"/>
                </a:lnTo>
                <a:lnTo>
                  <a:pt x="53720" y="18013"/>
                </a:lnTo>
                <a:lnTo>
                  <a:pt x="54233" y="17769"/>
                </a:lnTo>
                <a:lnTo>
                  <a:pt x="54650" y="17251"/>
                </a:lnTo>
                <a:lnTo>
                  <a:pt x="54982" y="16489"/>
                </a:lnTo>
                <a:lnTo>
                  <a:pt x="55302" y="15880"/>
                </a:lnTo>
                <a:lnTo>
                  <a:pt x="55565" y="14843"/>
                </a:lnTo>
                <a:lnTo>
                  <a:pt x="55757" y="13837"/>
                </a:lnTo>
                <a:lnTo>
                  <a:pt x="55946" y="12679"/>
                </a:lnTo>
                <a:lnTo>
                  <a:pt x="56052" y="11429"/>
                </a:lnTo>
                <a:lnTo>
                  <a:pt x="56052" y="8107"/>
                </a:lnTo>
                <a:lnTo>
                  <a:pt x="55958" y="6736"/>
                </a:lnTo>
                <a:lnTo>
                  <a:pt x="55650" y="4450"/>
                </a:lnTo>
                <a:lnTo>
                  <a:pt x="55400" y="3688"/>
                </a:lnTo>
                <a:lnTo>
                  <a:pt x="55077" y="3047"/>
                </a:lnTo>
                <a:lnTo>
                  <a:pt x="54757" y="2285"/>
                </a:lnTo>
                <a:lnTo>
                  <a:pt x="54364" y="1889"/>
                </a:lnTo>
                <a:lnTo>
                  <a:pt x="53909" y="1523"/>
                </a:lnTo>
                <a:lnTo>
                  <a:pt x="53458" y="1249"/>
                </a:lnTo>
                <a:lnTo>
                  <a:pt x="52946" y="1005"/>
                </a:lnTo>
                <a:lnTo>
                  <a:pt x="52364" y="1005"/>
                </a:lnTo>
                <a:lnTo>
                  <a:pt x="50947" y="640"/>
                </a:lnTo>
                <a:lnTo>
                  <a:pt x="49554" y="365"/>
                </a:lnTo>
                <a:lnTo>
                  <a:pt x="4531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C9D3812-9C8A-1E17-0F08-AC2863030145}"/>
              </a:ext>
            </a:extLst>
          </p:cNvPr>
          <p:cNvSpPr txBox="1"/>
          <p:nvPr/>
        </p:nvSpPr>
        <p:spPr>
          <a:xfrm>
            <a:off x="1159933" y="1708151"/>
            <a:ext cx="2457451" cy="3181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067" b="1" spc="-13" dirty="0">
                <a:latin typeface="Calibri"/>
                <a:cs typeface="Calibri"/>
              </a:rPr>
              <a:t>print</a:t>
            </a:r>
            <a:r>
              <a:rPr sz="2067" b="1" spc="-7" dirty="0">
                <a:latin typeface="Calibri"/>
                <a:cs typeface="Calibri"/>
              </a:rPr>
              <a:t>f(</a:t>
            </a:r>
            <a:r>
              <a:rPr sz="2067" b="1" spc="13" dirty="0">
                <a:latin typeface="Calibri"/>
                <a:cs typeface="Calibri"/>
              </a:rPr>
              <a:t>"</a:t>
            </a:r>
            <a:r>
              <a:rPr sz="2067" b="1" spc="-13" dirty="0">
                <a:latin typeface="Calibri"/>
                <a:cs typeface="Calibri"/>
              </a:rPr>
              <a:t>Hello</a:t>
            </a:r>
            <a:r>
              <a:rPr sz="2067" b="1" spc="207" dirty="0">
                <a:latin typeface="Times New Roman"/>
                <a:cs typeface="Times New Roman"/>
              </a:rPr>
              <a:t> </a:t>
            </a:r>
            <a:r>
              <a:rPr sz="2067" b="1" spc="-27" dirty="0">
                <a:latin typeface="Calibri"/>
                <a:cs typeface="Calibri"/>
              </a:rPr>
              <a:t>Wo</a:t>
            </a:r>
            <a:r>
              <a:rPr sz="2067" b="1" spc="-7" dirty="0">
                <a:latin typeface="Calibri"/>
                <a:cs typeface="Calibri"/>
              </a:rPr>
              <a:t>r</a:t>
            </a:r>
            <a:r>
              <a:rPr sz="2067" b="1" spc="13" dirty="0">
                <a:latin typeface="Calibri"/>
                <a:cs typeface="Calibri"/>
              </a:rPr>
              <a:t>l</a:t>
            </a:r>
            <a:r>
              <a:rPr sz="2067" b="1" spc="-13" dirty="0">
                <a:latin typeface="Calibri"/>
                <a:cs typeface="Calibri"/>
              </a:rPr>
              <a:t>d");</a:t>
            </a:r>
            <a:endParaRPr sz="2067">
              <a:latin typeface="Calibri"/>
              <a:cs typeface="Calibri"/>
            </a:endParaRPr>
          </a:p>
        </p:txBody>
      </p:sp>
      <p:sp>
        <p:nvSpPr>
          <p:cNvPr id="27658" name="object 10">
            <a:extLst>
              <a:ext uri="{FF2B5EF4-FFF2-40B4-BE49-F238E27FC236}">
                <a16:creationId xmlns:a16="http://schemas.microsoft.com/office/drawing/2014/main" id="{D5824630-1617-650F-DB34-592C505BE8BD}"/>
              </a:ext>
            </a:extLst>
          </p:cNvPr>
          <p:cNvSpPr>
            <a:spLocks/>
          </p:cNvSpPr>
          <p:nvPr/>
        </p:nvSpPr>
        <p:spPr bwMode="auto">
          <a:xfrm>
            <a:off x="948267" y="2055284"/>
            <a:ext cx="76200" cy="228600"/>
          </a:xfrm>
          <a:custGeom>
            <a:avLst/>
            <a:gdLst>
              <a:gd name="T0" fmla="*/ 11519 w 56515"/>
              <a:gd name="T1" fmla="*/ 0 h 170814"/>
              <a:gd name="T2" fmla="*/ 5562 w 56515"/>
              <a:gd name="T3" fmla="*/ 650 h 170814"/>
              <a:gd name="T4" fmla="*/ 3387 w 56515"/>
              <a:gd name="T5" fmla="*/ 1025 h 170814"/>
              <a:gd name="T6" fmla="*/ 706 w 56515"/>
              <a:gd name="T7" fmla="*/ 3758 h 170814"/>
              <a:gd name="T8" fmla="*/ 264 w 56515"/>
              <a:gd name="T9" fmla="*/ 5682 h 170814"/>
              <a:gd name="T10" fmla="*/ 0 w 56515"/>
              <a:gd name="T11" fmla="*/ 8259 h 170814"/>
              <a:gd name="T12" fmla="*/ 2668 w 56515"/>
              <a:gd name="T13" fmla="*/ 18351 h 170814"/>
              <a:gd name="T14" fmla="*/ 4206 w 56515"/>
              <a:gd name="T15" fmla="*/ 18755 h 170814"/>
              <a:gd name="T16" fmla="*/ 8924 w 56515"/>
              <a:gd name="T17" fmla="*/ 18879 h 170814"/>
              <a:gd name="T18" fmla="*/ 11683 w 56515"/>
              <a:gd name="T19" fmla="*/ 19283 h 170814"/>
              <a:gd name="T20" fmla="*/ 13746 w 56515"/>
              <a:gd name="T21" fmla="*/ 20306 h 170814"/>
              <a:gd name="T22" fmla="*/ 15171 w 56515"/>
              <a:gd name="T23" fmla="*/ 22759 h 170814"/>
              <a:gd name="T24" fmla="*/ 16256 w 56515"/>
              <a:gd name="T25" fmla="*/ 26114 h 170814"/>
              <a:gd name="T26" fmla="*/ 16856 w 56515"/>
              <a:gd name="T27" fmla="*/ 30927 h 170814"/>
              <a:gd name="T28" fmla="*/ 17021 w 56515"/>
              <a:gd name="T29" fmla="*/ 60799 h 170814"/>
              <a:gd name="T30" fmla="*/ 18155 w 56515"/>
              <a:gd name="T31" fmla="*/ 67786 h 170814"/>
              <a:gd name="T32" fmla="*/ 20092 w 56515"/>
              <a:gd name="T33" fmla="*/ 73221 h 170814"/>
              <a:gd name="T34" fmla="*/ 34232 w 56515"/>
              <a:gd name="T35" fmla="*/ 85391 h 170814"/>
              <a:gd name="T36" fmla="*/ 25546 w 56515"/>
              <a:gd name="T37" fmla="*/ 91974 h 170814"/>
              <a:gd name="T38" fmla="*/ 21729 w 56515"/>
              <a:gd name="T39" fmla="*/ 98185 h 170814"/>
              <a:gd name="T40" fmla="*/ 18897 w 56515"/>
              <a:gd name="T41" fmla="*/ 105047 h 170814"/>
              <a:gd name="T42" fmla="*/ 17398 w 56515"/>
              <a:gd name="T43" fmla="*/ 112685 h 170814"/>
              <a:gd name="T44" fmla="*/ 17021 w 56515"/>
              <a:gd name="T45" fmla="*/ 139204 h 170814"/>
              <a:gd name="T46" fmla="*/ 16566 w 56515"/>
              <a:gd name="T47" fmla="*/ 145290 h 170814"/>
              <a:gd name="T48" fmla="*/ 15738 w 56515"/>
              <a:gd name="T49" fmla="*/ 149699 h 170814"/>
              <a:gd name="T50" fmla="*/ 14300 w 56515"/>
              <a:gd name="T51" fmla="*/ 152400 h 170814"/>
              <a:gd name="T52" fmla="*/ 11129 w 56515"/>
              <a:gd name="T53" fmla="*/ 154482 h 170814"/>
              <a:gd name="T54" fmla="*/ 4104 w 56515"/>
              <a:gd name="T55" fmla="*/ 154853 h 170814"/>
              <a:gd name="T56" fmla="*/ 3019 w 56515"/>
              <a:gd name="T57" fmla="*/ 155133 h 170814"/>
              <a:gd name="T58" fmla="*/ 1988 w 56515"/>
              <a:gd name="T59" fmla="*/ 155754 h 170814"/>
              <a:gd name="T60" fmla="*/ 0 w 56515"/>
              <a:gd name="T61" fmla="*/ 165597 h 170814"/>
              <a:gd name="T62" fmla="*/ 2741 w 56515"/>
              <a:gd name="T63" fmla="*/ 172460 h 170814"/>
              <a:gd name="T64" fmla="*/ 3790 w 56515"/>
              <a:gd name="T65" fmla="*/ 172833 h 170814"/>
              <a:gd name="T66" fmla="*/ 8507 w 56515"/>
              <a:gd name="T67" fmla="*/ 173485 h 170814"/>
              <a:gd name="T68" fmla="*/ 18558 w 56515"/>
              <a:gd name="T69" fmla="*/ 173765 h 170814"/>
              <a:gd name="T70" fmla="*/ 26551 w 56515"/>
              <a:gd name="T71" fmla="*/ 171280 h 170814"/>
              <a:gd name="T72" fmla="*/ 32958 w 56515"/>
              <a:gd name="T73" fmla="*/ 167275 h 170814"/>
              <a:gd name="T74" fmla="*/ 38777 w 56515"/>
              <a:gd name="T75" fmla="*/ 157183 h 170814"/>
              <a:gd name="T76" fmla="*/ 40476 w 56515"/>
              <a:gd name="T77" fmla="*/ 147866 h 170814"/>
              <a:gd name="T78" fmla="*/ 40937 w 56515"/>
              <a:gd name="T79" fmla="*/ 117096 h 170814"/>
              <a:gd name="T80" fmla="*/ 41787 w 56515"/>
              <a:gd name="T81" fmla="*/ 110730 h 170814"/>
              <a:gd name="T82" fmla="*/ 43249 w 56515"/>
              <a:gd name="T83" fmla="*/ 105171 h 170814"/>
              <a:gd name="T84" fmla="*/ 45638 w 56515"/>
              <a:gd name="T85" fmla="*/ 100389 h 170814"/>
              <a:gd name="T86" fmla="*/ 49015 w 56515"/>
              <a:gd name="T87" fmla="*/ 96913 h 170814"/>
              <a:gd name="T88" fmla="*/ 53081 w 56515"/>
              <a:gd name="T89" fmla="*/ 94304 h 170814"/>
              <a:gd name="T90" fmla="*/ 56292 w 56515"/>
              <a:gd name="T91" fmla="*/ 93930 h 170814"/>
              <a:gd name="T92" fmla="*/ 59364 w 56515"/>
              <a:gd name="T93" fmla="*/ 86292 h 170814"/>
              <a:gd name="T94" fmla="*/ 59263 w 56515"/>
              <a:gd name="T95" fmla="*/ 81387 h 170814"/>
              <a:gd name="T96" fmla="*/ 58597 w 56515"/>
              <a:gd name="T97" fmla="*/ 78127 h 170814"/>
              <a:gd name="T98" fmla="*/ 57977 w 56515"/>
              <a:gd name="T99" fmla="*/ 76729 h 170814"/>
              <a:gd name="T100" fmla="*/ 50538 w 56515"/>
              <a:gd name="T101" fmla="*/ 74120 h 170814"/>
              <a:gd name="T102" fmla="*/ 45375 w 56515"/>
              <a:gd name="T103" fmla="*/ 71540 h 170814"/>
              <a:gd name="T104" fmla="*/ 43108 w 56515"/>
              <a:gd name="T105" fmla="*/ 68966 h 170814"/>
              <a:gd name="T106" fmla="*/ 41735 w 56515"/>
              <a:gd name="T107" fmla="*/ 65332 h 170814"/>
              <a:gd name="T108" fmla="*/ 40919 w 56515"/>
              <a:gd name="T109" fmla="*/ 60271 h 170814"/>
              <a:gd name="T110" fmla="*/ 40476 w 56515"/>
              <a:gd name="T111" fmla="*/ 25866 h 170814"/>
              <a:gd name="T112" fmla="*/ 23103 w 56515"/>
              <a:gd name="T113" fmla="*/ 776 h 17081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56515" h="170814">
                <a:moveTo>
                  <a:pt x="17608" y="0"/>
                </a:moveTo>
                <a:lnTo>
                  <a:pt x="10893" y="0"/>
                </a:lnTo>
                <a:lnTo>
                  <a:pt x="6690" y="365"/>
                </a:lnTo>
                <a:lnTo>
                  <a:pt x="5260" y="640"/>
                </a:lnTo>
                <a:lnTo>
                  <a:pt x="3773" y="1005"/>
                </a:lnTo>
                <a:lnTo>
                  <a:pt x="3203" y="1005"/>
                </a:lnTo>
                <a:lnTo>
                  <a:pt x="1024" y="3047"/>
                </a:lnTo>
                <a:lnTo>
                  <a:pt x="667" y="3688"/>
                </a:lnTo>
                <a:lnTo>
                  <a:pt x="405" y="4450"/>
                </a:lnTo>
                <a:lnTo>
                  <a:pt x="249" y="5577"/>
                </a:lnTo>
                <a:lnTo>
                  <a:pt x="82" y="6736"/>
                </a:lnTo>
                <a:lnTo>
                  <a:pt x="0" y="8107"/>
                </a:lnTo>
                <a:lnTo>
                  <a:pt x="0" y="11429"/>
                </a:lnTo>
                <a:lnTo>
                  <a:pt x="2523" y="18013"/>
                </a:lnTo>
                <a:lnTo>
                  <a:pt x="3166" y="18287"/>
                </a:lnTo>
                <a:lnTo>
                  <a:pt x="3977" y="18409"/>
                </a:lnTo>
                <a:lnTo>
                  <a:pt x="4940" y="18409"/>
                </a:lnTo>
                <a:lnTo>
                  <a:pt x="8439" y="18531"/>
                </a:lnTo>
                <a:lnTo>
                  <a:pt x="9857" y="18531"/>
                </a:lnTo>
                <a:lnTo>
                  <a:pt x="11048" y="18928"/>
                </a:lnTo>
                <a:lnTo>
                  <a:pt x="12024" y="19415"/>
                </a:lnTo>
                <a:lnTo>
                  <a:pt x="12999" y="19933"/>
                </a:lnTo>
                <a:lnTo>
                  <a:pt x="13773" y="20939"/>
                </a:lnTo>
                <a:lnTo>
                  <a:pt x="14346" y="22341"/>
                </a:lnTo>
                <a:lnTo>
                  <a:pt x="14929" y="23743"/>
                </a:lnTo>
                <a:lnTo>
                  <a:pt x="15371" y="25633"/>
                </a:lnTo>
                <a:lnTo>
                  <a:pt x="15666" y="27919"/>
                </a:lnTo>
                <a:lnTo>
                  <a:pt x="15941" y="30358"/>
                </a:lnTo>
                <a:lnTo>
                  <a:pt x="16096" y="33893"/>
                </a:lnTo>
                <a:lnTo>
                  <a:pt x="16096" y="59679"/>
                </a:lnTo>
                <a:lnTo>
                  <a:pt x="16453" y="63611"/>
                </a:lnTo>
                <a:lnTo>
                  <a:pt x="17169" y="66537"/>
                </a:lnTo>
                <a:lnTo>
                  <a:pt x="17870" y="69463"/>
                </a:lnTo>
                <a:lnTo>
                  <a:pt x="19001" y="71871"/>
                </a:lnTo>
                <a:lnTo>
                  <a:pt x="36063" y="83057"/>
                </a:lnTo>
                <a:lnTo>
                  <a:pt x="32372" y="83819"/>
                </a:lnTo>
                <a:lnTo>
                  <a:pt x="29263" y="85465"/>
                </a:lnTo>
                <a:lnTo>
                  <a:pt x="24158" y="90281"/>
                </a:lnTo>
                <a:lnTo>
                  <a:pt x="22097" y="93085"/>
                </a:lnTo>
                <a:lnTo>
                  <a:pt x="20549" y="96377"/>
                </a:lnTo>
                <a:lnTo>
                  <a:pt x="19001" y="99547"/>
                </a:lnTo>
                <a:lnTo>
                  <a:pt x="17870" y="103113"/>
                </a:lnTo>
                <a:lnTo>
                  <a:pt x="17169" y="106801"/>
                </a:lnTo>
                <a:lnTo>
                  <a:pt x="16453" y="110611"/>
                </a:lnTo>
                <a:lnTo>
                  <a:pt x="16096" y="114940"/>
                </a:lnTo>
                <a:lnTo>
                  <a:pt x="16096" y="136641"/>
                </a:lnTo>
                <a:lnTo>
                  <a:pt x="15941" y="140329"/>
                </a:lnTo>
                <a:lnTo>
                  <a:pt x="15666" y="142615"/>
                </a:lnTo>
                <a:lnTo>
                  <a:pt x="15371" y="145023"/>
                </a:lnTo>
                <a:lnTo>
                  <a:pt x="14883" y="146944"/>
                </a:lnTo>
                <a:lnTo>
                  <a:pt x="14203" y="148193"/>
                </a:lnTo>
                <a:lnTo>
                  <a:pt x="13523" y="149595"/>
                </a:lnTo>
                <a:lnTo>
                  <a:pt x="12655" y="150601"/>
                </a:lnTo>
                <a:lnTo>
                  <a:pt x="10524" y="151637"/>
                </a:lnTo>
                <a:lnTo>
                  <a:pt x="9180" y="152003"/>
                </a:lnTo>
                <a:lnTo>
                  <a:pt x="3880" y="152003"/>
                </a:lnTo>
                <a:lnTo>
                  <a:pt x="3355" y="152125"/>
                </a:lnTo>
                <a:lnTo>
                  <a:pt x="2855" y="152278"/>
                </a:lnTo>
                <a:lnTo>
                  <a:pt x="2380" y="152643"/>
                </a:lnTo>
                <a:lnTo>
                  <a:pt x="1880" y="152887"/>
                </a:lnTo>
                <a:lnTo>
                  <a:pt x="0" y="159257"/>
                </a:lnTo>
                <a:lnTo>
                  <a:pt x="0" y="162549"/>
                </a:lnTo>
                <a:lnTo>
                  <a:pt x="2179" y="168889"/>
                </a:lnTo>
                <a:lnTo>
                  <a:pt x="2593" y="169285"/>
                </a:lnTo>
                <a:lnTo>
                  <a:pt x="3072" y="169529"/>
                </a:lnTo>
                <a:lnTo>
                  <a:pt x="3584" y="169651"/>
                </a:lnTo>
                <a:lnTo>
                  <a:pt x="6690" y="170169"/>
                </a:lnTo>
                <a:lnTo>
                  <a:pt x="8046" y="170291"/>
                </a:lnTo>
                <a:lnTo>
                  <a:pt x="9406" y="170566"/>
                </a:lnTo>
                <a:lnTo>
                  <a:pt x="17550" y="170566"/>
                </a:lnTo>
                <a:lnTo>
                  <a:pt x="21753" y="169804"/>
                </a:lnTo>
                <a:lnTo>
                  <a:pt x="25109" y="168127"/>
                </a:lnTo>
                <a:lnTo>
                  <a:pt x="28468" y="166603"/>
                </a:lnTo>
                <a:lnTo>
                  <a:pt x="31168" y="164195"/>
                </a:lnTo>
                <a:lnTo>
                  <a:pt x="35240" y="158099"/>
                </a:lnTo>
                <a:lnTo>
                  <a:pt x="36670" y="154289"/>
                </a:lnTo>
                <a:lnTo>
                  <a:pt x="37490" y="149595"/>
                </a:lnTo>
                <a:lnTo>
                  <a:pt x="38276" y="145145"/>
                </a:lnTo>
                <a:lnTo>
                  <a:pt x="38694" y="139171"/>
                </a:lnTo>
                <a:lnTo>
                  <a:pt x="38712" y="114940"/>
                </a:lnTo>
                <a:lnTo>
                  <a:pt x="38956" y="111617"/>
                </a:lnTo>
                <a:lnTo>
                  <a:pt x="39517" y="108691"/>
                </a:lnTo>
                <a:lnTo>
                  <a:pt x="40062" y="105917"/>
                </a:lnTo>
                <a:lnTo>
                  <a:pt x="40898" y="103235"/>
                </a:lnTo>
                <a:lnTo>
                  <a:pt x="42028" y="100949"/>
                </a:lnTo>
                <a:lnTo>
                  <a:pt x="43159" y="98541"/>
                </a:lnTo>
                <a:lnTo>
                  <a:pt x="44601" y="96652"/>
                </a:lnTo>
                <a:lnTo>
                  <a:pt x="46350" y="95128"/>
                </a:lnTo>
                <a:lnTo>
                  <a:pt x="48088" y="93451"/>
                </a:lnTo>
                <a:lnTo>
                  <a:pt x="50197" y="92567"/>
                </a:lnTo>
                <a:lnTo>
                  <a:pt x="52648" y="92201"/>
                </a:lnTo>
                <a:lnTo>
                  <a:pt x="53233" y="92201"/>
                </a:lnTo>
                <a:lnTo>
                  <a:pt x="54196" y="91683"/>
                </a:lnTo>
                <a:lnTo>
                  <a:pt x="56138" y="84703"/>
                </a:lnTo>
                <a:lnTo>
                  <a:pt x="56121" y="81015"/>
                </a:lnTo>
                <a:lnTo>
                  <a:pt x="56043" y="79888"/>
                </a:lnTo>
                <a:lnTo>
                  <a:pt x="55662" y="77602"/>
                </a:lnTo>
                <a:lnTo>
                  <a:pt x="55412" y="76687"/>
                </a:lnTo>
                <a:lnTo>
                  <a:pt x="55126" y="76078"/>
                </a:lnTo>
                <a:lnTo>
                  <a:pt x="54827" y="75316"/>
                </a:lnTo>
                <a:lnTo>
                  <a:pt x="49898" y="73395"/>
                </a:lnTo>
                <a:lnTo>
                  <a:pt x="47792" y="72755"/>
                </a:lnTo>
                <a:lnTo>
                  <a:pt x="44302" y="71231"/>
                </a:lnTo>
                <a:lnTo>
                  <a:pt x="42909" y="70225"/>
                </a:lnTo>
                <a:lnTo>
                  <a:pt x="41836" y="68945"/>
                </a:lnTo>
                <a:lnTo>
                  <a:pt x="40766" y="67696"/>
                </a:lnTo>
                <a:lnTo>
                  <a:pt x="39968" y="66019"/>
                </a:lnTo>
                <a:lnTo>
                  <a:pt x="39468" y="64129"/>
                </a:lnTo>
                <a:lnTo>
                  <a:pt x="38944" y="62087"/>
                </a:lnTo>
                <a:lnTo>
                  <a:pt x="38694" y="59161"/>
                </a:lnTo>
                <a:lnTo>
                  <a:pt x="38694" y="31363"/>
                </a:lnTo>
                <a:lnTo>
                  <a:pt x="38276" y="25389"/>
                </a:lnTo>
                <a:lnTo>
                  <a:pt x="25203" y="2407"/>
                </a:lnTo>
                <a:lnTo>
                  <a:pt x="21848" y="761"/>
                </a:lnTo>
                <a:lnTo>
                  <a:pt x="176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59" name="object 11">
            <a:extLst>
              <a:ext uri="{FF2B5EF4-FFF2-40B4-BE49-F238E27FC236}">
                <a16:creationId xmlns:a16="http://schemas.microsoft.com/office/drawing/2014/main" id="{5570C1A0-F61C-B139-2BBD-DA262217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534" y="330200"/>
            <a:ext cx="294217" cy="550333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27660" name="object 13">
            <a:extLst>
              <a:ext uri="{FF2B5EF4-FFF2-40B4-BE49-F238E27FC236}">
                <a16:creationId xmlns:a16="http://schemas.microsoft.com/office/drawing/2014/main" id="{E0D1DF7C-F241-A980-EBE8-87034BD06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68" y="2696634"/>
            <a:ext cx="2798233" cy="268817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27661" name="object 14">
            <a:extLst>
              <a:ext uri="{FF2B5EF4-FFF2-40B4-BE49-F238E27FC236}">
                <a16:creationId xmlns:a16="http://schemas.microsoft.com/office/drawing/2014/main" id="{9B6C1EA7-2981-B271-575A-E9BE6D0052A0}"/>
              </a:ext>
            </a:extLst>
          </p:cNvPr>
          <p:cNvSpPr>
            <a:spLocks/>
          </p:cNvSpPr>
          <p:nvPr/>
        </p:nvSpPr>
        <p:spPr bwMode="auto">
          <a:xfrm>
            <a:off x="762000" y="4019551"/>
            <a:ext cx="4978400" cy="1231900"/>
          </a:xfrm>
          <a:custGeom>
            <a:avLst/>
            <a:gdLst>
              <a:gd name="T0" fmla="*/ 0 w 3733800"/>
              <a:gd name="T1" fmla="*/ 923924 h 923925"/>
              <a:gd name="T2" fmla="*/ 3733799 w 3733800"/>
              <a:gd name="T3" fmla="*/ 923924 h 923925"/>
              <a:gd name="T4" fmla="*/ 3733799 w 3733800"/>
              <a:gd name="T5" fmla="*/ 0 h 923925"/>
              <a:gd name="T6" fmla="*/ 0 w 3733800"/>
              <a:gd name="T7" fmla="*/ 0 h 923925"/>
              <a:gd name="T8" fmla="*/ 0 w 3733800"/>
              <a:gd name="T9" fmla="*/ 923924 h 9239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33800" h="923925">
                <a:moveTo>
                  <a:pt x="0" y="923924"/>
                </a:moveTo>
                <a:lnTo>
                  <a:pt x="3733799" y="923924"/>
                </a:lnTo>
                <a:lnTo>
                  <a:pt x="3733799" y="0"/>
                </a:lnTo>
                <a:lnTo>
                  <a:pt x="0" y="0"/>
                </a:lnTo>
                <a:lnTo>
                  <a:pt x="0" y="923924"/>
                </a:lnTo>
                <a:close/>
              </a:path>
            </a:pathLst>
          </a:custGeom>
          <a:solidFill>
            <a:srgbClr val="FCD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2" name="object 15">
            <a:extLst>
              <a:ext uri="{FF2B5EF4-FFF2-40B4-BE49-F238E27FC236}">
                <a16:creationId xmlns:a16="http://schemas.microsoft.com/office/drawing/2014/main" id="{5EE8C440-10CE-CCE9-5AC8-889FCAAC12CD}"/>
              </a:ext>
            </a:extLst>
          </p:cNvPr>
          <p:cNvSpPr>
            <a:spLocks/>
          </p:cNvSpPr>
          <p:nvPr/>
        </p:nvSpPr>
        <p:spPr bwMode="auto">
          <a:xfrm>
            <a:off x="762000" y="4019551"/>
            <a:ext cx="4978400" cy="1231900"/>
          </a:xfrm>
          <a:custGeom>
            <a:avLst/>
            <a:gdLst>
              <a:gd name="T0" fmla="*/ 0 w 3733800"/>
              <a:gd name="T1" fmla="*/ 923924 h 923925"/>
              <a:gd name="T2" fmla="*/ 3733799 w 3733800"/>
              <a:gd name="T3" fmla="*/ 923924 h 923925"/>
              <a:gd name="T4" fmla="*/ 3733799 w 3733800"/>
              <a:gd name="T5" fmla="*/ 0 h 923925"/>
              <a:gd name="T6" fmla="*/ 0 w 3733800"/>
              <a:gd name="T7" fmla="*/ 0 h 923925"/>
              <a:gd name="T8" fmla="*/ 0 w 3733800"/>
              <a:gd name="T9" fmla="*/ 923924 h 9239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33800" h="923925">
                <a:moveTo>
                  <a:pt x="0" y="923924"/>
                </a:moveTo>
                <a:lnTo>
                  <a:pt x="3733799" y="923924"/>
                </a:lnTo>
                <a:lnTo>
                  <a:pt x="3733799" y="0"/>
                </a:lnTo>
                <a:lnTo>
                  <a:pt x="0" y="0"/>
                </a:lnTo>
                <a:lnTo>
                  <a:pt x="0" y="923924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3" name="object 16">
            <a:extLst>
              <a:ext uri="{FF2B5EF4-FFF2-40B4-BE49-F238E27FC236}">
                <a16:creationId xmlns:a16="http://schemas.microsoft.com/office/drawing/2014/main" id="{07739CCE-EE17-4EC7-76E1-21D5C3483FA9}"/>
              </a:ext>
            </a:extLst>
          </p:cNvPr>
          <p:cNvSpPr>
            <a:spLocks/>
          </p:cNvSpPr>
          <p:nvPr/>
        </p:nvSpPr>
        <p:spPr bwMode="auto">
          <a:xfrm>
            <a:off x="5740400" y="355601"/>
            <a:ext cx="6096000" cy="3077633"/>
          </a:xfrm>
          <a:custGeom>
            <a:avLst/>
            <a:gdLst>
              <a:gd name="T0" fmla="*/ 0 w 4572000"/>
              <a:gd name="T1" fmla="*/ 2305686 h 2308860"/>
              <a:gd name="T2" fmla="*/ 4571999 w 4572000"/>
              <a:gd name="T3" fmla="*/ 2305686 h 2308860"/>
              <a:gd name="T4" fmla="*/ 4571999 w 4572000"/>
              <a:gd name="T5" fmla="*/ 0 h 2308860"/>
              <a:gd name="T6" fmla="*/ 0 w 4572000"/>
              <a:gd name="T7" fmla="*/ 0 h 2308860"/>
              <a:gd name="T8" fmla="*/ 0 w 4572000"/>
              <a:gd name="T9" fmla="*/ 2305686 h 2308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72000" h="2308860">
                <a:moveTo>
                  <a:pt x="0" y="2308859"/>
                </a:moveTo>
                <a:lnTo>
                  <a:pt x="4571999" y="2308859"/>
                </a:lnTo>
                <a:lnTo>
                  <a:pt x="4571999" y="0"/>
                </a:lnTo>
                <a:lnTo>
                  <a:pt x="0" y="0"/>
                </a:lnTo>
                <a:lnTo>
                  <a:pt x="0" y="2308859"/>
                </a:lnTo>
                <a:close/>
              </a:path>
            </a:pathLst>
          </a:custGeom>
          <a:solidFill>
            <a:srgbClr val="E6E0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4" name="object 17">
            <a:extLst>
              <a:ext uri="{FF2B5EF4-FFF2-40B4-BE49-F238E27FC236}">
                <a16:creationId xmlns:a16="http://schemas.microsoft.com/office/drawing/2014/main" id="{373FF0F2-8682-D5B8-98EC-3AEB71AB7D68}"/>
              </a:ext>
            </a:extLst>
          </p:cNvPr>
          <p:cNvSpPr>
            <a:spLocks/>
          </p:cNvSpPr>
          <p:nvPr/>
        </p:nvSpPr>
        <p:spPr bwMode="auto">
          <a:xfrm>
            <a:off x="5740400" y="355601"/>
            <a:ext cx="6096000" cy="3077633"/>
          </a:xfrm>
          <a:custGeom>
            <a:avLst/>
            <a:gdLst>
              <a:gd name="T0" fmla="*/ 0 w 4572000"/>
              <a:gd name="T1" fmla="*/ 2305686 h 2308860"/>
              <a:gd name="T2" fmla="*/ 4571999 w 4572000"/>
              <a:gd name="T3" fmla="*/ 2305686 h 2308860"/>
              <a:gd name="T4" fmla="*/ 4571999 w 4572000"/>
              <a:gd name="T5" fmla="*/ 0 h 2308860"/>
              <a:gd name="T6" fmla="*/ 0 w 4572000"/>
              <a:gd name="T7" fmla="*/ 0 h 2308860"/>
              <a:gd name="T8" fmla="*/ 0 w 4572000"/>
              <a:gd name="T9" fmla="*/ 2305686 h 2308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72000" h="2308860">
                <a:moveTo>
                  <a:pt x="0" y="2308859"/>
                </a:moveTo>
                <a:lnTo>
                  <a:pt x="4571999" y="2308859"/>
                </a:lnTo>
                <a:lnTo>
                  <a:pt x="4571999" y="0"/>
                </a:lnTo>
                <a:lnTo>
                  <a:pt x="0" y="0"/>
                </a:lnTo>
                <a:lnTo>
                  <a:pt x="0" y="2308859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5" name="object 18">
            <a:extLst>
              <a:ext uri="{FF2B5EF4-FFF2-40B4-BE49-F238E27FC236}">
                <a16:creationId xmlns:a16="http://schemas.microsoft.com/office/drawing/2014/main" id="{9A741256-7514-8DF6-FB8E-7D7A085BF57F}"/>
              </a:ext>
            </a:extLst>
          </p:cNvPr>
          <p:cNvSpPr>
            <a:spLocks/>
          </p:cNvSpPr>
          <p:nvPr/>
        </p:nvSpPr>
        <p:spPr bwMode="auto">
          <a:xfrm>
            <a:off x="4881033" y="3350684"/>
            <a:ext cx="812800" cy="736600"/>
          </a:xfrm>
          <a:custGeom>
            <a:avLst/>
            <a:gdLst>
              <a:gd name="T0" fmla="*/ 304799 w 609600"/>
              <a:gd name="T1" fmla="*/ 0 h 552450"/>
              <a:gd name="T2" fmla="*/ 255269 w 609600"/>
              <a:gd name="T3" fmla="*/ 3179 h 552450"/>
              <a:gd name="T4" fmla="*/ 208269 w 609600"/>
              <a:gd name="T5" fmla="*/ 13965 h 552450"/>
              <a:gd name="T6" fmla="*/ 164470 w 609600"/>
              <a:gd name="T7" fmla="*/ 30479 h 552450"/>
              <a:gd name="T8" fmla="*/ 125089 w 609600"/>
              <a:gd name="T9" fmla="*/ 53339 h 552450"/>
              <a:gd name="T10" fmla="*/ 89550 w 609600"/>
              <a:gd name="T11" fmla="*/ 80640 h 552450"/>
              <a:gd name="T12" fmla="*/ 59070 w 609600"/>
              <a:gd name="T13" fmla="*/ 113025 h 552450"/>
              <a:gd name="T14" fmla="*/ 34289 w 609600"/>
              <a:gd name="T15" fmla="*/ 149220 h 552450"/>
              <a:gd name="T16" fmla="*/ 15239 w 609600"/>
              <a:gd name="T17" fmla="*/ 188594 h 552450"/>
              <a:gd name="T18" fmla="*/ 3809 w 609600"/>
              <a:gd name="T19" fmla="*/ 231135 h 552450"/>
              <a:gd name="T20" fmla="*/ 0 w 609600"/>
              <a:gd name="T21" fmla="*/ 276224 h 552450"/>
              <a:gd name="T22" fmla="*/ 3809 w 609600"/>
              <a:gd name="T23" fmla="*/ 320670 h 552450"/>
              <a:gd name="T24" fmla="*/ 15239 w 609600"/>
              <a:gd name="T25" fmla="*/ 363224 h 552450"/>
              <a:gd name="T26" fmla="*/ 34289 w 609600"/>
              <a:gd name="T27" fmla="*/ 403229 h 552450"/>
              <a:gd name="T28" fmla="*/ 59070 w 609600"/>
              <a:gd name="T29" fmla="*/ 439424 h 552450"/>
              <a:gd name="T30" fmla="*/ 89550 w 609600"/>
              <a:gd name="T31" fmla="*/ 471165 h 552450"/>
              <a:gd name="T32" fmla="*/ 125089 w 609600"/>
              <a:gd name="T33" fmla="*/ 499109 h 552450"/>
              <a:gd name="T34" fmla="*/ 164470 w 609600"/>
              <a:gd name="T35" fmla="*/ 521339 h 552450"/>
              <a:gd name="T36" fmla="*/ 208269 w 609600"/>
              <a:gd name="T37" fmla="*/ 538484 h 552450"/>
              <a:gd name="T38" fmla="*/ 255269 w 609600"/>
              <a:gd name="T39" fmla="*/ 548639 h 552450"/>
              <a:gd name="T40" fmla="*/ 304799 w 609600"/>
              <a:gd name="T41" fmla="*/ 552449 h 552450"/>
              <a:gd name="T42" fmla="*/ 354329 w 609600"/>
              <a:gd name="T43" fmla="*/ 548639 h 552450"/>
              <a:gd name="T44" fmla="*/ 401330 w 609600"/>
              <a:gd name="T45" fmla="*/ 538484 h 552450"/>
              <a:gd name="T46" fmla="*/ 445129 w 609600"/>
              <a:gd name="T47" fmla="*/ 521339 h 552450"/>
              <a:gd name="T48" fmla="*/ 484510 w 609600"/>
              <a:gd name="T49" fmla="*/ 499109 h 552450"/>
              <a:gd name="T50" fmla="*/ 520080 w 609600"/>
              <a:gd name="T51" fmla="*/ 471165 h 552450"/>
              <a:gd name="T52" fmla="*/ 550560 w 609600"/>
              <a:gd name="T53" fmla="*/ 439424 h 552450"/>
              <a:gd name="T54" fmla="*/ 575309 w 609600"/>
              <a:gd name="T55" fmla="*/ 403229 h 552450"/>
              <a:gd name="T56" fmla="*/ 594359 w 609600"/>
              <a:gd name="T57" fmla="*/ 363224 h 552450"/>
              <a:gd name="T58" fmla="*/ 605789 w 609600"/>
              <a:gd name="T59" fmla="*/ 320670 h 552450"/>
              <a:gd name="T60" fmla="*/ 609599 w 609600"/>
              <a:gd name="T61" fmla="*/ 276224 h 552450"/>
              <a:gd name="T62" fmla="*/ 605789 w 609600"/>
              <a:gd name="T63" fmla="*/ 231135 h 552450"/>
              <a:gd name="T64" fmla="*/ 594359 w 609600"/>
              <a:gd name="T65" fmla="*/ 188594 h 552450"/>
              <a:gd name="T66" fmla="*/ 575309 w 609600"/>
              <a:gd name="T67" fmla="*/ 149220 h 552450"/>
              <a:gd name="T68" fmla="*/ 550560 w 609600"/>
              <a:gd name="T69" fmla="*/ 113025 h 552450"/>
              <a:gd name="T70" fmla="*/ 520080 w 609600"/>
              <a:gd name="T71" fmla="*/ 80640 h 552450"/>
              <a:gd name="T72" fmla="*/ 484510 w 609600"/>
              <a:gd name="T73" fmla="*/ 53339 h 552450"/>
              <a:gd name="T74" fmla="*/ 445129 w 609600"/>
              <a:gd name="T75" fmla="*/ 30479 h 552450"/>
              <a:gd name="T76" fmla="*/ 401330 w 609600"/>
              <a:gd name="T77" fmla="*/ 13965 h 552450"/>
              <a:gd name="T78" fmla="*/ 354329 w 609600"/>
              <a:gd name="T79" fmla="*/ 3179 h 552450"/>
              <a:gd name="T80" fmla="*/ 304799 w 609600"/>
              <a:gd name="T81" fmla="*/ 0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304799" y="0"/>
                </a:moveTo>
                <a:lnTo>
                  <a:pt x="255269" y="3179"/>
                </a:lnTo>
                <a:lnTo>
                  <a:pt x="208269" y="13965"/>
                </a:lnTo>
                <a:lnTo>
                  <a:pt x="164470" y="30479"/>
                </a:lnTo>
                <a:lnTo>
                  <a:pt x="125089" y="53339"/>
                </a:lnTo>
                <a:lnTo>
                  <a:pt x="89550" y="80640"/>
                </a:lnTo>
                <a:lnTo>
                  <a:pt x="59070" y="113025"/>
                </a:lnTo>
                <a:lnTo>
                  <a:pt x="34289" y="149220"/>
                </a:lnTo>
                <a:lnTo>
                  <a:pt x="15239" y="188594"/>
                </a:lnTo>
                <a:lnTo>
                  <a:pt x="3809" y="231135"/>
                </a:lnTo>
                <a:lnTo>
                  <a:pt x="0" y="276224"/>
                </a:lnTo>
                <a:lnTo>
                  <a:pt x="3809" y="320670"/>
                </a:lnTo>
                <a:lnTo>
                  <a:pt x="15239" y="363224"/>
                </a:lnTo>
                <a:lnTo>
                  <a:pt x="34289" y="403229"/>
                </a:lnTo>
                <a:lnTo>
                  <a:pt x="59070" y="439424"/>
                </a:lnTo>
                <a:lnTo>
                  <a:pt x="89550" y="471165"/>
                </a:lnTo>
                <a:lnTo>
                  <a:pt x="125089" y="499109"/>
                </a:lnTo>
                <a:lnTo>
                  <a:pt x="164470" y="521339"/>
                </a:lnTo>
                <a:lnTo>
                  <a:pt x="208269" y="538484"/>
                </a:lnTo>
                <a:lnTo>
                  <a:pt x="255269" y="548639"/>
                </a:lnTo>
                <a:lnTo>
                  <a:pt x="304799" y="552449"/>
                </a:lnTo>
                <a:lnTo>
                  <a:pt x="354329" y="548639"/>
                </a:lnTo>
                <a:lnTo>
                  <a:pt x="401330" y="538484"/>
                </a:lnTo>
                <a:lnTo>
                  <a:pt x="445129" y="521339"/>
                </a:lnTo>
                <a:lnTo>
                  <a:pt x="484510" y="499109"/>
                </a:lnTo>
                <a:lnTo>
                  <a:pt x="520080" y="471165"/>
                </a:lnTo>
                <a:lnTo>
                  <a:pt x="550560" y="439424"/>
                </a:lnTo>
                <a:lnTo>
                  <a:pt x="575309" y="403229"/>
                </a:lnTo>
                <a:lnTo>
                  <a:pt x="594359" y="363224"/>
                </a:lnTo>
                <a:lnTo>
                  <a:pt x="605789" y="320670"/>
                </a:lnTo>
                <a:lnTo>
                  <a:pt x="609599" y="276224"/>
                </a:lnTo>
                <a:lnTo>
                  <a:pt x="605789" y="231135"/>
                </a:lnTo>
                <a:lnTo>
                  <a:pt x="594359" y="188594"/>
                </a:lnTo>
                <a:lnTo>
                  <a:pt x="575309" y="149220"/>
                </a:lnTo>
                <a:lnTo>
                  <a:pt x="550560" y="113025"/>
                </a:lnTo>
                <a:lnTo>
                  <a:pt x="520080" y="80640"/>
                </a:lnTo>
                <a:lnTo>
                  <a:pt x="484510" y="53339"/>
                </a:lnTo>
                <a:lnTo>
                  <a:pt x="445129" y="30479"/>
                </a:lnTo>
                <a:lnTo>
                  <a:pt x="401330" y="13965"/>
                </a:lnTo>
                <a:lnTo>
                  <a:pt x="354329" y="3179"/>
                </a:lnTo>
                <a:lnTo>
                  <a:pt x="304799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6" name="object 19">
            <a:extLst>
              <a:ext uri="{FF2B5EF4-FFF2-40B4-BE49-F238E27FC236}">
                <a16:creationId xmlns:a16="http://schemas.microsoft.com/office/drawing/2014/main" id="{60AE4F33-E1AB-631C-B6D2-13AD5E1AB3A6}"/>
              </a:ext>
            </a:extLst>
          </p:cNvPr>
          <p:cNvSpPr>
            <a:spLocks/>
          </p:cNvSpPr>
          <p:nvPr/>
        </p:nvSpPr>
        <p:spPr bwMode="auto">
          <a:xfrm>
            <a:off x="4881033" y="3350684"/>
            <a:ext cx="812800" cy="736600"/>
          </a:xfrm>
          <a:custGeom>
            <a:avLst/>
            <a:gdLst>
              <a:gd name="T0" fmla="*/ 0 w 609600"/>
              <a:gd name="T1" fmla="*/ 276224 h 552450"/>
              <a:gd name="T2" fmla="*/ 3809 w 609600"/>
              <a:gd name="T3" fmla="*/ 231135 h 552450"/>
              <a:gd name="T4" fmla="*/ 15239 w 609600"/>
              <a:gd name="T5" fmla="*/ 188594 h 552450"/>
              <a:gd name="T6" fmla="*/ 34289 w 609600"/>
              <a:gd name="T7" fmla="*/ 149220 h 552450"/>
              <a:gd name="T8" fmla="*/ 59070 w 609600"/>
              <a:gd name="T9" fmla="*/ 113025 h 552450"/>
              <a:gd name="T10" fmla="*/ 89550 w 609600"/>
              <a:gd name="T11" fmla="*/ 80640 h 552450"/>
              <a:gd name="T12" fmla="*/ 125089 w 609600"/>
              <a:gd name="T13" fmla="*/ 53339 h 552450"/>
              <a:gd name="T14" fmla="*/ 164470 w 609600"/>
              <a:gd name="T15" fmla="*/ 30479 h 552450"/>
              <a:gd name="T16" fmla="*/ 208269 w 609600"/>
              <a:gd name="T17" fmla="*/ 13965 h 552450"/>
              <a:gd name="T18" fmla="*/ 255269 w 609600"/>
              <a:gd name="T19" fmla="*/ 3179 h 552450"/>
              <a:gd name="T20" fmla="*/ 304799 w 609600"/>
              <a:gd name="T21" fmla="*/ 0 h 552450"/>
              <a:gd name="T22" fmla="*/ 354329 w 609600"/>
              <a:gd name="T23" fmla="*/ 3179 h 552450"/>
              <a:gd name="T24" fmla="*/ 401330 w 609600"/>
              <a:gd name="T25" fmla="*/ 13965 h 552450"/>
              <a:gd name="T26" fmla="*/ 445129 w 609600"/>
              <a:gd name="T27" fmla="*/ 30479 h 552450"/>
              <a:gd name="T28" fmla="*/ 484510 w 609600"/>
              <a:gd name="T29" fmla="*/ 53339 h 552450"/>
              <a:gd name="T30" fmla="*/ 520080 w 609600"/>
              <a:gd name="T31" fmla="*/ 80640 h 552450"/>
              <a:gd name="T32" fmla="*/ 550560 w 609600"/>
              <a:gd name="T33" fmla="*/ 113025 h 552450"/>
              <a:gd name="T34" fmla="*/ 575309 w 609600"/>
              <a:gd name="T35" fmla="*/ 149220 h 552450"/>
              <a:gd name="T36" fmla="*/ 594359 w 609600"/>
              <a:gd name="T37" fmla="*/ 188594 h 552450"/>
              <a:gd name="T38" fmla="*/ 605789 w 609600"/>
              <a:gd name="T39" fmla="*/ 231135 h 552450"/>
              <a:gd name="T40" fmla="*/ 609599 w 609600"/>
              <a:gd name="T41" fmla="*/ 276224 h 552450"/>
              <a:gd name="T42" fmla="*/ 605789 w 609600"/>
              <a:gd name="T43" fmla="*/ 320670 h 552450"/>
              <a:gd name="T44" fmla="*/ 594359 w 609600"/>
              <a:gd name="T45" fmla="*/ 363224 h 552450"/>
              <a:gd name="T46" fmla="*/ 575309 w 609600"/>
              <a:gd name="T47" fmla="*/ 403229 h 552450"/>
              <a:gd name="T48" fmla="*/ 550560 w 609600"/>
              <a:gd name="T49" fmla="*/ 439424 h 552450"/>
              <a:gd name="T50" fmla="*/ 520080 w 609600"/>
              <a:gd name="T51" fmla="*/ 471165 h 552450"/>
              <a:gd name="T52" fmla="*/ 484510 w 609600"/>
              <a:gd name="T53" fmla="*/ 499109 h 552450"/>
              <a:gd name="T54" fmla="*/ 445129 w 609600"/>
              <a:gd name="T55" fmla="*/ 521339 h 552450"/>
              <a:gd name="T56" fmla="*/ 401330 w 609600"/>
              <a:gd name="T57" fmla="*/ 538484 h 552450"/>
              <a:gd name="T58" fmla="*/ 354329 w 609600"/>
              <a:gd name="T59" fmla="*/ 548639 h 552450"/>
              <a:gd name="T60" fmla="*/ 304799 w 609600"/>
              <a:gd name="T61" fmla="*/ 552449 h 552450"/>
              <a:gd name="T62" fmla="*/ 255269 w 609600"/>
              <a:gd name="T63" fmla="*/ 548639 h 552450"/>
              <a:gd name="T64" fmla="*/ 208269 w 609600"/>
              <a:gd name="T65" fmla="*/ 538484 h 552450"/>
              <a:gd name="T66" fmla="*/ 164470 w 609600"/>
              <a:gd name="T67" fmla="*/ 521339 h 552450"/>
              <a:gd name="T68" fmla="*/ 125089 w 609600"/>
              <a:gd name="T69" fmla="*/ 499109 h 552450"/>
              <a:gd name="T70" fmla="*/ 89550 w 609600"/>
              <a:gd name="T71" fmla="*/ 471165 h 552450"/>
              <a:gd name="T72" fmla="*/ 59070 w 609600"/>
              <a:gd name="T73" fmla="*/ 439424 h 552450"/>
              <a:gd name="T74" fmla="*/ 34289 w 609600"/>
              <a:gd name="T75" fmla="*/ 403229 h 552450"/>
              <a:gd name="T76" fmla="*/ 15239 w 609600"/>
              <a:gd name="T77" fmla="*/ 363224 h 552450"/>
              <a:gd name="T78" fmla="*/ 3809 w 609600"/>
              <a:gd name="T79" fmla="*/ 320670 h 552450"/>
              <a:gd name="T80" fmla="*/ 0 w 609600"/>
              <a:gd name="T81" fmla="*/ 276224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0" y="276224"/>
                </a:moveTo>
                <a:lnTo>
                  <a:pt x="3809" y="231135"/>
                </a:lnTo>
                <a:lnTo>
                  <a:pt x="15239" y="188594"/>
                </a:lnTo>
                <a:lnTo>
                  <a:pt x="34289" y="149220"/>
                </a:lnTo>
                <a:lnTo>
                  <a:pt x="59070" y="113025"/>
                </a:lnTo>
                <a:lnTo>
                  <a:pt x="89550" y="80640"/>
                </a:lnTo>
                <a:lnTo>
                  <a:pt x="125089" y="53339"/>
                </a:lnTo>
                <a:lnTo>
                  <a:pt x="164470" y="30479"/>
                </a:lnTo>
                <a:lnTo>
                  <a:pt x="208269" y="13965"/>
                </a:lnTo>
                <a:lnTo>
                  <a:pt x="255269" y="3179"/>
                </a:lnTo>
                <a:lnTo>
                  <a:pt x="304799" y="0"/>
                </a:lnTo>
                <a:lnTo>
                  <a:pt x="354329" y="3179"/>
                </a:lnTo>
                <a:lnTo>
                  <a:pt x="401330" y="13965"/>
                </a:lnTo>
                <a:lnTo>
                  <a:pt x="445129" y="30479"/>
                </a:lnTo>
                <a:lnTo>
                  <a:pt x="484510" y="53339"/>
                </a:lnTo>
                <a:lnTo>
                  <a:pt x="520080" y="80640"/>
                </a:lnTo>
                <a:lnTo>
                  <a:pt x="550560" y="113025"/>
                </a:lnTo>
                <a:lnTo>
                  <a:pt x="575309" y="149220"/>
                </a:lnTo>
                <a:lnTo>
                  <a:pt x="594359" y="188594"/>
                </a:lnTo>
                <a:lnTo>
                  <a:pt x="605789" y="231135"/>
                </a:lnTo>
                <a:lnTo>
                  <a:pt x="609599" y="276224"/>
                </a:lnTo>
                <a:lnTo>
                  <a:pt x="605789" y="320670"/>
                </a:lnTo>
                <a:lnTo>
                  <a:pt x="594359" y="363224"/>
                </a:lnTo>
                <a:lnTo>
                  <a:pt x="575309" y="403229"/>
                </a:lnTo>
                <a:lnTo>
                  <a:pt x="550560" y="439424"/>
                </a:lnTo>
                <a:lnTo>
                  <a:pt x="520080" y="471165"/>
                </a:lnTo>
                <a:lnTo>
                  <a:pt x="484510" y="499109"/>
                </a:lnTo>
                <a:lnTo>
                  <a:pt x="445129" y="521339"/>
                </a:lnTo>
                <a:lnTo>
                  <a:pt x="401330" y="538484"/>
                </a:lnTo>
                <a:lnTo>
                  <a:pt x="354329" y="548639"/>
                </a:lnTo>
                <a:lnTo>
                  <a:pt x="304799" y="552449"/>
                </a:lnTo>
                <a:lnTo>
                  <a:pt x="255269" y="548639"/>
                </a:lnTo>
                <a:lnTo>
                  <a:pt x="208269" y="538484"/>
                </a:lnTo>
                <a:lnTo>
                  <a:pt x="164470" y="521339"/>
                </a:lnTo>
                <a:lnTo>
                  <a:pt x="125089" y="499109"/>
                </a:lnTo>
                <a:lnTo>
                  <a:pt x="89550" y="471165"/>
                </a:lnTo>
                <a:lnTo>
                  <a:pt x="59070" y="439424"/>
                </a:lnTo>
                <a:lnTo>
                  <a:pt x="34289" y="403229"/>
                </a:lnTo>
                <a:lnTo>
                  <a:pt x="15239" y="363224"/>
                </a:lnTo>
                <a:lnTo>
                  <a:pt x="3809" y="320670"/>
                </a:lnTo>
                <a:lnTo>
                  <a:pt x="0" y="276224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7" name="object 20">
            <a:extLst>
              <a:ext uri="{FF2B5EF4-FFF2-40B4-BE49-F238E27FC236}">
                <a16:creationId xmlns:a16="http://schemas.microsoft.com/office/drawing/2014/main" id="{2DAB1256-3BE0-772F-92F2-17E1ADDE5064}"/>
              </a:ext>
            </a:extLst>
          </p:cNvPr>
          <p:cNvSpPr>
            <a:spLocks/>
          </p:cNvSpPr>
          <p:nvPr/>
        </p:nvSpPr>
        <p:spPr bwMode="auto">
          <a:xfrm>
            <a:off x="11023600" y="220133"/>
            <a:ext cx="812800" cy="736600"/>
          </a:xfrm>
          <a:custGeom>
            <a:avLst/>
            <a:gdLst>
              <a:gd name="T0" fmla="*/ 304799 w 609600"/>
              <a:gd name="T1" fmla="*/ 0 h 552450"/>
              <a:gd name="T2" fmla="*/ 255269 w 609600"/>
              <a:gd name="T3" fmla="*/ 3809 h 552450"/>
              <a:gd name="T4" fmla="*/ 208269 w 609600"/>
              <a:gd name="T5" fmla="*/ 13959 h 552450"/>
              <a:gd name="T6" fmla="*/ 164470 w 609600"/>
              <a:gd name="T7" fmla="*/ 31089 h 552450"/>
              <a:gd name="T8" fmla="*/ 125089 w 609600"/>
              <a:gd name="T9" fmla="*/ 53339 h 552450"/>
              <a:gd name="T10" fmla="*/ 89550 w 609600"/>
              <a:gd name="T11" fmla="*/ 80619 h 552450"/>
              <a:gd name="T12" fmla="*/ 59070 w 609600"/>
              <a:gd name="T13" fmla="*/ 113019 h 552450"/>
              <a:gd name="T14" fmla="*/ 34289 w 609600"/>
              <a:gd name="T15" fmla="*/ 149199 h 552450"/>
              <a:gd name="T16" fmla="*/ 15239 w 609600"/>
              <a:gd name="T17" fmla="*/ 189219 h 552450"/>
              <a:gd name="T18" fmla="*/ 3809 w 609600"/>
              <a:gd name="T19" fmla="*/ 231129 h 552450"/>
              <a:gd name="T20" fmla="*/ 0 w 609600"/>
              <a:gd name="T21" fmla="*/ 276209 h 552450"/>
              <a:gd name="T22" fmla="*/ 3809 w 609600"/>
              <a:gd name="T23" fmla="*/ 321289 h 552450"/>
              <a:gd name="T24" fmla="*/ 15239 w 609600"/>
              <a:gd name="T25" fmla="*/ 363839 h 552450"/>
              <a:gd name="T26" fmla="*/ 34289 w 609600"/>
              <a:gd name="T27" fmla="*/ 403219 h 552450"/>
              <a:gd name="T28" fmla="*/ 59070 w 609600"/>
              <a:gd name="T29" fmla="*/ 439399 h 552450"/>
              <a:gd name="T30" fmla="*/ 89550 w 609600"/>
              <a:gd name="T31" fmla="*/ 471799 h 552450"/>
              <a:gd name="T32" fmla="*/ 125089 w 609600"/>
              <a:gd name="T33" fmla="*/ 499109 h 552450"/>
              <a:gd name="T34" fmla="*/ 164470 w 609600"/>
              <a:gd name="T35" fmla="*/ 521969 h 552450"/>
              <a:gd name="T36" fmla="*/ 208269 w 609600"/>
              <a:gd name="T37" fmla="*/ 538459 h 552450"/>
              <a:gd name="T38" fmla="*/ 255269 w 609600"/>
              <a:gd name="T39" fmla="*/ 549249 h 552450"/>
              <a:gd name="T40" fmla="*/ 304799 w 609600"/>
              <a:gd name="T41" fmla="*/ 552449 h 552450"/>
              <a:gd name="T42" fmla="*/ 354329 w 609600"/>
              <a:gd name="T43" fmla="*/ 549249 h 552450"/>
              <a:gd name="T44" fmla="*/ 401330 w 609600"/>
              <a:gd name="T45" fmla="*/ 538459 h 552450"/>
              <a:gd name="T46" fmla="*/ 445129 w 609600"/>
              <a:gd name="T47" fmla="*/ 521969 h 552450"/>
              <a:gd name="T48" fmla="*/ 484510 w 609600"/>
              <a:gd name="T49" fmla="*/ 499109 h 552450"/>
              <a:gd name="T50" fmla="*/ 520080 w 609600"/>
              <a:gd name="T51" fmla="*/ 471799 h 552450"/>
              <a:gd name="T52" fmla="*/ 550560 w 609600"/>
              <a:gd name="T53" fmla="*/ 439399 h 552450"/>
              <a:gd name="T54" fmla="*/ 575309 w 609600"/>
              <a:gd name="T55" fmla="*/ 403219 h 552450"/>
              <a:gd name="T56" fmla="*/ 594359 w 609600"/>
              <a:gd name="T57" fmla="*/ 363839 h 552450"/>
              <a:gd name="T58" fmla="*/ 605789 w 609600"/>
              <a:gd name="T59" fmla="*/ 321289 h 552450"/>
              <a:gd name="T60" fmla="*/ 609599 w 609600"/>
              <a:gd name="T61" fmla="*/ 276209 h 552450"/>
              <a:gd name="T62" fmla="*/ 605789 w 609600"/>
              <a:gd name="T63" fmla="*/ 231129 h 552450"/>
              <a:gd name="T64" fmla="*/ 594359 w 609600"/>
              <a:gd name="T65" fmla="*/ 189219 h 552450"/>
              <a:gd name="T66" fmla="*/ 575309 w 609600"/>
              <a:gd name="T67" fmla="*/ 149199 h 552450"/>
              <a:gd name="T68" fmla="*/ 550560 w 609600"/>
              <a:gd name="T69" fmla="*/ 113019 h 552450"/>
              <a:gd name="T70" fmla="*/ 520080 w 609600"/>
              <a:gd name="T71" fmla="*/ 80619 h 552450"/>
              <a:gd name="T72" fmla="*/ 484510 w 609600"/>
              <a:gd name="T73" fmla="*/ 53339 h 552450"/>
              <a:gd name="T74" fmla="*/ 445129 w 609600"/>
              <a:gd name="T75" fmla="*/ 31089 h 552450"/>
              <a:gd name="T76" fmla="*/ 401330 w 609600"/>
              <a:gd name="T77" fmla="*/ 13959 h 552450"/>
              <a:gd name="T78" fmla="*/ 354329 w 609600"/>
              <a:gd name="T79" fmla="*/ 3809 h 552450"/>
              <a:gd name="T80" fmla="*/ 304799 w 609600"/>
              <a:gd name="T81" fmla="*/ 0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304799" y="0"/>
                </a:moveTo>
                <a:lnTo>
                  <a:pt x="255269" y="3809"/>
                </a:lnTo>
                <a:lnTo>
                  <a:pt x="208269" y="13959"/>
                </a:lnTo>
                <a:lnTo>
                  <a:pt x="164470" y="31089"/>
                </a:lnTo>
                <a:lnTo>
                  <a:pt x="125089" y="53339"/>
                </a:lnTo>
                <a:lnTo>
                  <a:pt x="89550" y="80619"/>
                </a:lnTo>
                <a:lnTo>
                  <a:pt x="59070" y="113019"/>
                </a:lnTo>
                <a:lnTo>
                  <a:pt x="34289" y="149199"/>
                </a:lnTo>
                <a:lnTo>
                  <a:pt x="15239" y="189219"/>
                </a:lnTo>
                <a:lnTo>
                  <a:pt x="3809" y="231129"/>
                </a:lnTo>
                <a:lnTo>
                  <a:pt x="0" y="276209"/>
                </a:lnTo>
                <a:lnTo>
                  <a:pt x="3809" y="321289"/>
                </a:lnTo>
                <a:lnTo>
                  <a:pt x="15239" y="363839"/>
                </a:lnTo>
                <a:lnTo>
                  <a:pt x="34289" y="403219"/>
                </a:lnTo>
                <a:lnTo>
                  <a:pt x="59070" y="439399"/>
                </a:lnTo>
                <a:lnTo>
                  <a:pt x="89550" y="471799"/>
                </a:lnTo>
                <a:lnTo>
                  <a:pt x="125089" y="499109"/>
                </a:lnTo>
                <a:lnTo>
                  <a:pt x="164470" y="521969"/>
                </a:lnTo>
                <a:lnTo>
                  <a:pt x="208269" y="538459"/>
                </a:lnTo>
                <a:lnTo>
                  <a:pt x="255269" y="549249"/>
                </a:lnTo>
                <a:lnTo>
                  <a:pt x="304799" y="552449"/>
                </a:lnTo>
                <a:lnTo>
                  <a:pt x="354329" y="549249"/>
                </a:lnTo>
                <a:lnTo>
                  <a:pt x="401330" y="538459"/>
                </a:lnTo>
                <a:lnTo>
                  <a:pt x="445129" y="521969"/>
                </a:lnTo>
                <a:lnTo>
                  <a:pt x="484510" y="499109"/>
                </a:lnTo>
                <a:lnTo>
                  <a:pt x="520080" y="471799"/>
                </a:lnTo>
                <a:lnTo>
                  <a:pt x="550560" y="439399"/>
                </a:lnTo>
                <a:lnTo>
                  <a:pt x="575309" y="403219"/>
                </a:lnTo>
                <a:lnTo>
                  <a:pt x="594359" y="363839"/>
                </a:lnTo>
                <a:lnTo>
                  <a:pt x="605789" y="321289"/>
                </a:lnTo>
                <a:lnTo>
                  <a:pt x="609599" y="276209"/>
                </a:lnTo>
                <a:lnTo>
                  <a:pt x="605789" y="231129"/>
                </a:lnTo>
                <a:lnTo>
                  <a:pt x="594359" y="189219"/>
                </a:lnTo>
                <a:lnTo>
                  <a:pt x="575309" y="149199"/>
                </a:lnTo>
                <a:lnTo>
                  <a:pt x="550560" y="113019"/>
                </a:lnTo>
                <a:lnTo>
                  <a:pt x="520080" y="80619"/>
                </a:lnTo>
                <a:lnTo>
                  <a:pt x="484510" y="53339"/>
                </a:lnTo>
                <a:lnTo>
                  <a:pt x="445129" y="31089"/>
                </a:lnTo>
                <a:lnTo>
                  <a:pt x="401330" y="13959"/>
                </a:lnTo>
                <a:lnTo>
                  <a:pt x="354329" y="3809"/>
                </a:lnTo>
                <a:lnTo>
                  <a:pt x="304799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8" name="object 21">
            <a:extLst>
              <a:ext uri="{FF2B5EF4-FFF2-40B4-BE49-F238E27FC236}">
                <a16:creationId xmlns:a16="http://schemas.microsoft.com/office/drawing/2014/main" id="{E2F4B34A-6B72-DF96-DBBD-CF948966E28D}"/>
              </a:ext>
            </a:extLst>
          </p:cNvPr>
          <p:cNvSpPr>
            <a:spLocks/>
          </p:cNvSpPr>
          <p:nvPr/>
        </p:nvSpPr>
        <p:spPr bwMode="auto">
          <a:xfrm>
            <a:off x="11023600" y="220133"/>
            <a:ext cx="812800" cy="736600"/>
          </a:xfrm>
          <a:custGeom>
            <a:avLst/>
            <a:gdLst>
              <a:gd name="T0" fmla="*/ 0 w 609600"/>
              <a:gd name="T1" fmla="*/ 276209 h 552450"/>
              <a:gd name="T2" fmla="*/ 3809 w 609600"/>
              <a:gd name="T3" fmla="*/ 231129 h 552450"/>
              <a:gd name="T4" fmla="*/ 15239 w 609600"/>
              <a:gd name="T5" fmla="*/ 189219 h 552450"/>
              <a:gd name="T6" fmla="*/ 34289 w 609600"/>
              <a:gd name="T7" fmla="*/ 149199 h 552450"/>
              <a:gd name="T8" fmla="*/ 59070 w 609600"/>
              <a:gd name="T9" fmla="*/ 113019 h 552450"/>
              <a:gd name="T10" fmla="*/ 89550 w 609600"/>
              <a:gd name="T11" fmla="*/ 80619 h 552450"/>
              <a:gd name="T12" fmla="*/ 125089 w 609600"/>
              <a:gd name="T13" fmla="*/ 53339 h 552450"/>
              <a:gd name="T14" fmla="*/ 164470 w 609600"/>
              <a:gd name="T15" fmla="*/ 31089 h 552450"/>
              <a:gd name="T16" fmla="*/ 208269 w 609600"/>
              <a:gd name="T17" fmla="*/ 13959 h 552450"/>
              <a:gd name="T18" fmla="*/ 255269 w 609600"/>
              <a:gd name="T19" fmla="*/ 3809 h 552450"/>
              <a:gd name="T20" fmla="*/ 304799 w 609600"/>
              <a:gd name="T21" fmla="*/ 0 h 552450"/>
              <a:gd name="T22" fmla="*/ 354329 w 609600"/>
              <a:gd name="T23" fmla="*/ 3809 h 552450"/>
              <a:gd name="T24" fmla="*/ 401330 w 609600"/>
              <a:gd name="T25" fmla="*/ 13959 h 552450"/>
              <a:gd name="T26" fmla="*/ 445129 w 609600"/>
              <a:gd name="T27" fmla="*/ 31089 h 552450"/>
              <a:gd name="T28" fmla="*/ 484510 w 609600"/>
              <a:gd name="T29" fmla="*/ 53339 h 552450"/>
              <a:gd name="T30" fmla="*/ 520080 w 609600"/>
              <a:gd name="T31" fmla="*/ 80619 h 552450"/>
              <a:gd name="T32" fmla="*/ 550560 w 609600"/>
              <a:gd name="T33" fmla="*/ 113019 h 552450"/>
              <a:gd name="T34" fmla="*/ 575309 w 609600"/>
              <a:gd name="T35" fmla="*/ 149199 h 552450"/>
              <a:gd name="T36" fmla="*/ 594359 w 609600"/>
              <a:gd name="T37" fmla="*/ 189219 h 552450"/>
              <a:gd name="T38" fmla="*/ 605789 w 609600"/>
              <a:gd name="T39" fmla="*/ 231129 h 552450"/>
              <a:gd name="T40" fmla="*/ 609599 w 609600"/>
              <a:gd name="T41" fmla="*/ 276209 h 552450"/>
              <a:gd name="T42" fmla="*/ 605789 w 609600"/>
              <a:gd name="T43" fmla="*/ 321289 h 552450"/>
              <a:gd name="T44" fmla="*/ 594359 w 609600"/>
              <a:gd name="T45" fmla="*/ 363839 h 552450"/>
              <a:gd name="T46" fmla="*/ 575309 w 609600"/>
              <a:gd name="T47" fmla="*/ 403219 h 552450"/>
              <a:gd name="T48" fmla="*/ 550560 w 609600"/>
              <a:gd name="T49" fmla="*/ 439399 h 552450"/>
              <a:gd name="T50" fmla="*/ 520080 w 609600"/>
              <a:gd name="T51" fmla="*/ 471799 h 552450"/>
              <a:gd name="T52" fmla="*/ 484510 w 609600"/>
              <a:gd name="T53" fmla="*/ 499109 h 552450"/>
              <a:gd name="T54" fmla="*/ 445129 w 609600"/>
              <a:gd name="T55" fmla="*/ 521969 h 552450"/>
              <a:gd name="T56" fmla="*/ 401330 w 609600"/>
              <a:gd name="T57" fmla="*/ 538459 h 552450"/>
              <a:gd name="T58" fmla="*/ 354329 w 609600"/>
              <a:gd name="T59" fmla="*/ 549249 h 552450"/>
              <a:gd name="T60" fmla="*/ 304799 w 609600"/>
              <a:gd name="T61" fmla="*/ 552449 h 552450"/>
              <a:gd name="T62" fmla="*/ 255269 w 609600"/>
              <a:gd name="T63" fmla="*/ 549249 h 552450"/>
              <a:gd name="T64" fmla="*/ 208269 w 609600"/>
              <a:gd name="T65" fmla="*/ 538459 h 552450"/>
              <a:gd name="T66" fmla="*/ 164470 w 609600"/>
              <a:gd name="T67" fmla="*/ 521969 h 552450"/>
              <a:gd name="T68" fmla="*/ 125089 w 609600"/>
              <a:gd name="T69" fmla="*/ 499109 h 552450"/>
              <a:gd name="T70" fmla="*/ 89550 w 609600"/>
              <a:gd name="T71" fmla="*/ 471799 h 552450"/>
              <a:gd name="T72" fmla="*/ 59070 w 609600"/>
              <a:gd name="T73" fmla="*/ 439399 h 552450"/>
              <a:gd name="T74" fmla="*/ 34289 w 609600"/>
              <a:gd name="T75" fmla="*/ 403219 h 552450"/>
              <a:gd name="T76" fmla="*/ 15239 w 609600"/>
              <a:gd name="T77" fmla="*/ 363839 h 552450"/>
              <a:gd name="T78" fmla="*/ 3809 w 609600"/>
              <a:gd name="T79" fmla="*/ 321289 h 552450"/>
              <a:gd name="T80" fmla="*/ 0 w 609600"/>
              <a:gd name="T81" fmla="*/ 276209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0" y="276209"/>
                </a:moveTo>
                <a:lnTo>
                  <a:pt x="3809" y="231129"/>
                </a:lnTo>
                <a:lnTo>
                  <a:pt x="15239" y="189219"/>
                </a:lnTo>
                <a:lnTo>
                  <a:pt x="34289" y="149199"/>
                </a:lnTo>
                <a:lnTo>
                  <a:pt x="59070" y="113019"/>
                </a:lnTo>
                <a:lnTo>
                  <a:pt x="89550" y="80619"/>
                </a:lnTo>
                <a:lnTo>
                  <a:pt x="125089" y="53339"/>
                </a:lnTo>
                <a:lnTo>
                  <a:pt x="164470" y="31089"/>
                </a:lnTo>
                <a:lnTo>
                  <a:pt x="208269" y="13959"/>
                </a:lnTo>
                <a:lnTo>
                  <a:pt x="255269" y="3809"/>
                </a:lnTo>
                <a:lnTo>
                  <a:pt x="304799" y="0"/>
                </a:lnTo>
                <a:lnTo>
                  <a:pt x="354329" y="3809"/>
                </a:lnTo>
                <a:lnTo>
                  <a:pt x="401330" y="13959"/>
                </a:lnTo>
                <a:lnTo>
                  <a:pt x="445129" y="31089"/>
                </a:lnTo>
                <a:lnTo>
                  <a:pt x="484510" y="53339"/>
                </a:lnTo>
                <a:lnTo>
                  <a:pt x="520080" y="80619"/>
                </a:lnTo>
                <a:lnTo>
                  <a:pt x="550560" y="113019"/>
                </a:lnTo>
                <a:lnTo>
                  <a:pt x="575309" y="149199"/>
                </a:lnTo>
                <a:lnTo>
                  <a:pt x="594359" y="189219"/>
                </a:lnTo>
                <a:lnTo>
                  <a:pt x="605789" y="231129"/>
                </a:lnTo>
                <a:lnTo>
                  <a:pt x="609599" y="276209"/>
                </a:lnTo>
                <a:lnTo>
                  <a:pt x="605789" y="321289"/>
                </a:lnTo>
                <a:lnTo>
                  <a:pt x="594359" y="363839"/>
                </a:lnTo>
                <a:lnTo>
                  <a:pt x="575309" y="403219"/>
                </a:lnTo>
                <a:lnTo>
                  <a:pt x="550560" y="439399"/>
                </a:lnTo>
                <a:lnTo>
                  <a:pt x="520080" y="471799"/>
                </a:lnTo>
                <a:lnTo>
                  <a:pt x="484510" y="499109"/>
                </a:lnTo>
                <a:lnTo>
                  <a:pt x="445129" y="521969"/>
                </a:lnTo>
                <a:lnTo>
                  <a:pt x="401330" y="538459"/>
                </a:lnTo>
                <a:lnTo>
                  <a:pt x="354329" y="549249"/>
                </a:lnTo>
                <a:lnTo>
                  <a:pt x="304799" y="552449"/>
                </a:lnTo>
                <a:lnTo>
                  <a:pt x="255269" y="549249"/>
                </a:lnTo>
                <a:lnTo>
                  <a:pt x="208269" y="538459"/>
                </a:lnTo>
                <a:lnTo>
                  <a:pt x="164470" y="521969"/>
                </a:lnTo>
                <a:lnTo>
                  <a:pt x="125089" y="499109"/>
                </a:lnTo>
                <a:lnTo>
                  <a:pt x="89550" y="471799"/>
                </a:lnTo>
                <a:lnTo>
                  <a:pt x="59070" y="439399"/>
                </a:lnTo>
                <a:lnTo>
                  <a:pt x="34289" y="403219"/>
                </a:lnTo>
                <a:lnTo>
                  <a:pt x="15239" y="363839"/>
                </a:lnTo>
                <a:lnTo>
                  <a:pt x="3809" y="321289"/>
                </a:lnTo>
                <a:lnTo>
                  <a:pt x="0" y="276209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69" name="object 22">
            <a:extLst>
              <a:ext uri="{FF2B5EF4-FFF2-40B4-BE49-F238E27FC236}">
                <a16:creationId xmlns:a16="http://schemas.microsoft.com/office/drawing/2014/main" id="{6CD2E1E9-B9A3-AA14-A68F-7589786680EA}"/>
              </a:ext>
            </a:extLst>
          </p:cNvPr>
          <p:cNvSpPr>
            <a:spLocks/>
          </p:cNvSpPr>
          <p:nvPr/>
        </p:nvSpPr>
        <p:spPr bwMode="auto">
          <a:xfrm>
            <a:off x="11023600" y="3295651"/>
            <a:ext cx="812800" cy="736600"/>
          </a:xfrm>
          <a:custGeom>
            <a:avLst/>
            <a:gdLst>
              <a:gd name="T0" fmla="*/ 304799 w 609600"/>
              <a:gd name="T1" fmla="*/ 0 h 552450"/>
              <a:gd name="T2" fmla="*/ 255269 w 609600"/>
              <a:gd name="T3" fmla="*/ 3809 h 552450"/>
              <a:gd name="T4" fmla="*/ 208269 w 609600"/>
              <a:gd name="T5" fmla="*/ 13978 h 552450"/>
              <a:gd name="T6" fmla="*/ 164470 w 609600"/>
              <a:gd name="T7" fmla="*/ 31123 h 552450"/>
              <a:gd name="T8" fmla="*/ 125089 w 609600"/>
              <a:gd name="T9" fmla="*/ 53339 h 552450"/>
              <a:gd name="T10" fmla="*/ 89550 w 609600"/>
              <a:gd name="T11" fmla="*/ 80653 h 552450"/>
              <a:gd name="T12" fmla="*/ 59070 w 609600"/>
              <a:gd name="T13" fmla="*/ 113038 h 552450"/>
              <a:gd name="T14" fmla="*/ 34289 w 609600"/>
              <a:gd name="T15" fmla="*/ 149233 h 552450"/>
              <a:gd name="T16" fmla="*/ 15239 w 609600"/>
              <a:gd name="T17" fmla="*/ 189238 h 552450"/>
              <a:gd name="T18" fmla="*/ 3809 w 609600"/>
              <a:gd name="T19" fmla="*/ 231148 h 552450"/>
              <a:gd name="T20" fmla="*/ 0 w 609600"/>
              <a:gd name="T21" fmla="*/ 276224 h 552450"/>
              <a:gd name="T22" fmla="*/ 3809 w 609600"/>
              <a:gd name="T23" fmla="*/ 321314 h 552450"/>
              <a:gd name="T24" fmla="*/ 15239 w 609600"/>
              <a:gd name="T25" fmla="*/ 363854 h 552450"/>
              <a:gd name="T26" fmla="*/ 34289 w 609600"/>
              <a:gd name="T27" fmla="*/ 403229 h 552450"/>
              <a:gd name="T28" fmla="*/ 59070 w 609600"/>
              <a:gd name="T29" fmla="*/ 439424 h 552450"/>
              <a:gd name="T30" fmla="*/ 89550 w 609600"/>
              <a:gd name="T31" fmla="*/ 471809 h 552450"/>
              <a:gd name="T32" fmla="*/ 125089 w 609600"/>
              <a:gd name="T33" fmla="*/ 499109 h 552450"/>
              <a:gd name="T34" fmla="*/ 164470 w 609600"/>
              <a:gd name="T35" fmla="*/ 521339 h 552450"/>
              <a:gd name="T36" fmla="*/ 208269 w 609600"/>
              <a:gd name="T37" fmla="*/ 538484 h 552450"/>
              <a:gd name="T38" fmla="*/ 255269 w 609600"/>
              <a:gd name="T39" fmla="*/ 548639 h 552450"/>
              <a:gd name="T40" fmla="*/ 304799 w 609600"/>
              <a:gd name="T41" fmla="*/ 552449 h 552450"/>
              <a:gd name="T42" fmla="*/ 354329 w 609600"/>
              <a:gd name="T43" fmla="*/ 548639 h 552450"/>
              <a:gd name="T44" fmla="*/ 401330 w 609600"/>
              <a:gd name="T45" fmla="*/ 538484 h 552450"/>
              <a:gd name="T46" fmla="*/ 445129 w 609600"/>
              <a:gd name="T47" fmla="*/ 521339 h 552450"/>
              <a:gd name="T48" fmla="*/ 484510 w 609600"/>
              <a:gd name="T49" fmla="*/ 499109 h 552450"/>
              <a:gd name="T50" fmla="*/ 520080 w 609600"/>
              <a:gd name="T51" fmla="*/ 471809 h 552450"/>
              <a:gd name="T52" fmla="*/ 550560 w 609600"/>
              <a:gd name="T53" fmla="*/ 439424 h 552450"/>
              <a:gd name="T54" fmla="*/ 575309 w 609600"/>
              <a:gd name="T55" fmla="*/ 403229 h 552450"/>
              <a:gd name="T56" fmla="*/ 594359 w 609600"/>
              <a:gd name="T57" fmla="*/ 363854 h 552450"/>
              <a:gd name="T58" fmla="*/ 605789 w 609600"/>
              <a:gd name="T59" fmla="*/ 321314 h 552450"/>
              <a:gd name="T60" fmla="*/ 609599 w 609600"/>
              <a:gd name="T61" fmla="*/ 276224 h 552450"/>
              <a:gd name="T62" fmla="*/ 605789 w 609600"/>
              <a:gd name="T63" fmla="*/ 231148 h 552450"/>
              <a:gd name="T64" fmla="*/ 594359 w 609600"/>
              <a:gd name="T65" fmla="*/ 189238 h 552450"/>
              <a:gd name="T66" fmla="*/ 575309 w 609600"/>
              <a:gd name="T67" fmla="*/ 149233 h 552450"/>
              <a:gd name="T68" fmla="*/ 550560 w 609600"/>
              <a:gd name="T69" fmla="*/ 113038 h 552450"/>
              <a:gd name="T70" fmla="*/ 520080 w 609600"/>
              <a:gd name="T71" fmla="*/ 80653 h 552450"/>
              <a:gd name="T72" fmla="*/ 484510 w 609600"/>
              <a:gd name="T73" fmla="*/ 53339 h 552450"/>
              <a:gd name="T74" fmla="*/ 445129 w 609600"/>
              <a:gd name="T75" fmla="*/ 31123 h 552450"/>
              <a:gd name="T76" fmla="*/ 401330 w 609600"/>
              <a:gd name="T77" fmla="*/ 13978 h 552450"/>
              <a:gd name="T78" fmla="*/ 354329 w 609600"/>
              <a:gd name="T79" fmla="*/ 3809 h 552450"/>
              <a:gd name="T80" fmla="*/ 304799 w 609600"/>
              <a:gd name="T81" fmla="*/ 0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304799" y="0"/>
                </a:moveTo>
                <a:lnTo>
                  <a:pt x="255269" y="3809"/>
                </a:lnTo>
                <a:lnTo>
                  <a:pt x="208269" y="13978"/>
                </a:lnTo>
                <a:lnTo>
                  <a:pt x="164470" y="31123"/>
                </a:lnTo>
                <a:lnTo>
                  <a:pt x="125089" y="53339"/>
                </a:lnTo>
                <a:lnTo>
                  <a:pt x="89550" y="80653"/>
                </a:lnTo>
                <a:lnTo>
                  <a:pt x="59070" y="113038"/>
                </a:lnTo>
                <a:lnTo>
                  <a:pt x="34289" y="149233"/>
                </a:lnTo>
                <a:lnTo>
                  <a:pt x="15239" y="189238"/>
                </a:lnTo>
                <a:lnTo>
                  <a:pt x="3809" y="231148"/>
                </a:lnTo>
                <a:lnTo>
                  <a:pt x="0" y="276224"/>
                </a:lnTo>
                <a:lnTo>
                  <a:pt x="3809" y="321314"/>
                </a:lnTo>
                <a:lnTo>
                  <a:pt x="15239" y="363854"/>
                </a:lnTo>
                <a:lnTo>
                  <a:pt x="34289" y="403229"/>
                </a:lnTo>
                <a:lnTo>
                  <a:pt x="59070" y="439424"/>
                </a:lnTo>
                <a:lnTo>
                  <a:pt x="89550" y="471809"/>
                </a:lnTo>
                <a:lnTo>
                  <a:pt x="125089" y="499109"/>
                </a:lnTo>
                <a:lnTo>
                  <a:pt x="164470" y="521339"/>
                </a:lnTo>
                <a:lnTo>
                  <a:pt x="208269" y="538484"/>
                </a:lnTo>
                <a:lnTo>
                  <a:pt x="255269" y="548639"/>
                </a:lnTo>
                <a:lnTo>
                  <a:pt x="304799" y="552449"/>
                </a:lnTo>
                <a:lnTo>
                  <a:pt x="354329" y="548639"/>
                </a:lnTo>
                <a:lnTo>
                  <a:pt x="401330" y="538484"/>
                </a:lnTo>
                <a:lnTo>
                  <a:pt x="445129" y="521339"/>
                </a:lnTo>
                <a:lnTo>
                  <a:pt x="484510" y="499109"/>
                </a:lnTo>
                <a:lnTo>
                  <a:pt x="520080" y="471809"/>
                </a:lnTo>
                <a:lnTo>
                  <a:pt x="550560" y="439424"/>
                </a:lnTo>
                <a:lnTo>
                  <a:pt x="575309" y="403229"/>
                </a:lnTo>
                <a:lnTo>
                  <a:pt x="594359" y="363854"/>
                </a:lnTo>
                <a:lnTo>
                  <a:pt x="605789" y="321314"/>
                </a:lnTo>
                <a:lnTo>
                  <a:pt x="609599" y="276224"/>
                </a:lnTo>
                <a:lnTo>
                  <a:pt x="605789" y="231148"/>
                </a:lnTo>
                <a:lnTo>
                  <a:pt x="594359" y="189238"/>
                </a:lnTo>
                <a:lnTo>
                  <a:pt x="575309" y="149233"/>
                </a:lnTo>
                <a:lnTo>
                  <a:pt x="550560" y="113038"/>
                </a:lnTo>
                <a:lnTo>
                  <a:pt x="520080" y="80653"/>
                </a:lnTo>
                <a:lnTo>
                  <a:pt x="484510" y="53339"/>
                </a:lnTo>
                <a:lnTo>
                  <a:pt x="445129" y="31123"/>
                </a:lnTo>
                <a:lnTo>
                  <a:pt x="401330" y="13978"/>
                </a:lnTo>
                <a:lnTo>
                  <a:pt x="354329" y="3809"/>
                </a:lnTo>
                <a:lnTo>
                  <a:pt x="304799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70" name="object 23">
            <a:extLst>
              <a:ext uri="{FF2B5EF4-FFF2-40B4-BE49-F238E27FC236}">
                <a16:creationId xmlns:a16="http://schemas.microsoft.com/office/drawing/2014/main" id="{0DE4FFEF-4447-A663-FF07-C5BD3752949B}"/>
              </a:ext>
            </a:extLst>
          </p:cNvPr>
          <p:cNvSpPr>
            <a:spLocks/>
          </p:cNvSpPr>
          <p:nvPr/>
        </p:nvSpPr>
        <p:spPr bwMode="auto">
          <a:xfrm>
            <a:off x="11023600" y="3295651"/>
            <a:ext cx="812800" cy="736600"/>
          </a:xfrm>
          <a:custGeom>
            <a:avLst/>
            <a:gdLst>
              <a:gd name="T0" fmla="*/ 0 w 609600"/>
              <a:gd name="T1" fmla="*/ 276224 h 552450"/>
              <a:gd name="T2" fmla="*/ 3809 w 609600"/>
              <a:gd name="T3" fmla="*/ 231148 h 552450"/>
              <a:gd name="T4" fmla="*/ 15239 w 609600"/>
              <a:gd name="T5" fmla="*/ 189238 h 552450"/>
              <a:gd name="T6" fmla="*/ 34289 w 609600"/>
              <a:gd name="T7" fmla="*/ 149233 h 552450"/>
              <a:gd name="T8" fmla="*/ 59070 w 609600"/>
              <a:gd name="T9" fmla="*/ 113038 h 552450"/>
              <a:gd name="T10" fmla="*/ 89550 w 609600"/>
              <a:gd name="T11" fmla="*/ 80653 h 552450"/>
              <a:gd name="T12" fmla="*/ 125089 w 609600"/>
              <a:gd name="T13" fmla="*/ 53339 h 552450"/>
              <a:gd name="T14" fmla="*/ 164470 w 609600"/>
              <a:gd name="T15" fmla="*/ 31123 h 552450"/>
              <a:gd name="T16" fmla="*/ 208269 w 609600"/>
              <a:gd name="T17" fmla="*/ 13978 h 552450"/>
              <a:gd name="T18" fmla="*/ 255269 w 609600"/>
              <a:gd name="T19" fmla="*/ 3809 h 552450"/>
              <a:gd name="T20" fmla="*/ 304799 w 609600"/>
              <a:gd name="T21" fmla="*/ 0 h 552450"/>
              <a:gd name="T22" fmla="*/ 354329 w 609600"/>
              <a:gd name="T23" fmla="*/ 3809 h 552450"/>
              <a:gd name="T24" fmla="*/ 401330 w 609600"/>
              <a:gd name="T25" fmla="*/ 13978 h 552450"/>
              <a:gd name="T26" fmla="*/ 445129 w 609600"/>
              <a:gd name="T27" fmla="*/ 31123 h 552450"/>
              <a:gd name="T28" fmla="*/ 484510 w 609600"/>
              <a:gd name="T29" fmla="*/ 53339 h 552450"/>
              <a:gd name="T30" fmla="*/ 520080 w 609600"/>
              <a:gd name="T31" fmla="*/ 80653 h 552450"/>
              <a:gd name="T32" fmla="*/ 550560 w 609600"/>
              <a:gd name="T33" fmla="*/ 113038 h 552450"/>
              <a:gd name="T34" fmla="*/ 575309 w 609600"/>
              <a:gd name="T35" fmla="*/ 149233 h 552450"/>
              <a:gd name="T36" fmla="*/ 594359 w 609600"/>
              <a:gd name="T37" fmla="*/ 189238 h 552450"/>
              <a:gd name="T38" fmla="*/ 605789 w 609600"/>
              <a:gd name="T39" fmla="*/ 231148 h 552450"/>
              <a:gd name="T40" fmla="*/ 609599 w 609600"/>
              <a:gd name="T41" fmla="*/ 276224 h 552450"/>
              <a:gd name="T42" fmla="*/ 605789 w 609600"/>
              <a:gd name="T43" fmla="*/ 321314 h 552450"/>
              <a:gd name="T44" fmla="*/ 594359 w 609600"/>
              <a:gd name="T45" fmla="*/ 363854 h 552450"/>
              <a:gd name="T46" fmla="*/ 575309 w 609600"/>
              <a:gd name="T47" fmla="*/ 403229 h 552450"/>
              <a:gd name="T48" fmla="*/ 550560 w 609600"/>
              <a:gd name="T49" fmla="*/ 439424 h 552450"/>
              <a:gd name="T50" fmla="*/ 520080 w 609600"/>
              <a:gd name="T51" fmla="*/ 471809 h 552450"/>
              <a:gd name="T52" fmla="*/ 484510 w 609600"/>
              <a:gd name="T53" fmla="*/ 499109 h 552450"/>
              <a:gd name="T54" fmla="*/ 445129 w 609600"/>
              <a:gd name="T55" fmla="*/ 521339 h 552450"/>
              <a:gd name="T56" fmla="*/ 401330 w 609600"/>
              <a:gd name="T57" fmla="*/ 538484 h 552450"/>
              <a:gd name="T58" fmla="*/ 354329 w 609600"/>
              <a:gd name="T59" fmla="*/ 548639 h 552450"/>
              <a:gd name="T60" fmla="*/ 304799 w 609600"/>
              <a:gd name="T61" fmla="*/ 552449 h 552450"/>
              <a:gd name="T62" fmla="*/ 255269 w 609600"/>
              <a:gd name="T63" fmla="*/ 548639 h 552450"/>
              <a:gd name="T64" fmla="*/ 208269 w 609600"/>
              <a:gd name="T65" fmla="*/ 538484 h 552450"/>
              <a:gd name="T66" fmla="*/ 164470 w 609600"/>
              <a:gd name="T67" fmla="*/ 521339 h 552450"/>
              <a:gd name="T68" fmla="*/ 125089 w 609600"/>
              <a:gd name="T69" fmla="*/ 499109 h 552450"/>
              <a:gd name="T70" fmla="*/ 89550 w 609600"/>
              <a:gd name="T71" fmla="*/ 471809 h 552450"/>
              <a:gd name="T72" fmla="*/ 59070 w 609600"/>
              <a:gd name="T73" fmla="*/ 439424 h 552450"/>
              <a:gd name="T74" fmla="*/ 34289 w 609600"/>
              <a:gd name="T75" fmla="*/ 403229 h 552450"/>
              <a:gd name="T76" fmla="*/ 15239 w 609600"/>
              <a:gd name="T77" fmla="*/ 363854 h 552450"/>
              <a:gd name="T78" fmla="*/ 3809 w 609600"/>
              <a:gd name="T79" fmla="*/ 321314 h 552450"/>
              <a:gd name="T80" fmla="*/ 0 w 609600"/>
              <a:gd name="T81" fmla="*/ 276224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0" y="276224"/>
                </a:moveTo>
                <a:lnTo>
                  <a:pt x="3809" y="231148"/>
                </a:lnTo>
                <a:lnTo>
                  <a:pt x="15239" y="189238"/>
                </a:lnTo>
                <a:lnTo>
                  <a:pt x="34289" y="149233"/>
                </a:lnTo>
                <a:lnTo>
                  <a:pt x="59070" y="113038"/>
                </a:lnTo>
                <a:lnTo>
                  <a:pt x="89550" y="80653"/>
                </a:lnTo>
                <a:lnTo>
                  <a:pt x="125089" y="53339"/>
                </a:lnTo>
                <a:lnTo>
                  <a:pt x="164470" y="31123"/>
                </a:lnTo>
                <a:lnTo>
                  <a:pt x="208269" y="13978"/>
                </a:lnTo>
                <a:lnTo>
                  <a:pt x="255269" y="3809"/>
                </a:lnTo>
                <a:lnTo>
                  <a:pt x="304799" y="0"/>
                </a:lnTo>
                <a:lnTo>
                  <a:pt x="354329" y="3809"/>
                </a:lnTo>
                <a:lnTo>
                  <a:pt x="401330" y="13978"/>
                </a:lnTo>
                <a:lnTo>
                  <a:pt x="445129" y="31123"/>
                </a:lnTo>
                <a:lnTo>
                  <a:pt x="484510" y="53339"/>
                </a:lnTo>
                <a:lnTo>
                  <a:pt x="520080" y="80653"/>
                </a:lnTo>
                <a:lnTo>
                  <a:pt x="550560" y="113038"/>
                </a:lnTo>
                <a:lnTo>
                  <a:pt x="575309" y="149233"/>
                </a:lnTo>
                <a:lnTo>
                  <a:pt x="594359" y="189238"/>
                </a:lnTo>
                <a:lnTo>
                  <a:pt x="605789" y="231148"/>
                </a:lnTo>
                <a:lnTo>
                  <a:pt x="609599" y="276224"/>
                </a:lnTo>
                <a:lnTo>
                  <a:pt x="605789" y="321314"/>
                </a:lnTo>
                <a:lnTo>
                  <a:pt x="594359" y="363854"/>
                </a:lnTo>
                <a:lnTo>
                  <a:pt x="575309" y="403229"/>
                </a:lnTo>
                <a:lnTo>
                  <a:pt x="550560" y="439424"/>
                </a:lnTo>
                <a:lnTo>
                  <a:pt x="520080" y="471809"/>
                </a:lnTo>
                <a:lnTo>
                  <a:pt x="484510" y="499109"/>
                </a:lnTo>
                <a:lnTo>
                  <a:pt x="445129" y="521339"/>
                </a:lnTo>
                <a:lnTo>
                  <a:pt x="401330" y="538484"/>
                </a:lnTo>
                <a:lnTo>
                  <a:pt x="354329" y="548639"/>
                </a:lnTo>
                <a:lnTo>
                  <a:pt x="304799" y="552449"/>
                </a:lnTo>
                <a:lnTo>
                  <a:pt x="255269" y="548639"/>
                </a:lnTo>
                <a:lnTo>
                  <a:pt x="208269" y="538484"/>
                </a:lnTo>
                <a:lnTo>
                  <a:pt x="164470" y="521339"/>
                </a:lnTo>
                <a:lnTo>
                  <a:pt x="125089" y="499109"/>
                </a:lnTo>
                <a:lnTo>
                  <a:pt x="89550" y="471809"/>
                </a:lnTo>
                <a:lnTo>
                  <a:pt x="59070" y="439424"/>
                </a:lnTo>
                <a:lnTo>
                  <a:pt x="34289" y="403229"/>
                </a:lnTo>
                <a:lnTo>
                  <a:pt x="15239" y="363854"/>
                </a:lnTo>
                <a:lnTo>
                  <a:pt x="3809" y="321314"/>
                </a:lnTo>
                <a:lnTo>
                  <a:pt x="0" y="276224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7671" name="object 24">
            <a:extLst>
              <a:ext uri="{FF2B5EF4-FFF2-40B4-BE49-F238E27FC236}">
                <a16:creationId xmlns:a16="http://schemas.microsoft.com/office/drawing/2014/main" id="{63BF883E-3E78-87AB-CE43-843113E8E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34" y="2696633"/>
            <a:ext cx="7488767" cy="2546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08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solidFill>
                  <a:srgbClr val="FF0000"/>
                </a:solidFill>
                <a:cs typeface="Calibri" panose="020F0502020204030204" pitchFamily="34" charset="0"/>
              </a:rPr>
              <a:t>TIME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cs typeface="Calibri" panose="020F0502020204030204" pitchFamily="34" charset="0"/>
              </a:rPr>
              <a:t>COMPLEXITY–  O(1)</a:t>
            </a:r>
            <a:endParaRPr lang="en-US" altLang="en-US" sz="2000" dirty="0">
              <a:cs typeface="Calibri" panose="020F0502020204030204" pitchFamily="34" charset="0"/>
            </a:endParaRPr>
          </a:p>
          <a:p>
            <a:pPr algn="r">
              <a:spcBef>
                <a:spcPts val="17"/>
              </a:spcBef>
            </a:pPr>
            <a:r>
              <a:rPr lang="en-US" altLang="en-US" sz="1867" b="1" dirty="0">
                <a:solidFill>
                  <a:srgbClr val="FF0000"/>
                </a:solidFill>
                <a:cs typeface="Calibri" panose="020F0502020204030204" pitchFamily="34" charset="0"/>
              </a:rPr>
              <a:t>TIME</a:t>
            </a:r>
            <a:r>
              <a:rPr lang="en-US" altLang="en-US" sz="1867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solidFill>
                  <a:srgbClr val="FF0000"/>
                </a:solidFill>
                <a:cs typeface="Calibri" panose="020F0502020204030204" pitchFamily="34" charset="0"/>
              </a:rPr>
              <a:t>COMPLEXITY</a:t>
            </a:r>
            <a:r>
              <a:rPr lang="en-US" altLang="en-US" sz="1867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solidFill>
                  <a:srgbClr val="FF0000"/>
                </a:solidFill>
                <a:cs typeface="Calibri" panose="020F0502020204030204" pitchFamily="34" charset="0"/>
              </a:rPr>
              <a:t>– O(1)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 algn="ctr">
              <a:spcBef>
                <a:spcPts val="900"/>
              </a:spcBef>
            </a:pPr>
            <a:endParaRPr lang="en-US" altLang="en-US" sz="4267" dirty="0">
              <a:cs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r>
              <a:rPr lang="en-US" altLang="en-US" sz="2400" b="1" dirty="0">
                <a:cs typeface="Calibri" panose="020F0502020204030204" pitchFamily="34" charset="0"/>
              </a:rPr>
              <a:t>for(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cs typeface="Calibri" panose="020F0502020204030204" pitchFamily="34" charset="0"/>
              </a:rPr>
              <a:t>=0;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&lt;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N;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cs typeface="Calibri" panose="020F0502020204030204" pitchFamily="34" charset="0"/>
              </a:rPr>
              <a:t>++)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{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statement;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 eaLnBrk="1" hangingPunct="1"/>
            <a:endParaRPr lang="en-US" altLang="en-US" sz="2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TIME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COMPLEXITY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– O(N)</a:t>
            </a:r>
            <a:endParaRPr lang="en-US" altLang="en-US" sz="2400" dirty="0">
              <a:cs typeface="Calibri" panose="020F0502020204030204" pitchFamily="34" charset="0"/>
            </a:endParaRPr>
          </a:p>
        </p:txBody>
      </p:sp>
      <p:sp>
        <p:nvSpPr>
          <p:cNvPr id="27672" name="object 25">
            <a:extLst>
              <a:ext uri="{FF2B5EF4-FFF2-40B4-BE49-F238E27FC236}">
                <a16:creationId xmlns:a16="http://schemas.microsoft.com/office/drawing/2014/main" id="{A9C14D2F-4B90-94D5-F7B9-589AA73E6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585" y="436034"/>
            <a:ext cx="4830233" cy="2009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en-US" sz="1867" b="1" dirty="0">
                <a:cs typeface="Calibri" panose="020F0502020204030204" pitchFamily="34" charset="0"/>
              </a:rPr>
              <a:t>#include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&lt;</a:t>
            </a:r>
            <a:r>
              <a:rPr lang="en-US" altLang="en-US" sz="1867" b="1" dirty="0" err="1">
                <a:cs typeface="Calibri" panose="020F0502020204030204" pitchFamily="34" charset="0"/>
              </a:rPr>
              <a:t>stdio.h</a:t>
            </a:r>
            <a:r>
              <a:rPr lang="en-US" altLang="en-US" sz="1867" b="1" dirty="0">
                <a:cs typeface="Calibri" panose="020F0502020204030204" pitchFamily="34" charset="0"/>
              </a:rPr>
              <a:t>&gt;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void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main()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spcBef>
                <a:spcPts val="33"/>
              </a:spcBef>
            </a:pPr>
            <a:r>
              <a:rPr lang="en-US" altLang="en-US" sz="1867" b="1" dirty="0">
                <a:cs typeface="Calibri" panose="020F0502020204030204" pitchFamily="34" charset="0"/>
              </a:rPr>
              <a:t>{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lnSpc>
                <a:spcPts val="2233"/>
              </a:lnSpc>
            </a:pPr>
            <a:r>
              <a:rPr lang="en-US" altLang="en-US" sz="1867" b="1" dirty="0">
                <a:cs typeface="Calibri" panose="020F0502020204030204" pitchFamily="34" charset="0"/>
              </a:rPr>
              <a:t>int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cs typeface="Calibri" panose="020F0502020204030204" pitchFamily="34" charset="0"/>
              </a:rPr>
              <a:t>,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n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=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8;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lnSpc>
                <a:spcPts val="2233"/>
              </a:lnSpc>
            </a:pPr>
            <a:r>
              <a:rPr lang="en-US" altLang="en-US" sz="1867" b="1" dirty="0">
                <a:cs typeface="Calibri" panose="020F0502020204030204" pitchFamily="34" charset="0"/>
              </a:rPr>
              <a:t>for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(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=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1;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&lt;=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n;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 err="1">
                <a:cs typeface="Calibri" panose="020F0502020204030204" pitchFamily="34" charset="0"/>
              </a:rPr>
              <a:t>i</a:t>
            </a:r>
            <a:r>
              <a:rPr lang="en-US" altLang="en-US" sz="1867" b="1" dirty="0">
                <a:cs typeface="Calibri" panose="020F0502020204030204" pitchFamily="34" charset="0"/>
              </a:rPr>
              <a:t>++)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{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867" b="1" dirty="0" err="1">
                <a:cs typeface="Calibri" panose="020F0502020204030204" pitchFamily="34" charset="0"/>
              </a:rPr>
              <a:t>printf</a:t>
            </a:r>
            <a:r>
              <a:rPr lang="en-US" altLang="en-US" sz="1867" b="1" dirty="0">
                <a:cs typeface="Calibri" panose="020F0502020204030204" pitchFamily="34" charset="0"/>
              </a:rPr>
              <a:t>("Hello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Word</a:t>
            </a:r>
            <a:r>
              <a:rPr lang="en-US" alt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67" b="1" dirty="0">
                <a:cs typeface="Calibri" panose="020F0502020204030204" pitchFamily="34" charset="0"/>
              </a:rPr>
              <a:t>!!!");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>
              <a:spcBef>
                <a:spcPts val="17"/>
              </a:spcBef>
            </a:pPr>
            <a:r>
              <a:rPr lang="en-US" altLang="en-US" sz="1867" b="1" dirty="0">
                <a:cs typeface="Calibri" panose="020F0502020204030204" pitchFamily="34" charset="0"/>
              </a:rPr>
              <a:t>}</a:t>
            </a:r>
            <a:endParaRPr lang="en-US" altLang="en-US" sz="1867" dirty="0"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867" b="1" dirty="0">
                <a:cs typeface="Calibri" panose="020F0502020204030204" pitchFamily="34" charset="0"/>
              </a:rPr>
              <a:t>}</a:t>
            </a:r>
            <a:endParaRPr lang="en-US" altLang="en-US" sz="1867" dirty="0">
              <a:cs typeface="Calibri" panose="020F0502020204030204" pitchFamily="34" charset="0"/>
            </a:endParaRPr>
          </a:p>
        </p:txBody>
      </p:sp>
      <p:graphicFrame>
        <p:nvGraphicFramePr>
          <p:cNvPr id="27" name="object 27">
            <a:extLst>
              <a:ext uri="{FF2B5EF4-FFF2-40B4-BE49-F238E27FC236}">
                <a16:creationId xmlns:a16="http://schemas.microsoft.com/office/drawing/2014/main" id="{147E679B-15F8-06C4-FA5B-9639350F8AE7}"/>
              </a:ext>
            </a:extLst>
          </p:cNvPr>
          <p:cNvGraphicFramePr>
            <a:graphicFrameLocks noGrp="1"/>
          </p:cNvGraphicFramePr>
          <p:nvPr/>
        </p:nvGraphicFramePr>
        <p:xfrm>
          <a:off x="6121400" y="3547533"/>
          <a:ext cx="5539317" cy="2853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7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5653">
                <a:tc gridSpan="2">
                  <a:txBody>
                    <a:bodyPr/>
                    <a:lstStyle/>
                    <a:p>
                      <a:pPr marL="93345">
                        <a:lnSpc>
                          <a:spcPts val="3704"/>
                        </a:lnSpc>
                        <a:tabLst>
                          <a:tab pos="3957954" algn="r"/>
                        </a:tabLst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for(i=0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;</a:t>
                      </a:r>
                      <a:r>
                        <a:rPr sz="24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2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N;</a:t>
                      </a:r>
                      <a:r>
                        <a:rPr sz="2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+)</a:t>
                      </a:r>
                      <a:r>
                        <a:rPr sz="6400" b="1" baseline="26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400" b="1" baseline="2604" dirty="0">
                          <a:latin typeface="Times New Roman"/>
                          <a:cs typeface="Times New Roman"/>
                        </a:rPr>
                        <a:t>	</a:t>
                      </a:r>
                      <a:endParaRPr sz="6400" baseline="2604" dirty="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ts val="2025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{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475">
                <a:tc>
                  <a:txBody>
                    <a:bodyPr/>
                    <a:lstStyle/>
                    <a:p>
                      <a:pPr marL="93345">
                        <a:lnSpc>
                          <a:spcPts val="1735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for(j=0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;</a:t>
                      </a:r>
                      <a:r>
                        <a:rPr sz="2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24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2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N;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)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ts val="1735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{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O(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400" b="1" baseline="25462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77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3139">
                <a:tc gridSpan="2">
                  <a:txBody>
                    <a:bodyPr/>
                    <a:lstStyle/>
                    <a:p>
                      <a:pPr marL="93345">
                        <a:lnSpc>
                          <a:spcPts val="215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state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ment;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ts val="215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}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}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B w="10356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bject 2">
            <a:extLst>
              <a:ext uri="{FF2B5EF4-FFF2-40B4-BE49-F238E27FC236}">
                <a16:creationId xmlns:a16="http://schemas.microsoft.com/office/drawing/2014/main" id="{2748CC61-AE22-B428-291E-99E8472F352C}"/>
              </a:ext>
            </a:extLst>
          </p:cNvPr>
          <p:cNvSpPr>
            <a:spLocks/>
          </p:cNvSpPr>
          <p:nvPr/>
        </p:nvSpPr>
        <p:spPr bwMode="auto">
          <a:xfrm>
            <a:off x="304800" y="397934"/>
            <a:ext cx="6096000" cy="3077633"/>
          </a:xfrm>
          <a:custGeom>
            <a:avLst/>
            <a:gdLst>
              <a:gd name="T0" fmla="*/ 0 w 4572000"/>
              <a:gd name="T1" fmla="*/ 2305686 h 2308860"/>
              <a:gd name="T2" fmla="*/ 4571999 w 4572000"/>
              <a:gd name="T3" fmla="*/ 2305686 h 2308860"/>
              <a:gd name="T4" fmla="*/ 4571999 w 4572000"/>
              <a:gd name="T5" fmla="*/ 0 h 2308860"/>
              <a:gd name="T6" fmla="*/ 0 w 4572000"/>
              <a:gd name="T7" fmla="*/ 0 h 2308860"/>
              <a:gd name="T8" fmla="*/ 0 w 4572000"/>
              <a:gd name="T9" fmla="*/ 2305686 h 2308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72000" h="2308860">
                <a:moveTo>
                  <a:pt x="0" y="2308859"/>
                </a:moveTo>
                <a:lnTo>
                  <a:pt x="4571999" y="2308859"/>
                </a:lnTo>
                <a:lnTo>
                  <a:pt x="4571999" y="0"/>
                </a:lnTo>
                <a:lnTo>
                  <a:pt x="0" y="0"/>
                </a:lnTo>
                <a:lnTo>
                  <a:pt x="0" y="2308859"/>
                </a:lnTo>
                <a:close/>
              </a:path>
            </a:pathLst>
          </a:cu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1747" name="object 3">
            <a:extLst>
              <a:ext uri="{FF2B5EF4-FFF2-40B4-BE49-F238E27FC236}">
                <a16:creationId xmlns:a16="http://schemas.microsoft.com/office/drawing/2014/main" id="{7FEFB02C-1DC0-51C6-A137-9DDD2C110781}"/>
              </a:ext>
            </a:extLst>
          </p:cNvPr>
          <p:cNvSpPr>
            <a:spLocks/>
          </p:cNvSpPr>
          <p:nvPr/>
        </p:nvSpPr>
        <p:spPr bwMode="auto">
          <a:xfrm>
            <a:off x="304800" y="397934"/>
            <a:ext cx="6096000" cy="3077633"/>
          </a:xfrm>
          <a:custGeom>
            <a:avLst/>
            <a:gdLst>
              <a:gd name="T0" fmla="*/ 0 w 4572000"/>
              <a:gd name="T1" fmla="*/ 2305686 h 2308860"/>
              <a:gd name="T2" fmla="*/ 4571999 w 4572000"/>
              <a:gd name="T3" fmla="*/ 2305686 h 2308860"/>
              <a:gd name="T4" fmla="*/ 4571999 w 4572000"/>
              <a:gd name="T5" fmla="*/ 0 h 2308860"/>
              <a:gd name="T6" fmla="*/ 0 w 4572000"/>
              <a:gd name="T7" fmla="*/ 0 h 2308860"/>
              <a:gd name="T8" fmla="*/ 0 w 4572000"/>
              <a:gd name="T9" fmla="*/ 2305686 h 2308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72000" h="2308860">
                <a:moveTo>
                  <a:pt x="0" y="2308859"/>
                </a:moveTo>
                <a:lnTo>
                  <a:pt x="4571999" y="2308859"/>
                </a:lnTo>
                <a:lnTo>
                  <a:pt x="4571999" y="0"/>
                </a:lnTo>
                <a:lnTo>
                  <a:pt x="0" y="0"/>
                </a:lnTo>
                <a:lnTo>
                  <a:pt x="0" y="2308859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1748" name="object 6">
            <a:extLst>
              <a:ext uri="{FF2B5EF4-FFF2-40B4-BE49-F238E27FC236}">
                <a16:creationId xmlns:a16="http://schemas.microsoft.com/office/drawing/2014/main" id="{8F49A500-3B03-25E4-4144-0063F60E3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67" y="510118"/>
            <a:ext cx="2385484" cy="287443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1CEEAF-8D46-70A9-5043-259D8E2AC2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267200" y="488951"/>
            <a:ext cx="11370733" cy="304800"/>
          </a:xfrm>
        </p:spPr>
        <p:txBody>
          <a:bodyPr rtlCol="0"/>
          <a:lstStyle/>
          <a:p>
            <a:pPr marL="16933">
              <a:spcBef>
                <a:spcPts val="0"/>
              </a:spcBef>
              <a:defRPr/>
            </a:pPr>
            <a:r>
              <a:rPr spc="-7" dirty="0"/>
              <a:t>in</a:t>
            </a:r>
            <a:r>
              <a:rPr spc="-13" dirty="0"/>
              <a:t>t</a:t>
            </a:r>
            <a:r>
              <a:rPr spc="-152" dirty="0">
                <a:latin typeface="Times New Roman"/>
                <a:cs typeface="Times New Roman"/>
              </a:rPr>
              <a:t> </a:t>
            </a:r>
            <a:r>
              <a:rPr spc="-20" dirty="0"/>
              <a:t>cou</a:t>
            </a:r>
            <a:r>
              <a:rPr spc="-7" dirty="0"/>
              <a:t>n</a:t>
            </a:r>
            <a:r>
              <a:rPr spc="-13" dirty="0"/>
              <a:t>t=</a:t>
            </a:r>
            <a:r>
              <a:rPr spc="-27" dirty="0"/>
              <a:t>0</a:t>
            </a:r>
            <a:r>
              <a:rPr spc="-13" dirty="0"/>
              <a:t>,N;</a:t>
            </a:r>
          </a:p>
        </p:txBody>
      </p:sp>
      <p:sp>
        <p:nvSpPr>
          <p:cNvPr id="31750" name="object 8">
            <a:extLst>
              <a:ext uri="{FF2B5EF4-FFF2-40B4-BE49-F238E27FC236}">
                <a16:creationId xmlns:a16="http://schemas.microsoft.com/office/drawing/2014/main" id="{FE063A36-572B-9259-0F41-92F1E5342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33" y="876301"/>
            <a:ext cx="2372784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cs typeface="Calibri" panose="020F0502020204030204" pitchFamily="34" charset="0"/>
              </a:rPr>
              <a:t>for(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cs typeface="Calibri" panose="020F0502020204030204" pitchFamily="34" charset="0"/>
              </a:rPr>
              <a:t>=0;i&lt;N*2;i++){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for(j=0;j&lt;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cs typeface="Calibri" panose="020F0502020204030204" pitchFamily="34" charset="0"/>
              </a:rPr>
              <a:t>/3;i++){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for(k=0;k&lt;j*</a:t>
            </a:r>
            <a:r>
              <a:rPr lang="en-US" altLang="en-US" sz="2400" b="1" dirty="0" err="1">
                <a:cs typeface="Calibri" panose="020F0502020204030204" pitchFamily="34" charset="0"/>
              </a:rPr>
              <a:t>j;k</a:t>
            </a:r>
            <a:r>
              <a:rPr lang="en-US" altLang="en-US" sz="2400" b="1" dirty="0">
                <a:cs typeface="Calibri" panose="020F0502020204030204" pitchFamily="34" charset="0"/>
              </a:rPr>
              <a:t>++){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count++;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>
              <a:spcBef>
                <a:spcPts val="17"/>
              </a:spcBef>
            </a:pPr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>
              <a:spcBef>
                <a:spcPts val="17"/>
              </a:spcBef>
            </a:pPr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endParaRPr lang="en-US" altLang="en-US" sz="2400" dirty="0">
              <a:cs typeface="Calibri" panose="020F0502020204030204" pitchFamily="34" charset="0"/>
            </a:endParaRPr>
          </a:p>
        </p:txBody>
      </p:sp>
      <p:sp>
        <p:nvSpPr>
          <p:cNvPr id="31751" name="object 22">
            <a:extLst>
              <a:ext uri="{FF2B5EF4-FFF2-40B4-BE49-F238E27FC236}">
                <a16:creationId xmlns:a16="http://schemas.microsoft.com/office/drawing/2014/main" id="{9FE2ED45-855B-B7DF-968D-E49206A45608}"/>
              </a:ext>
            </a:extLst>
          </p:cNvPr>
          <p:cNvSpPr>
            <a:spLocks/>
          </p:cNvSpPr>
          <p:nvPr/>
        </p:nvSpPr>
        <p:spPr bwMode="auto">
          <a:xfrm>
            <a:off x="6629400" y="3835401"/>
            <a:ext cx="5486400" cy="1968500"/>
          </a:xfrm>
          <a:custGeom>
            <a:avLst/>
            <a:gdLst>
              <a:gd name="T0" fmla="*/ 0 w 4114800"/>
              <a:gd name="T1" fmla="*/ 1471296 h 1477645"/>
              <a:gd name="T2" fmla="*/ 4114799 w 4114800"/>
              <a:gd name="T3" fmla="*/ 1471296 h 1477645"/>
              <a:gd name="T4" fmla="*/ 4114799 w 4114800"/>
              <a:gd name="T5" fmla="*/ 0 h 1477645"/>
              <a:gd name="T6" fmla="*/ 0 w 4114800"/>
              <a:gd name="T7" fmla="*/ 0 h 1477645"/>
              <a:gd name="T8" fmla="*/ 0 w 4114800"/>
              <a:gd name="T9" fmla="*/ 1471296 h 14776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14800" h="1477645">
                <a:moveTo>
                  <a:pt x="0" y="1477636"/>
                </a:moveTo>
                <a:lnTo>
                  <a:pt x="4114799" y="1477636"/>
                </a:lnTo>
                <a:lnTo>
                  <a:pt x="4114799" y="0"/>
                </a:lnTo>
                <a:lnTo>
                  <a:pt x="0" y="0"/>
                </a:lnTo>
                <a:lnTo>
                  <a:pt x="0" y="1477636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1752" name="object 23">
            <a:extLst>
              <a:ext uri="{FF2B5EF4-FFF2-40B4-BE49-F238E27FC236}">
                <a16:creationId xmlns:a16="http://schemas.microsoft.com/office/drawing/2014/main" id="{5D886DBB-FEE9-3289-F7FB-FD4C5B64E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1" y="3839634"/>
            <a:ext cx="5473700" cy="1957917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29EAC38-FEA1-D198-FC32-F7675A18AE9F}"/>
              </a:ext>
            </a:extLst>
          </p:cNvPr>
          <p:cNvSpPr txBox="1"/>
          <p:nvPr/>
        </p:nvSpPr>
        <p:spPr>
          <a:xfrm>
            <a:off x="6629400" y="3835401"/>
            <a:ext cx="5486400" cy="1495281"/>
          </a:xfrm>
          <a:prstGeom prst="rect">
            <a:avLst/>
          </a:prstGeom>
          <a:ln w="9535">
            <a:solidFill>
              <a:srgbClr val="000000"/>
            </a:solidFill>
          </a:ln>
        </p:spPr>
        <p:txBody>
          <a:bodyPr lIns="0" tIns="0" rIns="0" bIns="0">
            <a:spAutoFit/>
          </a:bodyPr>
          <a:lstStyle/>
          <a:p>
            <a:pPr marL="123610">
              <a:lnSpc>
                <a:spcPts val="2867"/>
              </a:lnSpc>
              <a:defRPr/>
            </a:pPr>
            <a:r>
              <a:rPr sz="2400" b="1" spc="-7" dirty="0">
                <a:latin typeface="Calibri"/>
                <a:cs typeface="Calibri"/>
              </a:rPr>
              <a:t>fo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16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(in</a:t>
            </a:r>
            <a:r>
              <a:rPr sz="2400" b="1" spc="-13" dirty="0">
                <a:latin typeface="Calibri"/>
                <a:cs typeface="Calibri"/>
              </a:rPr>
              <a:t>t</a:t>
            </a:r>
            <a:r>
              <a:rPr sz="2400" b="1" spc="-2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10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1</a:t>
            </a:r>
            <a:r>
              <a:rPr sz="2400" b="1" spc="-7" dirty="0">
                <a:latin typeface="Calibri"/>
                <a:cs typeface="Calibri"/>
              </a:rPr>
              <a:t>;</a:t>
            </a:r>
            <a:r>
              <a:rPr sz="2400" b="1" spc="-6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10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&lt;=m;</a:t>
            </a:r>
            <a:r>
              <a:rPr sz="2400" b="1" spc="-6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+=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</a:t>
            </a:r>
            <a:r>
              <a:rPr sz="2400" b="1" spc="-13" dirty="0">
                <a:latin typeface="Calibri"/>
                <a:cs typeface="Calibri"/>
              </a:rPr>
              <a:t>)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123610">
              <a:lnSpc>
                <a:spcPts val="2867"/>
              </a:lnSpc>
              <a:defRPr/>
            </a:pPr>
            <a:r>
              <a:rPr sz="2400" b="1" spc="-27" dirty="0">
                <a:latin typeface="Calibri"/>
                <a:cs typeface="Calibri"/>
              </a:rPr>
              <a:t>/</a:t>
            </a:r>
            <a:r>
              <a:rPr sz="2400" b="1" spc="-13" dirty="0">
                <a:latin typeface="Calibri"/>
                <a:cs typeface="Calibri"/>
              </a:rPr>
              <a:t>/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so</a:t>
            </a:r>
            <a:r>
              <a:rPr sz="2400" b="1" spc="-7" dirty="0">
                <a:latin typeface="Calibri"/>
                <a:cs typeface="Calibri"/>
              </a:rPr>
              <a:t>m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193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O(1</a:t>
            </a:r>
            <a:r>
              <a:rPr sz="2400" b="1" spc="-13" dirty="0">
                <a:latin typeface="Calibri"/>
                <a:cs typeface="Calibri"/>
              </a:rPr>
              <a:t>)</a:t>
            </a:r>
            <a:r>
              <a:rPr sz="2400" b="1" spc="7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0" dirty="0">
                <a:latin typeface="Calibri"/>
                <a:cs typeface="Calibri"/>
              </a:rPr>
              <a:t>x</a:t>
            </a:r>
            <a:r>
              <a:rPr sz="2400" b="1" spc="-13" dirty="0">
                <a:latin typeface="Calibri"/>
                <a:cs typeface="Calibri"/>
              </a:rPr>
              <a:t>p</a:t>
            </a:r>
            <a:r>
              <a:rPr sz="2400" b="1" spc="-7" dirty="0">
                <a:latin typeface="Calibri"/>
                <a:cs typeface="Calibri"/>
              </a:rPr>
              <a:t>re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-13" dirty="0">
                <a:latin typeface="Calibri"/>
                <a:cs typeface="Calibri"/>
              </a:rPr>
              <a:t>sions</a:t>
            </a:r>
            <a:r>
              <a:rPr sz="2400" b="1" spc="-2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  <a:p>
            <a:pPr marL="123610">
              <a:spcBef>
                <a:spcPts val="13"/>
              </a:spcBef>
              <a:defRPr/>
            </a:pPr>
            <a:r>
              <a:rPr sz="2400" b="1" spc="-13" dirty="0">
                <a:latin typeface="Calibri"/>
                <a:cs typeface="Calibri"/>
              </a:rPr>
              <a:t>f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(i</a:t>
            </a:r>
            <a:r>
              <a:rPr sz="2400" b="1" spc="7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1</a:t>
            </a:r>
            <a:r>
              <a:rPr sz="2400" b="1" dirty="0">
                <a:latin typeface="Calibri"/>
                <a:cs typeface="Calibri"/>
              </a:rPr>
              <a:t>;</a:t>
            </a:r>
            <a:r>
              <a:rPr sz="2400" b="1" spc="-6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10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&lt;</a:t>
            </a:r>
            <a:r>
              <a:rPr sz="2400" b="1" spc="-13" dirty="0">
                <a:latin typeface="Calibri"/>
                <a:cs typeface="Calibri"/>
              </a:rPr>
              <a:t>=</a:t>
            </a:r>
            <a:r>
              <a:rPr sz="2400" b="1" dirty="0">
                <a:latin typeface="Calibri"/>
                <a:cs typeface="Calibri"/>
              </a:rPr>
              <a:t>n;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+=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-7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123610">
              <a:spcBef>
                <a:spcPts val="80"/>
              </a:spcBef>
              <a:defRPr/>
            </a:pPr>
            <a:r>
              <a:rPr sz="2400" b="1" spc="-27" dirty="0">
                <a:latin typeface="Calibri"/>
                <a:cs typeface="Calibri"/>
              </a:rPr>
              <a:t>/</a:t>
            </a:r>
            <a:r>
              <a:rPr sz="2400" b="1" spc="-13" dirty="0">
                <a:latin typeface="Calibri"/>
                <a:cs typeface="Calibri"/>
              </a:rPr>
              <a:t>/</a:t>
            </a:r>
            <a:r>
              <a:rPr sz="2400" b="1" spc="-3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so</a:t>
            </a:r>
            <a:r>
              <a:rPr sz="2400" b="1" spc="-7" dirty="0">
                <a:latin typeface="Calibri"/>
                <a:cs typeface="Calibri"/>
              </a:rPr>
              <a:t>m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193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O(1</a:t>
            </a:r>
            <a:r>
              <a:rPr sz="2400" b="1" spc="-13" dirty="0">
                <a:latin typeface="Calibri"/>
                <a:cs typeface="Calibri"/>
              </a:rPr>
              <a:t>)</a:t>
            </a:r>
            <a:r>
              <a:rPr sz="2400" b="1" spc="7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0" dirty="0">
                <a:latin typeface="Calibri"/>
                <a:cs typeface="Calibri"/>
              </a:rPr>
              <a:t>x</a:t>
            </a:r>
            <a:r>
              <a:rPr sz="2400" b="1" spc="-13" dirty="0">
                <a:latin typeface="Calibri"/>
                <a:cs typeface="Calibri"/>
              </a:rPr>
              <a:t>p</a:t>
            </a:r>
            <a:r>
              <a:rPr sz="2400" b="1" spc="-7" dirty="0">
                <a:latin typeface="Calibri"/>
                <a:cs typeface="Calibri"/>
              </a:rPr>
              <a:t>re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-13" dirty="0">
                <a:latin typeface="Calibri"/>
                <a:cs typeface="Calibri"/>
              </a:rPr>
              <a:t>sions</a:t>
            </a:r>
            <a:r>
              <a:rPr sz="2400" b="1" spc="-2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object 2">
            <a:extLst>
              <a:ext uri="{FF2B5EF4-FFF2-40B4-BE49-F238E27FC236}">
                <a16:creationId xmlns:a16="http://schemas.microsoft.com/office/drawing/2014/main" id="{409A495D-05B9-9C3C-6909-E377FADE67A4}"/>
              </a:ext>
            </a:extLst>
          </p:cNvPr>
          <p:cNvSpPr>
            <a:spLocks/>
          </p:cNvSpPr>
          <p:nvPr/>
        </p:nvSpPr>
        <p:spPr bwMode="auto">
          <a:xfrm>
            <a:off x="304800" y="397933"/>
            <a:ext cx="6096000" cy="4555067"/>
          </a:xfrm>
          <a:custGeom>
            <a:avLst/>
            <a:gdLst>
              <a:gd name="T0" fmla="*/ 0 w 4572000"/>
              <a:gd name="T1" fmla="*/ 3416289 h 3416300"/>
              <a:gd name="T2" fmla="*/ 4571999 w 4572000"/>
              <a:gd name="T3" fmla="*/ 3416289 h 3416300"/>
              <a:gd name="T4" fmla="*/ 4571999 w 4572000"/>
              <a:gd name="T5" fmla="*/ 0 h 3416300"/>
              <a:gd name="T6" fmla="*/ 0 w 4572000"/>
              <a:gd name="T7" fmla="*/ 0 h 3416300"/>
              <a:gd name="T8" fmla="*/ 0 w 4572000"/>
              <a:gd name="T9" fmla="*/ 3416289 h 34163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72000" h="3416300">
                <a:moveTo>
                  <a:pt x="0" y="3416289"/>
                </a:moveTo>
                <a:lnTo>
                  <a:pt x="4571999" y="3416289"/>
                </a:lnTo>
                <a:lnTo>
                  <a:pt x="4571999" y="0"/>
                </a:lnTo>
                <a:lnTo>
                  <a:pt x="0" y="0"/>
                </a:lnTo>
                <a:lnTo>
                  <a:pt x="0" y="3416289"/>
                </a:lnTo>
                <a:close/>
              </a:path>
            </a:pathLst>
          </a:cu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3795" name="object 3">
            <a:extLst>
              <a:ext uri="{FF2B5EF4-FFF2-40B4-BE49-F238E27FC236}">
                <a16:creationId xmlns:a16="http://schemas.microsoft.com/office/drawing/2014/main" id="{12AD613F-3010-0AD2-2C28-6C15F7064190}"/>
              </a:ext>
            </a:extLst>
          </p:cNvPr>
          <p:cNvSpPr>
            <a:spLocks/>
          </p:cNvSpPr>
          <p:nvPr/>
        </p:nvSpPr>
        <p:spPr bwMode="auto">
          <a:xfrm>
            <a:off x="304800" y="397933"/>
            <a:ext cx="6096000" cy="4555067"/>
          </a:xfrm>
          <a:custGeom>
            <a:avLst/>
            <a:gdLst>
              <a:gd name="T0" fmla="*/ 0 w 4572000"/>
              <a:gd name="T1" fmla="*/ 3416289 h 3416300"/>
              <a:gd name="T2" fmla="*/ 4571999 w 4572000"/>
              <a:gd name="T3" fmla="*/ 3416289 h 3416300"/>
              <a:gd name="T4" fmla="*/ 4571999 w 4572000"/>
              <a:gd name="T5" fmla="*/ 0 h 3416300"/>
              <a:gd name="T6" fmla="*/ 0 w 4572000"/>
              <a:gd name="T7" fmla="*/ 0 h 3416300"/>
              <a:gd name="T8" fmla="*/ 0 w 4572000"/>
              <a:gd name="T9" fmla="*/ 3416289 h 34163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72000" h="3416300">
                <a:moveTo>
                  <a:pt x="0" y="3416289"/>
                </a:moveTo>
                <a:lnTo>
                  <a:pt x="4571999" y="3416289"/>
                </a:lnTo>
                <a:lnTo>
                  <a:pt x="4571999" y="0"/>
                </a:lnTo>
                <a:lnTo>
                  <a:pt x="0" y="0"/>
                </a:lnTo>
                <a:lnTo>
                  <a:pt x="0" y="3416289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3796" name="object 4">
            <a:extLst>
              <a:ext uri="{FF2B5EF4-FFF2-40B4-BE49-F238E27FC236}">
                <a16:creationId xmlns:a16="http://schemas.microsoft.com/office/drawing/2014/main" id="{29FA84ED-901E-96F0-D2F7-5CFACBD7B21D}"/>
              </a:ext>
            </a:extLst>
          </p:cNvPr>
          <p:cNvSpPr>
            <a:spLocks/>
          </p:cNvSpPr>
          <p:nvPr/>
        </p:nvSpPr>
        <p:spPr bwMode="auto">
          <a:xfrm>
            <a:off x="5384800" y="190500"/>
            <a:ext cx="812800" cy="736600"/>
          </a:xfrm>
          <a:custGeom>
            <a:avLst/>
            <a:gdLst>
              <a:gd name="T0" fmla="*/ 304799 w 609600"/>
              <a:gd name="T1" fmla="*/ 0 h 552450"/>
              <a:gd name="T2" fmla="*/ 255269 w 609600"/>
              <a:gd name="T3" fmla="*/ 3200 h 552450"/>
              <a:gd name="T4" fmla="*/ 208269 w 609600"/>
              <a:gd name="T5" fmla="*/ 13990 h 552450"/>
              <a:gd name="T6" fmla="*/ 164470 w 609600"/>
              <a:gd name="T7" fmla="*/ 30479 h 552450"/>
              <a:gd name="T8" fmla="*/ 125089 w 609600"/>
              <a:gd name="T9" fmla="*/ 53339 h 552450"/>
              <a:gd name="T10" fmla="*/ 89550 w 609600"/>
              <a:gd name="T11" fmla="*/ 80650 h 552450"/>
              <a:gd name="T12" fmla="*/ 59070 w 609600"/>
              <a:gd name="T13" fmla="*/ 113050 h 552450"/>
              <a:gd name="T14" fmla="*/ 34289 w 609600"/>
              <a:gd name="T15" fmla="*/ 149230 h 552450"/>
              <a:gd name="T16" fmla="*/ 15239 w 609600"/>
              <a:gd name="T17" fmla="*/ 188610 h 552450"/>
              <a:gd name="T18" fmla="*/ 3809 w 609600"/>
              <a:gd name="T19" fmla="*/ 231160 h 552450"/>
              <a:gd name="T20" fmla="*/ 0 w 609600"/>
              <a:gd name="T21" fmla="*/ 276240 h 552450"/>
              <a:gd name="T22" fmla="*/ 3809 w 609600"/>
              <a:gd name="T23" fmla="*/ 320680 h 552450"/>
              <a:gd name="T24" fmla="*/ 15239 w 609600"/>
              <a:gd name="T25" fmla="*/ 363230 h 552450"/>
              <a:gd name="T26" fmla="*/ 34289 w 609600"/>
              <a:gd name="T27" fmla="*/ 403250 h 552450"/>
              <a:gd name="T28" fmla="*/ 59070 w 609600"/>
              <a:gd name="T29" fmla="*/ 439430 h 552450"/>
              <a:gd name="T30" fmla="*/ 89550 w 609600"/>
              <a:gd name="T31" fmla="*/ 471190 h 552450"/>
              <a:gd name="T32" fmla="*/ 125089 w 609600"/>
              <a:gd name="T33" fmla="*/ 499109 h 552450"/>
              <a:gd name="T34" fmla="*/ 164470 w 609600"/>
              <a:gd name="T35" fmla="*/ 521360 h 552450"/>
              <a:gd name="T36" fmla="*/ 208269 w 609600"/>
              <a:gd name="T37" fmla="*/ 538490 h 552450"/>
              <a:gd name="T38" fmla="*/ 255269 w 609600"/>
              <a:gd name="T39" fmla="*/ 548639 h 552450"/>
              <a:gd name="T40" fmla="*/ 304799 w 609600"/>
              <a:gd name="T41" fmla="*/ 552449 h 552450"/>
              <a:gd name="T42" fmla="*/ 354329 w 609600"/>
              <a:gd name="T43" fmla="*/ 548639 h 552450"/>
              <a:gd name="T44" fmla="*/ 401330 w 609600"/>
              <a:gd name="T45" fmla="*/ 538490 h 552450"/>
              <a:gd name="T46" fmla="*/ 445129 w 609600"/>
              <a:gd name="T47" fmla="*/ 521360 h 552450"/>
              <a:gd name="T48" fmla="*/ 484510 w 609600"/>
              <a:gd name="T49" fmla="*/ 499109 h 552450"/>
              <a:gd name="T50" fmla="*/ 520080 w 609600"/>
              <a:gd name="T51" fmla="*/ 471190 h 552450"/>
              <a:gd name="T52" fmla="*/ 550560 w 609600"/>
              <a:gd name="T53" fmla="*/ 439430 h 552450"/>
              <a:gd name="T54" fmla="*/ 575309 w 609600"/>
              <a:gd name="T55" fmla="*/ 403250 h 552450"/>
              <a:gd name="T56" fmla="*/ 594359 w 609600"/>
              <a:gd name="T57" fmla="*/ 363230 h 552450"/>
              <a:gd name="T58" fmla="*/ 605789 w 609600"/>
              <a:gd name="T59" fmla="*/ 320680 h 552450"/>
              <a:gd name="T60" fmla="*/ 609599 w 609600"/>
              <a:gd name="T61" fmla="*/ 276240 h 552450"/>
              <a:gd name="T62" fmla="*/ 605789 w 609600"/>
              <a:gd name="T63" fmla="*/ 231160 h 552450"/>
              <a:gd name="T64" fmla="*/ 594359 w 609600"/>
              <a:gd name="T65" fmla="*/ 188610 h 552450"/>
              <a:gd name="T66" fmla="*/ 575309 w 609600"/>
              <a:gd name="T67" fmla="*/ 149230 h 552450"/>
              <a:gd name="T68" fmla="*/ 550560 w 609600"/>
              <a:gd name="T69" fmla="*/ 113050 h 552450"/>
              <a:gd name="T70" fmla="*/ 520080 w 609600"/>
              <a:gd name="T71" fmla="*/ 80650 h 552450"/>
              <a:gd name="T72" fmla="*/ 484510 w 609600"/>
              <a:gd name="T73" fmla="*/ 53339 h 552450"/>
              <a:gd name="T74" fmla="*/ 445129 w 609600"/>
              <a:gd name="T75" fmla="*/ 30479 h 552450"/>
              <a:gd name="T76" fmla="*/ 401330 w 609600"/>
              <a:gd name="T77" fmla="*/ 13990 h 552450"/>
              <a:gd name="T78" fmla="*/ 354329 w 609600"/>
              <a:gd name="T79" fmla="*/ 3200 h 552450"/>
              <a:gd name="T80" fmla="*/ 304799 w 609600"/>
              <a:gd name="T81" fmla="*/ 0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304799" y="0"/>
                </a:moveTo>
                <a:lnTo>
                  <a:pt x="255269" y="3200"/>
                </a:lnTo>
                <a:lnTo>
                  <a:pt x="208269" y="13990"/>
                </a:lnTo>
                <a:lnTo>
                  <a:pt x="164470" y="30479"/>
                </a:lnTo>
                <a:lnTo>
                  <a:pt x="125089" y="53339"/>
                </a:lnTo>
                <a:lnTo>
                  <a:pt x="89550" y="80650"/>
                </a:lnTo>
                <a:lnTo>
                  <a:pt x="59070" y="113050"/>
                </a:lnTo>
                <a:lnTo>
                  <a:pt x="34289" y="149230"/>
                </a:lnTo>
                <a:lnTo>
                  <a:pt x="15239" y="188610"/>
                </a:lnTo>
                <a:lnTo>
                  <a:pt x="3809" y="231160"/>
                </a:lnTo>
                <a:lnTo>
                  <a:pt x="0" y="276240"/>
                </a:lnTo>
                <a:lnTo>
                  <a:pt x="3809" y="320680"/>
                </a:lnTo>
                <a:lnTo>
                  <a:pt x="15239" y="363230"/>
                </a:lnTo>
                <a:lnTo>
                  <a:pt x="34289" y="403250"/>
                </a:lnTo>
                <a:lnTo>
                  <a:pt x="59070" y="439430"/>
                </a:lnTo>
                <a:lnTo>
                  <a:pt x="89550" y="471190"/>
                </a:lnTo>
                <a:lnTo>
                  <a:pt x="125089" y="499109"/>
                </a:lnTo>
                <a:lnTo>
                  <a:pt x="164470" y="521360"/>
                </a:lnTo>
                <a:lnTo>
                  <a:pt x="208269" y="538490"/>
                </a:lnTo>
                <a:lnTo>
                  <a:pt x="255269" y="548639"/>
                </a:lnTo>
                <a:lnTo>
                  <a:pt x="304799" y="552449"/>
                </a:lnTo>
                <a:lnTo>
                  <a:pt x="354329" y="548639"/>
                </a:lnTo>
                <a:lnTo>
                  <a:pt x="401330" y="538490"/>
                </a:lnTo>
                <a:lnTo>
                  <a:pt x="445129" y="521360"/>
                </a:lnTo>
                <a:lnTo>
                  <a:pt x="484510" y="499109"/>
                </a:lnTo>
                <a:lnTo>
                  <a:pt x="520080" y="471190"/>
                </a:lnTo>
                <a:lnTo>
                  <a:pt x="550560" y="439430"/>
                </a:lnTo>
                <a:lnTo>
                  <a:pt x="575309" y="403250"/>
                </a:lnTo>
                <a:lnTo>
                  <a:pt x="594359" y="363230"/>
                </a:lnTo>
                <a:lnTo>
                  <a:pt x="605789" y="320680"/>
                </a:lnTo>
                <a:lnTo>
                  <a:pt x="609599" y="276240"/>
                </a:lnTo>
                <a:lnTo>
                  <a:pt x="605789" y="231160"/>
                </a:lnTo>
                <a:lnTo>
                  <a:pt x="594359" y="188610"/>
                </a:lnTo>
                <a:lnTo>
                  <a:pt x="575309" y="149230"/>
                </a:lnTo>
                <a:lnTo>
                  <a:pt x="550560" y="113050"/>
                </a:lnTo>
                <a:lnTo>
                  <a:pt x="520080" y="80650"/>
                </a:lnTo>
                <a:lnTo>
                  <a:pt x="484510" y="53339"/>
                </a:lnTo>
                <a:lnTo>
                  <a:pt x="445129" y="30479"/>
                </a:lnTo>
                <a:lnTo>
                  <a:pt x="401330" y="13990"/>
                </a:lnTo>
                <a:lnTo>
                  <a:pt x="354329" y="3200"/>
                </a:lnTo>
                <a:lnTo>
                  <a:pt x="304799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3797" name="object 5">
            <a:extLst>
              <a:ext uri="{FF2B5EF4-FFF2-40B4-BE49-F238E27FC236}">
                <a16:creationId xmlns:a16="http://schemas.microsoft.com/office/drawing/2014/main" id="{3F9C05C7-860D-4AB2-74B7-8BA0B6D83823}"/>
              </a:ext>
            </a:extLst>
          </p:cNvPr>
          <p:cNvSpPr>
            <a:spLocks/>
          </p:cNvSpPr>
          <p:nvPr/>
        </p:nvSpPr>
        <p:spPr bwMode="auto">
          <a:xfrm>
            <a:off x="5384800" y="190500"/>
            <a:ext cx="812800" cy="736600"/>
          </a:xfrm>
          <a:custGeom>
            <a:avLst/>
            <a:gdLst>
              <a:gd name="T0" fmla="*/ 0 w 609600"/>
              <a:gd name="T1" fmla="*/ 276240 h 552450"/>
              <a:gd name="T2" fmla="*/ 3809 w 609600"/>
              <a:gd name="T3" fmla="*/ 231160 h 552450"/>
              <a:gd name="T4" fmla="*/ 15239 w 609600"/>
              <a:gd name="T5" fmla="*/ 188610 h 552450"/>
              <a:gd name="T6" fmla="*/ 34289 w 609600"/>
              <a:gd name="T7" fmla="*/ 149230 h 552450"/>
              <a:gd name="T8" fmla="*/ 59070 w 609600"/>
              <a:gd name="T9" fmla="*/ 113050 h 552450"/>
              <a:gd name="T10" fmla="*/ 89550 w 609600"/>
              <a:gd name="T11" fmla="*/ 80650 h 552450"/>
              <a:gd name="T12" fmla="*/ 125089 w 609600"/>
              <a:gd name="T13" fmla="*/ 53339 h 552450"/>
              <a:gd name="T14" fmla="*/ 164470 w 609600"/>
              <a:gd name="T15" fmla="*/ 30479 h 552450"/>
              <a:gd name="T16" fmla="*/ 208269 w 609600"/>
              <a:gd name="T17" fmla="*/ 13990 h 552450"/>
              <a:gd name="T18" fmla="*/ 255269 w 609600"/>
              <a:gd name="T19" fmla="*/ 3200 h 552450"/>
              <a:gd name="T20" fmla="*/ 304799 w 609600"/>
              <a:gd name="T21" fmla="*/ 0 h 552450"/>
              <a:gd name="T22" fmla="*/ 354329 w 609600"/>
              <a:gd name="T23" fmla="*/ 3200 h 552450"/>
              <a:gd name="T24" fmla="*/ 401330 w 609600"/>
              <a:gd name="T25" fmla="*/ 13990 h 552450"/>
              <a:gd name="T26" fmla="*/ 445129 w 609600"/>
              <a:gd name="T27" fmla="*/ 30479 h 552450"/>
              <a:gd name="T28" fmla="*/ 484510 w 609600"/>
              <a:gd name="T29" fmla="*/ 53339 h 552450"/>
              <a:gd name="T30" fmla="*/ 520080 w 609600"/>
              <a:gd name="T31" fmla="*/ 80650 h 552450"/>
              <a:gd name="T32" fmla="*/ 550560 w 609600"/>
              <a:gd name="T33" fmla="*/ 113050 h 552450"/>
              <a:gd name="T34" fmla="*/ 575309 w 609600"/>
              <a:gd name="T35" fmla="*/ 149230 h 552450"/>
              <a:gd name="T36" fmla="*/ 594359 w 609600"/>
              <a:gd name="T37" fmla="*/ 188610 h 552450"/>
              <a:gd name="T38" fmla="*/ 605789 w 609600"/>
              <a:gd name="T39" fmla="*/ 231160 h 552450"/>
              <a:gd name="T40" fmla="*/ 609599 w 609600"/>
              <a:gd name="T41" fmla="*/ 276240 h 552450"/>
              <a:gd name="T42" fmla="*/ 605789 w 609600"/>
              <a:gd name="T43" fmla="*/ 320680 h 552450"/>
              <a:gd name="T44" fmla="*/ 594359 w 609600"/>
              <a:gd name="T45" fmla="*/ 363230 h 552450"/>
              <a:gd name="T46" fmla="*/ 575309 w 609600"/>
              <a:gd name="T47" fmla="*/ 403250 h 552450"/>
              <a:gd name="T48" fmla="*/ 550560 w 609600"/>
              <a:gd name="T49" fmla="*/ 439430 h 552450"/>
              <a:gd name="T50" fmla="*/ 520080 w 609600"/>
              <a:gd name="T51" fmla="*/ 471190 h 552450"/>
              <a:gd name="T52" fmla="*/ 484510 w 609600"/>
              <a:gd name="T53" fmla="*/ 499109 h 552450"/>
              <a:gd name="T54" fmla="*/ 445129 w 609600"/>
              <a:gd name="T55" fmla="*/ 521360 h 552450"/>
              <a:gd name="T56" fmla="*/ 401330 w 609600"/>
              <a:gd name="T57" fmla="*/ 538490 h 552450"/>
              <a:gd name="T58" fmla="*/ 354329 w 609600"/>
              <a:gd name="T59" fmla="*/ 548639 h 552450"/>
              <a:gd name="T60" fmla="*/ 304799 w 609600"/>
              <a:gd name="T61" fmla="*/ 552449 h 552450"/>
              <a:gd name="T62" fmla="*/ 255269 w 609600"/>
              <a:gd name="T63" fmla="*/ 548639 h 552450"/>
              <a:gd name="T64" fmla="*/ 208269 w 609600"/>
              <a:gd name="T65" fmla="*/ 538490 h 552450"/>
              <a:gd name="T66" fmla="*/ 164470 w 609600"/>
              <a:gd name="T67" fmla="*/ 521360 h 552450"/>
              <a:gd name="T68" fmla="*/ 125089 w 609600"/>
              <a:gd name="T69" fmla="*/ 499109 h 552450"/>
              <a:gd name="T70" fmla="*/ 89550 w 609600"/>
              <a:gd name="T71" fmla="*/ 471190 h 552450"/>
              <a:gd name="T72" fmla="*/ 59070 w 609600"/>
              <a:gd name="T73" fmla="*/ 439430 h 552450"/>
              <a:gd name="T74" fmla="*/ 34289 w 609600"/>
              <a:gd name="T75" fmla="*/ 403250 h 552450"/>
              <a:gd name="T76" fmla="*/ 15239 w 609600"/>
              <a:gd name="T77" fmla="*/ 363230 h 552450"/>
              <a:gd name="T78" fmla="*/ 3809 w 609600"/>
              <a:gd name="T79" fmla="*/ 320680 h 552450"/>
              <a:gd name="T80" fmla="*/ 0 w 609600"/>
              <a:gd name="T81" fmla="*/ 276240 h 55245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09600" h="552450">
                <a:moveTo>
                  <a:pt x="0" y="276240"/>
                </a:moveTo>
                <a:lnTo>
                  <a:pt x="3809" y="231160"/>
                </a:lnTo>
                <a:lnTo>
                  <a:pt x="15239" y="188610"/>
                </a:lnTo>
                <a:lnTo>
                  <a:pt x="34289" y="149230"/>
                </a:lnTo>
                <a:lnTo>
                  <a:pt x="59070" y="113050"/>
                </a:lnTo>
                <a:lnTo>
                  <a:pt x="89550" y="80650"/>
                </a:lnTo>
                <a:lnTo>
                  <a:pt x="125089" y="53339"/>
                </a:lnTo>
                <a:lnTo>
                  <a:pt x="164470" y="30479"/>
                </a:lnTo>
                <a:lnTo>
                  <a:pt x="208269" y="13990"/>
                </a:lnTo>
                <a:lnTo>
                  <a:pt x="255269" y="3200"/>
                </a:lnTo>
                <a:lnTo>
                  <a:pt x="304799" y="0"/>
                </a:lnTo>
                <a:lnTo>
                  <a:pt x="354329" y="3200"/>
                </a:lnTo>
                <a:lnTo>
                  <a:pt x="401330" y="13990"/>
                </a:lnTo>
                <a:lnTo>
                  <a:pt x="445129" y="30479"/>
                </a:lnTo>
                <a:lnTo>
                  <a:pt x="484510" y="53339"/>
                </a:lnTo>
                <a:lnTo>
                  <a:pt x="520080" y="80650"/>
                </a:lnTo>
                <a:lnTo>
                  <a:pt x="550560" y="113050"/>
                </a:lnTo>
                <a:lnTo>
                  <a:pt x="575309" y="149230"/>
                </a:lnTo>
                <a:lnTo>
                  <a:pt x="594359" y="188610"/>
                </a:lnTo>
                <a:lnTo>
                  <a:pt x="605789" y="231160"/>
                </a:lnTo>
                <a:lnTo>
                  <a:pt x="609599" y="276240"/>
                </a:lnTo>
                <a:lnTo>
                  <a:pt x="605789" y="320680"/>
                </a:lnTo>
                <a:lnTo>
                  <a:pt x="594359" y="363230"/>
                </a:lnTo>
                <a:lnTo>
                  <a:pt x="575309" y="403250"/>
                </a:lnTo>
                <a:lnTo>
                  <a:pt x="550560" y="439430"/>
                </a:lnTo>
                <a:lnTo>
                  <a:pt x="520080" y="471190"/>
                </a:lnTo>
                <a:lnTo>
                  <a:pt x="484510" y="499109"/>
                </a:lnTo>
                <a:lnTo>
                  <a:pt x="445129" y="521360"/>
                </a:lnTo>
                <a:lnTo>
                  <a:pt x="401330" y="538490"/>
                </a:lnTo>
                <a:lnTo>
                  <a:pt x="354329" y="548639"/>
                </a:lnTo>
                <a:lnTo>
                  <a:pt x="304799" y="552449"/>
                </a:lnTo>
                <a:lnTo>
                  <a:pt x="255269" y="548639"/>
                </a:lnTo>
                <a:lnTo>
                  <a:pt x="208269" y="538490"/>
                </a:lnTo>
                <a:lnTo>
                  <a:pt x="164470" y="521360"/>
                </a:lnTo>
                <a:lnTo>
                  <a:pt x="125089" y="499109"/>
                </a:lnTo>
                <a:lnTo>
                  <a:pt x="89550" y="471190"/>
                </a:lnTo>
                <a:lnTo>
                  <a:pt x="59070" y="439430"/>
                </a:lnTo>
                <a:lnTo>
                  <a:pt x="34289" y="403250"/>
                </a:lnTo>
                <a:lnTo>
                  <a:pt x="15239" y="363230"/>
                </a:lnTo>
                <a:lnTo>
                  <a:pt x="3809" y="320680"/>
                </a:lnTo>
                <a:lnTo>
                  <a:pt x="0" y="276240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3798" name="object 6">
            <a:extLst>
              <a:ext uri="{FF2B5EF4-FFF2-40B4-BE49-F238E27FC236}">
                <a16:creationId xmlns:a16="http://schemas.microsoft.com/office/drawing/2014/main" id="{9ABDE762-3558-6401-C826-DA7486D6551D}"/>
              </a:ext>
            </a:extLst>
          </p:cNvPr>
          <p:cNvSpPr>
            <a:spLocks/>
          </p:cNvSpPr>
          <p:nvPr/>
        </p:nvSpPr>
        <p:spPr bwMode="auto">
          <a:xfrm>
            <a:off x="6705600" y="4646085"/>
            <a:ext cx="5486400" cy="1968500"/>
          </a:xfrm>
          <a:custGeom>
            <a:avLst/>
            <a:gdLst>
              <a:gd name="T0" fmla="*/ 0 w 4114800"/>
              <a:gd name="T1" fmla="*/ 1471296 h 1477645"/>
              <a:gd name="T2" fmla="*/ 4114799 w 4114800"/>
              <a:gd name="T3" fmla="*/ 1471296 h 1477645"/>
              <a:gd name="T4" fmla="*/ 4114799 w 4114800"/>
              <a:gd name="T5" fmla="*/ 0 h 1477645"/>
              <a:gd name="T6" fmla="*/ 0 w 4114800"/>
              <a:gd name="T7" fmla="*/ 0 h 1477645"/>
              <a:gd name="T8" fmla="*/ 0 w 4114800"/>
              <a:gd name="T9" fmla="*/ 1471296 h 14776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14800" h="1477645">
                <a:moveTo>
                  <a:pt x="0" y="1477636"/>
                </a:moveTo>
                <a:lnTo>
                  <a:pt x="4114799" y="1477636"/>
                </a:lnTo>
                <a:lnTo>
                  <a:pt x="4114799" y="0"/>
                </a:lnTo>
                <a:lnTo>
                  <a:pt x="0" y="0"/>
                </a:lnTo>
                <a:lnTo>
                  <a:pt x="0" y="1477636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3799" name="object 7">
            <a:extLst>
              <a:ext uri="{FF2B5EF4-FFF2-40B4-BE49-F238E27FC236}">
                <a16:creationId xmlns:a16="http://schemas.microsoft.com/office/drawing/2014/main" id="{F498BB94-28B8-E391-5E7E-78465B05409C}"/>
              </a:ext>
            </a:extLst>
          </p:cNvPr>
          <p:cNvSpPr>
            <a:spLocks/>
          </p:cNvSpPr>
          <p:nvPr/>
        </p:nvSpPr>
        <p:spPr bwMode="auto">
          <a:xfrm>
            <a:off x="6705600" y="4646085"/>
            <a:ext cx="5486400" cy="1968500"/>
          </a:xfrm>
          <a:custGeom>
            <a:avLst/>
            <a:gdLst>
              <a:gd name="T0" fmla="*/ 0 w 4114800"/>
              <a:gd name="T1" fmla="*/ 1471296 h 1477645"/>
              <a:gd name="T2" fmla="*/ 4114799 w 4114800"/>
              <a:gd name="T3" fmla="*/ 1471296 h 1477645"/>
              <a:gd name="T4" fmla="*/ 4114799 w 4114800"/>
              <a:gd name="T5" fmla="*/ 0 h 1477645"/>
              <a:gd name="T6" fmla="*/ 0 w 4114800"/>
              <a:gd name="T7" fmla="*/ 0 h 1477645"/>
              <a:gd name="T8" fmla="*/ 0 w 4114800"/>
              <a:gd name="T9" fmla="*/ 1471296 h 14776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14800" h="1477645">
                <a:moveTo>
                  <a:pt x="0" y="1477636"/>
                </a:moveTo>
                <a:lnTo>
                  <a:pt x="4114799" y="1477636"/>
                </a:lnTo>
                <a:lnTo>
                  <a:pt x="4114799" y="0"/>
                </a:lnTo>
                <a:lnTo>
                  <a:pt x="0" y="0"/>
                </a:lnTo>
                <a:lnTo>
                  <a:pt x="0" y="1477636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3800" name="object 8">
            <a:extLst>
              <a:ext uri="{FF2B5EF4-FFF2-40B4-BE49-F238E27FC236}">
                <a16:creationId xmlns:a16="http://schemas.microsoft.com/office/drawing/2014/main" id="{6B824007-C476-1553-78FB-E9F8449D6C8D}"/>
              </a:ext>
            </a:extLst>
          </p:cNvPr>
          <p:cNvSpPr>
            <a:spLocks/>
          </p:cNvSpPr>
          <p:nvPr/>
        </p:nvSpPr>
        <p:spPr bwMode="auto">
          <a:xfrm>
            <a:off x="10663767" y="4008967"/>
            <a:ext cx="1320800" cy="1062567"/>
          </a:xfrm>
          <a:custGeom>
            <a:avLst/>
            <a:gdLst>
              <a:gd name="T0" fmla="*/ 495299 w 990600"/>
              <a:gd name="T1" fmla="*/ 0 h 796289"/>
              <a:gd name="T2" fmla="*/ 441319 w 990600"/>
              <a:gd name="T3" fmla="*/ 2545 h 796289"/>
              <a:gd name="T4" fmla="*/ 389260 w 990600"/>
              <a:gd name="T5" fmla="*/ 8916 h 796289"/>
              <a:gd name="T6" fmla="*/ 338449 w 990600"/>
              <a:gd name="T7" fmla="*/ 20391 h 796289"/>
              <a:gd name="T8" fmla="*/ 290840 w 990600"/>
              <a:gd name="T9" fmla="*/ 35691 h 796289"/>
              <a:gd name="T10" fmla="*/ 245120 w 990600"/>
              <a:gd name="T11" fmla="*/ 54821 h 796289"/>
              <a:gd name="T12" fmla="*/ 202570 w 990600"/>
              <a:gd name="T13" fmla="*/ 77137 h 796289"/>
              <a:gd name="T14" fmla="*/ 163189 w 990600"/>
              <a:gd name="T15" fmla="*/ 102636 h 796289"/>
              <a:gd name="T16" fmla="*/ 127650 w 990600"/>
              <a:gd name="T17" fmla="*/ 131969 h 796289"/>
              <a:gd name="T18" fmla="*/ 95249 w 990600"/>
              <a:gd name="T19" fmla="*/ 163839 h 796289"/>
              <a:gd name="T20" fmla="*/ 67299 w 990600"/>
              <a:gd name="T21" fmla="*/ 197632 h 796289"/>
              <a:gd name="T22" fmla="*/ 43830 w 990600"/>
              <a:gd name="T23" fmla="*/ 234606 h 796289"/>
              <a:gd name="T24" fmla="*/ 25389 w 990600"/>
              <a:gd name="T25" fmla="*/ 273504 h 796289"/>
              <a:gd name="T26" fmla="*/ 11429 w 990600"/>
              <a:gd name="T27" fmla="*/ 313669 h 796289"/>
              <a:gd name="T28" fmla="*/ 3169 w 990600"/>
              <a:gd name="T29" fmla="*/ 356380 h 796289"/>
              <a:gd name="T30" fmla="*/ 0 w 990600"/>
              <a:gd name="T31" fmla="*/ 399737 h 796289"/>
              <a:gd name="T32" fmla="*/ 3169 w 990600"/>
              <a:gd name="T33" fmla="*/ 443081 h 796289"/>
              <a:gd name="T34" fmla="*/ 11429 w 990600"/>
              <a:gd name="T35" fmla="*/ 485159 h 796289"/>
              <a:gd name="T36" fmla="*/ 25389 w 990600"/>
              <a:gd name="T37" fmla="*/ 525969 h 796289"/>
              <a:gd name="T38" fmla="*/ 43830 w 990600"/>
              <a:gd name="T39" fmla="*/ 564855 h 796289"/>
              <a:gd name="T40" fmla="*/ 67299 w 990600"/>
              <a:gd name="T41" fmla="*/ 601195 h 796289"/>
              <a:gd name="T42" fmla="*/ 95249 w 990600"/>
              <a:gd name="T43" fmla="*/ 635622 h 796289"/>
              <a:gd name="T44" fmla="*/ 127650 w 990600"/>
              <a:gd name="T45" fmla="*/ 667503 h 796289"/>
              <a:gd name="T46" fmla="*/ 163189 w 990600"/>
              <a:gd name="T47" fmla="*/ 696193 h 796289"/>
              <a:gd name="T48" fmla="*/ 202570 w 990600"/>
              <a:gd name="T49" fmla="*/ 722324 h 796289"/>
              <a:gd name="T50" fmla="*/ 245120 w 990600"/>
              <a:gd name="T51" fmla="*/ 744641 h 796289"/>
              <a:gd name="T52" fmla="*/ 290840 w 990600"/>
              <a:gd name="T53" fmla="*/ 763769 h 796289"/>
              <a:gd name="T54" fmla="*/ 338449 w 990600"/>
              <a:gd name="T55" fmla="*/ 779069 h 796289"/>
              <a:gd name="T56" fmla="*/ 389260 w 990600"/>
              <a:gd name="T57" fmla="*/ 790544 h 796289"/>
              <a:gd name="T58" fmla="*/ 441319 w 990600"/>
              <a:gd name="T59" fmla="*/ 796915 h 796289"/>
              <a:gd name="T60" fmla="*/ 495299 w 990600"/>
              <a:gd name="T61" fmla="*/ 799475 h 796289"/>
              <a:gd name="T62" fmla="*/ 549280 w 990600"/>
              <a:gd name="T63" fmla="*/ 796915 h 796289"/>
              <a:gd name="T64" fmla="*/ 601339 w 990600"/>
              <a:gd name="T65" fmla="*/ 790544 h 796289"/>
              <a:gd name="T66" fmla="*/ 652150 w 990600"/>
              <a:gd name="T67" fmla="*/ 779069 h 796289"/>
              <a:gd name="T68" fmla="*/ 699759 w 990600"/>
              <a:gd name="T69" fmla="*/ 763769 h 796289"/>
              <a:gd name="T70" fmla="*/ 745479 w 990600"/>
              <a:gd name="T71" fmla="*/ 744641 h 796289"/>
              <a:gd name="T72" fmla="*/ 788029 w 990600"/>
              <a:gd name="T73" fmla="*/ 722324 h 796289"/>
              <a:gd name="T74" fmla="*/ 827410 w 990600"/>
              <a:gd name="T75" fmla="*/ 696193 h 796289"/>
              <a:gd name="T76" fmla="*/ 862980 w 990600"/>
              <a:gd name="T77" fmla="*/ 667503 h 796289"/>
              <a:gd name="T78" fmla="*/ 895349 w 990600"/>
              <a:gd name="T79" fmla="*/ 635622 h 796289"/>
              <a:gd name="T80" fmla="*/ 923300 w 990600"/>
              <a:gd name="T81" fmla="*/ 601195 h 796289"/>
              <a:gd name="T82" fmla="*/ 946800 w 990600"/>
              <a:gd name="T83" fmla="*/ 564855 h 796289"/>
              <a:gd name="T84" fmla="*/ 965210 w 990600"/>
              <a:gd name="T85" fmla="*/ 525969 h 796289"/>
              <a:gd name="T86" fmla="*/ 979169 w 990600"/>
              <a:gd name="T87" fmla="*/ 485159 h 796289"/>
              <a:gd name="T88" fmla="*/ 987430 w 990600"/>
              <a:gd name="T89" fmla="*/ 443081 h 796289"/>
              <a:gd name="T90" fmla="*/ 990599 w 990600"/>
              <a:gd name="T91" fmla="*/ 399737 h 796289"/>
              <a:gd name="T92" fmla="*/ 987430 w 990600"/>
              <a:gd name="T93" fmla="*/ 356380 h 796289"/>
              <a:gd name="T94" fmla="*/ 979169 w 990600"/>
              <a:gd name="T95" fmla="*/ 313669 h 796289"/>
              <a:gd name="T96" fmla="*/ 965210 w 990600"/>
              <a:gd name="T97" fmla="*/ 273504 h 796289"/>
              <a:gd name="T98" fmla="*/ 946800 w 990600"/>
              <a:gd name="T99" fmla="*/ 234606 h 796289"/>
              <a:gd name="T100" fmla="*/ 923300 w 990600"/>
              <a:gd name="T101" fmla="*/ 197632 h 796289"/>
              <a:gd name="T102" fmla="*/ 895349 w 990600"/>
              <a:gd name="T103" fmla="*/ 163839 h 796289"/>
              <a:gd name="T104" fmla="*/ 862980 w 990600"/>
              <a:gd name="T105" fmla="*/ 131969 h 796289"/>
              <a:gd name="T106" fmla="*/ 827410 w 990600"/>
              <a:gd name="T107" fmla="*/ 102636 h 796289"/>
              <a:gd name="T108" fmla="*/ 788029 w 990600"/>
              <a:gd name="T109" fmla="*/ 77137 h 796289"/>
              <a:gd name="T110" fmla="*/ 745479 w 990600"/>
              <a:gd name="T111" fmla="*/ 54821 h 796289"/>
              <a:gd name="T112" fmla="*/ 699759 w 990600"/>
              <a:gd name="T113" fmla="*/ 35691 h 796289"/>
              <a:gd name="T114" fmla="*/ 652150 w 990600"/>
              <a:gd name="T115" fmla="*/ 20391 h 796289"/>
              <a:gd name="T116" fmla="*/ 601339 w 990600"/>
              <a:gd name="T117" fmla="*/ 8916 h 796289"/>
              <a:gd name="T118" fmla="*/ 549280 w 990600"/>
              <a:gd name="T119" fmla="*/ 2545 h 796289"/>
              <a:gd name="T120" fmla="*/ 495299 w 990600"/>
              <a:gd name="T121" fmla="*/ 0 h 796289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990600" h="796289">
                <a:moveTo>
                  <a:pt x="495299" y="0"/>
                </a:moveTo>
                <a:lnTo>
                  <a:pt x="441319" y="2535"/>
                </a:lnTo>
                <a:lnTo>
                  <a:pt x="389260" y="8881"/>
                </a:lnTo>
                <a:lnTo>
                  <a:pt x="338449" y="20311"/>
                </a:lnTo>
                <a:lnTo>
                  <a:pt x="290840" y="35551"/>
                </a:lnTo>
                <a:lnTo>
                  <a:pt x="245120" y="54601"/>
                </a:lnTo>
                <a:lnTo>
                  <a:pt x="202570" y="76830"/>
                </a:lnTo>
                <a:lnTo>
                  <a:pt x="163189" y="102226"/>
                </a:lnTo>
                <a:lnTo>
                  <a:pt x="127650" y="131444"/>
                </a:lnTo>
                <a:lnTo>
                  <a:pt x="95249" y="163186"/>
                </a:lnTo>
                <a:lnTo>
                  <a:pt x="67299" y="196845"/>
                </a:lnTo>
                <a:lnTo>
                  <a:pt x="43830" y="233671"/>
                </a:lnTo>
                <a:lnTo>
                  <a:pt x="25389" y="272414"/>
                </a:lnTo>
                <a:lnTo>
                  <a:pt x="11429" y="312419"/>
                </a:lnTo>
                <a:lnTo>
                  <a:pt x="3169" y="354960"/>
                </a:lnTo>
                <a:lnTo>
                  <a:pt x="0" y="398144"/>
                </a:lnTo>
                <a:lnTo>
                  <a:pt x="3169" y="441316"/>
                </a:lnTo>
                <a:lnTo>
                  <a:pt x="11429" y="483226"/>
                </a:lnTo>
                <a:lnTo>
                  <a:pt x="25389" y="523874"/>
                </a:lnTo>
                <a:lnTo>
                  <a:pt x="43830" y="562605"/>
                </a:lnTo>
                <a:lnTo>
                  <a:pt x="67299" y="598800"/>
                </a:lnTo>
                <a:lnTo>
                  <a:pt x="95249" y="633090"/>
                </a:lnTo>
                <a:lnTo>
                  <a:pt x="127650" y="664844"/>
                </a:lnTo>
                <a:lnTo>
                  <a:pt x="163189" y="693419"/>
                </a:lnTo>
                <a:lnTo>
                  <a:pt x="202570" y="719446"/>
                </a:lnTo>
                <a:lnTo>
                  <a:pt x="245120" y="741675"/>
                </a:lnTo>
                <a:lnTo>
                  <a:pt x="290840" y="760725"/>
                </a:lnTo>
                <a:lnTo>
                  <a:pt x="338449" y="775965"/>
                </a:lnTo>
                <a:lnTo>
                  <a:pt x="389260" y="787395"/>
                </a:lnTo>
                <a:lnTo>
                  <a:pt x="441319" y="793741"/>
                </a:lnTo>
                <a:lnTo>
                  <a:pt x="495299" y="796289"/>
                </a:lnTo>
                <a:lnTo>
                  <a:pt x="549280" y="793741"/>
                </a:lnTo>
                <a:lnTo>
                  <a:pt x="601339" y="787395"/>
                </a:lnTo>
                <a:lnTo>
                  <a:pt x="652150" y="775965"/>
                </a:lnTo>
                <a:lnTo>
                  <a:pt x="699759" y="760725"/>
                </a:lnTo>
                <a:lnTo>
                  <a:pt x="745479" y="741675"/>
                </a:lnTo>
                <a:lnTo>
                  <a:pt x="788029" y="719446"/>
                </a:lnTo>
                <a:lnTo>
                  <a:pt x="827410" y="693419"/>
                </a:lnTo>
                <a:lnTo>
                  <a:pt x="862980" y="664844"/>
                </a:lnTo>
                <a:lnTo>
                  <a:pt x="895349" y="633090"/>
                </a:lnTo>
                <a:lnTo>
                  <a:pt x="923300" y="598800"/>
                </a:lnTo>
                <a:lnTo>
                  <a:pt x="946800" y="562605"/>
                </a:lnTo>
                <a:lnTo>
                  <a:pt x="965210" y="523874"/>
                </a:lnTo>
                <a:lnTo>
                  <a:pt x="979169" y="483226"/>
                </a:lnTo>
                <a:lnTo>
                  <a:pt x="987430" y="441316"/>
                </a:lnTo>
                <a:lnTo>
                  <a:pt x="990599" y="398144"/>
                </a:lnTo>
                <a:lnTo>
                  <a:pt x="987430" y="354960"/>
                </a:lnTo>
                <a:lnTo>
                  <a:pt x="979169" y="312419"/>
                </a:lnTo>
                <a:lnTo>
                  <a:pt x="965210" y="272414"/>
                </a:lnTo>
                <a:lnTo>
                  <a:pt x="946800" y="233671"/>
                </a:lnTo>
                <a:lnTo>
                  <a:pt x="923300" y="196845"/>
                </a:lnTo>
                <a:lnTo>
                  <a:pt x="895349" y="163186"/>
                </a:lnTo>
                <a:lnTo>
                  <a:pt x="862980" y="131444"/>
                </a:lnTo>
                <a:lnTo>
                  <a:pt x="827410" y="102226"/>
                </a:lnTo>
                <a:lnTo>
                  <a:pt x="788029" y="76830"/>
                </a:lnTo>
                <a:lnTo>
                  <a:pt x="745479" y="54601"/>
                </a:lnTo>
                <a:lnTo>
                  <a:pt x="699759" y="35551"/>
                </a:lnTo>
                <a:lnTo>
                  <a:pt x="652150" y="20311"/>
                </a:lnTo>
                <a:lnTo>
                  <a:pt x="601339" y="8881"/>
                </a:lnTo>
                <a:lnTo>
                  <a:pt x="549280" y="2535"/>
                </a:lnTo>
                <a:lnTo>
                  <a:pt x="495299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3801" name="object 9">
            <a:extLst>
              <a:ext uri="{FF2B5EF4-FFF2-40B4-BE49-F238E27FC236}">
                <a16:creationId xmlns:a16="http://schemas.microsoft.com/office/drawing/2014/main" id="{7C6B1DB3-BF75-212E-4075-F19C321E39E2}"/>
              </a:ext>
            </a:extLst>
          </p:cNvPr>
          <p:cNvSpPr>
            <a:spLocks/>
          </p:cNvSpPr>
          <p:nvPr/>
        </p:nvSpPr>
        <p:spPr bwMode="auto">
          <a:xfrm>
            <a:off x="10663767" y="4008967"/>
            <a:ext cx="1320800" cy="1062567"/>
          </a:xfrm>
          <a:custGeom>
            <a:avLst/>
            <a:gdLst>
              <a:gd name="T0" fmla="*/ 0 w 990600"/>
              <a:gd name="T1" fmla="*/ 399737 h 796289"/>
              <a:gd name="T2" fmla="*/ 3169 w 990600"/>
              <a:gd name="T3" fmla="*/ 356380 h 796289"/>
              <a:gd name="T4" fmla="*/ 11429 w 990600"/>
              <a:gd name="T5" fmla="*/ 313669 h 796289"/>
              <a:gd name="T6" fmla="*/ 25389 w 990600"/>
              <a:gd name="T7" fmla="*/ 273504 h 796289"/>
              <a:gd name="T8" fmla="*/ 43830 w 990600"/>
              <a:gd name="T9" fmla="*/ 234606 h 796289"/>
              <a:gd name="T10" fmla="*/ 67299 w 990600"/>
              <a:gd name="T11" fmla="*/ 197632 h 796289"/>
              <a:gd name="T12" fmla="*/ 95249 w 990600"/>
              <a:gd name="T13" fmla="*/ 163839 h 796289"/>
              <a:gd name="T14" fmla="*/ 127650 w 990600"/>
              <a:gd name="T15" fmla="*/ 131969 h 796289"/>
              <a:gd name="T16" fmla="*/ 163189 w 990600"/>
              <a:gd name="T17" fmla="*/ 102636 h 796289"/>
              <a:gd name="T18" fmla="*/ 202570 w 990600"/>
              <a:gd name="T19" fmla="*/ 77137 h 796289"/>
              <a:gd name="T20" fmla="*/ 245120 w 990600"/>
              <a:gd name="T21" fmla="*/ 54821 h 796289"/>
              <a:gd name="T22" fmla="*/ 290840 w 990600"/>
              <a:gd name="T23" fmla="*/ 35691 h 796289"/>
              <a:gd name="T24" fmla="*/ 338449 w 990600"/>
              <a:gd name="T25" fmla="*/ 20391 h 796289"/>
              <a:gd name="T26" fmla="*/ 389260 w 990600"/>
              <a:gd name="T27" fmla="*/ 8916 h 796289"/>
              <a:gd name="T28" fmla="*/ 441319 w 990600"/>
              <a:gd name="T29" fmla="*/ 2545 h 796289"/>
              <a:gd name="T30" fmla="*/ 495299 w 990600"/>
              <a:gd name="T31" fmla="*/ 0 h 796289"/>
              <a:gd name="T32" fmla="*/ 549280 w 990600"/>
              <a:gd name="T33" fmla="*/ 2545 h 796289"/>
              <a:gd name="T34" fmla="*/ 601339 w 990600"/>
              <a:gd name="T35" fmla="*/ 8916 h 796289"/>
              <a:gd name="T36" fmla="*/ 652150 w 990600"/>
              <a:gd name="T37" fmla="*/ 20391 h 796289"/>
              <a:gd name="T38" fmla="*/ 699759 w 990600"/>
              <a:gd name="T39" fmla="*/ 35691 h 796289"/>
              <a:gd name="T40" fmla="*/ 745479 w 990600"/>
              <a:gd name="T41" fmla="*/ 54821 h 796289"/>
              <a:gd name="T42" fmla="*/ 788029 w 990600"/>
              <a:gd name="T43" fmla="*/ 77137 h 796289"/>
              <a:gd name="T44" fmla="*/ 827410 w 990600"/>
              <a:gd name="T45" fmla="*/ 102636 h 796289"/>
              <a:gd name="T46" fmla="*/ 862980 w 990600"/>
              <a:gd name="T47" fmla="*/ 131969 h 796289"/>
              <a:gd name="T48" fmla="*/ 895349 w 990600"/>
              <a:gd name="T49" fmla="*/ 163839 h 796289"/>
              <a:gd name="T50" fmla="*/ 923300 w 990600"/>
              <a:gd name="T51" fmla="*/ 197632 h 796289"/>
              <a:gd name="T52" fmla="*/ 946800 w 990600"/>
              <a:gd name="T53" fmla="*/ 234606 h 796289"/>
              <a:gd name="T54" fmla="*/ 965210 w 990600"/>
              <a:gd name="T55" fmla="*/ 273504 h 796289"/>
              <a:gd name="T56" fmla="*/ 979169 w 990600"/>
              <a:gd name="T57" fmla="*/ 313669 h 796289"/>
              <a:gd name="T58" fmla="*/ 987430 w 990600"/>
              <a:gd name="T59" fmla="*/ 356380 h 796289"/>
              <a:gd name="T60" fmla="*/ 990599 w 990600"/>
              <a:gd name="T61" fmla="*/ 399737 h 796289"/>
              <a:gd name="T62" fmla="*/ 987430 w 990600"/>
              <a:gd name="T63" fmla="*/ 443081 h 796289"/>
              <a:gd name="T64" fmla="*/ 979169 w 990600"/>
              <a:gd name="T65" fmla="*/ 485159 h 796289"/>
              <a:gd name="T66" fmla="*/ 965210 w 990600"/>
              <a:gd name="T67" fmla="*/ 525969 h 796289"/>
              <a:gd name="T68" fmla="*/ 946800 w 990600"/>
              <a:gd name="T69" fmla="*/ 564855 h 796289"/>
              <a:gd name="T70" fmla="*/ 923300 w 990600"/>
              <a:gd name="T71" fmla="*/ 601195 h 796289"/>
              <a:gd name="T72" fmla="*/ 895349 w 990600"/>
              <a:gd name="T73" fmla="*/ 635622 h 796289"/>
              <a:gd name="T74" fmla="*/ 862980 w 990600"/>
              <a:gd name="T75" fmla="*/ 667503 h 796289"/>
              <a:gd name="T76" fmla="*/ 827410 w 990600"/>
              <a:gd name="T77" fmla="*/ 696193 h 796289"/>
              <a:gd name="T78" fmla="*/ 788029 w 990600"/>
              <a:gd name="T79" fmla="*/ 722324 h 796289"/>
              <a:gd name="T80" fmla="*/ 745479 w 990600"/>
              <a:gd name="T81" fmla="*/ 744641 h 796289"/>
              <a:gd name="T82" fmla="*/ 699759 w 990600"/>
              <a:gd name="T83" fmla="*/ 763769 h 796289"/>
              <a:gd name="T84" fmla="*/ 652150 w 990600"/>
              <a:gd name="T85" fmla="*/ 779069 h 796289"/>
              <a:gd name="T86" fmla="*/ 601339 w 990600"/>
              <a:gd name="T87" fmla="*/ 790544 h 796289"/>
              <a:gd name="T88" fmla="*/ 549280 w 990600"/>
              <a:gd name="T89" fmla="*/ 796915 h 796289"/>
              <a:gd name="T90" fmla="*/ 495299 w 990600"/>
              <a:gd name="T91" fmla="*/ 799475 h 796289"/>
              <a:gd name="T92" fmla="*/ 441319 w 990600"/>
              <a:gd name="T93" fmla="*/ 796915 h 796289"/>
              <a:gd name="T94" fmla="*/ 389260 w 990600"/>
              <a:gd name="T95" fmla="*/ 790544 h 796289"/>
              <a:gd name="T96" fmla="*/ 338449 w 990600"/>
              <a:gd name="T97" fmla="*/ 779069 h 796289"/>
              <a:gd name="T98" fmla="*/ 290840 w 990600"/>
              <a:gd name="T99" fmla="*/ 763769 h 796289"/>
              <a:gd name="T100" fmla="*/ 245120 w 990600"/>
              <a:gd name="T101" fmla="*/ 744641 h 796289"/>
              <a:gd name="T102" fmla="*/ 202570 w 990600"/>
              <a:gd name="T103" fmla="*/ 722324 h 796289"/>
              <a:gd name="T104" fmla="*/ 163189 w 990600"/>
              <a:gd name="T105" fmla="*/ 696193 h 796289"/>
              <a:gd name="T106" fmla="*/ 127650 w 990600"/>
              <a:gd name="T107" fmla="*/ 667503 h 796289"/>
              <a:gd name="T108" fmla="*/ 95249 w 990600"/>
              <a:gd name="T109" fmla="*/ 635622 h 796289"/>
              <a:gd name="T110" fmla="*/ 67299 w 990600"/>
              <a:gd name="T111" fmla="*/ 601195 h 796289"/>
              <a:gd name="T112" fmla="*/ 43830 w 990600"/>
              <a:gd name="T113" fmla="*/ 564855 h 796289"/>
              <a:gd name="T114" fmla="*/ 25389 w 990600"/>
              <a:gd name="T115" fmla="*/ 525969 h 796289"/>
              <a:gd name="T116" fmla="*/ 11429 w 990600"/>
              <a:gd name="T117" fmla="*/ 485159 h 796289"/>
              <a:gd name="T118" fmla="*/ 3169 w 990600"/>
              <a:gd name="T119" fmla="*/ 443081 h 796289"/>
              <a:gd name="T120" fmla="*/ 0 w 990600"/>
              <a:gd name="T121" fmla="*/ 399737 h 796289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990600" h="796289">
                <a:moveTo>
                  <a:pt x="0" y="398144"/>
                </a:moveTo>
                <a:lnTo>
                  <a:pt x="3169" y="354960"/>
                </a:lnTo>
                <a:lnTo>
                  <a:pt x="11429" y="312419"/>
                </a:lnTo>
                <a:lnTo>
                  <a:pt x="25389" y="272414"/>
                </a:lnTo>
                <a:lnTo>
                  <a:pt x="43830" y="233671"/>
                </a:lnTo>
                <a:lnTo>
                  <a:pt x="67299" y="196845"/>
                </a:lnTo>
                <a:lnTo>
                  <a:pt x="95249" y="163186"/>
                </a:lnTo>
                <a:lnTo>
                  <a:pt x="127650" y="131444"/>
                </a:lnTo>
                <a:lnTo>
                  <a:pt x="163189" y="102226"/>
                </a:lnTo>
                <a:lnTo>
                  <a:pt x="202570" y="76830"/>
                </a:lnTo>
                <a:lnTo>
                  <a:pt x="245120" y="54601"/>
                </a:lnTo>
                <a:lnTo>
                  <a:pt x="290840" y="35551"/>
                </a:lnTo>
                <a:lnTo>
                  <a:pt x="338449" y="20311"/>
                </a:lnTo>
                <a:lnTo>
                  <a:pt x="389260" y="8881"/>
                </a:lnTo>
                <a:lnTo>
                  <a:pt x="441319" y="2535"/>
                </a:lnTo>
                <a:lnTo>
                  <a:pt x="495299" y="0"/>
                </a:lnTo>
                <a:lnTo>
                  <a:pt x="549280" y="2535"/>
                </a:lnTo>
                <a:lnTo>
                  <a:pt x="601339" y="8881"/>
                </a:lnTo>
                <a:lnTo>
                  <a:pt x="652150" y="20311"/>
                </a:lnTo>
                <a:lnTo>
                  <a:pt x="699759" y="35551"/>
                </a:lnTo>
                <a:lnTo>
                  <a:pt x="745479" y="54601"/>
                </a:lnTo>
                <a:lnTo>
                  <a:pt x="788029" y="76830"/>
                </a:lnTo>
                <a:lnTo>
                  <a:pt x="827410" y="102226"/>
                </a:lnTo>
                <a:lnTo>
                  <a:pt x="862980" y="131444"/>
                </a:lnTo>
                <a:lnTo>
                  <a:pt x="895349" y="163186"/>
                </a:lnTo>
                <a:lnTo>
                  <a:pt x="923300" y="196845"/>
                </a:lnTo>
                <a:lnTo>
                  <a:pt x="946800" y="233671"/>
                </a:lnTo>
                <a:lnTo>
                  <a:pt x="965210" y="272414"/>
                </a:lnTo>
                <a:lnTo>
                  <a:pt x="979169" y="312419"/>
                </a:lnTo>
                <a:lnTo>
                  <a:pt x="987430" y="354960"/>
                </a:lnTo>
                <a:lnTo>
                  <a:pt x="990599" y="398144"/>
                </a:lnTo>
                <a:lnTo>
                  <a:pt x="987430" y="441316"/>
                </a:lnTo>
                <a:lnTo>
                  <a:pt x="979169" y="483226"/>
                </a:lnTo>
                <a:lnTo>
                  <a:pt x="965210" y="523874"/>
                </a:lnTo>
                <a:lnTo>
                  <a:pt x="946800" y="562605"/>
                </a:lnTo>
                <a:lnTo>
                  <a:pt x="923300" y="598800"/>
                </a:lnTo>
                <a:lnTo>
                  <a:pt x="895349" y="633090"/>
                </a:lnTo>
                <a:lnTo>
                  <a:pt x="862980" y="664844"/>
                </a:lnTo>
                <a:lnTo>
                  <a:pt x="827410" y="693419"/>
                </a:lnTo>
                <a:lnTo>
                  <a:pt x="788029" y="719446"/>
                </a:lnTo>
                <a:lnTo>
                  <a:pt x="745479" y="741675"/>
                </a:lnTo>
                <a:lnTo>
                  <a:pt x="699759" y="760725"/>
                </a:lnTo>
                <a:lnTo>
                  <a:pt x="652150" y="775965"/>
                </a:lnTo>
                <a:lnTo>
                  <a:pt x="601339" y="787395"/>
                </a:lnTo>
                <a:lnTo>
                  <a:pt x="549280" y="793741"/>
                </a:lnTo>
                <a:lnTo>
                  <a:pt x="495299" y="796289"/>
                </a:lnTo>
                <a:lnTo>
                  <a:pt x="441319" y="793741"/>
                </a:lnTo>
                <a:lnTo>
                  <a:pt x="389260" y="787395"/>
                </a:lnTo>
                <a:lnTo>
                  <a:pt x="338449" y="775965"/>
                </a:lnTo>
                <a:lnTo>
                  <a:pt x="290840" y="760725"/>
                </a:lnTo>
                <a:lnTo>
                  <a:pt x="245120" y="741675"/>
                </a:lnTo>
                <a:lnTo>
                  <a:pt x="202570" y="719446"/>
                </a:lnTo>
                <a:lnTo>
                  <a:pt x="163189" y="693419"/>
                </a:lnTo>
                <a:lnTo>
                  <a:pt x="127650" y="664844"/>
                </a:lnTo>
                <a:lnTo>
                  <a:pt x="95249" y="633090"/>
                </a:lnTo>
                <a:lnTo>
                  <a:pt x="67299" y="598800"/>
                </a:lnTo>
                <a:lnTo>
                  <a:pt x="43830" y="562605"/>
                </a:lnTo>
                <a:lnTo>
                  <a:pt x="25389" y="523874"/>
                </a:lnTo>
                <a:lnTo>
                  <a:pt x="11429" y="483226"/>
                </a:lnTo>
                <a:lnTo>
                  <a:pt x="3169" y="441316"/>
                </a:lnTo>
                <a:lnTo>
                  <a:pt x="0" y="398144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EDFFEEF-85AB-2DE9-C5C9-AE5FB142B937}"/>
              </a:ext>
            </a:extLst>
          </p:cNvPr>
          <p:cNvSpPr txBox="1"/>
          <p:nvPr/>
        </p:nvSpPr>
        <p:spPr>
          <a:xfrm>
            <a:off x="410634" y="488951"/>
            <a:ext cx="3822700" cy="7643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400" b="1" spc="-7" dirty="0">
                <a:latin typeface="Calibri"/>
                <a:cs typeface="Calibri"/>
              </a:rPr>
              <a:t>in</a:t>
            </a:r>
            <a:r>
              <a:rPr sz="2400" b="1" spc="-13" dirty="0">
                <a:latin typeface="Calibri"/>
                <a:cs typeface="Calibri"/>
              </a:rPr>
              <a:t>t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count=0,N;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400" b="1" spc="-7" dirty="0">
                <a:solidFill>
                  <a:srgbClr val="FF0000"/>
                </a:solidFill>
                <a:latin typeface="Calibri"/>
                <a:cs typeface="Calibri"/>
              </a:rPr>
              <a:t>----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--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(1)</a:t>
            </a:r>
            <a:endParaRPr sz="2400">
              <a:latin typeface="Calibri"/>
              <a:cs typeface="Calibri"/>
            </a:endParaRPr>
          </a:p>
          <a:p>
            <a:pPr marL="16933">
              <a:spcBef>
                <a:spcPts val="173"/>
              </a:spcBef>
              <a:defRPr/>
            </a:pPr>
            <a:r>
              <a:rPr sz="2400" b="1" spc="-20" dirty="0">
                <a:latin typeface="Calibri"/>
                <a:cs typeface="Calibri"/>
              </a:rPr>
              <a:t>for(i=0;i&lt;N</a:t>
            </a:r>
            <a:r>
              <a:rPr sz="2400" b="1" dirty="0">
                <a:latin typeface="Calibri"/>
                <a:cs typeface="Calibri"/>
              </a:rPr>
              <a:t>*</a:t>
            </a:r>
            <a:r>
              <a:rPr sz="2400" b="1" spc="-13" dirty="0">
                <a:latin typeface="Calibri"/>
                <a:cs typeface="Calibri"/>
              </a:rPr>
              <a:t>2</a:t>
            </a:r>
            <a:r>
              <a:rPr sz="2400" b="1" spc="-20" dirty="0">
                <a:latin typeface="Calibri"/>
                <a:cs typeface="Calibri"/>
              </a:rPr>
              <a:t>;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27" dirty="0">
                <a:latin typeface="Calibri"/>
                <a:cs typeface="Calibri"/>
              </a:rPr>
              <a:t>+</a:t>
            </a:r>
            <a:r>
              <a:rPr sz="2400" b="1" spc="-13" dirty="0">
                <a:latin typeface="Calibri"/>
                <a:cs typeface="Calibri"/>
              </a:rPr>
              <a:t>+){</a:t>
            </a:r>
            <a:r>
              <a:rPr sz="2400" b="1" spc="1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------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&gt;0(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803" name="object 12">
            <a:extLst>
              <a:ext uri="{FF2B5EF4-FFF2-40B4-BE49-F238E27FC236}">
                <a16:creationId xmlns:a16="http://schemas.microsoft.com/office/drawing/2014/main" id="{74DE2DCC-063D-8F66-B1FE-D71ADF485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33" y="1229785"/>
            <a:ext cx="2372784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cs typeface="Calibri" panose="020F0502020204030204" pitchFamily="34" charset="0"/>
              </a:rPr>
              <a:t>for(j=0;j&lt;i/3;i++){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for(k=0;k&lt;j*j;k++){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count++;</a:t>
            </a:r>
            <a:endParaRPr lang="en-US" altLang="en-US" sz="2400">
              <a:cs typeface="Calibri" panose="020F0502020204030204" pitchFamily="34" charset="0"/>
            </a:endParaRPr>
          </a:p>
          <a:p>
            <a:pPr>
              <a:spcBef>
                <a:spcPts val="17"/>
              </a:spcBef>
            </a:pPr>
            <a:r>
              <a:rPr lang="en-US" altLang="en-US" sz="2400" b="1">
                <a:cs typeface="Calibri" panose="020F0502020204030204" pitchFamily="34" charset="0"/>
              </a:rPr>
              <a:t>}</a:t>
            </a:r>
            <a:endParaRPr lang="en-US" altLang="en-US" sz="2400">
              <a:cs typeface="Calibri" panose="020F0502020204030204" pitchFamily="34" charset="0"/>
            </a:endParaRPr>
          </a:p>
          <a:p>
            <a:pPr>
              <a:spcBef>
                <a:spcPts val="17"/>
              </a:spcBef>
            </a:pPr>
            <a:r>
              <a:rPr lang="en-US" altLang="en-US" sz="2400" b="1">
                <a:cs typeface="Calibri" panose="020F0502020204030204" pitchFamily="34" charset="0"/>
              </a:rPr>
              <a:t>}</a:t>
            </a:r>
            <a:endParaRPr lang="en-US" altLang="en-US" sz="2400">
              <a:cs typeface="Calibri" panose="020F0502020204030204" pitchFamily="34" charset="0"/>
            </a:endParaRPr>
          </a:p>
          <a:p>
            <a:pPr>
              <a:spcBef>
                <a:spcPts val="33"/>
              </a:spcBef>
            </a:pPr>
            <a:r>
              <a:rPr lang="en-US" altLang="en-US" sz="2400" b="1">
                <a:cs typeface="Calibri" panose="020F0502020204030204" pitchFamily="34" charset="0"/>
              </a:rPr>
              <a:t>}</a:t>
            </a:r>
            <a:endParaRPr lang="en-US" altLang="en-US" sz="2400">
              <a:cs typeface="Calibri" panose="020F0502020204030204" pitchFamily="34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35C1C7A-DCCD-C239-D3AC-5682554DAAAD}"/>
              </a:ext>
            </a:extLst>
          </p:cNvPr>
          <p:cNvSpPr txBox="1"/>
          <p:nvPr/>
        </p:nvSpPr>
        <p:spPr>
          <a:xfrm>
            <a:off x="2813052" y="1229784"/>
            <a:ext cx="1528233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0(</a:t>
            </a:r>
            <a:r>
              <a:rPr sz="2400" b="1" spc="-7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3)</a:t>
            </a:r>
            <a:endParaRPr sz="2400">
              <a:latin typeface="Calibri"/>
              <a:cs typeface="Calibri"/>
            </a:endParaRPr>
          </a:p>
          <a:p>
            <a:pPr marL="243834">
              <a:spcBef>
                <a:spcPts val="13"/>
              </a:spcBef>
              <a:defRPr/>
            </a:pPr>
            <a:r>
              <a:rPr sz="2400" b="1" spc="-47" dirty="0">
                <a:solidFill>
                  <a:srgbClr val="FF0000"/>
                </a:solidFill>
                <a:latin typeface="Calibri"/>
                <a:cs typeface="Calibri"/>
              </a:rPr>
              <a:t>0((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400" b="1" spc="-27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400" b="1" spc="-47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r>
              <a:rPr sz="2400" b="1" spc="-53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2400" b="1" spc="-47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805" name="object 14">
            <a:extLst>
              <a:ext uri="{FF2B5EF4-FFF2-40B4-BE49-F238E27FC236}">
                <a16:creationId xmlns:a16="http://schemas.microsoft.com/office/drawing/2014/main" id="{263A0CF8-9B8D-FA36-7E08-292D3ED7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33" y="3803651"/>
            <a:ext cx="4785784" cy="11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2867"/>
              </a:lnSpc>
            </a:pP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Here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we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are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using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the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for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loop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so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that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0(n*(n/3)*(n*n)/3)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so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that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0(n^4)</a:t>
            </a:r>
            <a:endParaRPr lang="en-US" altLang="en-US" sz="2400">
              <a:cs typeface="Calibri" panose="020F0502020204030204" pitchFamily="34" charset="0"/>
            </a:endParaRPr>
          </a:p>
        </p:txBody>
      </p:sp>
      <p:sp>
        <p:nvSpPr>
          <p:cNvPr id="33806" name="object 16">
            <a:extLst>
              <a:ext uri="{FF2B5EF4-FFF2-40B4-BE49-F238E27FC236}">
                <a16:creationId xmlns:a16="http://schemas.microsoft.com/office/drawing/2014/main" id="{B91B74A8-72DF-6092-F509-68BC93168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7784" y="4773085"/>
            <a:ext cx="3403600" cy="220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en-US" sz="2400" b="1">
                <a:cs typeface="Calibri" panose="020F0502020204030204" pitchFamily="34" charset="0"/>
              </a:rPr>
              <a:t>for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(int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1;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&lt;=m;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+=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c)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{</a:t>
            </a:r>
            <a:endParaRPr lang="en-US" altLang="en-US" sz="2400">
              <a:cs typeface="Calibri" panose="020F0502020204030204" pitchFamily="34" charset="0"/>
            </a:endParaRPr>
          </a:p>
          <a:p>
            <a:pPr>
              <a:lnSpc>
                <a:spcPts val="2884"/>
              </a:lnSpc>
              <a:spcBef>
                <a:spcPts val="17"/>
              </a:spcBef>
            </a:pPr>
            <a:r>
              <a:rPr lang="en-US" altLang="en-US" sz="2400" b="1">
                <a:cs typeface="Calibri" panose="020F0502020204030204" pitchFamily="34" charset="0"/>
              </a:rPr>
              <a:t>//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some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O(1)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expressions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}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for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(int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1;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&lt;=n;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+=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c)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{</a:t>
            </a:r>
            <a:endParaRPr lang="en-US" altLang="en-US" sz="2400">
              <a:cs typeface="Calibri" panose="020F0502020204030204" pitchFamily="34" charset="0"/>
            </a:endParaRPr>
          </a:p>
          <a:p>
            <a:pPr>
              <a:lnSpc>
                <a:spcPts val="2933"/>
              </a:lnSpc>
              <a:spcBef>
                <a:spcPts val="51"/>
              </a:spcBef>
            </a:pPr>
            <a:r>
              <a:rPr lang="en-US" altLang="en-US" sz="2400" b="1">
                <a:cs typeface="Calibri" panose="020F0502020204030204" pitchFamily="34" charset="0"/>
              </a:rPr>
              <a:t>//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some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O(1)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expressions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Calibri" panose="020F0502020204030204" pitchFamily="34" charset="0"/>
              </a:rPr>
              <a:t>}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cs typeface="Calibri" panose="020F0502020204030204" pitchFamily="34" charset="0"/>
              </a:rPr>
              <a:t>O(m+n)</a:t>
            </a:r>
            <a:endParaRPr lang="en-US" altLang="en-US" sz="240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object 2">
            <a:extLst>
              <a:ext uri="{FF2B5EF4-FFF2-40B4-BE49-F238E27FC236}">
                <a16:creationId xmlns:a16="http://schemas.microsoft.com/office/drawing/2014/main" id="{1696B71E-A063-90D3-476F-821AAB6C2D1B}"/>
              </a:ext>
            </a:extLst>
          </p:cNvPr>
          <p:cNvSpPr>
            <a:spLocks/>
          </p:cNvSpPr>
          <p:nvPr/>
        </p:nvSpPr>
        <p:spPr bwMode="auto">
          <a:xfrm>
            <a:off x="2743200" y="3617384"/>
            <a:ext cx="9245600" cy="1600200"/>
          </a:xfrm>
          <a:custGeom>
            <a:avLst/>
            <a:gdLst>
              <a:gd name="T0" fmla="*/ 0 w 6934200"/>
              <a:gd name="T1" fmla="*/ 1197608 h 1200785"/>
              <a:gd name="T2" fmla="*/ 6934199 w 6934200"/>
              <a:gd name="T3" fmla="*/ 1197608 h 1200785"/>
              <a:gd name="T4" fmla="*/ 6934199 w 6934200"/>
              <a:gd name="T5" fmla="*/ 0 h 1200785"/>
              <a:gd name="T6" fmla="*/ 0 w 6934200"/>
              <a:gd name="T7" fmla="*/ 0 h 1200785"/>
              <a:gd name="T8" fmla="*/ 0 w 6934200"/>
              <a:gd name="T9" fmla="*/ 1197608 h 12007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34200" h="1200785">
                <a:moveTo>
                  <a:pt x="0" y="1200780"/>
                </a:moveTo>
                <a:lnTo>
                  <a:pt x="6934199" y="1200780"/>
                </a:lnTo>
                <a:lnTo>
                  <a:pt x="6934199" y="0"/>
                </a:lnTo>
                <a:lnTo>
                  <a:pt x="0" y="0"/>
                </a:lnTo>
                <a:lnTo>
                  <a:pt x="0" y="1200780"/>
                </a:lnTo>
                <a:close/>
              </a:path>
            </a:pathLst>
          </a:custGeom>
          <a:solidFill>
            <a:srgbClr val="FCD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43" name="object 3">
            <a:extLst>
              <a:ext uri="{FF2B5EF4-FFF2-40B4-BE49-F238E27FC236}">
                <a16:creationId xmlns:a16="http://schemas.microsoft.com/office/drawing/2014/main" id="{BE26A380-43C5-5CC8-D081-2C4DB1B46254}"/>
              </a:ext>
            </a:extLst>
          </p:cNvPr>
          <p:cNvSpPr>
            <a:spLocks/>
          </p:cNvSpPr>
          <p:nvPr/>
        </p:nvSpPr>
        <p:spPr bwMode="auto">
          <a:xfrm>
            <a:off x="2743200" y="3617384"/>
            <a:ext cx="9245600" cy="1600200"/>
          </a:xfrm>
          <a:custGeom>
            <a:avLst/>
            <a:gdLst>
              <a:gd name="T0" fmla="*/ 0 w 6934200"/>
              <a:gd name="T1" fmla="*/ 1197608 h 1200785"/>
              <a:gd name="T2" fmla="*/ 6934199 w 6934200"/>
              <a:gd name="T3" fmla="*/ 1197608 h 1200785"/>
              <a:gd name="T4" fmla="*/ 6934199 w 6934200"/>
              <a:gd name="T5" fmla="*/ 0 h 1200785"/>
              <a:gd name="T6" fmla="*/ 0 w 6934200"/>
              <a:gd name="T7" fmla="*/ 0 h 1200785"/>
              <a:gd name="T8" fmla="*/ 0 w 6934200"/>
              <a:gd name="T9" fmla="*/ 1197608 h 12007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34200" h="1200785">
                <a:moveTo>
                  <a:pt x="0" y="1200780"/>
                </a:moveTo>
                <a:lnTo>
                  <a:pt x="6934199" y="1200780"/>
                </a:lnTo>
                <a:lnTo>
                  <a:pt x="6934199" y="0"/>
                </a:lnTo>
                <a:lnTo>
                  <a:pt x="0" y="0"/>
                </a:lnTo>
                <a:lnTo>
                  <a:pt x="0" y="1200780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44" name="object 6">
            <a:extLst>
              <a:ext uri="{FF2B5EF4-FFF2-40B4-BE49-F238E27FC236}">
                <a16:creationId xmlns:a16="http://schemas.microsoft.com/office/drawing/2014/main" id="{CAC9476D-4D7F-D7F1-616D-D1DA8D62E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084" y="3733800"/>
            <a:ext cx="7550149" cy="1416051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C1ACC0-982C-2400-84C5-4B1E437FFA80}"/>
              </a:ext>
            </a:extLst>
          </p:cNvPr>
          <p:cNvSpPr txBox="1"/>
          <p:nvPr/>
        </p:nvSpPr>
        <p:spPr>
          <a:xfrm>
            <a:off x="2851152" y="3738034"/>
            <a:ext cx="7548033" cy="145680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79585">
              <a:lnSpc>
                <a:spcPts val="2840"/>
              </a:lnSpc>
              <a:defRPr/>
            </a:pPr>
            <a:r>
              <a:rPr sz="2400" b="1" spc="-27" dirty="0">
                <a:latin typeface="Calibri"/>
                <a:cs typeface="Calibri"/>
              </a:rPr>
              <a:t>/</a:t>
            </a:r>
            <a:r>
              <a:rPr sz="2400" b="1" spc="-13" dirty="0">
                <a:latin typeface="Calibri"/>
                <a:cs typeface="Calibri"/>
              </a:rPr>
              <a:t>/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spc="-33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7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11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is</a:t>
            </a:r>
            <a:r>
              <a:rPr sz="2400" b="1" spc="-7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a</a:t>
            </a:r>
            <a:r>
              <a:rPr sz="2400" b="1" spc="-9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c</a:t>
            </a:r>
            <a:r>
              <a:rPr sz="2400" b="1" spc="-27" dirty="0">
                <a:latin typeface="Calibri"/>
                <a:cs typeface="Calibri"/>
              </a:rPr>
              <a:t>o</a:t>
            </a:r>
            <a:r>
              <a:rPr sz="2400" b="1" spc="-13" dirty="0">
                <a:latin typeface="Calibri"/>
                <a:cs typeface="Calibri"/>
              </a:rPr>
              <a:t>nsta</a:t>
            </a:r>
            <a:r>
              <a:rPr sz="2400" b="1" spc="-7" dirty="0">
                <a:latin typeface="Calibri"/>
                <a:cs typeface="Calibri"/>
              </a:rPr>
              <a:t>n</a:t>
            </a:r>
            <a:r>
              <a:rPr sz="2400" b="1" spc="-13" dirty="0">
                <a:latin typeface="Calibri"/>
                <a:cs typeface="Calibri"/>
              </a:rPr>
              <a:t>t</a:t>
            </a:r>
            <a:r>
              <a:rPr sz="2400" b="1" spc="-22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grea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33" dirty="0">
                <a:latin typeface="Calibri"/>
                <a:cs typeface="Calibri"/>
              </a:rPr>
              <a:t>t</a:t>
            </a:r>
            <a:r>
              <a:rPr sz="2400" b="1" spc="-13" dirty="0">
                <a:latin typeface="Calibri"/>
                <a:cs typeface="Calibri"/>
              </a:rPr>
              <a:t>han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6933">
              <a:lnSpc>
                <a:spcPts val="2840"/>
              </a:lnSpc>
              <a:defRPr/>
            </a:pPr>
            <a:r>
              <a:rPr sz="2400" b="1" spc="-7" dirty="0">
                <a:latin typeface="Calibri"/>
                <a:cs typeface="Calibri"/>
              </a:rPr>
              <a:t>fo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16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(in</a:t>
            </a:r>
            <a:r>
              <a:rPr sz="2400" b="1" spc="-13" dirty="0">
                <a:latin typeface="Calibri"/>
                <a:cs typeface="Calibri"/>
              </a:rPr>
              <a:t>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10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2</a:t>
            </a:r>
            <a:r>
              <a:rPr sz="2400" b="1" spc="-7" dirty="0">
                <a:latin typeface="Calibri"/>
                <a:cs typeface="Calibri"/>
              </a:rPr>
              <a:t>;</a:t>
            </a:r>
            <a:r>
              <a:rPr sz="2400" b="1" spc="-6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107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&lt;=n;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po</a:t>
            </a:r>
            <a:r>
              <a:rPr sz="2400" b="1" spc="-33" dirty="0">
                <a:latin typeface="Calibri"/>
                <a:cs typeface="Calibri"/>
              </a:rPr>
              <a:t>w</a:t>
            </a:r>
            <a:r>
              <a:rPr sz="2400" b="1" spc="-7" dirty="0">
                <a:latin typeface="Calibri"/>
                <a:cs typeface="Calibri"/>
              </a:rPr>
              <a:t>(i,</a:t>
            </a:r>
            <a:r>
              <a:rPr sz="2400" b="1" spc="-1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c))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{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/</a:t>
            </a:r>
            <a:r>
              <a:rPr sz="2400" b="1" spc="-13" dirty="0">
                <a:latin typeface="Calibri"/>
                <a:cs typeface="Calibri"/>
              </a:rPr>
              <a:t>/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so</a:t>
            </a:r>
            <a:r>
              <a:rPr sz="2400" b="1" spc="-7" dirty="0">
                <a:latin typeface="Calibri"/>
                <a:cs typeface="Calibri"/>
              </a:rPr>
              <a:t>m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93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O(1</a:t>
            </a:r>
            <a:r>
              <a:rPr sz="2400" b="1" spc="-13" dirty="0">
                <a:latin typeface="Calibri"/>
                <a:cs typeface="Calibri"/>
              </a:rPr>
              <a:t>)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0" dirty="0">
                <a:latin typeface="Calibri"/>
                <a:cs typeface="Calibri"/>
              </a:rPr>
              <a:t>x</a:t>
            </a:r>
            <a:r>
              <a:rPr sz="2400" b="1" spc="-13" dirty="0">
                <a:latin typeface="Calibri"/>
                <a:cs typeface="Calibri"/>
              </a:rPr>
              <a:t>p</a:t>
            </a:r>
            <a:r>
              <a:rPr sz="2400" b="1" spc="-7" dirty="0">
                <a:latin typeface="Calibri"/>
                <a:cs typeface="Calibri"/>
              </a:rPr>
              <a:t>re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-13" dirty="0">
                <a:latin typeface="Calibri"/>
                <a:cs typeface="Calibri"/>
              </a:rPr>
              <a:t>sions</a:t>
            </a:r>
            <a:r>
              <a:rPr sz="2400" b="1" spc="-267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  <a:p>
            <a:pPr marL="16933">
              <a:spcBef>
                <a:spcPts val="33"/>
              </a:spcBef>
              <a:defRPr/>
            </a:pPr>
            <a:r>
              <a:rPr sz="2400" b="1" spc="-13" dirty="0">
                <a:latin typeface="Calibri"/>
                <a:cs typeface="Calibri"/>
              </a:rPr>
              <a:t>//</a:t>
            </a:r>
            <a:r>
              <a:rPr sz="2400" b="1" dirty="0">
                <a:latin typeface="Calibri"/>
                <a:cs typeface="Calibri"/>
              </a:rPr>
              <a:t>He</a:t>
            </a:r>
            <a:r>
              <a:rPr sz="2400" b="1" spc="-7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f</a:t>
            </a:r>
            <a:r>
              <a:rPr sz="2400" b="1" dirty="0">
                <a:latin typeface="Calibri"/>
                <a:cs typeface="Calibri"/>
              </a:rPr>
              <a:t>un</a:t>
            </a:r>
            <a:r>
              <a:rPr sz="2400" b="1" spc="-17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</a:t>
            </a:r>
            <a:r>
              <a:rPr sz="2400" b="1" spc="-13" dirty="0">
                <a:latin typeface="Calibri"/>
                <a:cs typeface="Calibri"/>
              </a:rPr>
              <a:t>q</a:t>
            </a:r>
            <a:r>
              <a:rPr sz="2400" b="1" spc="-7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11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33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cuber</a:t>
            </a:r>
            <a:r>
              <a:rPr sz="2400" b="1" spc="-13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ot</a:t>
            </a:r>
            <a:r>
              <a:rPr sz="2400" b="1" spc="-21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3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h</a:t>
            </a:r>
            <a:r>
              <a:rPr sz="2400" b="1" spc="7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47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7" dirty="0">
                <a:latin typeface="Calibri"/>
                <a:cs typeface="Calibri"/>
              </a:rPr>
              <a:t>n</a:t>
            </a:r>
            <a:r>
              <a:rPr sz="2400" b="1" spc="-20" dirty="0">
                <a:latin typeface="Calibri"/>
                <a:cs typeface="Calibri"/>
              </a:rPr>
              <a:t>s</a:t>
            </a:r>
            <a:r>
              <a:rPr sz="2400" b="1" dirty="0">
                <a:latin typeface="Calibri"/>
                <a:cs typeface="Calibri"/>
              </a:rPr>
              <a:t>tant</a:t>
            </a:r>
            <a:r>
              <a:rPr sz="2400" b="1" spc="-213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root</a:t>
            </a:r>
            <a:endParaRPr sz="2400">
              <a:latin typeface="Calibri"/>
              <a:cs typeface="Calibri"/>
            </a:endParaRPr>
          </a:p>
          <a:p>
            <a:pPr marL="16933">
              <a:defRPr/>
            </a:pPr>
            <a:r>
              <a:rPr sz="2400" b="1" spc="-7" dirty="0">
                <a:latin typeface="Calibri"/>
                <a:cs typeface="Calibri"/>
              </a:rPr>
              <a:t>fo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16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(in</a:t>
            </a:r>
            <a:r>
              <a:rPr sz="2400" b="1" spc="-13" dirty="0">
                <a:latin typeface="Calibri"/>
                <a:cs typeface="Calibri"/>
              </a:rPr>
              <a:t>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n;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1</a:t>
            </a:r>
            <a:r>
              <a:rPr sz="2400" b="1" spc="-7" dirty="0">
                <a:latin typeface="Calibri"/>
                <a:cs typeface="Calibri"/>
              </a:rPr>
              <a:t>;</a:t>
            </a:r>
            <a:r>
              <a:rPr sz="2400" b="1" spc="-6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f</a:t>
            </a:r>
            <a:r>
              <a:rPr sz="2400" b="1" spc="-20" dirty="0">
                <a:latin typeface="Calibri"/>
                <a:cs typeface="Calibri"/>
              </a:rPr>
              <a:t>u</a:t>
            </a:r>
            <a:r>
              <a:rPr sz="2400" b="1" spc="-13" dirty="0">
                <a:latin typeface="Calibri"/>
                <a:cs typeface="Calibri"/>
              </a:rPr>
              <a:t>n(i</a:t>
            </a:r>
            <a:r>
              <a:rPr sz="2400" b="1" spc="-20" dirty="0">
                <a:latin typeface="Calibri"/>
                <a:cs typeface="Calibri"/>
              </a:rPr>
              <a:t>)</a:t>
            </a:r>
            <a:r>
              <a:rPr sz="2400" b="1" spc="-13" dirty="0">
                <a:latin typeface="Calibri"/>
                <a:cs typeface="Calibri"/>
              </a:rPr>
              <a:t>)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{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/</a:t>
            </a:r>
            <a:r>
              <a:rPr sz="2400" b="1" spc="-13" dirty="0">
                <a:latin typeface="Calibri"/>
                <a:cs typeface="Calibri"/>
              </a:rPr>
              <a:t>/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so</a:t>
            </a:r>
            <a:r>
              <a:rPr sz="2400" b="1" spc="-7" dirty="0">
                <a:latin typeface="Calibri"/>
                <a:cs typeface="Calibri"/>
              </a:rPr>
              <a:t>m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0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O(1</a:t>
            </a:r>
            <a:r>
              <a:rPr sz="2400" b="1" spc="-13" dirty="0">
                <a:latin typeface="Calibri"/>
                <a:cs typeface="Calibri"/>
              </a:rPr>
              <a:t>)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7" dirty="0">
                <a:latin typeface="Calibri"/>
                <a:cs typeface="Calibri"/>
              </a:rPr>
              <a:t>x</a:t>
            </a:r>
            <a:r>
              <a:rPr sz="2400" b="1" spc="7" dirty="0">
                <a:latin typeface="Calibri"/>
                <a:cs typeface="Calibri"/>
              </a:rPr>
              <a:t>p</a:t>
            </a:r>
            <a:r>
              <a:rPr sz="2400" b="1" spc="-27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13" dirty="0">
                <a:latin typeface="Calibri"/>
                <a:cs typeface="Calibri"/>
              </a:rPr>
              <a:t>ssions</a:t>
            </a:r>
            <a:r>
              <a:rPr sz="2400" b="1" spc="-2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846" name="object 8">
            <a:extLst>
              <a:ext uri="{FF2B5EF4-FFF2-40B4-BE49-F238E27FC236}">
                <a16:creationId xmlns:a16="http://schemas.microsoft.com/office/drawing/2014/main" id="{3310EC5F-6082-A318-DEB3-EE8FCB57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934" y="3397251"/>
            <a:ext cx="575733" cy="5461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5847" name="object 10">
            <a:extLst>
              <a:ext uri="{FF2B5EF4-FFF2-40B4-BE49-F238E27FC236}">
                <a16:creationId xmlns:a16="http://schemas.microsoft.com/office/drawing/2014/main" id="{9131FC11-EDFA-711A-AB7E-617B2883658D}"/>
              </a:ext>
            </a:extLst>
          </p:cNvPr>
          <p:cNvSpPr>
            <a:spLocks/>
          </p:cNvSpPr>
          <p:nvPr/>
        </p:nvSpPr>
        <p:spPr bwMode="auto">
          <a:xfrm>
            <a:off x="613833" y="383117"/>
            <a:ext cx="5689600" cy="1600200"/>
          </a:xfrm>
          <a:custGeom>
            <a:avLst/>
            <a:gdLst>
              <a:gd name="T0" fmla="*/ 0 w 4267200"/>
              <a:gd name="T1" fmla="*/ 1197608 h 1200785"/>
              <a:gd name="T2" fmla="*/ 4267199 w 4267200"/>
              <a:gd name="T3" fmla="*/ 1197608 h 1200785"/>
              <a:gd name="T4" fmla="*/ 4267199 w 4267200"/>
              <a:gd name="T5" fmla="*/ 0 h 1200785"/>
              <a:gd name="T6" fmla="*/ 0 w 4267200"/>
              <a:gd name="T7" fmla="*/ 0 h 1200785"/>
              <a:gd name="T8" fmla="*/ 0 w 4267200"/>
              <a:gd name="T9" fmla="*/ 1197608 h 12007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267200" h="1200785">
                <a:moveTo>
                  <a:pt x="0" y="1200780"/>
                </a:moveTo>
                <a:lnTo>
                  <a:pt x="4267199" y="1200780"/>
                </a:lnTo>
                <a:lnTo>
                  <a:pt x="4267199" y="0"/>
                </a:lnTo>
                <a:lnTo>
                  <a:pt x="0" y="0"/>
                </a:lnTo>
                <a:lnTo>
                  <a:pt x="0" y="1200780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48" name="object 11">
            <a:extLst>
              <a:ext uri="{FF2B5EF4-FFF2-40B4-BE49-F238E27FC236}">
                <a16:creationId xmlns:a16="http://schemas.microsoft.com/office/drawing/2014/main" id="{ECFEC56F-3985-394A-E631-14C5930D46AA}"/>
              </a:ext>
            </a:extLst>
          </p:cNvPr>
          <p:cNvSpPr>
            <a:spLocks/>
          </p:cNvSpPr>
          <p:nvPr/>
        </p:nvSpPr>
        <p:spPr bwMode="auto">
          <a:xfrm>
            <a:off x="613833" y="383117"/>
            <a:ext cx="5689600" cy="1600200"/>
          </a:xfrm>
          <a:custGeom>
            <a:avLst/>
            <a:gdLst>
              <a:gd name="T0" fmla="*/ 0 w 4267200"/>
              <a:gd name="T1" fmla="*/ 1197608 h 1200785"/>
              <a:gd name="T2" fmla="*/ 4267199 w 4267200"/>
              <a:gd name="T3" fmla="*/ 1197608 h 1200785"/>
              <a:gd name="T4" fmla="*/ 4267199 w 4267200"/>
              <a:gd name="T5" fmla="*/ 0 h 1200785"/>
              <a:gd name="T6" fmla="*/ 0 w 4267200"/>
              <a:gd name="T7" fmla="*/ 0 h 1200785"/>
              <a:gd name="T8" fmla="*/ 0 w 4267200"/>
              <a:gd name="T9" fmla="*/ 1197608 h 12007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267200" h="1200785">
                <a:moveTo>
                  <a:pt x="0" y="1200780"/>
                </a:moveTo>
                <a:lnTo>
                  <a:pt x="4267199" y="1200780"/>
                </a:lnTo>
                <a:lnTo>
                  <a:pt x="4267199" y="0"/>
                </a:lnTo>
                <a:lnTo>
                  <a:pt x="0" y="0"/>
                </a:lnTo>
                <a:lnTo>
                  <a:pt x="0" y="1200780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49" name="object 14">
            <a:extLst>
              <a:ext uri="{FF2B5EF4-FFF2-40B4-BE49-F238E27FC236}">
                <a16:creationId xmlns:a16="http://schemas.microsoft.com/office/drawing/2014/main" id="{6C6B3953-E9F3-77E0-CC5C-777EA199C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495301"/>
            <a:ext cx="3371851" cy="1411817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93F5488-CE7C-2F02-88EF-86DC75D7F3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550" y="540482"/>
            <a:ext cx="11370735" cy="304800"/>
          </a:xfrm>
        </p:spPr>
        <p:txBody>
          <a:bodyPr rtlCol="0"/>
          <a:lstStyle/>
          <a:p>
            <a:pPr marL="327652">
              <a:spcBef>
                <a:spcPts val="0"/>
              </a:spcBef>
              <a:defRPr/>
            </a:pPr>
            <a:r>
              <a:rPr sz="1400" b="1" spc="-7" dirty="0"/>
              <a:t>fo</a:t>
            </a:r>
            <a:r>
              <a:rPr sz="1400" b="1" dirty="0"/>
              <a:t>r</a:t>
            </a:r>
            <a:r>
              <a:rPr sz="1400" b="1" spc="-147" dirty="0">
                <a:latin typeface="Times New Roman"/>
                <a:cs typeface="Times New Roman"/>
              </a:rPr>
              <a:t> </a:t>
            </a:r>
            <a:r>
              <a:rPr sz="1400" b="1" spc="-7" dirty="0"/>
              <a:t>(in</a:t>
            </a:r>
            <a:r>
              <a:rPr sz="1400" b="1" spc="-13" dirty="0"/>
              <a:t>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7" dirty="0"/>
              <a:t>i</a:t>
            </a:r>
            <a:r>
              <a:rPr sz="1400" b="1" spc="-87" dirty="0">
                <a:latin typeface="Times New Roman"/>
                <a:cs typeface="Times New Roman"/>
              </a:rPr>
              <a:t> </a:t>
            </a:r>
            <a:r>
              <a:rPr sz="1400" b="1" dirty="0"/>
              <a:t>=</a:t>
            </a:r>
            <a:r>
              <a:rPr sz="1400" b="1" spc="-7" dirty="0">
                <a:latin typeface="Times New Roman"/>
                <a:cs typeface="Times New Roman"/>
              </a:rPr>
              <a:t> </a:t>
            </a:r>
            <a:r>
              <a:rPr sz="1400" b="1" spc="-20" dirty="0"/>
              <a:t>1</a:t>
            </a:r>
            <a:r>
              <a:rPr sz="1400" b="1" spc="-7" dirty="0"/>
              <a:t>;</a:t>
            </a:r>
            <a:r>
              <a:rPr sz="1400" b="1" spc="-67" dirty="0">
                <a:latin typeface="Times New Roman"/>
                <a:cs typeface="Times New Roman"/>
              </a:rPr>
              <a:t> </a:t>
            </a:r>
            <a:r>
              <a:rPr sz="1400" b="1" spc="-7" dirty="0"/>
              <a:t>i</a:t>
            </a:r>
            <a:r>
              <a:rPr sz="1400" b="1" spc="-107" dirty="0">
                <a:latin typeface="Times New Roman"/>
                <a:cs typeface="Times New Roman"/>
              </a:rPr>
              <a:t> </a:t>
            </a:r>
            <a:r>
              <a:rPr sz="1400" b="1" spc="-13" dirty="0"/>
              <a:t>&lt;=n;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7" dirty="0"/>
              <a:t>i</a:t>
            </a:r>
            <a:r>
              <a:rPr sz="1400" b="1" spc="-7" dirty="0">
                <a:latin typeface="Times New Roman"/>
                <a:cs typeface="Times New Roman"/>
              </a:rPr>
              <a:t> </a:t>
            </a:r>
            <a:r>
              <a:rPr sz="1400" b="1" dirty="0"/>
              <a:t>*=</a:t>
            </a:r>
            <a:r>
              <a:rPr sz="1400" b="1" spc="-87" dirty="0">
                <a:latin typeface="Times New Roman"/>
                <a:cs typeface="Times New Roman"/>
              </a:rPr>
              <a:t> </a:t>
            </a:r>
            <a:r>
              <a:rPr sz="1400" b="1" spc="-27" dirty="0"/>
              <a:t>c</a:t>
            </a:r>
            <a:r>
              <a:rPr sz="1400" b="1" spc="-13" dirty="0"/>
              <a:t>)</a:t>
            </a:r>
            <a:r>
              <a:rPr sz="1400" b="1" spc="-73" dirty="0">
                <a:latin typeface="Times New Roman"/>
                <a:cs typeface="Times New Roman"/>
              </a:rPr>
              <a:t> </a:t>
            </a:r>
            <a:r>
              <a:rPr sz="1400" b="1" spc="-13" dirty="0"/>
              <a:t>{</a:t>
            </a:r>
          </a:p>
        </p:txBody>
      </p:sp>
      <p:sp>
        <p:nvSpPr>
          <p:cNvPr id="35851" name="object 16">
            <a:extLst>
              <a:ext uri="{FF2B5EF4-FFF2-40B4-BE49-F238E27FC236}">
                <a16:creationId xmlns:a16="http://schemas.microsoft.com/office/drawing/2014/main" id="{CEECE29A-1CFA-D775-A9AE-CF73AAFF5056}"/>
              </a:ext>
            </a:extLst>
          </p:cNvPr>
          <p:cNvSpPr>
            <a:spLocks/>
          </p:cNvSpPr>
          <p:nvPr/>
        </p:nvSpPr>
        <p:spPr bwMode="auto">
          <a:xfrm>
            <a:off x="738717" y="869951"/>
            <a:ext cx="243416" cy="266700"/>
          </a:xfrm>
          <a:custGeom>
            <a:avLst/>
            <a:gdLst>
              <a:gd name="T0" fmla="*/ 73049 w 183515"/>
              <a:gd name="T1" fmla="*/ 0 h 200025"/>
              <a:gd name="T2" fmla="*/ 69636 w 183515"/>
              <a:gd name="T3" fmla="*/ 243 h 200025"/>
              <a:gd name="T4" fmla="*/ 66817 w 183515"/>
              <a:gd name="T5" fmla="*/ 761 h 200025"/>
              <a:gd name="T6" fmla="*/ 64889 w 183515"/>
              <a:gd name="T7" fmla="*/ 1523 h 200025"/>
              <a:gd name="T8" fmla="*/ 63580 w 183515"/>
              <a:gd name="T9" fmla="*/ 2682 h 200025"/>
              <a:gd name="T10" fmla="*/ 62618 w 183515"/>
              <a:gd name="T11" fmla="*/ 4053 h 200025"/>
              <a:gd name="T12" fmla="*/ 554 w 183515"/>
              <a:gd name="T13" fmla="*/ 192420 h 200025"/>
              <a:gd name="T14" fmla="*/ 0 w 183515"/>
              <a:gd name="T15" fmla="*/ 194828 h 200025"/>
              <a:gd name="T16" fmla="*/ 824 w 183515"/>
              <a:gd name="T17" fmla="*/ 197479 h 200025"/>
              <a:gd name="T18" fmla="*/ 2679 w 183515"/>
              <a:gd name="T19" fmla="*/ 198638 h 200025"/>
              <a:gd name="T20" fmla="*/ 5835 w 183515"/>
              <a:gd name="T21" fmla="*/ 199400 h 200025"/>
              <a:gd name="T22" fmla="*/ 9930 w 183515"/>
              <a:gd name="T23" fmla="*/ 199765 h 200025"/>
              <a:gd name="T24" fmla="*/ 18373 w 183515"/>
              <a:gd name="T25" fmla="*/ 199522 h 200025"/>
              <a:gd name="T26" fmla="*/ 21100 w 183515"/>
              <a:gd name="T27" fmla="*/ 199003 h 200025"/>
              <a:gd name="T28" fmla="*/ 23095 w 183515"/>
              <a:gd name="T29" fmla="*/ 198363 h 200025"/>
              <a:gd name="T30" fmla="*/ 87896 w 183515"/>
              <a:gd name="T31" fmla="*/ 4968 h 200025"/>
              <a:gd name="T32" fmla="*/ 87629 w 183515"/>
              <a:gd name="T33" fmla="*/ 3169 h 200025"/>
              <a:gd name="T34" fmla="*/ 80472 w 183515"/>
              <a:gd name="T35" fmla="*/ 121 h 200025"/>
              <a:gd name="T36" fmla="*/ 168712 w 183515"/>
              <a:gd name="T37" fmla="*/ 0 h 200025"/>
              <a:gd name="T38" fmla="*/ 161755 w 183515"/>
              <a:gd name="T39" fmla="*/ 121 h 200025"/>
              <a:gd name="T40" fmla="*/ 158646 w 183515"/>
              <a:gd name="T41" fmla="*/ 518 h 200025"/>
              <a:gd name="T42" fmla="*/ 156430 w 183515"/>
              <a:gd name="T43" fmla="*/ 1158 h 200025"/>
              <a:gd name="T44" fmla="*/ 154713 w 183515"/>
              <a:gd name="T45" fmla="*/ 2042 h 200025"/>
              <a:gd name="T46" fmla="*/ 153609 w 183515"/>
              <a:gd name="T47" fmla="*/ 3291 h 200025"/>
              <a:gd name="T48" fmla="*/ 152914 w 183515"/>
              <a:gd name="T49" fmla="*/ 5090 h 200025"/>
              <a:gd name="T50" fmla="*/ 90714 w 183515"/>
              <a:gd name="T51" fmla="*/ 193669 h 200025"/>
              <a:gd name="T52" fmla="*/ 90866 w 183515"/>
              <a:gd name="T53" fmla="*/ 196717 h 200025"/>
              <a:gd name="T54" fmla="*/ 92327 w 183515"/>
              <a:gd name="T55" fmla="*/ 197998 h 200025"/>
              <a:gd name="T56" fmla="*/ 94611 w 183515"/>
              <a:gd name="T57" fmla="*/ 199003 h 200025"/>
              <a:gd name="T58" fmla="*/ 98182 w 183515"/>
              <a:gd name="T59" fmla="*/ 199643 h 200025"/>
              <a:gd name="T60" fmla="*/ 107462 w 183515"/>
              <a:gd name="T61" fmla="*/ 199765 h 200025"/>
              <a:gd name="T62" fmla="*/ 110432 w 183515"/>
              <a:gd name="T63" fmla="*/ 199400 h 200025"/>
              <a:gd name="T64" fmla="*/ 112685 w 183515"/>
              <a:gd name="T65" fmla="*/ 198760 h 200025"/>
              <a:gd name="T66" fmla="*/ 178029 w 183515"/>
              <a:gd name="T67" fmla="*/ 7376 h 200025"/>
              <a:gd name="T68" fmla="*/ 178330 w 183515"/>
              <a:gd name="T69" fmla="*/ 4053 h 200025"/>
              <a:gd name="T70" fmla="*/ 172796 w 183515"/>
              <a:gd name="T71" fmla="*/ 518 h 200025"/>
              <a:gd name="T72" fmla="*/ 168712 w 183515"/>
              <a:gd name="T73" fmla="*/ 0 h 200025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83515" h="200025">
                <a:moveTo>
                  <a:pt x="80198" y="0"/>
                </a:moveTo>
                <a:lnTo>
                  <a:pt x="74974" y="0"/>
                </a:lnTo>
                <a:lnTo>
                  <a:pt x="73057" y="121"/>
                </a:lnTo>
                <a:lnTo>
                  <a:pt x="71472" y="243"/>
                </a:lnTo>
                <a:lnTo>
                  <a:pt x="69866" y="518"/>
                </a:lnTo>
                <a:lnTo>
                  <a:pt x="68579" y="761"/>
                </a:lnTo>
                <a:lnTo>
                  <a:pt x="67592" y="1158"/>
                </a:lnTo>
                <a:lnTo>
                  <a:pt x="66601" y="1523"/>
                </a:lnTo>
                <a:lnTo>
                  <a:pt x="65830" y="2042"/>
                </a:lnTo>
                <a:lnTo>
                  <a:pt x="65257" y="2682"/>
                </a:lnTo>
                <a:lnTo>
                  <a:pt x="64696" y="3291"/>
                </a:lnTo>
                <a:lnTo>
                  <a:pt x="64270" y="4053"/>
                </a:lnTo>
                <a:lnTo>
                  <a:pt x="63983" y="5090"/>
                </a:lnTo>
                <a:lnTo>
                  <a:pt x="569" y="192420"/>
                </a:lnTo>
                <a:lnTo>
                  <a:pt x="143" y="193669"/>
                </a:lnTo>
                <a:lnTo>
                  <a:pt x="0" y="194828"/>
                </a:lnTo>
                <a:lnTo>
                  <a:pt x="298" y="196717"/>
                </a:lnTo>
                <a:lnTo>
                  <a:pt x="844" y="197479"/>
                </a:lnTo>
                <a:lnTo>
                  <a:pt x="1798" y="197998"/>
                </a:lnTo>
                <a:lnTo>
                  <a:pt x="2749" y="198638"/>
                </a:lnTo>
                <a:lnTo>
                  <a:pt x="4142" y="199003"/>
                </a:lnTo>
                <a:lnTo>
                  <a:pt x="5989" y="199400"/>
                </a:lnTo>
                <a:lnTo>
                  <a:pt x="7808" y="199643"/>
                </a:lnTo>
                <a:lnTo>
                  <a:pt x="10192" y="199765"/>
                </a:lnTo>
                <a:lnTo>
                  <a:pt x="17333" y="199765"/>
                </a:lnTo>
                <a:lnTo>
                  <a:pt x="18857" y="199522"/>
                </a:lnTo>
                <a:lnTo>
                  <a:pt x="20381" y="199400"/>
                </a:lnTo>
                <a:lnTo>
                  <a:pt x="21656" y="199003"/>
                </a:lnTo>
                <a:lnTo>
                  <a:pt x="22692" y="198760"/>
                </a:lnTo>
                <a:lnTo>
                  <a:pt x="23704" y="198363"/>
                </a:lnTo>
                <a:lnTo>
                  <a:pt x="89760" y="7376"/>
                </a:lnTo>
                <a:lnTo>
                  <a:pt x="90214" y="4968"/>
                </a:lnTo>
                <a:lnTo>
                  <a:pt x="90071" y="4053"/>
                </a:lnTo>
                <a:lnTo>
                  <a:pt x="89940" y="3169"/>
                </a:lnTo>
                <a:lnTo>
                  <a:pt x="84389" y="518"/>
                </a:lnTo>
                <a:lnTo>
                  <a:pt x="82594" y="121"/>
                </a:lnTo>
                <a:lnTo>
                  <a:pt x="80198" y="0"/>
                </a:lnTo>
                <a:close/>
              </a:path>
              <a:path w="183515" h="200025">
                <a:moveTo>
                  <a:pt x="173162" y="0"/>
                </a:moveTo>
                <a:lnTo>
                  <a:pt x="167938" y="0"/>
                </a:lnTo>
                <a:lnTo>
                  <a:pt x="166021" y="121"/>
                </a:lnTo>
                <a:lnTo>
                  <a:pt x="164436" y="243"/>
                </a:lnTo>
                <a:lnTo>
                  <a:pt x="162830" y="518"/>
                </a:lnTo>
                <a:lnTo>
                  <a:pt x="161543" y="761"/>
                </a:lnTo>
                <a:lnTo>
                  <a:pt x="160556" y="1158"/>
                </a:lnTo>
                <a:lnTo>
                  <a:pt x="159565" y="1523"/>
                </a:lnTo>
                <a:lnTo>
                  <a:pt x="158794" y="2042"/>
                </a:lnTo>
                <a:lnTo>
                  <a:pt x="158221" y="2682"/>
                </a:lnTo>
                <a:lnTo>
                  <a:pt x="157660" y="3291"/>
                </a:lnTo>
                <a:lnTo>
                  <a:pt x="157234" y="4053"/>
                </a:lnTo>
                <a:lnTo>
                  <a:pt x="156947" y="5090"/>
                </a:lnTo>
                <a:lnTo>
                  <a:pt x="93533" y="192420"/>
                </a:lnTo>
                <a:lnTo>
                  <a:pt x="93107" y="193669"/>
                </a:lnTo>
                <a:lnTo>
                  <a:pt x="92963" y="194828"/>
                </a:lnTo>
                <a:lnTo>
                  <a:pt x="93262" y="196717"/>
                </a:lnTo>
                <a:lnTo>
                  <a:pt x="93808" y="197479"/>
                </a:lnTo>
                <a:lnTo>
                  <a:pt x="94762" y="197998"/>
                </a:lnTo>
                <a:lnTo>
                  <a:pt x="95713" y="198638"/>
                </a:lnTo>
                <a:lnTo>
                  <a:pt x="97106" y="199003"/>
                </a:lnTo>
                <a:lnTo>
                  <a:pt x="98953" y="199400"/>
                </a:lnTo>
                <a:lnTo>
                  <a:pt x="100772" y="199643"/>
                </a:lnTo>
                <a:lnTo>
                  <a:pt x="103156" y="199765"/>
                </a:lnTo>
                <a:lnTo>
                  <a:pt x="110297" y="199765"/>
                </a:lnTo>
                <a:lnTo>
                  <a:pt x="111821" y="199522"/>
                </a:lnTo>
                <a:lnTo>
                  <a:pt x="113345" y="199400"/>
                </a:lnTo>
                <a:lnTo>
                  <a:pt x="114620" y="199003"/>
                </a:lnTo>
                <a:lnTo>
                  <a:pt x="115656" y="198760"/>
                </a:lnTo>
                <a:lnTo>
                  <a:pt x="116668" y="198363"/>
                </a:lnTo>
                <a:lnTo>
                  <a:pt x="182724" y="7376"/>
                </a:lnTo>
                <a:lnTo>
                  <a:pt x="183178" y="4968"/>
                </a:lnTo>
                <a:lnTo>
                  <a:pt x="183035" y="4053"/>
                </a:lnTo>
                <a:lnTo>
                  <a:pt x="182904" y="3169"/>
                </a:lnTo>
                <a:lnTo>
                  <a:pt x="177353" y="518"/>
                </a:lnTo>
                <a:lnTo>
                  <a:pt x="175558" y="121"/>
                </a:lnTo>
                <a:lnTo>
                  <a:pt x="17316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52" name="object 17">
            <a:extLst>
              <a:ext uri="{FF2B5EF4-FFF2-40B4-BE49-F238E27FC236}">
                <a16:creationId xmlns:a16="http://schemas.microsoft.com/office/drawing/2014/main" id="{34D30D68-7B60-02E1-3834-52BAED43E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1" y="944034"/>
            <a:ext cx="632883" cy="150284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5853" name="object 18">
            <a:extLst>
              <a:ext uri="{FF2B5EF4-FFF2-40B4-BE49-F238E27FC236}">
                <a16:creationId xmlns:a16="http://schemas.microsoft.com/office/drawing/2014/main" id="{B722875B-8D18-D939-5A5E-0CD384EF05F6}"/>
              </a:ext>
            </a:extLst>
          </p:cNvPr>
          <p:cNvSpPr>
            <a:spLocks/>
          </p:cNvSpPr>
          <p:nvPr/>
        </p:nvSpPr>
        <p:spPr bwMode="auto">
          <a:xfrm>
            <a:off x="1845734" y="878418"/>
            <a:ext cx="497417" cy="266700"/>
          </a:xfrm>
          <a:custGeom>
            <a:avLst/>
            <a:gdLst>
              <a:gd name="T0" fmla="*/ 0 w 372744"/>
              <a:gd name="T1" fmla="*/ 90503 h 198755"/>
              <a:gd name="T2" fmla="*/ 72209 w 372744"/>
              <a:gd name="T3" fmla="*/ 166389 h 198755"/>
              <a:gd name="T4" fmla="*/ 116368 w 372744"/>
              <a:gd name="T5" fmla="*/ 141723 h 198755"/>
              <a:gd name="T6" fmla="*/ 43106 w 372744"/>
              <a:gd name="T7" fmla="*/ 135714 h 198755"/>
              <a:gd name="T8" fmla="*/ 32261 w 372744"/>
              <a:gd name="T9" fmla="*/ 117495 h 198755"/>
              <a:gd name="T10" fmla="*/ 29330 w 372744"/>
              <a:gd name="T11" fmla="*/ 82095 h 198755"/>
              <a:gd name="T12" fmla="*/ 110830 w 372744"/>
              <a:gd name="T13" fmla="*/ 27257 h 198755"/>
              <a:gd name="T14" fmla="*/ 58359 w 372744"/>
              <a:gd name="T15" fmla="*/ 12730 h 198755"/>
              <a:gd name="T16" fmla="*/ 82648 w 372744"/>
              <a:gd name="T17" fmla="*/ 41032 h 198755"/>
              <a:gd name="T18" fmla="*/ 96290 w 372744"/>
              <a:gd name="T19" fmla="*/ 56261 h 198755"/>
              <a:gd name="T20" fmla="*/ 101013 w 372744"/>
              <a:gd name="T21" fmla="*/ 81687 h 198755"/>
              <a:gd name="T22" fmla="*/ 98074 w 372744"/>
              <a:gd name="T23" fmla="*/ 116047 h 198755"/>
              <a:gd name="T24" fmla="*/ 130476 w 372744"/>
              <a:gd name="T25" fmla="*/ 87854 h 198755"/>
              <a:gd name="T26" fmla="*/ 119539 w 372744"/>
              <a:gd name="T27" fmla="*/ 38730 h 198755"/>
              <a:gd name="T28" fmla="*/ 181618 w 372744"/>
              <a:gd name="T29" fmla="*/ 126 h 198755"/>
              <a:gd name="T30" fmla="*/ 174480 w 372744"/>
              <a:gd name="T31" fmla="*/ 1981 h 198755"/>
              <a:gd name="T32" fmla="*/ 164148 w 372744"/>
              <a:gd name="T33" fmla="*/ 27029 h 198755"/>
              <a:gd name="T34" fmla="*/ 155084 w 372744"/>
              <a:gd name="T35" fmla="*/ 59911 h 198755"/>
              <a:gd name="T36" fmla="*/ 151258 w 372744"/>
              <a:gd name="T37" fmla="*/ 93611 h 198755"/>
              <a:gd name="T38" fmla="*/ 153554 w 372744"/>
              <a:gd name="T39" fmla="*/ 136216 h 198755"/>
              <a:gd name="T40" fmla="*/ 161088 w 372744"/>
              <a:gd name="T41" fmla="*/ 169257 h 198755"/>
              <a:gd name="T42" fmla="*/ 173966 w 372744"/>
              <a:gd name="T43" fmla="*/ 201508 h 198755"/>
              <a:gd name="T44" fmla="*/ 175628 w 372744"/>
              <a:gd name="T45" fmla="*/ 203367 h 198755"/>
              <a:gd name="T46" fmla="*/ 191052 w 372744"/>
              <a:gd name="T47" fmla="*/ 204656 h 198755"/>
              <a:gd name="T48" fmla="*/ 196290 w 372744"/>
              <a:gd name="T49" fmla="*/ 202956 h 198755"/>
              <a:gd name="T50" fmla="*/ 197174 w 372744"/>
              <a:gd name="T51" fmla="*/ 198772 h 198755"/>
              <a:gd name="T52" fmla="*/ 178856 w 372744"/>
              <a:gd name="T53" fmla="*/ 96930 h 198755"/>
              <a:gd name="T54" fmla="*/ 197174 w 372744"/>
              <a:gd name="T55" fmla="*/ 5506 h 198755"/>
              <a:gd name="T56" fmla="*/ 196673 w 372744"/>
              <a:gd name="T57" fmla="*/ 2234 h 198755"/>
              <a:gd name="T58" fmla="*/ 192081 w 372744"/>
              <a:gd name="T59" fmla="*/ 533 h 198755"/>
              <a:gd name="T60" fmla="*/ 226901 w 372744"/>
              <a:gd name="T61" fmla="*/ 140811 h 198755"/>
              <a:gd name="T62" fmla="*/ 224856 w 372744"/>
              <a:gd name="T63" fmla="*/ 142510 h 198755"/>
              <a:gd name="T64" fmla="*/ 223577 w 372744"/>
              <a:gd name="T65" fmla="*/ 146979 h 198755"/>
              <a:gd name="T66" fmla="*/ 223457 w 372744"/>
              <a:gd name="T67" fmla="*/ 156544 h 198755"/>
              <a:gd name="T68" fmla="*/ 224987 w 372744"/>
              <a:gd name="T69" fmla="*/ 162586 h 198755"/>
              <a:gd name="T70" fmla="*/ 226901 w 372744"/>
              <a:gd name="T71" fmla="*/ 164160 h 198755"/>
              <a:gd name="T72" fmla="*/ 305723 w 372744"/>
              <a:gd name="T73" fmla="*/ 163246 h 198755"/>
              <a:gd name="T74" fmla="*/ 307373 w 372744"/>
              <a:gd name="T75" fmla="*/ 145531 h 198755"/>
              <a:gd name="T76" fmla="*/ 305843 w 372744"/>
              <a:gd name="T77" fmla="*/ 141881 h 198755"/>
              <a:gd name="T78" fmla="*/ 281103 w 372744"/>
              <a:gd name="T79" fmla="*/ 43801 h 198755"/>
              <a:gd name="T80" fmla="*/ 281103 w 372744"/>
              <a:gd name="T81" fmla="*/ 43801 h 198755"/>
              <a:gd name="T82" fmla="*/ 260692 w 372744"/>
              <a:gd name="T83" fmla="*/ 14159 h 198755"/>
              <a:gd name="T84" fmla="*/ 257762 w 372744"/>
              <a:gd name="T85" fmla="*/ 14695 h 198755"/>
              <a:gd name="T86" fmla="*/ 226901 w 372744"/>
              <a:gd name="T87" fmla="*/ 36185 h 198755"/>
              <a:gd name="T88" fmla="*/ 224342 w 372744"/>
              <a:gd name="T89" fmla="*/ 38546 h 198755"/>
              <a:gd name="T90" fmla="*/ 223194 w 372744"/>
              <a:gd name="T91" fmla="*/ 41976 h 198755"/>
              <a:gd name="T92" fmla="*/ 223577 w 372744"/>
              <a:gd name="T93" fmla="*/ 56135 h 198755"/>
              <a:gd name="T94" fmla="*/ 226004 w 372744"/>
              <a:gd name="T95" fmla="*/ 58748 h 198755"/>
              <a:gd name="T96" fmla="*/ 230978 w 372744"/>
              <a:gd name="T97" fmla="*/ 57048 h 198755"/>
              <a:gd name="T98" fmla="*/ 280971 w 372744"/>
              <a:gd name="T99" fmla="*/ 16268 h 198755"/>
              <a:gd name="T100" fmla="*/ 278939 w 372744"/>
              <a:gd name="T101" fmla="*/ 14695 h 198755"/>
              <a:gd name="T102" fmla="*/ 341690 w 372744"/>
              <a:gd name="T103" fmla="*/ 0 h 198755"/>
              <a:gd name="T104" fmla="*/ 331611 w 372744"/>
              <a:gd name="T105" fmla="*/ 786 h 198755"/>
              <a:gd name="T106" fmla="*/ 332009 w 372744"/>
              <a:gd name="T107" fmla="*/ 16413 h 198755"/>
              <a:gd name="T108" fmla="*/ 345967 w 372744"/>
              <a:gd name="T109" fmla="*/ 118724 h 198755"/>
              <a:gd name="T110" fmla="*/ 327784 w 372744"/>
              <a:gd name="T111" fmla="*/ 199812 h 198755"/>
              <a:gd name="T112" fmla="*/ 329697 w 372744"/>
              <a:gd name="T113" fmla="*/ 203618 h 198755"/>
              <a:gd name="T114" fmla="*/ 336334 w 372744"/>
              <a:gd name="T115" fmla="*/ 204814 h 198755"/>
              <a:gd name="T116" fmla="*/ 348960 w 372744"/>
              <a:gd name="T117" fmla="*/ 203743 h 198755"/>
              <a:gd name="T118" fmla="*/ 351124 w 372744"/>
              <a:gd name="T119" fmla="*/ 202047 h 198755"/>
              <a:gd name="T120" fmla="*/ 373951 w 372744"/>
              <a:gd name="T121" fmla="*/ 110793 h 198755"/>
              <a:gd name="T122" fmla="*/ 350360 w 372744"/>
              <a:gd name="T123" fmla="*/ 1700 h 198755"/>
              <a:gd name="T124" fmla="*/ 341690 w 372744"/>
              <a:gd name="T125" fmla="*/ 0 h 198755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372744" h="198755">
                <a:moveTo>
                  <a:pt x="58109" y="12331"/>
                </a:moveTo>
                <a:lnTo>
                  <a:pt x="13249" y="37065"/>
                </a:lnTo>
                <a:lnTo>
                  <a:pt x="667" y="74235"/>
                </a:lnTo>
                <a:lnTo>
                  <a:pt x="0" y="87666"/>
                </a:lnTo>
                <a:lnTo>
                  <a:pt x="482" y="100030"/>
                </a:lnTo>
                <a:lnTo>
                  <a:pt x="19319" y="147222"/>
                </a:lnTo>
                <a:lnTo>
                  <a:pt x="55308" y="160919"/>
                </a:lnTo>
                <a:lnTo>
                  <a:pt x="71899" y="161174"/>
                </a:lnTo>
                <a:lnTo>
                  <a:pt x="83783" y="158959"/>
                </a:lnTo>
                <a:lnTo>
                  <a:pt x="97099" y="154051"/>
                </a:lnTo>
                <a:lnTo>
                  <a:pt x="106504" y="147374"/>
                </a:lnTo>
                <a:lnTo>
                  <a:pt x="115872" y="137281"/>
                </a:lnTo>
                <a:lnTo>
                  <a:pt x="57649" y="137281"/>
                </a:lnTo>
                <a:lnTo>
                  <a:pt x="51934" y="136154"/>
                </a:lnTo>
                <a:lnTo>
                  <a:pt x="47493" y="133868"/>
                </a:lnTo>
                <a:lnTo>
                  <a:pt x="42921" y="131460"/>
                </a:lnTo>
                <a:lnTo>
                  <a:pt x="39361" y="128137"/>
                </a:lnTo>
                <a:lnTo>
                  <a:pt x="36694" y="123565"/>
                </a:lnTo>
                <a:lnTo>
                  <a:pt x="34027" y="119146"/>
                </a:lnTo>
                <a:lnTo>
                  <a:pt x="32122" y="113812"/>
                </a:lnTo>
                <a:lnTo>
                  <a:pt x="30979" y="107441"/>
                </a:lnTo>
                <a:lnTo>
                  <a:pt x="29836" y="101224"/>
                </a:lnTo>
                <a:lnTo>
                  <a:pt x="29205" y="94122"/>
                </a:lnTo>
                <a:lnTo>
                  <a:pt x="29205" y="79522"/>
                </a:lnTo>
                <a:lnTo>
                  <a:pt x="43552" y="42946"/>
                </a:lnTo>
                <a:lnTo>
                  <a:pt x="58411" y="36088"/>
                </a:lnTo>
                <a:lnTo>
                  <a:pt x="117914" y="36088"/>
                </a:lnTo>
                <a:lnTo>
                  <a:pt x="110356" y="26402"/>
                </a:lnTo>
                <a:lnTo>
                  <a:pt x="101132" y="20200"/>
                </a:lnTo>
                <a:lnTo>
                  <a:pt x="86236" y="14198"/>
                </a:lnTo>
                <a:lnTo>
                  <a:pt x="74585" y="12617"/>
                </a:lnTo>
                <a:lnTo>
                  <a:pt x="58109" y="12331"/>
                </a:lnTo>
                <a:close/>
              </a:path>
              <a:path w="372744" h="198755">
                <a:moveTo>
                  <a:pt x="117914" y="36088"/>
                </a:moveTo>
                <a:lnTo>
                  <a:pt x="72127" y="36088"/>
                </a:lnTo>
                <a:lnTo>
                  <a:pt x="77723" y="37337"/>
                </a:lnTo>
                <a:lnTo>
                  <a:pt x="82295" y="39745"/>
                </a:lnTo>
                <a:lnTo>
                  <a:pt x="86736" y="42184"/>
                </a:lnTo>
                <a:lnTo>
                  <a:pt x="90415" y="45598"/>
                </a:lnTo>
                <a:lnTo>
                  <a:pt x="93082" y="50048"/>
                </a:lnTo>
                <a:lnTo>
                  <a:pt x="95880" y="54498"/>
                </a:lnTo>
                <a:lnTo>
                  <a:pt x="97785" y="59832"/>
                </a:lnTo>
                <a:lnTo>
                  <a:pt x="98928" y="65928"/>
                </a:lnTo>
                <a:lnTo>
                  <a:pt x="100071" y="72146"/>
                </a:lnTo>
                <a:lnTo>
                  <a:pt x="100583" y="79126"/>
                </a:lnTo>
                <a:lnTo>
                  <a:pt x="100583" y="93604"/>
                </a:lnTo>
                <a:lnTo>
                  <a:pt x="100071" y="100096"/>
                </a:lnTo>
                <a:lnTo>
                  <a:pt x="98797" y="106314"/>
                </a:lnTo>
                <a:lnTo>
                  <a:pt x="97654" y="112410"/>
                </a:lnTo>
                <a:lnTo>
                  <a:pt x="71365" y="137281"/>
                </a:lnTo>
                <a:lnTo>
                  <a:pt x="115872" y="137281"/>
                </a:lnTo>
                <a:lnTo>
                  <a:pt x="129234" y="98595"/>
                </a:lnTo>
                <a:lnTo>
                  <a:pt x="129920" y="85100"/>
                </a:lnTo>
                <a:lnTo>
                  <a:pt x="129445" y="73508"/>
                </a:lnTo>
                <a:lnTo>
                  <a:pt x="127682" y="61270"/>
                </a:lnTo>
                <a:lnTo>
                  <a:pt x="124297" y="48206"/>
                </a:lnTo>
                <a:lnTo>
                  <a:pt x="119029" y="37516"/>
                </a:lnTo>
                <a:lnTo>
                  <a:pt x="117914" y="36088"/>
                </a:lnTo>
                <a:close/>
              </a:path>
              <a:path w="372744" h="198755">
                <a:moveTo>
                  <a:pt x="187570" y="0"/>
                </a:moveTo>
                <a:lnTo>
                  <a:pt x="182748" y="0"/>
                </a:lnTo>
                <a:lnTo>
                  <a:pt x="180843" y="121"/>
                </a:lnTo>
                <a:lnTo>
                  <a:pt x="179450" y="274"/>
                </a:lnTo>
                <a:lnTo>
                  <a:pt x="178045" y="396"/>
                </a:lnTo>
                <a:lnTo>
                  <a:pt x="174116" y="1645"/>
                </a:lnTo>
                <a:lnTo>
                  <a:pt x="173735" y="1920"/>
                </a:lnTo>
                <a:lnTo>
                  <a:pt x="173354" y="2285"/>
                </a:lnTo>
                <a:lnTo>
                  <a:pt x="173201" y="2729"/>
                </a:lnTo>
                <a:lnTo>
                  <a:pt x="167991" y="14399"/>
                </a:lnTo>
                <a:lnTo>
                  <a:pt x="163448" y="26182"/>
                </a:lnTo>
                <a:lnTo>
                  <a:pt x="160650" y="34046"/>
                </a:lnTo>
                <a:lnTo>
                  <a:pt x="158233" y="42031"/>
                </a:lnTo>
                <a:lnTo>
                  <a:pt x="156328" y="50048"/>
                </a:lnTo>
                <a:lnTo>
                  <a:pt x="154423" y="58033"/>
                </a:lnTo>
                <a:lnTo>
                  <a:pt x="153030" y="66050"/>
                </a:lnTo>
                <a:lnTo>
                  <a:pt x="152137" y="74188"/>
                </a:lnTo>
                <a:lnTo>
                  <a:pt x="151125" y="82417"/>
                </a:lnTo>
                <a:lnTo>
                  <a:pt x="150613" y="90677"/>
                </a:lnTo>
                <a:lnTo>
                  <a:pt x="150613" y="107320"/>
                </a:lnTo>
                <a:lnTo>
                  <a:pt x="151125" y="115702"/>
                </a:lnTo>
                <a:lnTo>
                  <a:pt x="152018" y="123840"/>
                </a:lnTo>
                <a:lnTo>
                  <a:pt x="152899" y="131947"/>
                </a:lnTo>
                <a:lnTo>
                  <a:pt x="154304" y="139964"/>
                </a:lnTo>
                <a:lnTo>
                  <a:pt x="156209" y="147949"/>
                </a:lnTo>
                <a:lnTo>
                  <a:pt x="158114" y="155966"/>
                </a:lnTo>
                <a:lnTo>
                  <a:pt x="160400" y="163951"/>
                </a:lnTo>
                <a:lnTo>
                  <a:pt x="163317" y="171846"/>
                </a:lnTo>
                <a:lnTo>
                  <a:pt x="166115" y="179588"/>
                </a:lnTo>
                <a:lnTo>
                  <a:pt x="169413" y="187451"/>
                </a:lnTo>
                <a:lnTo>
                  <a:pt x="173223" y="195193"/>
                </a:lnTo>
                <a:lnTo>
                  <a:pt x="173473" y="195712"/>
                </a:lnTo>
                <a:lnTo>
                  <a:pt x="173854" y="196230"/>
                </a:lnTo>
                <a:lnTo>
                  <a:pt x="174366" y="196595"/>
                </a:lnTo>
                <a:lnTo>
                  <a:pt x="174878" y="196992"/>
                </a:lnTo>
                <a:lnTo>
                  <a:pt x="180081" y="198119"/>
                </a:lnTo>
                <a:lnTo>
                  <a:pt x="181605" y="198394"/>
                </a:lnTo>
                <a:lnTo>
                  <a:pt x="188082" y="198394"/>
                </a:lnTo>
                <a:lnTo>
                  <a:pt x="190237" y="198241"/>
                </a:lnTo>
                <a:lnTo>
                  <a:pt x="191892" y="197998"/>
                </a:lnTo>
                <a:lnTo>
                  <a:pt x="193416" y="197632"/>
                </a:lnTo>
                <a:lnTo>
                  <a:pt x="194690" y="197236"/>
                </a:lnTo>
                <a:lnTo>
                  <a:pt x="195452" y="196595"/>
                </a:lnTo>
                <a:lnTo>
                  <a:pt x="196214" y="196108"/>
                </a:lnTo>
                <a:lnTo>
                  <a:pt x="196595" y="195346"/>
                </a:lnTo>
                <a:lnTo>
                  <a:pt x="196595" y="193547"/>
                </a:lnTo>
                <a:lnTo>
                  <a:pt x="196333" y="192542"/>
                </a:lnTo>
                <a:lnTo>
                  <a:pt x="192352" y="181745"/>
                </a:lnTo>
                <a:lnTo>
                  <a:pt x="188507" y="169865"/>
                </a:lnTo>
                <a:lnTo>
                  <a:pt x="179122" y="121389"/>
                </a:lnTo>
                <a:lnTo>
                  <a:pt x="178092" y="93891"/>
                </a:lnTo>
                <a:lnTo>
                  <a:pt x="178590" y="82790"/>
                </a:lnTo>
                <a:lnTo>
                  <a:pt x="184461" y="42661"/>
                </a:lnTo>
                <a:lnTo>
                  <a:pt x="196083" y="6370"/>
                </a:lnTo>
                <a:lnTo>
                  <a:pt x="196333" y="5333"/>
                </a:lnTo>
                <a:lnTo>
                  <a:pt x="196464" y="4450"/>
                </a:lnTo>
                <a:lnTo>
                  <a:pt x="196464" y="3688"/>
                </a:lnTo>
                <a:lnTo>
                  <a:pt x="196333" y="2804"/>
                </a:lnTo>
                <a:lnTo>
                  <a:pt x="195833" y="2164"/>
                </a:lnTo>
                <a:lnTo>
                  <a:pt x="194940" y="1645"/>
                </a:lnTo>
                <a:lnTo>
                  <a:pt x="194178" y="1158"/>
                </a:lnTo>
                <a:lnTo>
                  <a:pt x="192904" y="761"/>
                </a:lnTo>
                <a:lnTo>
                  <a:pt x="191261" y="518"/>
                </a:lnTo>
                <a:lnTo>
                  <a:pt x="189606" y="121"/>
                </a:lnTo>
                <a:lnTo>
                  <a:pt x="187570" y="0"/>
                </a:lnTo>
                <a:close/>
              </a:path>
              <a:path w="372744" h="198755">
                <a:moveTo>
                  <a:pt x="302894" y="136397"/>
                </a:moveTo>
                <a:lnTo>
                  <a:pt x="225932" y="136397"/>
                </a:lnTo>
                <a:lnTo>
                  <a:pt x="225289" y="136519"/>
                </a:lnTo>
                <a:lnTo>
                  <a:pt x="224789" y="136916"/>
                </a:lnTo>
                <a:lnTo>
                  <a:pt x="224277" y="137434"/>
                </a:lnTo>
                <a:lnTo>
                  <a:pt x="223896" y="138043"/>
                </a:lnTo>
                <a:lnTo>
                  <a:pt x="223515" y="138958"/>
                </a:lnTo>
                <a:lnTo>
                  <a:pt x="223134" y="139842"/>
                </a:lnTo>
                <a:lnTo>
                  <a:pt x="222884" y="140969"/>
                </a:lnTo>
                <a:lnTo>
                  <a:pt x="222622" y="142372"/>
                </a:lnTo>
                <a:lnTo>
                  <a:pt x="222503" y="143896"/>
                </a:lnTo>
                <a:lnTo>
                  <a:pt x="222372" y="145663"/>
                </a:lnTo>
                <a:lnTo>
                  <a:pt x="222372" y="149992"/>
                </a:lnTo>
                <a:lnTo>
                  <a:pt x="222503" y="151637"/>
                </a:lnTo>
                <a:lnTo>
                  <a:pt x="222753" y="153161"/>
                </a:lnTo>
                <a:lnTo>
                  <a:pt x="222884" y="154564"/>
                </a:lnTo>
                <a:lnTo>
                  <a:pt x="223265" y="155722"/>
                </a:lnTo>
                <a:lnTo>
                  <a:pt x="224027" y="157490"/>
                </a:lnTo>
                <a:lnTo>
                  <a:pt x="224408" y="158130"/>
                </a:lnTo>
                <a:lnTo>
                  <a:pt x="224908" y="158495"/>
                </a:lnTo>
                <a:lnTo>
                  <a:pt x="225420" y="158892"/>
                </a:lnTo>
                <a:lnTo>
                  <a:pt x="225932" y="159014"/>
                </a:lnTo>
                <a:lnTo>
                  <a:pt x="302894" y="159014"/>
                </a:lnTo>
                <a:lnTo>
                  <a:pt x="303394" y="158892"/>
                </a:lnTo>
                <a:lnTo>
                  <a:pt x="303906" y="158495"/>
                </a:lnTo>
                <a:lnTo>
                  <a:pt x="304418" y="158130"/>
                </a:lnTo>
                <a:lnTo>
                  <a:pt x="306442" y="149992"/>
                </a:lnTo>
                <a:lnTo>
                  <a:pt x="306442" y="143896"/>
                </a:lnTo>
                <a:lnTo>
                  <a:pt x="306192" y="142372"/>
                </a:lnTo>
                <a:lnTo>
                  <a:pt x="306061" y="140969"/>
                </a:lnTo>
                <a:lnTo>
                  <a:pt x="305680" y="139842"/>
                </a:lnTo>
                <a:lnTo>
                  <a:pt x="305299" y="138958"/>
                </a:lnTo>
                <a:lnTo>
                  <a:pt x="304918" y="138043"/>
                </a:lnTo>
                <a:lnTo>
                  <a:pt x="304537" y="137434"/>
                </a:lnTo>
                <a:lnTo>
                  <a:pt x="304037" y="136916"/>
                </a:lnTo>
                <a:lnTo>
                  <a:pt x="303394" y="136519"/>
                </a:lnTo>
                <a:lnTo>
                  <a:pt x="302894" y="136397"/>
                </a:lnTo>
                <a:close/>
              </a:path>
              <a:path w="372744" h="198755">
                <a:moveTo>
                  <a:pt x="279903" y="42428"/>
                </a:moveTo>
                <a:lnTo>
                  <a:pt x="252090" y="42428"/>
                </a:lnTo>
                <a:lnTo>
                  <a:pt x="252090" y="136397"/>
                </a:lnTo>
                <a:lnTo>
                  <a:pt x="279903" y="136397"/>
                </a:lnTo>
                <a:lnTo>
                  <a:pt x="279903" y="42428"/>
                </a:lnTo>
                <a:close/>
              </a:path>
              <a:path w="372744" h="198755">
                <a:moveTo>
                  <a:pt x="272283" y="13594"/>
                </a:moveTo>
                <a:lnTo>
                  <a:pt x="262127" y="13594"/>
                </a:lnTo>
                <a:lnTo>
                  <a:pt x="260722" y="13715"/>
                </a:lnTo>
                <a:lnTo>
                  <a:pt x="259579" y="13715"/>
                </a:lnTo>
                <a:lnTo>
                  <a:pt x="258698" y="13837"/>
                </a:lnTo>
                <a:lnTo>
                  <a:pt x="257936" y="13990"/>
                </a:lnTo>
                <a:lnTo>
                  <a:pt x="257174" y="14112"/>
                </a:lnTo>
                <a:lnTo>
                  <a:pt x="256662" y="14234"/>
                </a:lnTo>
                <a:lnTo>
                  <a:pt x="256150" y="14477"/>
                </a:lnTo>
                <a:lnTo>
                  <a:pt x="255769" y="14752"/>
                </a:lnTo>
                <a:lnTo>
                  <a:pt x="255388" y="14996"/>
                </a:lnTo>
                <a:lnTo>
                  <a:pt x="225932" y="35051"/>
                </a:lnTo>
                <a:lnTo>
                  <a:pt x="225039" y="35692"/>
                </a:lnTo>
                <a:lnTo>
                  <a:pt x="224408" y="36210"/>
                </a:lnTo>
                <a:lnTo>
                  <a:pt x="223896" y="36850"/>
                </a:lnTo>
                <a:lnTo>
                  <a:pt x="223384" y="37337"/>
                </a:lnTo>
                <a:lnTo>
                  <a:pt x="223003" y="37978"/>
                </a:lnTo>
                <a:lnTo>
                  <a:pt x="222753" y="38740"/>
                </a:lnTo>
                <a:lnTo>
                  <a:pt x="222372" y="39623"/>
                </a:lnTo>
                <a:lnTo>
                  <a:pt x="222241" y="40660"/>
                </a:lnTo>
                <a:lnTo>
                  <a:pt x="222122" y="41788"/>
                </a:lnTo>
                <a:lnTo>
                  <a:pt x="222122" y="51175"/>
                </a:lnTo>
                <a:lnTo>
                  <a:pt x="222372" y="52699"/>
                </a:lnTo>
                <a:lnTo>
                  <a:pt x="222622" y="54376"/>
                </a:lnTo>
                <a:lnTo>
                  <a:pt x="223003" y="55382"/>
                </a:lnTo>
                <a:lnTo>
                  <a:pt x="223646" y="56022"/>
                </a:lnTo>
                <a:lnTo>
                  <a:pt x="224146" y="56662"/>
                </a:lnTo>
                <a:lnTo>
                  <a:pt x="225039" y="56906"/>
                </a:lnTo>
                <a:lnTo>
                  <a:pt x="226051" y="56662"/>
                </a:lnTo>
                <a:lnTo>
                  <a:pt x="227075" y="56509"/>
                </a:lnTo>
                <a:lnTo>
                  <a:pt x="228337" y="56022"/>
                </a:lnTo>
                <a:lnTo>
                  <a:pt x="229992" y="55260"/>
                </a:lnTo>
                <a:lnTo>
                  <a:pt x="252090" y="42428"/>
                </a:lnTo>
                <a:lnTo>
                  <a:pt x="279903" y="42428"/>
                </a:lnTo>
                <a:lnTo>
                  <a:pt x="279903" y="16398"/>
                </a:lnTo>
                <a:lnTo>
                  <a:pt x="279772" y="15758"/>
                </a:lnTo>
                <a:lnTo>
                  <a:pt x="279391" y="15361"/>
                </a:lnTo>
                <a:lnTo>
                  <a:pt x="279141" y="14874"/>
                </a:lnTo>
                <a:lnTo>
                  <a:pt x="278629" y="14599"/>
                </a:lnTo>
                <a:lnTo>
                  <a:pt x="277748" y="14234"/>
                </a:lnTo>
                <a:lnTo>
                  <a:pt x="276855" y="13990"/>
                </a:lnTo>
                <a:lnTo>
                  <a:pt x="275581" y="13837"/>
                </a:lnTo>
                <a:lnTo>
                  <a:pt x="272283" y="13594"/>
                </a:lnTo>
                <a:close/>
              </a:path>
              <a:path w="372744" h="198755">
                <a:moveTo>
                  <a:pt x="340232" y="0"/>
                </a:moveTo>
                <a:lnTo>
                  <a:pt x="335398" y="0"/>
                </a:lnTo>
                <a:lnTo>
                  <a:pt x="333374" y="121"/>
                </a:lnTo>
                <a:lnTo>
                  <a:pt x="331719" y="518"/>
                </a:lnTo>
                <a:lnTo>
                  <a:pt x="330195" y="761"/>
                </a:lnTo>
                <a:lnTo>
                  <a:pt x="326516" y="3688"/>
                </a:lnTo>
                <a:lnTo>
                  <a:pt x="326385" y="4450"/>
                </a:lnTo>
                <a:lnTo>
                  <a:pt x="326516" y="5333"/>
                </a:lnTo>
                <a:lnTo>
                  <a:pt x="330592" y="15898"/>
                </a:lnTo>
                <a:lnTo>
                  <a:pt x="334524" y="27667"/>
                </a:lnTo>
                <a:lnTo>
                  <a:pt x="343992" y="76369"/>
                </a:lnTo>
                <a:lnTo>
                  <a:pt x="345001" y="103859"/>
                </a:lnTo>
                <a:lnTo>
                  <a:pt x="344490" y="115002"/>
                </a:lnTo>
                <a:lnTo>
                  <a:pt x="338531" y="155097"/>
                </a:lnTo>
                <a:lnTo>
                  <a:pt x="327016" y="191383"/>
                </a:lnTo>
                <a:lnTo>
                  <a:pt x="326635" y="192542"/>
                </a:lnTo>
                <a:lnTo>
                  <a:pt x="326385" y="193547"/>
                </a:lnTo>
                <a:lnTo>
                  <a:pt x="326385" y="195346"/>
                </a:lnTo>
                <a:lnTo>
                  <a:pt x="326766" y="196108"/>
                </a:lnTo>
                <a:lnTo>
                  <a:pt x="327528" y="196595"/>
                </a:lnTo>
                <a:lnTo>
                  <a:pt x="328290" y="197236"/>
                </a:lnTo>
                <a:lnTo>
                  <a:pt x="329564" y="197632"/>
                </a:lnTo>
                <a:lnTo>
                  <a:pt x="331088" y="197998"/>
                </a:lnTo>
                <a:lnTo>
                  <a:pt x="332731" y="198241"/>
                </a:lnTo>
                <a:lnTo>
                  <a:pt x="334898" y="198394"/>
                </a:lnTo>
                <a:lnTo>
                  <a:pt x="341494" y="198394"/>
                </a:lnTo>
                <a:lnTo>
                  <a:pt x="342899" y="198119"/>
                </a:lnTo>
                <a:lnTo>
                  <a:pt x="345566" y="197876"/>
                </a:lnTo>
                <a:lnTo>
                  <a:pt x="347471" y="197357"/>
                </a:lnTo>
                <a:lnTo>
                  <a:pt x="348233" y="196992"/>
                </a:lnTo>
                <a:lnTo>
                  <a:pt x="348733" y="196595"/>
                </a:lnTo>
                <a:lnTo>
                  <a:pt x="349245" y="196230"/>
                </a:lnTo>
                <a:lnTo>
                  <a:pt x="349626" y="195712"/>
                </a:lnTo>
                <a:lnTo>
                  <a:pt x="349876" y="195193"/>
                </a:lnTo>
                <a:lnTo>
                  <a:pt x="353686" y="187451"/>
                </a:lnTo>
                <a:lnTo>
                  <a:pt x="366771" y="147949"/>
                </a:lnTo>
                <a:lnTo>
                  <a:pt x="372355" y="107320"/>
                </a:lnTo>
                <a:lnTo>
                  <a:pt x="372355" y="98938"/>
                </a:lnTo>
                <a:lnTo>
                  <a:pt x="367141" y="54284"/>
                </a:lnTo>
                <a:lnTo>
                  <a:pt x="355052" y="14555"/>
                </a:lnTo>
                <a:lnTo>
                  <a:pt x="348864" y="1645"/>
                </a:lnTo>
                <a:lnTo>
                  <a:pt x="348483" y="1280"/>
                </a:lnTo>
                <a:lnTo>
                  <a:pt x="343399" y="274"/>
                </a:lnTo>
                <a:lnTo>
                  <a:pt x="342006" y="121"/>
                </a:lnTo>
                <a:lnTo>
                  <a:pt x="3402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54" name="object 19">
            <a:extLst>
              <a:ext uri="{FF2B5EF4-FFF2-40B4-BE49-F238E27FC236}">
                <a16:creationId xmlns:a16="http://schemas.microsoft.com/office/drawing/2014/main" id="{216AA6EF-F624-3272-0A1B-F29918F64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889000"/>
            <a:ext cx="1392767" cy="256117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5855" name="object 20">
            <a:extLst>
              <a:ext uri="{FF2B5EF4-FFF2-40B4-BE49-F238E27FC236}">
                <a16:creationId xmlns:a16="http://schemas.microsoft.com/office/drawing/2014/main" id="{174F1005-5754-3B91-7752-0664838DB32C}"/>
              </a:ext>
            </a:extLst>
          </p:cNvPr>
          <p:cNvSpPr>
            <a:spLocks/>
          </p:cNvSpPr>
          <p:nvPr/>
        </p:nvSpPr>
        <p:spPr bwMode="auto">
          <a:xfrm>
            <a:off x="3924301" y="876301"/>
            <a:ext cx="82551" cy="266700"/>
          </a:xfrm>
          <a:custGeom>
            <a:avLst/>
            <a:gdLst>
              <a:gd name="T0" fmla="*/ 12118 w 61594"/>
              <a:gd name="T1" fmla="*/ 0 h 198755"/>
              <a:gd name="T2" fmla="*/ 8991 w 61594"/>
              <a:gd name="T3" fmla="*/ 284 h 198755"/>
              <a:gd name="T4" fmla="*/ 5864 w 61594"/>
              <a:gd name="T5" fmla="*/ 660 h 198755"/>
              <a:gd name="T6" fmla="*/ 3518 w 61594"/>
              <a:gd name="T7" fmla="*/ 1320 h 198755"/>
              <a:gd name="T8" fmla="*/ 2468 w 61594"/>
              <a:gd name="T9" fmla="*/ 1857 h 198755"/>
              <a:gd name="T10" fmla="*/ 254 w 61594"/>
              <a:gd name="T11" fmla="*/ 6828 h 198755"/>
              <a:gd name="T12" fmla="*/ 0 w 61594"/>
              <a:gd name="T13" fmla="*/ 15481 h 198755"/>
              <a:gd name="T14" fmla="*/ 4422 w 61594"/>
              <a:gd name="T15" fmla="*/ 22152 h 198755"/>
              <a:gd name="T16" fmla="*/ 9382 w 61594"/>
              <a:gd name="T17" fmla="*/ 22310 h 198755"/>
              <a:gd name="T18" fmla="*/ 12375 w 61594"/>
              <a:gd name="T19" fmla="*/ 22686 h 198755"/>
              <a:gd name="T20" fmla="*/ 14587 w 61594"/>
              <a:gd name="T21" fmla="*/ 24009 h 198755"/>
              <a:gd name="T22" fmla="*/ 17984 w 61594"/>
              <a:gd name="T23" fmla="*/ 71711 h 198755"/>
              <a:gd name="T24" fmla="*/ 19157 w 61594"/>
              <a:gd name="T25" fmla="*/ 79861 h 198755"/>
              <a:gd name="T26" fmla="*/ 21233 w 61594"/>
              <a:gd name="T27" fmla="*/ 86407 h 198755"/>
              <a:gd name="T28" fmla="*/ 24753 w 61594"/>
              <a:gd name="T29" fmla="*/ 91661 h 198755"/>
              <a:gd name="T30" fmla="*/ 36358 w 61594"/>
              <a:gd name="T31" fmla="*/ 100690 h 198755"/>
              <a:gd name="T32" fmla="*/ 21233 w 61594"/>
              <a:gd name="T33" fmla="*/ 119571 h 198755"/>
              <a:gd name="T34" fmla="*/ 19157 w 61594"/>
              <a:gd name="T35" fmla="*/ 128225 h 198755"/>
              <a:gd name="T36" fmla="*/ 17984 w 61594"/>
              <a:gd name="T37" fmla="*/ 137948 h 198755"/>
              <a:gd name="T38" fmla="*/ 17849 w 61594"/>
              <a:gd name="T39" fmla="*/ 168470 h 198755"/>
              <a:gd name="T40" fmla="*/ 11727 w 61594"/>
              <a:gd name="T41" fmla="*/ 182126 h 198755"/>
              <a:gd name="T42" fmla="*/ 4300 w 61594"/>
              <a:gd name="T43" fmla="*/ 182504 h 198755"/>
              <a:gd name="T44" fmla="*/ 1172 w 61594"/>
              <a:gd name="T45" fmla="*/ 184990 h 198755"/>
              <a:gd name="T46" fmla="*/ 514 w 61594"/>
              <a:gd name="T47" fmla="*/ 186846 h 198755"/>
              <a:gd name="T48" fmla="*/ 123 w 61594"/>
              <a:gd name="T49" fmla="*/ 189459 h 198755"/>
              <a:gd name="T50" fmla="*/ 0 w 61594"/>
              <a:gd name="T51" fmla="*/ 195091 h 198755"/>
              <a:gd name="T52" fmla="*/ 5729 w 61594"/>
              <a:gd name="T53" fmla="*/ 204027 h 198755"/>
              <a:gd name="T54" fmla="*/ 8991 w 61594"/>
              <a:gd name="T55" fmla="*/ 204530 h 198755"/>
              <a:gd name="T56" fmla="*/ 12118 w 61594"/>
              <a:gd name="T57" fmla="*/ 204814 h 198755"/>
              <a:gd name="T58" fmla="*/ 41976 w 61594"/>
              <a:gd name="T59" fmla="*/ 179641 h 198755"/>
              <a:gd name="T60" fmla="*/ 43396 w 61594"/>
              <a:gd name="T61" fmla="*/ 167180 h 198755"/>
              <a:gd name="T62" fmla="*/ 43653 w 61594"/>
              <a:gd name="T63" fmla="*/ 134014 h 198755"/>
              <a:gd name="T64" fmla="*/ 44960 w 61594"/>
              <a:gd name="T65" fmla="*/ 127186 h 198755"/>
              <a:gd name="T66" fmla="*/ 47172 w 61594"/>
              <a:gd name="T67" fmla="*/ 121144 h 198755"/>
              <a:gd name="T68" fmla="*/ 50044 w 61594"/>
              <a:gd name="T69" fmla="*/ 116047 h 198755"/>
              <a:gd name="T70" fmla="*/ 53953 w 61594"/>
              <a:gd name="T71" fmla="*/ 112241 h 198755"/>
              <a:gd name="T72" fmla="*/ 59035 w 61594"/>
              <a:gd name="T73" fmla="*/ 110793 h 198755"/>
              <a:gd name="T74" fmla="*/ 60330 w 61594"/>
              <a:gd name="T75" fmla="*/ 110415 h 198755"/>
              <a:gd name="T76" fmla="*/ 61247 w 61594"/>
              <a:gd name="T77" fmla="*/ 109754 h 198755"/>
              <a:gd name="T78" fmla="*/ 62925 w 61594"/>
              <a:gd name="T79" fmla="*/ 97294 h 198755"/>
              <a:gd name="T80" fmla="*/ 61503 w 61594"/>
              <a:gd name="T81" fmla="*/ 90465 h 198755"/>
              <a:gd name="T82" fmla="*/ 60465 w 61594"/>
              <a:gd name="T83" fmla="*/ 89428 h 198755"/>
              <a:gd name="T84" fmla="*/ 59426 w 61594"/>
              <a:gd name="T85" fmla="*/ 88766 h 198755"/>
              <a:gd name="T86" fmla="*/ 53562 w 61594"/>
              <a:gd name="T87" fmla="*/ 87317 h 198755"/>
              <a:gd name="T88" fmla="*/ 43396 w 61594"/>
              <a:gd name="T89" fmla="*/ 37633 h 198755"/>
              <a:gd name="T90" fmla="*/ 28271 w 61594"/>
              <a:gd name="T91" fmla="*/ 2894 h 198755"/>
              <a:gd name="T92" fmla="*/ 19669 w 61594"/>
              <a:gd name="T93" fmla="*/ 0 h 1987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1594" h="198755">
                <a:moveTo>
                  <a:pt x="19168" y="0"/>
                </a:moveTo>
                <a:lnTo>
                  <a:pt x="11810" y="0"/>
                </a:lnTo>
                <a:lnTo>
                  <a:pt x="10286" y="121"/>
                </a:lnTo>
                <a:lnTo>
                  <a:pt x="8762" y="274"/>
                </a:lnTo>
                <a:lnTo>
                  <a:pt x="7238" y="396"/>
                </a:lnTo>
                <a:lnTo>
                  <a:pt x="5714" y="640"/>
                </a:lnTo>
                <a:lnTo>
                  <a:pt x="4059" y="1158"/>
                </a:lnTo>
                <a:lnTo>
                  <a:pt x="3428" y="1280"/>
                </a:lnTo>
                <a:lnTo>
                  <a:pt x="2916" y="1402"/>
                </a:lnTo>
                <a:lnTo>
                  <a:pt x="2404" y="1798"/>
                </a:lnTo>
                <a:lnTo>
                  <a:pt x="1904" y="2164"/>
                </a:lnTo>
                <a:lnTo>
                  <a:pt x="249" y="6614"/>
                </a:lnTo>
                <a:lnTo>
                  <a:pt x="0" y="7894"/>
                </a:lnTo>
                <a:lnTo>
                  <a:pt x="0" y="14996"/>
                </a:lnTo>
                <a:lnTo>
                  <a:pt x="118" y="16276"/>
                </a:lnTo>
                <a:lnTo>
                  <a:pt x="4309" y="21457"/>
                </a:lnTo>
                <a:lnTo>
                  <a:pt x="5333" y="21457"/>
                </a:lnTo>
                <a:lnTo>
                  <a:pt x="9143" y="21610"/>
                </a:lnTo>
                <a:lnTo>
                  <a:pt x="10786" y="21610"/>
                </a:lnTo>
                <a:lnTo>
                  <a:pt x="12060" y="21976"/>
                </a:lnTo>
                <a:lnTo>
                  <a:pt x="13072" y="22616"/>
                </a:lnTo>
                <a:lnTo>
                  <a:pt x="14215" y="23256"/>
                </a:lnTo>
                <a:lnTo>
                  <a:pt x="17525" y="39502"/>
                </a:lnTo>
                <a:lnTo>
                  <a:pt x="17525" y="69463"/>
                </a:lnTo>
                <a:lnTo>
                  <a:pt x="17906" y="74035"/>
                </a:lnTo>
                <a:lnTo>
                  <a:pt x="18668" y="77358"/>
                </a:lnTo>
                <a:lnTo>
                  <a:pt x="19549" y="80771"/>
                </a:lnTo>
                <a:lnTo>
                  <a:pt x="20692" y="83698"/>
                </a:lnTo>
                <a:lnTo>
                  <a:pt x="22478" y="86227"/>
                </a:lnTo>
                <a:lnTo>
                  <a:pt x="24121" y="88788"/>
                </a:lnTo>
                <a:lnTo>
                  <a:pt x="39361" y="96530"/>
                </a:lnTo>
                <a:lnTo>
                  <a:pt x="35432" y="97535"/>
                </a:lnTo>
                <a:lnTo>
                  <a:pt x="22478" y="112013"/>
                </a:lnTo>
                <a:lnTo>
                  <a:pt x="20692" y="115823"/>
                </a:lnTo>
                <a:lnTo>
                  <a:pt x="19549" y="119908"/>
                </a:lnTo>
                <a:lnTo>
                  <a:pt x="18668" y="124205"/>
                </a:lnTo>
                <a:lnTo>
                  <a:pt x="17906" y="128656"/>
                </a:lnTo>
                <a:lnTo>
                  <a:pt x="17525" y="133624"/>
                </a:lnTo>
                <a:lnTo>
                  <a:pt x="17525" y="158892"/>
                </a:lnTo>
                <a:lnTo>
                  <a:pt x="17394" y="163189"/>
                </a:lnTo>
                <a:lnTo>
                  <a:pt x="12572" y="175778"/>
                </a:lnTo>
                <a:lnTo>
                  <a:pt x="11429" y="176418"/>
                </a:lnTo>
                <a:lnTo>
                  <a:pt x="10024" y="176783"/>
                </a:lnTo>
                <a:lnTo>
                  <a:pt x="4190" y="176783"/>
                </a:lnTo>
                <a:lnTo>
                  <a:pt x="3678" y="176905"/>
                </a:lnTo>
                <a:lnTo>
                  <a:pt x="1142" y="179191"/>
                </a:lnTo>
                <a:lnTo>
                  <a:pt x="761" y="179953"/>
                </a:lnTo>
                <a:lnTo>
                  <a:pt x="499" y="180990"/>
                </a:lnTo>
                <a:lnTo>
                  <a:pt x="249" y="182239"/>
                </a:lnTo>
                <a:lnTo>
                  <a:pt x="118" y="183520"/>
                </a:lnTo>
                <a:lnTo>
                  <a:pt x="0" y="185165"/>
                </a:lnTo>
                <a:lnTo>
                  <a:pt x="0" y="188975"/>
                </a:lnTo>
                <a:lnTo>
                  <a:pt x="3928" y="197236"/>
                </a:lnTo>
                <a:lnTo>
                  <a:pt x="5583" y="197632"/>
                </a:lnTo>
                <a:lnTo>
                  <a:pt x="7238" y="197876"/>
                </a:lnTo>
                <a:lnTo>
                  <a:pt x="8762" y="198119"/>
                </a:lnTo>
                <a:lnTo>
                  <a:pt x="10286" y="198241"/>
                </a:lnTo>
                <a:lnTo>
                  <a:pt x="11810" y="198394"/>
                </a:lnTo>
                <a:lnTo>
                  <a:pt x="19168" y="198394"/>
                </a:lnTo>
                <a:lnTo>
                  <a:pt x="40906" y="174010"/>
                </a:lnTo>
                <a:lnTo>
                  <a:pt x="41778" y="168798"/>
                </a:lnTo>
                <a:lnTo>
                  <a:pt x="42290" y="161940"/>
                </a:lnTo>
                <a:lnTo>
                  <a:pt x="42312" y="133624"/>
                </a:lnTo>
                <a:lnTo>
                  <a:pt x="42540" y="129814"/>
                </a:lnTo>
                <a:lnTo>
                  <a:pt x="43171" y="126491"/>
                </a:lnTo>
                <a:lnTo>
                  <a:pt x="43814" y="123200"/>
                </a:lnTo>
                <a:lnTo>
                  <a:pt x="44695" y="120152"/>
                </a:lnTo>
                <a:lnTo>
                  <a:pt x="45969" y="117347"/>
                </a:lnTo>
                <a:lnTo>
                  <a:pt x="47112" y="114696"/>
                </a:lnTo>
                <a:lnTo>
                  <a:pt x="48767" y="112410"/>
                </a:lnTo>
                <a:lnTo>
                  <a:pt x="50672" y="110611"/>
                </a:lnTo>
                <a:lnTo>
                  <a:pt x="52577" y="108722"/>
                </a:lnTo>
                <a:lnTo>
                  <a:pt x="54863" y="107716"/>
                </a:lnTo>
                <a:lnTo>
                  <a:pt x="57530" y="107320"/>
                </a:lnTo>
                <a:lnTo>
                  <a:pt x="58161" y="107198"/>
                </a:lnTo>
                <a:lnTo>
                  <a:pt x="58792" y="106954"/>
                </a:lnTo>
                <a:lnTo>
                  <a:pt x="59173" y="106558"/>
                </a:lnTo>
                <a:lnTo>
                  <a:pt x="59685" y="106314"/>
                </a:lnTo>
                <a:lnTo>
                  <a:pt x="61340" y="98572"/>
                </a:lnTo>
                <a:lnTo>
                  <a:pt x="61320" y="94244"/>
                </a:lnTo>
                <a:lnTo>
                  <a:pt x="60197" y="88391"/>
                </a:lnTo>
                <a:lnTo>
                  <a:pt x="59935" y="87629"/>
                </a:lnTo>
                <a:lnTo>
                  <a:pt x="59554" y="86989"/>
                </a:lnTo>
                <a:lnTo>
                  <a:pt x="58923" y="86624"/>
                </a:lnTo>
                <a:lnTo>
                  <a:pt x="58411" y="86227"/>
                </a:lnTo>
                <a:lnTo>
                  <a:pt x="57911" y="85984"/>
                </a:lnTo>
                <a:lnTo>
                  <a:pt x="54482" y="85343"/>
                </a:lnTo>
                <a:lnTo>
                  <a:pt x="52196" y="84581"/>
                </a:lnTo>
                <a:lnTo>
                  <a:pt x="42290" y="68854"/>
                </a:lnTo>
                <a:lnTo>
                  <a:pt x="42290" y="36454"/>
                </a:lnTo>
                <a:lnTo>
                  <a:pt x="41778" y="29474"/>
                </a:lnTo>
                <a:lnTo>
                  <a:pt x="27550" y="2804"/>
                </a:lnTo>
                <a:lnTo>
                  <a:pt x="23871" y="883"/>
                </a:lnTo>
                <a:lnTo>
                  <a:pt x="1916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F104E74-D9E5-7DB0-4DDA-C623861DCE1C}"/>
              </a:ext>
            </a:extLst>
          </p:cNvPr>
          <p:cNvSpPr txBox="1"/>
          <p:nvPr/>
        </p:nvSpPr>
        <p:spPr>
          <a:xfrm>
            <a:off x="719667" y="1210734"/>
            <a:ext cx="3221567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400" b="1" spc="-7" dirty="0">
                <a:latin typeface="Calibri"/>
                <a:cs typeface="Calibri"/>
              </a:rPr>
              <a:t>fo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14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(in</a:t>
            </a:r>
            <a:r>
              <a:rPr sz="2400" b="1" spc="-13" dirty="0">
                <a:latin typeface="Calibri"/>
                <a:cs typeface="Calibri"/>
              </a:rPr>
              <a:t>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10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n;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107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0</a:t>
            </a:r>
            <a:r>
              <a:rPr sz="2400" b="1" spc="-7" dirty="0">
                <a:latin typeface="Calibri"/>
                <a:cs typeface="Calibri"/>
              </a:rPr>
              <a:t>;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7" dirty="0">
                <a:latin typeface="Calibri"/>
                <a:cs typeface="Calibri"/>
              </a:rPr>
              <a:t>i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/</a:t>
            </a:r>
            <a:r>
              <a:rPr sz="2400" b="1" spc="-13" dirty="0">
                <a:latin typeface="Calibri"/>
                <a:cs typeface="Calibri"/>
              </a:rPr>
              <a:t>=</a:t>
            </a:r>
            <a:r>
              <a:rPr sz="2400" b="1" spc="-7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c)</a:t>
            </a:r>
            <a:r>
              <a:rPr sz="2400" b="1" spc="-53" dirty="0">
                <a:latin typeface="Times New Roman"/>
                <a:cs typeface="Times New Roman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{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5857" name="object 22">
            <a:extLst>
              <a:ext uri="{FF2B5EF4-FFF2-40B4-BE49-F238E27FC236}">
                <a16:creationId xmlns:a16="http://schemas.microsoft.com/office/drawing/2014/main" id="{C884ED1E-679E-AD55-9B6A-12BC3CD97F1A}"/>
              </a:ext>
            </a:extLst>
          </p:cNvPr>
          <p:cNvSpPr>
            <a:spLocks/>
          </p:cNvSpPr>
          <p:nvPr/>
        </p:nvSpPr>
        <p:spPr bwMode="auto">
          <a:xfrm>
            <a:off x="738717" y="1608667"/>
            <a:ext cx="243416" cy="266700"/>
          </a:xfrm>
          <a:custGeom>
            <a:avLst/>
            <a:gdLst>
              <a:gd name="T0" fmla="*/ 73049 w 183515"/>
              <a:gd name="T1" fmla="*/ 0 h 200025"/>
              <a:gd name="T2" fmla="*/ 69636 w 183515"/>
              <a:gd name="T3" fmla="*/ 243 h 200025"/>
              <a:gd name="T4" fmla="*/ 66817 w 183515"/>
              <a:gd name="T5" fmla="*/ 761 h 200025"/>
              <a:gd name="T6" fmla="*/ 64889 w 183515"/>
              <a:gd name="T7" fmla="*/ 1523 h 200025"/>
              <a:gd name="T8" fmla="*/ 63580 w 183515"/>
              <a:gd name="T9" fmla="*/ 2682 h 200025"/>
              <a:gd name="T10" fmla="*/ 62618 w 183515"/>
              <a:gd name="T11" fmla="*/ 4053 h 200025"/>
              <a:gd name="T12" fmla="*/ 554 w 183515"/>
              <a:gd name="T13" fmla="*/ 192420 h 200025"/>
              <a:gd name="T14" fmla="*/ 0 w 183515"/>
              <a:gd name="T15" fmla="*/ 194828 h 200025"/>
              <a:gd name="T16" fmla="*/ 824 w 183515"/>
              <a:gd name="T17" fmla="*/ 197479 h 200025"/>
              <a:gd name="T18" fmla="*/ 2679 w 183515"/>
              <a:gd name="T19" fmla="*/ 198638 h 200025"/>
              <a:gd name="T20" fmla="*/ 5835 w 183515"/>
              <a:gd name="T21" fmla="*/ 199400 h 200025"/>
              <a:gd name="T22" fmla="*/ 9930 w 183515"/>
              <a:gd name="T23" fmla="*/ 199765 h 200025"/>
              <a:gd name="T24" fmla="*/ 18373 w 183515"/>
              <a:gd name="T25" fmla="*/ 199522 h 200025"/>
              <a:gd name="T26" fmla="*/ 21100 w 183515"/>
              <a:gd name="T27" fmla="*/ 199003 h 200025"/>
              <a:gd name="T28" fmla="*/ 23095 w 183515"/>
              <a:gd name="T29" fmla="*/ 198363 h 200025"/>
              <a:gd name="T30" fmla="*/ 87896 w 183515"/>
              <a:gd name="T31" fmla="*/ 4968 h 200025"/>
              <a:gd name="T32" fmla="*/ 87629 w 183515"/>
              <a:gd name="T33" fmla="*/ 3169 h 200025"/>
              <a:gd name="T34" fmla="*/ 80472 w 183515"/>
              <a:gd name="T35" fmla="*/ 121 h 200025"/>
              <a:gd name="T36" fmla="*/ 168712 w 183515"/>
              <a:gd name="T37" fmla="*/ 0 h 200025"/>
              <a:gd name="T38" fmla="*/ 161755 w 183515"/>
              <a:gd name="T39" fmla="*/ 121 h 200025"/>
              <a:gd name="T40" fmla="*/ 158646 w 183515"/>
              <a:gd name="T41" fmla="*/ 518 h 200025"/>
              <a:gd name="T42" fmla="*/ 156430 w 183515"/>
              <a:gd name="T43" fmla="*/ 1158 h 200025"/>
              <a:gd name="T44" fmla="*/ 154713 w 183515"/>
              <a:gd name="T45" fmla="*/ 2042 h 200025"/>
              <a:gd name="T46" fmla="*/ 153609 w 183515"/>
              <a:gd name="T47" fmla="*/ 3291 h 200025"/>
              <a:gd name="T48" fmla="*/ 152914 w 183515"/>
              <a:gd name="T49" fmla="*/ 5090 h 200025"/>
              <a:gd name="T50" fmla="*/ 90714 w 183515"/>
              <a:gd name="T51" fmla="*/ 193669 h 200025"/>
              <a:gd name="T52" fmla="*/ 90866 w 183515"/>
              <a:gd name="T53" fmla="*/ 196717 h 200025"/>
              <a:gd name="T54" fmla="*/ 92327 w 183515"/>
              <a:gd name="T55" fmla="*/ 197998 h 200025"/>
              <a:gd name="T56" fmla="*/ 94611 w 183515"/>
              <a:gd name="T57" fmla="*/ 199003 h 200025"/>
              <a:gd name="T58" fmla="*/ 98182 w 183515"/>
              <a:gd name="T59" fmla="*/ 199643 h 200025"/>
              <a:gd name="T60" fmla="*/ 107462 w 183515"/>
              <a:gd name="T61" fmla="*/ 199765 h 200025"/>
              <a:gd name="T62" fmla="*/ 110432 w 183515"/>
              <a:gd name="T63" fmla="*/ 199400 h 200025"/>
              <a:gd name="T64" fmla="*/ 112685 w 183515"/>
              <a:gd name="T65" fmla="*/ 198760 h 200025"/>
              <a:gd name="T66" fmla="*/ 178029 w 183515"/>
              <a:gd name="T67" fmla="*/ 7376 h 200025"/>
              <a:gd name="T68" fmla="*/ 178330 w 183515"/>
              <a:gd name="T69" fmla="*/ 4053 h 200025"/>
              <a:gd name="T70" fmla="*/ 172796 w 183515"/>
              <a:gd name="T71" fmla="*/ 518 h 200025"/>
              <a:gd name="T72" fmla="*/ 168712 w 183515"/>
              <a:gd name="T73" fmla="*/ 0 h 200025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83515" h="200025">
                <a:moveTo>
                  <a:pt x="80198" y="0"/>
                </a:moveTo>
                <a:lnTo>
                  <a:pt x="74974" y="0"/>
                </a:lnTo>
                <a:lnTo>
                  <a:pt x="73057" y="121"/>
                </a:lnTo>
                <a:lnTo>
                  <a:pt x="71472" y="243"/>
                </a:lnTo>
                <a:lnTo>
                  <a:pt x="69866" y="518"/>
                </a:lnTo>
                <a:lnTo>
                  <a:pt x="68579" y="761"/>
                </a:lnTo>
                <a:lnTo>
                  <a:pt x="67592" y="1158"/>
                </a:lnTo>
                <a:lnTo>
                  <a:pt x="66601" y="1523"/>
                </a:lnTo>
                <a:lnTo>
                  <a:pt x="65830" y="2042"/>
                </a:lnTo>
                <a:lnTo>
                  <a:pt x="65257" y="2682"/>
                </a:lnTo>
                <a:lnTo>
                  <a:pt x="64696" y="3291"/>
                </a:lnTo>
                <a:lnTo>
                  <a:pt x="64270" y="4053"/>
                </a:lnTo>
                <a:lnTo>
                  <a:pt x="63983" y="5090"/>
                </a:lnTo>
                <a:lnTo>
                  <a:pt x="569" y="192420"/>
                </a:lnTo>
                <a:lnTo>
                  <a:pt x="143" y="193669"/>
                </a:lnTo>
                <a:lnTo>
                  <a:pt x="0" y="194828"/>
                </a:lnTo>
                <a:lnTo>
                  <a:pt x="298" y="196717"/>
                </a:lnTo>
                <a:lnTo>
                  <a:pt x="844" y="197479"/>
                </a:lnTo>
                <a:lnTo>
                  <a:pt x="1798" y="197998"/>
                </a:lnTo>
                <a:lnTo>
                  <a:pt x="2749" y="198638"/>
                </a:lnTo>
                <a:lnTo>
                  <a:pt x="4142" y="199003"/>
                </a:lnTo>
                <a:lnTo>
                  <a:pt x="5989" y="199400"/>
                </a:lnTo>
                <a:lnTo>
                  <a:pt x="7808" y="199643"/>
                </a:lnTo>
                <a:lnTo>
                  <a:pt x="10192" y="199765"/>
                </a:lnTo>
                <a:lnTo>
                  <a:pt x="17333" y="199765"/>
                </a:lnTo>
                <a:lnTo>
                  <a:pt x="18857" y="199522"/>
                </a:lnTo>
                <a:lnTo>
                  <a:pt x="20381" y="199400"/>
                </a:lnTo>
                <a:lnTo>
                  <a:pt x="21656" y="199003"/>
                </a:lnTo>
                <a:lnTo>
                  <a:pt x="22692" y="198760"/>
                </a:lnTo>
                <a:lnTo>
                  <a:pt x="23704" y="198363"/>
                </a:lnTo>
                <a:lnTo>
                  <a:pt x="89760" y="7376"/>
                </a:lnTo>
                <a:lnTo>
                  <a:pt x="90214" y="4968"/>
                </a:lnTo>
                <a:lnTo>
                  <a:pt x="90071" y="4053"/>
                </a:lnTo>
                <a:lnTo>
                  <a:pt x="89940" y="3169"/>
                </a:lnTo>
                <a:lnTo>
                  <a:pt x="84389" y="518"/>
                </a:lnTo>
                <a:lnTo>
                  <a:pt x="82594" y="121"/>
                </a:lnTo>
                <a:lnTo>
                  <a:pt x="80198" y="0"/>
                </a:lnTo>
                <a:close/>
              </a:path>
              <a:path w="183515" h="200025">
                <a:moveTo>
                  <a:pt x="173162" y="0"/>
                </a:moveTo>
                <a:lnTo>
                  <a:pt x="167938" y="0"/>
                </a:lnTo>
                <a:lnTo>
                  <a:pt x="166021" y="121"/>
                </a:lnTo>
                <a:lnTo>
                  <a:pt x="164436" y="243"/>
                </a:lnTo>
                <a:lnTo>
                  <a:pt x="162830" y="518"/>
                </a:lnTo>
                <a:lnTo>
                  <a:pt x="161543" y="761"/>
                </a:lnTo>
                <a:lnTo>
                  <a:pt x="160556" y="1158"/>
                </a:lnTo>
                <a:lnTo>
                  <a:pt x="159565" y="1523"/>
                </a:lnTo>
                <a:lnTo>
                  <a:pt x="158794" y="2042"/>
                </a:lnTo>
                <a:lnTo>
                  <a:pt x="158221" y="2682"/>
                </a:lnTo>
                <a:lnTo>
                  <a:pt x="157660" y="3291"/>
                </a:lnTo>
                <a:lnTo>
                  <a:pt x="157234" y="4053"/>
                </a:lnTo>
                <a:lnTo>
                  <a:pt x="156947" y="5090"/>
                </a:lnTo>
                <a:lnTo>
                  <a:pt x="93533" y="192420"/>
                </a:lnTo>
                <a:lnTo>
                  <a:pt x="93107" y="193669"/>
                </a:lnTo>
                <a:lnTo>
                  <a:pt x="92963" y="194828"/>
                </a:lnTo>
                <a:lnTo>
                  <a:pt x="93262" y="196717"/>
                </a:lnTo>
                <a:lnTo>
                  <a:pt x="93808" y="197479"/>
                </a:lnTo>
                <a:lnTo>
                  <a:pt x="94762" y="197998"/>
                </a:lnTo>
                <a:lnTo>
                  <a:pt x="95713" y="198638"/>
                </a:lnTo>
                <a:lnTo>
                  <a:pt x="97106" y="199003"/>
                </a:lnTo>
                <a:lnTo>
                  <a:pt x="98953" y="199400"/>
                </a:lnTo>
                <a:lnTo>
                  <a:pt x="100772" y="199643"/>
                </a:lnTo>
                <a:lnTo>
                  <a:pt x="103156" y="199765"/>
                </a:lnTo>
                <a:lnTo>
                  <a:pt x="110297" y="199765"/>
                </a:lnTo>
                <a:lnTo>
                  <a:pt x="111821" y="199522"/>
                </a:lnTo>
                <a:lnTo>
                  <a:pt x="113345" y="199400"/>
                </a:lnTo>
                <a:lnTo>
                  <a:pt x="114620" y="199003"/>
                </a:lnTo>
                <a:lnTo>
                  <a:pt x="115656" y="198760"/>
                </a:lnTo>
                <a:lnTo>
                  <a:pt x="116668" y="198363"/>
                </a:lnTo>
                <a:lnTo>
                  <a:pt x="182724" y="7376"/>
                </a:lnTo>
                <a:lnTo>
                  <a:pt x="183178" y="4968"/>
                </a:lnTo>
                <a:lnTo>
                  <a:pt x="183035" y="4053"/>
                </a:lnTo>
                <a:lnTo>
                  <a:pt x="182904" y="3169"/>
                </a:lnTo>
                <a:lnTo>
                  <a:pt x="177353" y="518"/>
                </a:lnTo>
                <a:lnTo>
                  <a:pt x="175558" y="121"/>
                </a:lnTo>
                <a:lnTo>
                  <a:pt x="17316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58" name="object 23">
            <a:extLst>
              <a:ext uri="{FF2B5EF4-FFF2-40B4-BE49-F238E27FC236}">
                <a16:creationId xmlns:a16="http://schemas.microsoft.com/office/drawing/2014/main" id="{EBA219E4-DA4B-CEA4-BB7C-223821318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134" y="1684867"/>
            <a:ext cx="632884" cy="150284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5859" name="object 24">
            <a:extLst>
              <a:ext uri="{FF2B5EF4-FFF2-40B4-BE49-F238E27FC236}">
                <a16:creationId xmlns:a16="http://schemas.microsoft.com/office/drawing/2014/main" id="{FB454E71-362D-A430-FE3C-69A1ADF75C80}"/>
              </a:ext>
            </a:extLst>
          </p:cNvPr>
          <p:cNvSpPr>
            <a:spLocks/>
          </p:cNvSpPr>
          <p:nvPr/>
        </p:nvSpPr>
        <p:spPr bwMode="auto">
          <a:xfrm>
            <a:off x="1841501" y="1619251"/>
            <a:ext cx="497417" cy="264583"/>
          </a:xfrm>
          <a:custGeom>
            <a:avLst/>
            <a:gdLst>
              <a:gd name="T0" fmla="*/ 0 w 372744"/>
              <a:gd name="T1" fmla="*/ 86967 h 198755"/>
              <a:gd name="T2" fmla="*/ 72209 w 372744"/>
              <a:gd name="T3" fmla="*/ 159889 h 198755"/>
              <a:gd name="T4" fmla="*/ 116368 w 372744"/>
              <a:gd name="T5" fmla="*/ 136186 h 198755"/>
              <a:gd name="T6" fmla="*/ 43106 w 372744"/>
              <a:gd name="T7" fmla="*/ 130412 h 198755"/>
              <a:gd name="T8" fmla="*/ 32261 w 372744"/>
              <a:gd name="T9" fmla="*/ 112904 h 198755"/>
              <a:gd name="T10" fmla="*/ 29330 w 372744"/>
              <a:gd name="T11" fmla="*/ 78888 h 198755"/>
              <a:gd name="T12" fmla="*/ 110830 w 372744"/>
              <a:gd name="T13" fmla="*/ 26192 h 198755"/>
              <a:gd name="T14" fmla="*/ 58359 w 372744"/>
              <a:gd name="T15" fmla="*/ 12231 h 198755"/>
              <a:gd name="T16" fmla="*/ 82648 w 372744"/>
              <a:gd name="T17" fmla="*/ 39429 h 198755"/>
              <a:gd name="T18" fmla="*/ 96290 w 372744"/>
              <a:gd name="T19" fmla="*/ 54063 h 198755"/>
              <a:gd name="T20" fmla="*/ 101013 w 372744"/>
              <a:gd name="T21" fmla="*/ 78495 h 198755"/>
              <a:gd name="T22" fmla="*/ 98074 w 372744"/>
              <a:gd name="T23" fmla="*/ 111513 h 198755"/>
              <a:gd name="T24" fmla="*/ 130476 w 372744"/>
              <a:gd name="T25" fmla="*/ 84421 h 198755"/>
              <a:gd name="T26" fmla="*/ 119539 w 372744"/>
              <a:gd name="T27" fmla="*/ 37216 h 198755"/>
              <a:gd name="T28" fmla="*/ 181618 w 372744"/>
              <a:gd name="T29" fmla="*/ 121 h 198755"/>
              <a:gd name="T30" fmla="*/ 174480 w 372744"/>
              <a:gd name="T31" fmla="*/ 1905 h 198755"/>
              <a:gd name="T32" fmla="*/ 164148 w 372744"/>
              <a:gd name="T33" fmla="*/ 25972 h 198755"/>
              <a:gd name="T34" fmla="*/ 155084 w 372744"/>
              <a:gd name="T35" fmla="*/ 57570 h 198755"/>
              <a:gd name="T36" fmla="*/ 151258 w 372744"/>
              <a:gd name="T37" fmla="*/ 89954 h 198755"/>
              <a:gd name="T38" fmla="*/ 153554 w 372744"/>
              <a:gd name="T39" fmla="*/ 130895 h 198755"/>
              <a:gd name="T40" fmla="*/ 161088 w 372744"/>
              <a:gd name="T41" fmla="*/ 162644 h 198755"/>
              <a:gd name="T42" fmla="*/ 173966 w 372744"/>
              <a:gd name="T43" fmla="*/ 193637 h 198755"/>
              <a:gd name="T44" fmla="*/ 175628 w 372744"/>
              <a:gd name="T45" fmla="*/ 195421 h 198755"/>
              <a:gd name="T46" fmla="*/ 191052 w 372744"/>
              <a:gd name="T47" fmla="*/ 196660 h 198755"/>
              <a:gd name="T48" fmla="*/ 196290 w 372744"/>
              <a:gd name="T49" fmla="*/ 195026 h 198755"/>
              <a:gd name="T50" fmla="*/ 197174 w 372744"/>
              <a:gd name="T51" fmla="*/ 191006 h 198755"/>
              <a:gd name="T52" fmla="*/ 178856 w 372744"/>
              <a:gd name="T53" fmla="*/ 93142 h 198755"/>
              <a:gd name="T54" fmla="*/ 197174 w 372744"/>
              <a:gd name="T55" fmla="*/ 5290 h 198755"/>
              <a:gd name="T56" fmla="*/ 196673 w 372744"/>
              <a:gd name="T57" fmla="*/ 2149 h 198755"/>
              <a:gd name="T58" fmla="*/ 192081 w 372744"/>
              <a:gd name="T59" fmla="*/ 513 h 198755"/>
              <a:gd name="T60" fmla="*/ 226901 w 372744"/>
              <a:gd name="T61" fmla="*/ 135309 h 198755"/>
              <a:gd name="T62" fmla="*/ 224856 w 372744"/>
              <a:gd name="T63" fmla="*/ 136942 h 198755"/>
              <a:gd name="T64" fmla="*/ 223577 w 372744"/>
              <a:gd name="T65" fmla="*/ 141237 h 198755"/>
              <a:gd name="T66" fmla="*/ 223457 w 372744"/>
              <a:gd name="T67" fmla="*/ 150428 h 198755"/>
              <a:gd name="T68" fmla="*/ 224987 w 372744"/>
              <a:gd name="T69" fmla="*/ 156234 h 198755"/>
              <a:gd name="T70" fmla="*/ 226901 w 372744"/>
              <a:gd name="T71" fmla="*/ 157746 h 198755"/>
              <a:gd name="T72" fmla="*/ 305723 w 372744"/>
              <a:gd name="T73" fmla="*/ 156869 h 198755"/>
              <a:gd name="T74" fmla="*/ 307373 w 372744"/>
              <a:gd name="T75" fmla="*/ 139845 h 198755"/>
              <a:gd name="T76" fmla="*/ 305843 w 372744"/>
              <a:gd name="T77" fmla="*/ 136338 h 198755"/>
              <a:gd name="T78" fmla="*/ 281103 w 372744"/>
              <a:gd name="T79" fmla="*/ 42089 h 198755"/>
              <a:gd name="T80" fmla="*/ 281103 w 372744"/>
              <a:gd name="T81" fmla="*/ 42089 h 198755"/>
              <a:gd name="T82" fmla="*/ 260692 w 372744"/>
              <a:gd name="T83" fmla="*/ 13605 h 198755"/>
              <a:gd name="T84" fmla="*/ 257762 w 372744"/>
              <a:gd name="T85" fmla="*/ 14119 h 198755"/>
              <a:gd name="T86" fmla="*/ 226901 w 372744"/>
              <a:gd name="T87" fmla="*/ 34771 h 198755"/>
              <a:gd name="T88" fmla="*/ 224342 w 372744"/>
              <a:gd name="T89" fmla="*/ 37039 h 198755"/>
              <a:gd name="T90" fmla="*/ 223194 w 372744"/>
              <a:gd name="T91" fmla="*/ 40335 h 198755"/>
              <a:gd name="T92" fmla="*/ 223577 w 372744"/>
              <a:gd name="T93" fmla="*/ 53942 h 198755"/>
              <a:gd name="T94" fmla="*/ 226004 w 372744"/>
              <a:gd name="T95" fmla="*/ 56452 h 198755"/>
              <a:gd name="T96" fmla="*/ 230978 w 372744"/>
              <a:gd name="T97" fmla="*/ 54820 h 198755"/>
              <a:gd name="T98" fmla="*/ 280971 w 372744"/>
              <a:gd name="T99" fmla="*/ 15633 h 198755"/>
              <a:gd name="T100" fmla="*/ 278939 w 372744"/>
              <a:gd name="T101" fmla="*/ 14119 h 198755"/>
              <a:gd name="T102" fmla="*/ 341690 w 372744"/>
              <a:gd name="T103" fmla="*/ 0 h 198755"/>
              <a:gd name="T104" fmla="*/ 331611 w 372744"/>
              <a:gd name="T105" fmla="*/ 756 h 198755"/>
              <a:gd name="T106" fmla="*/ 332009 w 372744"/>
              <a:gd name="T107" fmla="*/ 15773 h 198755"/>
              <a:gd name="T108" fmla="*/ 345967 w 372744"/>
              <a:gd name="T109" fmla="*/ 114085 h 198755"/>
              <a:gd name="T110" fmla="*/ 327784 w 372744"/>
              <a:gd name="T111" fmla="*/ 192003 h 198755"/>
              <a:gd name="T112" fmla="*/ 329697 w 372744"/>
              <a:gd name="T113" fmla="*/ 195662 h 198755"/>
              <a:gd name="T114" fmla="*/ 336334 w 372744"/>
              <a:gd name="T115" fmla="*/ 196813 h 198755"/>
              <a:gd name="T116" fmla="*/ 348960 w 372744"/>
              <a:gd name="T117" fmla="*/ 195783 h 198755"/>
              <a:gd name="T118" fmla="*/ 351124 w 372744"/>
              <a:gd name="T119" fmla="*/ 194151 h 198755"/>
              <a:gd name="T120" fmla="*/ 373951 w 372744"/>
              <a:gd name="T121" fmla="*/ 106464 h 198755"/>
              <a:gd name="T122" fmla="*/ 350360 w 372744"/>
              <a:gd name="T123" fmla="*/ 1630 h 198755"/>
              <a:gd name="T124" fmla="*/ 341690 w 372744"/>
              <a:gd name="T125" fmla="*/ 0 h 198755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372744" h="198755">
                <a:moveTo>
                  <a:pt x="58109" y="12331"/>
                </a:moveTo>
                <a:lnTo>
                  <a:pt x="13249" y="37065"/>
                </a:lnTo>
                <a:lnTo>
                  <a:pt x="667" y="74235"/>
                </a:lnTo>
                <a:lnTo>
                  <a:pt x="0" y="87666"/>
                </a:lnTo>
                <a:lnTo>
                  <a:pt x="482" y="100030"/>
                </a:lnTo>
                <a:lnTo>
                  <a:pt x="19319" y="147222"/>
                </a:lnTo>
                <a:lnTo>
                  <a:pt x="55308" y="160919"/>
                </a:lnTo>
                <a:lnTo>
                  <a:pt x="71899" y="161174"/>
                </a:lnTo>
                <a:lnTo>
                  <a:pt x="83783" y="158959"/>
                </a:lnTo>
                <a:lnTo>
                  <a:pt x="97099" y="154051"/>
                </a:lnTo>
                <a:lnTo>
                  <a:pt x="106504" y="147374"/>
                </a:lnTo>
                <a:lnTo>
                  <a:pt x="115872" y="137281"/>
                </a:lnTo>
                <a:lnTo>
                  <a:pt x="57649" y="137281"/>
                </a:lnTo>
                <a:lnTo>
                  <a:pt x="51934" y="136154"/>
                </a:lnTo>
                <a:lnTo>
                  <a:pt x="47493" y="133868"/>
                </a:lnTo>
                <a:lnTo>
                  <a:pt x="42921" y="131460"/>
                </a:lnTo>
                <a:lnTo>
                  <a:pt x="39361" y="128137"/>
                </a:lnTo>
                <a:lnTo>
                  <a:pt x="36694" y="123565"/>
                </a:lnTo>
                <a:lnTo>
                  <a:pt x="34027" y="119146"/>
                </a:lnTo>
                <a:lnTo>
                  <a:pt x="32122" y="113812"/>
                </a:lnTo>
                <a:lnTo>
                  <a:pt x="30979" y="107441"/>
                </a:lnTo>
                <a:lnTo>
                  <a:pt x="29836" y="101224"/>
                </a:lnTo>
                <a:lnTo>
                  <a:pt x="29205" y="94122"/>
                </a:lnTo>
                <a:lnTo>
                  <a:pt x="29205" y="79522"/>
                </a:lnTo>
                <a:lnTo>
                  <a:pt x="43552" y="42946"/>
                </a:lnTo>
                <a:lnTo>
                  <a:pt x="58411" y="36088"/>
                </a:lnTo>
                <a:lnTo>
                  <a:pt x="117914" y="36088"/>
                </a:lnTo>
                <a:lnTo>
                  <a:pt x="110356" y="26402"/>
                </a:lnTo>
                <a:lnTo>
                  <a:pt x="101132" y="20200"/>
                </a:lnTo>
                <a:lnTo>
                  <a:pt x="86236" y="14198"/>
                </a:lnTo>
                <a:lnTo>
                  <a:pt x="74585" y="12617"/>
                </a:lnTo>
                <a:lnTo>
                  <a:pt x="58109" y="12331"/>
                </a:lnTo>
                <a:close/>
              </a:path>
              <a:path w="372744" h="198755">
                <a:moveTo>
                  <a:pt x="117914" y="36088"/>
                </a:moveTo>
                <a:lnTo>
                  <a:pt x="72127" y="36088"/>
                </a:lnTo>
                <a:lnTo>
                  <a:pt x="77723" y="37337"/>
                </a:lnTo>
                <a:lnTo>
                  <a:pt x="82295" y="39745"/>
                </a:lnTo>
                <a:lnTo>
                  <a:pt x="86736" y="42184"/>
                </a:lnTo>
                <a:lnTo>
                  <a:pt x="90415" y="45598"/>
                </a:lnTo>
                <a:lnTo>
                  <a:pt x="93082" y="50048"/>
                </a:lnTo>
                <a:lnTo>
                  <a:pt x="95880" y="54498"/>
                </a:lnTo>
                <a:lnTo>
                  <a:pt x="97785" y="59832"/>
                </a:lnTo>
                <a:lnTo>
                  <a:pt x="98928" y="65928"/>
                </a:lnTo>
                <a:lnTo>
                  <a:pt x="100071" y="72146"/>
                </a:lnTo>
                <a:lnTo>
                  <a:pt x="100583" y="79126"/>
                </a:lnTo>
                <a:lnTo>
                  <a:pt x="100583" y="93604"/>
                </a:lnTo>
                <a:lnTo>
                  <a:pt x="100071" y="100096"/>
                </a:lnTo>
                <a:lnTo>
                  <a:pt x="98797" y="106314"/>
                </a:lnTo>
                <a:lnTo>
                  <a:pt x="97654" y="112410"/>
                </a:lnTo>
                <a:lnTo>
                  <a:pt x="71365" y="137281"/>
                </a:lnTo>
                <a:lnTo>
                  <a:pt x="115872" y="137281"/>
                </a:lnTo>
                <a:lnTo>
                  <a:pt x="129234" y="98595"/>
                </a:lnTo>
                <a:lnTo>
                  <a:pt x="129920" y="85100"/>
                </a:lnTo>
                <a:lnTo>
                  <a:pt x="129445" y="73508"/>
                </a:lnTo>
                <a:lnTo>
                  <a:pt x="127682" y="61270"/>
                </a:lnTo>
                <a:lnTo>
                  <a:pt x="124297" y="48206"/>
                </a:lnTo>
                <a:lnTo>
                  <a:pt x="119029" y="37516"/>
                </a:lnTo>
                <a:lnTo>
                  <a:pt x="117914" y="36088"/>
                </a:lnTo>
                <a:close/>
              </a:path>
              <a:path w="372744" h="198755">
                <a:moveTo>
                  <a:pt x="187570" y="0"/>
                </a:moveTo>
                <a:lnTo>
                  <a:pt x="182748" y="0"/>
                </a:lnTo>
                <a:lnTo>
                  <a:pt x="180843" y="121"/>
                </a:lnTo>
                <a:lnTo>
                  <a:pt x="179450" y="274"/>
                </a:lnTo>
                <a:lnTo>
                  <a:pt x="178045" y="396"/>
                </a:lnTo>
                <a:lnTo>
                  <a:pt x="174116" y="1645"/>
                </a:lnTo>
                <a:lnTo>
                  <a:pt x="173735" y="1920"/>
                </a:lnTo>
                <a:lnTo>
                  <a:pt x="173354" y="2285"/>
                </a:lnTo>
                <a:lnTo>
                  <a:pt x="173201" y="2729"/>
                </a:lnTo>
                <a:lnTo>
                  <a:pt x="167991" y="14399"/>
                </a:lnTo>
                <a:lnTo>
                  <a:pt x="163448" y="26182"/>
                </a:lnTo>
                <a:lnTo>
                  <a:pt x="160650" y="34046"/>
                </a:lnTo>
                <a:lnTo>
                  <a:pt x="158233" y="42031"/>
                </a:lnTo>
                <a:lnTo>
                  <a:pt x="156328" y="50048"/>
                </a:lnTo>
                <a:lnTo>
                  <a:pt x="154423" y="58033"/>
                </a:lnTo>
                <a:lnTo>
                  <a:pt x="153030" y="66050"/>
                </a:lnTo>
                <a:lnTo>
                  <a:pt x="152137" y="74188"/>
                </a:lnTo>
                <a:lnTo>
                  <a:pt x="151125" y="82417"/>
                </a:lnTo>
                <a:lnTo>
                  <a:pt x="150613" y="90677"/>
                </a:lnTo>
                <a:lnTo>
                  <a:pt x="150613" y="107320"/>
                </a:lnTo>
                <a:lnTo>
                  <a:pt x="151125" y="115702"/>
                </a:lnTo>
                <a:lnTo>
                  <a:pt x="152018" y="123840"/>
                </a:lnTo>
                <a:lnTo>
                  <a:pt x="152899" y="131947"/>
                </a:lnTo>
                <a:lnTo>
                  <a:pt x="154304" y="139964"/>
                </a:lnTo>
                <a:lnTo>
                  <a:pt x="156209" y="147949"/>
                </a:lnTo>
                <a:lnTo>
                  <a:pt x="158114" y="155966"/>
                </a:lnTo>
                <a:lnTo>
                  <a:pt x="160400" y="163951"/>
                </a:lnTo>
                <a:lnTo>
                  <a:pt x="163317" y="171846"/>
                </a:lnTo>
                <a:lnTo>
                  <a:pt x="166115" y="179588"/>
                </a:lnTo>
                <a:lnTo>
                  <a:pt x="169413" y="187451"/>
                </a:lnTo>
                <a:lnTo>
                  <a:pt x="173223" y="195193"/>
                </a:lnTo>
                <a:lnTo>
                  <a:pt x="173473" y="195712"/>
                </a:lnTo>
                <a:lnTo>
                  <a:pt x="173854" y="196230"/>
                </a:lnTo>
                <a:lnTo>
                  <a:pt x="174366" y="196595"/>
                </a:lnTo>
                <a:lnTo>
                  <a:pt x="174878" y="196992"/>
                </a:lnTo>
                <a:lnTo>
                  <a:pt x="180081" y="198119"/>
                </a:lnTo>
                <a:lnTo>
                  <a:pt x="181605" y="198394"/>
                </a:lnTo>
                <a:lnTo>
                  <a:pt x="188082" y="198394"/>
                </a:lnTo>
                <a:lnTo>
                  <a:pt x="190237" y="198241"/>
                </a:lnTo>
                <a:lnTo>
                  <a:pt x="191892" y="197998"/>
                </a:lnTo>
                <a:lnTo>
                  <a:pt x="193416" y="197632"/>
                </a:lnTo>
                <a:lnTo>
                  <a:pt x="194690" y="197236"/>
                </a:lnTo>
                <a:lnTo>
                  <a:pt x="195452" y="196595"/>
                </a:lnTo>
                <a:lnTo>
                  <a:pt x="196214" y="196108"/>
                </a:lnTo>
                <a:lnTo>
                  <a:pt x="196595" y="195346"/>
                </a:lnTo>
                <a:lnTo>
                  <a:pt x="196595" y="193547"/>
                </a:lnTo>
                <a:lnTo>
                  <a:pt x="196333" y="192542"/>
                </a:lnTo>
                <a:lnTo>
                  <a:pt x="192352" y="181745"/>
                </a:lnTo>
                <a:lnTo>
                  <a:pt x="188507" y="169865"/>
                </a:lnTo>
                <a:lnTo>
                  <a:pt x="179122" y="121389"/>
                </a:lnTo>
                <a:lnTo>
                  <a:pt x="178092" y="93891"/>
                </a:lnTo>
                <a:lnTo>
                  <a:pt x="178590" y="82790"/>
                </a:lnTo>
                <a:lnTo>
                  <a:pt x="184461" y="42661"/>
                </a:lnTo>
                <a:lnTo>
                  <a:pt x="196083" y="6370"/>
                </a:lnTo>
                <a:lnTo>
                  <a:pt x="196333" y="5333"/>
                </a:lnTo>
                <a:lnTo>
                  <a:pt x="196464" y="4450"/>
                </a:lnTo>
                <a:lnTo>
                  <a:pt x="196464" y="3688"/>
                </a:lnTo>
                <a:lnTo>
                  <a:pt x="196333" y="2804"/>
                </a:lnTo>
                <a:lnTo>
                  <a:pt x="195833" y="2164"/>
                </a:lnTo>
                <a:lnTo>
                  <a:pt x="194940" y="1645"/>
                </a:lnTo>
                <a:lnTo>
                  <a:pt x="194178" y="1158"/>
                </a:lnTo>
                <a:lnTo>
                  <a:pt x="192904" y="761"/>
                </a:lnTo>
                <a:lnTo>
                  <a:pt x="191261" y="518"/>
                </a:lnTo>
                <a:lnTo>
                  <a:pt x="189606" y="121"/>
                </a:lnTo>
                <a:lnTo>
                  <a:pt x="187570" y="0"/>
                </a:lnTo>
                <a:close/>
              </a:path>
              <a:path w="372744" h="198755">
                <a:moveTo>
                  <a:pt x="302894" y="136397"/>
                </a:moveTo>
                <a:lnTo>
                  <a:pt x="225932" y="136397"/>
                </a:lnTo>
                <a:lnTo>
                  <a:pt x="225289" y="136519"/>
                </a:lnTo>
                <a:lnTo>
                  <a:pt x="224789" y="136916"/>
                </a:lnTo>
                <a:lnTo>
                  <a:pt x="224277" y="137434"/>
                </a:lnTo>
                <a:lnTo>
                  <a:pt x="223896" y="138043"/>
                </a:lnTo>
                <a:lnTo>
                  <a:pt x="223515" y="138958"/>
                </a:lnTo>
                <a:lnTo>
                  <a:pt x="223134" y="139842"/>
                </a:lnTo>
                <a:lnTo>
                  <a:pt x="222884" y="140969"/>
                </a:lnTo>
                <a:lnTo>
                  <a:pt x="222622" y="142372"/>
                </a:lnTo>
                <a:lnTo>
                  <a:pt x="222503" y="143896"/>
                </a:lnTo>
                <a:lnTo>
                  <a:pt x="222372" y="145663"/>
                </a:lnTo>
                <a:lnTo>
                  <a:pt x="222372" y="149992"/>
                </a:lnTo>
                <a:lnTo>
                  <a:pt x="222503" y="151637"/>
                </a:lnTo>
                <a:lnTo>
                  <a:pt x="222753" y="153161"/>
                </a:lnTo>
                <a:lnTo>
                  <a:pt x="222884" y="154564"/>
                </a:lnTo>
                <a:lnTo>
                  <a:pt x="223265" y="155722"/>
                </a:lnTo>
                <a:lnTo>
                  <a:pt x="224027" y="157490"/>
                </a:lnTo>
                <a:lnTo>
                  <a:pt x="224408" y="158130"/>
                </a:lnTo>
                <a:lnTo>
                  <a:pt x="224908" y="158495"/>
                </a:lnTo>
                <a:lnTo>
                  <a:pt x="225420" y="158892"/>
                </a:lnTo>
                <a:lnTo>
                  <a:pt x="225932" y="159014"/>
                </a:lnTo>
                <a:lnTo>
                  <a:pt x="302894" y="159014"/>
                </a:lnTo>
                <a:lnTo>
                  <a:pt x="303394" y="158892"/>
                </a:lnTo>
                <a:lnTo>
                  <a:pt x="303906" y="158495"/>
                </a:lnTo>
                <a:lnTo>
                  <a:pt x="304418" y="158130"/>
                </a:lnTo>
                <a:lnTo>
                  <a:pt x="306442" y="149992"/>
                </a:lnTo>
                <a:lnTo>
                  <a:pt x="306442" y="143896"/>
                </a:lnTo>
                <a:lnTo>
                  <a:pt x="306192" y="142372"/>
                </a:lnTo>
                <a:lnTo>
                  <a:pt x="306061" y="140969"/>
                </a:lnTo>
                <a:lnTo>
                  <a:pt x="305680" y="139842"/>
                </a:lnTo>
                <a:lnTo>
                  <a:pt x="305299" y="138958"/>
                </a:lnTo>
                <a:lnTo>
                  <a:pt x="304918" y="138043"/>
                </a:lnTo>
                <a:lnTo>
                  <a:pt x="304537" y="137434"/>
                </a:lnTo>
                <a:lnTo>
                  <a:pt x="304037" y="136916"/>
                </a:lnTo>
                <a:lnTo>
                  <a:pt x="303394" y="136519"/>
                </a:lnTo>
                <a:lnTo>
                  <a:pt x="302894" y="136397"/>
                </a:lnTo>
                <a:close/>
              </a:path>
              <a:path w="372744" h="198755">
                <a:moveTo>
                  <a:pt x="279903" y="42428"/>
                </a:moveTo>
                <a:lnTo>
                  <a:pt x="252090" y="42428"/>
                </a:lnTo>
                <a:lnTo>
                  <a:pt x="252090" y="136397"/>
                </a:lnTo>
                <a:lnTo>
                  <a:pt x="279903" y="136397"/>
                </a:lnTo>
                <a:lnTo>
                  <a:pt x="279903" y="42428"/>
                </a:lnTo>
                <a:close/>
              </a:path>
              <a:path w="372744" h="198755">
                <a:moveTo>
                  <a:pt x="272283" y="13594"/>
                </a:moveTo>
                <a:lnTo>
                  <a:pt x="262127" y="13594"/>
                </a:lnTo>
                <a:lnTo>
                  <a:pt x="260722" y="13715"/>
                </a:lnTo>
                <a:lnTo>
                  <a:pt x="259579" y="13715"/>
                </a:lnTo>
                <a:lnTo>
                  <a:pt x="258698" y="13837"/>
                </a:lnTo>
                <a:lnTo>
                  <a:pt x="257936" y="13990"/>
                </a:lnTo>
                <a:lnTo>
                  <a:pt x="257174" y="14112"/>
                </a:lnTo>
                <a:lnTo>
                  <a:pt x="256662" y="14234"/>
                </a:lnTo>
                <a:lnTo>
                  <a:pt x="256150" y="14477"/>
                </a:lnTo>
                <a:lnTo>
                  <a:pt x="255769" y="14752"/>
                </a:lnTo>
                <a:lnTo>
                  <a:pt x="255388" y="14996"/>
                </a:lnTo>
                <a:lnTo>
                  <a:pt x="225932" y="35051"/>
                </a:lnTo>
                <a:lnTo>
                  <a:pt x="225039" y="35692"/>
                </a:lnTo>
                <a:lnTo>
                  <a:pt x="224408" y="36210"/>
                </a:lnTo>
                <a:lnTo>
                  <a:pt x="223896" y="36850"/>
                </a:lnTo>
                <a:lnTo>
                  <a:pt x="223384" y="37337"/>
                </a:lnTo>
                <a:lnTo>
                  <a:pt x="223003" y="37978"/>
                </a:lnTo>
                <a:lnTo>
                  <a:pt x="222753" y="38740"/>
                </a:lnTo>
                <a:lnTo>
                  <a:pt x="222372" y="39623"/>
                </a:lnTo>
                <a:lnTo>
                  <a:pt x="222241" y="40660"/>
                </a:lnTo>
                <a:lnTo>
                  <a:pt x="222122" y="41788"/>
                </a:lnTo>
                <a:lnTo>
                  <a:pt x="222122" y="51175"/>
                </a:lnTo>
                <a:lnTo>
                  <a:pt x="222372" y="52699"/>
                </a:lnTo>
                <a:lnTo>
                  <a:pt x="222622" y="54376"/>
                </a:lnTo>
                <a:lnTo>
                  <a:pt x="223003" y="55382"/>
                </a:lnTo>
                <a:lnTo>
                  <a:pt x="223646" y="56022"/>
                </a:lnTo>
                <a:lnTo>
                  <a:pt x="224146" y="56662"/>
                </a:lnTo>
                <a:lnTo>
                  <a:pt x="225039" y="56906"/>
                </a:lnTo>
                <a:lnTo>
                  <a:pt x="226051" y="56662"/>
                </a:lnTo>
                <a:lnTo>
                  <a:pt x="227075" y="56509"/>
                </a:lnTo>
                <a:lnTo>
                  <a:pt x="228337" y="56022"/>
                </a:lnTo>
                <a:lnTo>
                  <a:pt x="229992" y="55260"/>
                </a:lnTo>
                <a:lnTo>
                  <a:pt x="252090" y="42428"/>
                </a:lnTo>
                <a:lnTo>
                  <a:pt x="279903" y="42428"/>
                </a:lnTo>
                <a:lnTo>
                  <a:pt x="279903" y="16398"/>
                </a:lnTo>
                <a:lnTo>
                  <a:pt x="279772" y="15758"/>
                </a:lnTo>
                <a:lnTo>
                  <a:pt x="279391" y="15361"/>
                </a:lnTo>
                <a:lnTo>
                  <a:pt x="279141" y="14874"/>
                </a:lnTo>
                <a:lnTo>
                  <a:pt x="278629" y="14599"/>
                </a:lnTo>
                <a:lnTo>
                  <a:pt x="277748" y="14234"/>
                </a:lnTo>
                <a:lnTo>
                  <a:pt x="276855" y="13990"/>
                </a:lnTo>
                <a:lnTo>
                  <a:pt x="275581" y="13837"/>
                </a:lnTo>
                <a:lnTo>
                  <a:pt x="272283" y="13594"/>
                </a:lnTo>
                <a:close/>
              </a:path>
              <a:path w="372744" h="198755">
                <a:moveTo>
                  <a:pt x="340232" y="0"/>
                </a:moveTo>
                <a:lnTo>
                  <a:pt x="335398" y="0"/>
                </a:lnTo>
                <a:lnTo>
                  <a:pt x="333374" y="121"/>
                </a:lnTo>
                <a:lnTo>
                  <a:pt x="331719" y="518"/>
                </a:lnTo>
                <a:lnTo>
                  <a:pt x="330195" y="761"/>
                </a:lnTo>
                <a:lnTo>
                  <a:pt x="326516" y="3688"/>
                </a:lnTo>
                <a:lnTo>
                  <a:pt x="326385" y="4450"/>
                </a:lnTo>
                <a:lnTo>
                  <a:pt x="326516" y="5333"/>
                </a:lnTo>
                <a:lnTo>
                  <a:pt x="330592" y="15898"/>
                </a:lnTo>
                <a:lnTo>
                  <a:pt x="334524" y="27667"/>
                </a:lnTo>
                <a:lnTo>
                  <a:pt x="343992" y="76369"/>
                </a:lnTo>
                <a:lnTo>
                  <a:pt x="345001" y="103859"/>
                </a:lnTo>
                <a:lnTo>
                  <a:pt x="344490" y="115002"/>
                </a:lnTo>
                <a:lnTo>
                  <a:pt x="338531" y="155097"/>
                </a:lnTo>
                <a:lnTo>
                  <a:pt x="327016" y="191383"/>
                </a:lnTo>
                <a:lnTo>
                  <a:pt x="326635" y="192542"/>
                </a:lnTo>
                <a:lnTo>
                  <a:pt x="326385" y="193547"/>
                </a:lnTo>
                <a:lnTo>
                  <a:pt x="326385" y="195346"/>
                </a:lnTo>
                <a:lnTo>
                  <a:pt x="326766" y="196108"/>
                </a:lnTo>
                <a:lnTo>
                  <a:pt x="327528" y="196595"/>
                </a:lnTo>
                <a:lnTo>
                  <a:pt x="328290" y="197236"/>
                </a:lnTo>
                <a:lnTo>
                  <a:pt x="329564" y="197632"/>
                </a:lnTo>
                <a:lnTo>
                  <a:pt x="331088" y="197998"/>
                </a:lnTo>
                <a:lnTo>
                  <a:pt x="332731" y="198241"/>
                </a:lnTo>
                <a:lnTo>
                  <a:pt x="334898" y="198394"/>
                </a:lnTo>
                <a:lnTo>
                  <a:pt x="341494" y="198394"/>
                </a:lnTo>
                <a:lnTo>
                  <a:pt x="342899" y="198119"/>
                </a:lnTo>
                <a:lnTo>
                  <a:pt x="345566" y="197876"/>
                </a:lnTo>
                <a:lnTo>
                  <a:pt x="347471" y="197357"/>
                </a:lnTo>
                <a:lnTo>
                  <a:pt x="348233" y="196992"/>
                </a:lnTo>
                <a:lnTo>
                  <a:pt x="348733" y="196595"/>
                </a:lnTo>
                <a:lnTo>
                  <a:pt x="349245" y="196230"/>
                </a:lnTo>
                <a:lnTo>
                  <a:pt x="349626" y="195712"/>
                </a:lnTo>
                <a:lnTo>
                  <a:pt x="349876" y="195193"/>
                </a:lnTo>
                <a:lnTo>
                  <a:pt x="353686" y="187451"/>
                </a:lnTo>
                <a:lnTo>
                  <a:pt x="366771" y="147949"/>
                </a:lnTo>
                <a:lnTo>
                  <a:pt x="372355" y="107320"/>
                </a:lnTo>
                <a:lnTo>
                  <a:pt x="372355" y="98938"/>
                </a:lnTo>
                <a:lnTo>
                  <a:pt x="367141" y="54284"/>
                </a:lnTo>
                <a:lnTo>
                  <a:pt x="355052" y="14555"/>
                </a:lnTo>
                <a:lnTo>
                  <a:pt x="348864" y="1645"/>
                </a:lnTo>
                <a:lnTo>
                  <a:pt x="348483" y="1280"/>
                </a:lnTo>
                <a:lnTo>
                  <a:pt x="343399" y="274"/>
                </a:lnTo>
                <a:lnTo>
                  <a:pt x="342006" y="121"/>
                </a:lnTo>
                <a:lnTo>
                  <a:pt x="3402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60" name="object 25">
            <a:extLst>
              <a:ext uri="{FF2B5EF4-FFF2-40B4-BE49-F238E27FC236}">
                <a16:creationId xmlns:a16="http://schemas.microsoft.com/office/drawing/2014/main" id="{2D41FFD1-2345-462D-5FC8-C2704844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667" y="1627718"/>
            <a:ext cx="1390651" cy="256116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5861" name="object 26">
            <a:extLst>
              <a:ext uri="{FF2B5EF4-FFF2-40B4-BE49-F238E27FC236}">
                <a16:creationId xmlns:a16="http://schemas.microsoft.com/office/drawing/2014/main" id="{D25C8232-52D8-47F8-E386-1B4CA566FE6F}"/>
              </a:ext>
            </a:extLst>
          </p:cNvPr>
          <p:cNvSpPr>
            <a:spLocks/>
          </p:cNvSpPr>
          <p:nvPr/>
        </p:nvSpPr>
        <p:spPr bwMode="auto">
          <a:xfrm>
            <a:off x="3979334" y="1617133"/>
            <a:ext cx="82551" cy="264584"/>
          </a:xfrm>
          <a:custGeom>
            <a:avLst/>
            <a:gdLst>
              <a:gd name="T0" fmla="*/ 12118 w 61594"/>
              <a:gd name="T1" fmla="*/ 0 h 198755"/>
              <a:gd name="T2" fmla="*/ 8991 w 61594"/>
              <a:gd name="T3" fmla="*/ 274 h 198755"/>
              <a:gd name="T4" fmla="*/ 5864 w 61594"/>
              <a:gd name="T5" fmla="*/ 635 h 198755"/>
              <a:gd name="T6" fmla="*/ 3518 w 61594"/>
              <a:gd name="T7" fmla="*/ 1270 h 198755"/>
              <a:gd name="T8" fmla="*/ 2468 w 61594"/>
              <a:gd name="T9" fmla="*/ 1783 h 198755"/>
              <a:gd name="T10" fmla="*/ 254 w 61594"/>
              <a:gd name="T11" fmla="*/ 6561 h 198755"/>
              <a:gd name="T12" fmla="*/ 0 w 61594"/>
              <a:gd name="T13" fmla="*/ 14876 h 198755"/>
              <a:gd name="T14" fmla="*/ 4422 w 61594"/>
              <a:gd name="T15" fmla="*/ 21287 h 198755"/>
              <a:gd name="T16" fmla="*/ 9382 w 61594"/>
              <a:gd name="T17" fmla="*/ 21440 h 198755"/>
              <a:gd name="T18" fmla="*/ 12375 w 61594"/>
              <a:gd name="T19" fmla="*/ 21801 h 198755"/>
              <a:gd name="T20" fmla="*/ 14587 w 61594"/>
              <a:gd name="T21" fmla="*/ 23071 h 198755"/>
              <a:gd name="T22" fmla="*/ 17984 w 61594"/>
              <a:gd name="T23" fmla="*/ 68911 h 198755"/>
              <a:gd name="T24" fmla="*/ 19157 w 61594"/>
              <a:gd name="T25" fmla="*/ 76743 h 198755"/>
              <a:gd name="T26" fmla="*/ 21233 w 61594"/>
              <a:gd name="T27" fmla="*/ 83033 h 198755"/>
              <a:gd name="T28" fmla="*/ 24753 w 61594"/>
              <a:gd name="T29" fmla="*/ 88082 h 198755"/>
              <a:gd name="T30" fmla="*/ 36358 w 61594"/>
              <a:gd name="T31" fmla="*/ 96759 h 198755"/>
              <a:gd name="T32" fmla="*/ 21233 w 61594"/>
              <a:gd name="T33" fmla="*/ 114902 h 198755"/>
              <a:gd name="T34" fmla="*/ 19157 w 61594"/>
              <a:gd name="T35" fmla="*/ 123218 h 198755"/>
              <a:gd name="T36" fmla="*/ 17984 w 61594"/>
              <a:gd name="T37" fmla="*/ 132562 h 198755"/>
              <a:gd name="T38" fmla="*/ 17849 w 61594"/>
              <a:gd name="T39" fmla="*/ 161892 h 198755"/>
              <a:gd name="T40" fmla="*/ 11727 w 61594"/>
              <a:gd name="T41" fmla="*/ 175016 h 198755"/>
              <a:gd name="T42" fmla="*/ 4300 w 61594"/>
              <a:gd name="T43" fmla="*/ 175377 h 198755"/>
              <a:gd name="T44" fmla="*/ 1172 w 61594"/>
              <a:gd name="T45" fmla="*/ 177767 h 198755"/>
              <a:gd name="T46" fmla="*/ 514 w 61594"/>
              <a:gd name="T47" fmla="*/ 179551 h 198755"/>
              <a:gd name="T48" fmla="*/ 123 w 61594"/>
              <a:gd name="T49" fmla="*/ 182061 h 198755"/>
              <a:gd name="T50" fmla="*/ 0 w 61594"/>
              <a:gd name="T51" fmla="*/ 187474 h 198755"/>
              <a:gd name="T52" fmla="*/ 5729 w 61594"/>
              <a:gd name="T53" fmla="*/ 196061 h 198755"/>
              <a:gd name="T54" fmla="*/ 8991 w 61594"/>
              <a:gd name="T55" fmla="*/ 196545 h 198755"/>
              <a:gd name="T56" fmla="*/ 12118 w 61594"/>
              <a:gd name="T57" fmla="*/ 196818 h 198755"/>
              <a:gd name="T58" fmla="*/ 41976 w 61594"/>
              <a:gd name="T59" fmla="*/ 172626 h 198755"/>
              <a:gd name="T60" fmla="*/ 43396 w 61594"/>
              <a:gd name="T61" fmla="*/ 160653 h 198755"/>
              <a:gd name="T62" fmla="*/ 43653 w 61594"/>
              <a:gd name="T63" fmla="*/ 128782 h 198755"/>
              <a:gd name="T64" fmla="*/ 44960 w 61594"/>
              <a:gd name="T65" fmla="*/ 122221 h 198755"/>
              <a:gd name="T66" fmla="*/ 47172 w 61594"/>
              <a:gd name="T67" fmla="*/ 116414 h 198755"/>
              <a:gd name="T68" fmla="*/ 50044 w 61594"/>
              <a:gd name="T69" fmla="*/ 111517 h 198755"/>
              <a:gd name="T70" fmla="*/ 53953 w 61594"/>
              <a:gd name="T71" fmla="*/ 107858 h 198755"/>
              <a:gd name="T72" fmla="*/ 59035 w 61594"/>
              <a:gd name="T73" fmla="*/ 106467 h 198755"/>
              <a:gd name="T74" fmla="*/ 60330 w 61594"/>
              <a:gd name="T75" fmla="*/ 106104 h 198755"/>
              <a:gd name="T76" fmla="*/ 61247 w 61594"/>
              <a:gd name="T77" fmla="*/ 105469 h 198755"/>
              <a:gd name="T78" fmla="*/ 62925 w 61594"/>
              <a:gd name="T79" fmla="*/ 93495 h 198755"/>
              <a:gd name="T80" fmla="*/ 61503 w 61594"/>
              <a:gd name="T81" fmla="*/ 86932 h 198755"/>
              <a:gd name="T82" fmla="*/ 60465 w 61594"/>
              <a:gd name="T83" fmla="*/ 85936 h 198755"/>
              <a:gd name="T84" fmla="*/ 59426 w 61594"/>
              <a:gd name="T85" fmla="*/ 85301 h 198755"/>
              <a:gd name="T86" fmla="*/ 53562 w 61594"/>
              <a:gd name="T87" fmla="*/ 83909 h 198755"/>
              <a:gd name="T88" fmla="*/ 43396 w 61594"/>
              <a:gd name="T89" fmla="*/ 36164 h 198755"/>
              <a:gd name="T90" fmla="*/ 28271 w 61594"/>
              <a:gd name="T91" fmla="*/ 2784 h 198755"/>
              <a:gd name="T92" fmla="*/ 19669 w 61594"/>
              <a:gd name="T93" fmla="*/ 0 h 1987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1594" h="198755">
                <a:moveTo>
                  <a:pt x="19168" y="0"/>
                </a:moveTo>
                <a:lnTo>
                  <a:pt x="11810" y="0"/>
                </a:lnTo>
                <a:lnTo>
                  <a:pt x="10286" y="121"/>
                </a:lnTo>
                <a:lnTo>
                  <a:pt x="8762" y="274"/>
                </a:lnTo>
                <a:lnTo>
                  <a:pt x="7238" y="396"/>
                </a:lnTo>
                <a:lnTo>
                  <a:pt x="5714" y="640"/>
                </a:lnTo>
                <a:lnTo>
                  <a:pt x="4059" y="1158"/>
                </a:lnTo>
                <a:lnTo>
                  <a:pt x="3428" y="1280"/>
                </a:lnTo>
                <a:lnTo>
                  <a:pt x="2916" y="1402"/>
                </a:lnTo>
                <a:lnTo>
                  <a:pt x="2404" y="1798"/>
                </a:lnTo>
                <a:lnTo>
                  <a:pt x="1904" y="2164"/>
                </a:lnTo>
                <a:lnTo>
                  <a:pt x="249" y="6614"/>
                </a:lnTo>
                <a:lnTo>
                  <a:pt x="0" y="7894"/>
                </a:lnTo>
                <a:lnTo>
                  <a:pt x="0" y="14996"/>
                </a:lnTo>
                <a:lnTo>
                  <a:pt x="118" y="16276"/>
                </a:lnTo>
                <a:lnTo>
                  <a:pt x="4309" y="21457"/>
                </a:lnTo>
                <a:lnTo>
                  <a:pt x="5333" y="21457"/>
                </a:lnTo>
                <a:lnTo>
                  <a:pt x="9143" y="21610"/>
                </a:lnTo>
                <a:lnTo>
                  <a:pt x="10786" y="21610"/>
                </a:lnTo>
                <a:lnTo>
                  <a:pt x="12060" y="21976"/>
                </a:lnTo>
                <a:lnTo>
                  <a:pt x="13072" y="22616"/>
                </a:lnTo>
                <a:lnTo>
                  <a:pt x="14215" y="23256"/>
                </a:lnTo>
                <a:lnTo>
                  <a:pt x="17525" y="39502"/>
                </a:lnTo>
                <a:lnTo>
                  <a:pt x="17525" y="69463"/>
                </a:lnTo>
                <a:lnTo>
                  <a:pt x="17906" y="74035"/>
                </a:lnTo>
                <a:lnTo>
                  <a:pt x="18668" y="77358"/>
                </a:lnTo>
                <a:lnTo>
                  <a:pt x="19549" y="80771"/>
                </a:lnTo>
                <a:lnTo>
                  <a:pt x="20692" y="83698"/>
                </a:lnTo>
                <a:lnTo>
                  <a:pt x="22478" y="86227"/>
                </a:lnTo>
                <a:lnTo>
                  <a:pt x="24121" y="88788"/>
                </a:lnTo>
                <a:lnTo>
                  <a:pt x="39361" y="96530"/>
                </a:lnTo>
                <a:lnTo>
                  <a:pt x="35432" y="97535"/>
                </a:lnTo>
                <a:lnTo>
                  <a:pt x="22478" y="112013"/>
                </a:lnTo>
                <a:lnTo>
                  <a:pt x="20692" y="115823"/>
                </a:lnTo>
                <a:lnTo>
                  <a:pt x="19549" y="119908"/>
                </a:lnTo>
                <a:lnTo>
                  <a:pt x="18668" y="124205"/>
                </a:lnTo>
                <a:lnTo>
                  <a:pt x="17906" y="128656"/>
                </a:lnTo>
                <a:lnTo>
                  <a:pt x="17525" y="133624"/>
                </a:lnTo>
                <a:lnTo>
                  <a:pt x="17525" y="158892"/>
                </a:lnTo>
                <a:lnTo>
                  <a:pt x="17394" y="163189"/>
                </a:lnTo>
                <a:lnTo>
                  <a:pt x="12572" y="175778"/>
                </a:lnTo>
                <a:lnTo>
                  <a:pt x="11429" y="176418"/>
                </a:lnTo>
                <a:lnTo>
                  <a:pt x="10024" y="176783"/>
                </a:lnTo>
                <a:lnTo>
                  <a:pt x="4190" y="176783"/>
                </a:lnTo>
                <a:lnTo>
                  <a:pt x="3678" y="176905"/>
                </a:lnTo>
                <a:lnTo>
                  <a:pt x="1142" y="179191"/>
                </a:lnTo>
                <a:lnTo>
                  <a:pt x="761" y="179953"/>
                </a:lnTo>
                <a:lnTo>
                  <a:pt x="499" y="180990"/>
                </a:lnTo>
                <a:lnTo>
                  <a:pt x="249" y="182239"/>
                </a:lnTo>
                <a:lnTo>
                  <a:pt x="118" y="183520"/>
                </a:lnTo>
                <a:lnTo>
                  <a:pt x="0" y="185165"/>
                </a:lnTo>
                <a:lnTo>
                  <a:pt x="0" y="188975"/>
                </a:lnTo>
                <a:lnTo>
                  <a:pt x="3928" y="197236"/>
                </a:lnTo>
                <a:lnTo>
                  <a:pt x="5583" y="197632"/>
                </a:lnTo>
                <a:lnTo>
                  <a:pt x="7238" y="197876"/>
                </a:lnTo>
                <a:lnTo>
                  <a:pt x="8762" y="198119"/>
                </a:lnTo>
                <a:lnTo>
                  <a:pt x="10286" y="198241"/>
                </a:lnTo>
                <a:lnTo>
                  <a:pt x="11810" y="198394"/>
                </a:lnTo>
                <a:lnTo>
                  <a:pt x="19168" y="198394"/>
                </a:lnTo>
                <a:lnTo>
                  <a:pt x="40906" y="174010"/>
                </a:lnTo>
                <a:lnTo>
                  <a:pt x="41778" y="168798"/>
                </a:lnTo>
                <a:lnTo>
                  <a:pt x="42290" y="161940"/>
                </a:lnTo>
                <a:lnTo>
                  <a:pt x="42312" y="133624"/>
                </a:lnTo>
                <a:lnTo>
                  <a:pt x="42540" y="129814"/>
                </a:lnTo>
                <a:lnTo>
                  <a:pt x="43171" y="126491"/>
                </a:lnTo>
                <a:lnTo>
                  <a:pt x="43814" y="123200"/>
                </a:lnTo>
                <a:lnTo>
                  <a:pt x="44695" y="120152"/>
                </a:lnTo>
                <a:lnTo>
                  <a:pt x="45969" y="117347"/>
                </a:lnTo>
                <a:lnTo>
                  <a:pt x="47112" y="114696"/>
                </a:lnTo>
                <a:lnTo>
                  <a:pt x="48767" y="112410"/>
                </a:lnTo>
                <a:lnTo>
                  <a:pt x="50672" y="110611"/>
                </a:lnTo>
                <a:lnTo>
                  <a:pt x="52577" y="108722"/>
                </a:lnTo>
                <a:lnTo>
                  <a:pt x="54863" y="107716"/>
                </a:lnTo>
                <a:lnTo>
                  <a:pt x="57530" y="107320"/>
                </a:lnTo>
                <a:lnTo>
                  <a:pt x="58161" y="107198"/>
                </a:lnTo>
                <a:lnTo>
                  <a:pt x="58792" y="106954"/>
                </a:lnTo>
                <a:lnTo>
                  <a:pt x="59173" y="106558"/>
                </a:lnTo>
                <a:lnTo>
                  <a:pt x="59685" y="106314"/>
                </a:lnTo>
                <a:lnTo>
                  <a:pt x="61340" y="98572"/>
                </a:lnTo>
                <a:lnTo>
                  <a:pt x="61320" y="94244"/>
                </a:lnTo>
                <a:lnTo>
                  <a:pt x="60197" y="88391"/>
                </a:lnTo>
                <a:lnTo>
                  <a:pt x="59935" y="87629"/>
                </a:lnTo>
                <a:lnTo>
                  <a:pt x="59554" y="86989"/>
                </a:lnTo>
                <a:lnTo>
                  <a:pt x="58923" y="86624"/>
                </a:lnTo>
                <a:lnTo>
                  <a:pt x="58411" y="86227"/>
                </a:lnTo>
                <a:lnTo>
                  <a:pt x="57911" y="85984"/>
                </a:lnTo>
                <a:lnTo>
                  <a:pt x="54482" y="85343"/>
                </a:lnTo>
                <a:lnTo>
                  <a:pt x="52196" y="84581"/>
                </a:lnTo>
                <a:lnTo>
                  <a:pt x="42290" y="68854"/>
                </a:lnTo>
                <a:lnTo>
                  <a:pt x="42290" y="36454"/>
                </a:lnTo>
                <a:lnTo>
                  <a:pt x="41778" y="29474"/>
                </a:lnTo>
                <a:lnTo>
                  <a:pt x="27550" y="2804"/>
                </a:lnTo>
                <a:lnTo>
                  <a:pt x="23871" y="883"/>
                </a:lnTo>
                <a:lnTo>
                  <a:pt x="1916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5862" name="object 27">
            <a:extLst>
              <a:ext uri="{FF2B5EF4-FFF2-40B4-BE49-F238E27FC236}">
                <a16:creationId xmlns:a16="http://schemas.microsoft.com/office/drawing/2014/main" id="{351C3030-4E03-9D22-7999-A5F8B4593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918" y="958851"/>
            <a:ext cx="577849" cy="5461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object 2">
            <a:extLst>
              <a:ext uri="{FF2B5EF4-FFF2-40B4-BE49-F238E27FC236}">
                <a16:creationId xmlns:a16="http://schemas.microsoft.com/office/drawing/2014/main" id="{ED34EB9A-BD99-C680-1F74-F034695A7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613151"/>
            <a:ext cx="9245600" cy="2594749"/>
          </a:xfrm>
          <a:prstGeom prst="rect">
            <a:avLst/>
          </a:prstGeom>
          <a:solidFill>
            <a:srgbClr val="FCD5B5"/>
          </a:solidFill>
          <a:ln w="953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marL="87313" indent="47625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O(</a:t>
            </a:r>
            <a:r>
              <a:rPr lang="en-US" altLang="en-US" sz="2400" b="1" dirty="0" err="1">
                <a:solidFill>
                  <a:srgbClr val="FF0000"/>
                </a:solidFill>
                <a:cs typeface="Calibri" panose="020F0502020204030204" pitchFamily="34" charset="0"/>
              </a:rPr>
              <a:t>LogLogn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Time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Complexity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of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a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loop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is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considered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as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O(</a:t>
            </a:r>
            <a:r>
              <a:rPr lang="en-US" altLang="en-US" sz="2400" b="1" dirty="0" err="1">
                <a:solidFill>
                  <a:srgbClr val="FF0000"/>
                </a:solidFill>
                <a:cs typeface="Calibri" panose="020F0502020204030204" pitchFamily="34" charset="0"/>
              </a:rPr>
              <a:t>LogLogn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if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the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loop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variables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is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reduced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/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increased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exponentially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by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a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constant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amount.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 algn="just">
              <a:lnSpc>
                <a:spcPts val="2867"/>
              </a:lnSpc>
              <a:spcBef>
                <a:spcPts val="100"/>
              </a:spcBef>
            </a:pPr>
            <a:r>
              <a:rPr lang="en-US" altLang="en-US" sz="2400" b="1" dirty="0">
                <a:cs typeface="Calibri" panose="020F0502020204030204" pitchFamily="34" charset="0"/>
              </a:rPr>
              <a:t>//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Here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is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a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constant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greater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than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1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 algn="just">
              <a:lnSpc>
                <a:spcPts val="2833"/>
              </a:lnSpc>
            </a:pPr>
            <a:r>
              <a:rPr lang="en-US" altLang="en-US" sz="2400" b="1" dirty="0">
                <a:cs typeface="Calibri" panose="020F0502020204030204" pitchFamily="34" charset="0"/>
              </a:rPr>
              <a:t>for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(int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2;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&lt;=n;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pow(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cs typeface="Calibri" panose="020F0502020204030204" pitchFamily="34" charset="0"/>
              </a:rPr>
              <a:t>,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c))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{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//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some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O(1)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expressions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>
              <a:lnSpc>
                <a:spcPts val="2900"/>
              </a:lnSpc>
              <a:spcBef>
                <a:spcPts val="51"/>
              </a:spcBef>
            </a:pPr>
            <a:r>
              <a:rPr lang="en-US" altLang="en-US" sz="2400" b="1" dirty="0">
                <a:cs typeface="Calibri" panose="020F0502020204030204" pitchFamily="34" charset="0"/>
              </a:rPr>
              <a:t>//Here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fun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is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sqrt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or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cuberoot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or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any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other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constant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root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for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(int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n;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&gt;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1;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fun(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cs typeface="Calibri" panose="020F0502020204030204" pitchFamily="34" charset="0"/>
              </a:rPr>
              <a:t>))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{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//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some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O(1)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expressions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endParaRPr lang="en-US" altLang="en-US" sz="2400" dirty="0">
              <a:cs typeface="Calibri" panose="020F0502020204030204" pitchFamily="34" charset="0"/>
            </a:endParaRPr>
          </a:p>
        </p:txBody>
      </p:sp>
      <p:sp>
        <p:nvSpPr>
          <p:cNvPr id="37891" name="object 3">
            <a:extLst>
              <a:ext uri="{FF2B5EF4-FFF2-40B4-BE49-F238E27FC236}">
                <a16:creationId xmlns:a16="http://schemas.microsoft.com/office/drawing/2014/main" id="{C9D15BE3-CF5A-397D-F38A-AD4D863923C4}"/>
              </a:ext>
            </a:extLst>
          </p:cNvPr>
          <p:cNvSpPr>
            <a:spLocks/>
          </p:cNvSpPr>
          <p:nvPr/>
        </p:nvSpPr>
        <p:spPr bwMode="auto">
          <a:xfrm>
            <a:off x="613833" y="383118"/>
            <a:ext cx="5689600" cy="3077633"/>
          </a:xfrm>
          <a:custGeom>
            <a:avLst/>
            <a:gdLst>
              <a:gd name="T0" fmla="*/ 0 w 4267200"/>
              <a:gd name="T1" fmla="*/ 2305686 h 2308860"/>
              <a:gd name="T2" fmla="*/ 4267199 w 4267200"/>
              <a:gd name="T3" fmla="*/ 2305686 h 2308860"/>
              <a:gd name="T4" fmla="*/ 4267199 w 4267200"/>
              <a:gd name="T5" fmla="*/ 0 h 2308860"/>
              <a:gd name="T6" fmla="*/ 0 w 4267200"/>
              <a:gd name="T7" fmla="*/ 0 h 2308860"/>
              <a:gd name="T8" fmla="*/ 0 w 4267200"/>
              <a:gd name="T9" fmla="*/ 2305686 h 2308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267200" h="2308860">
                <a:moveTo>
                  <a:pt x="0" y="2308859"/>
                </a:moveTo>
                <a:lnTo>
                  <a:pt x="4267199" y="2308859"/>
                </a:lnTo>
                <a:lnTo>
                  <a:pt x="4267199" y="0"/>
                </a:lnTo>
                <a:lnTo>
                  <a:pt x="0" y="0"/>
                </a:lnTo>
                <a:lnTo>
                  <a:pt x="0" y="2308859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892" name="object 4">
            <a:extLst>
              <a:ext uri="{FF2B5EF4-FFF2-40B4-BE49-F238E27FC236}">
                <a16:creationId xmlns:a16="http://schemas.microsoft.com/office/drawing/2014/main" id="{11EAB2BD-CD02-431C-4085-357E35A579F1}"/>
              </a:ext>
            </a:extLst>
          </p:cNvPr>
          <p:cNvSpPr>
            <a:spLocks/>
          </p:cNvSpPr>
          <p:nvPr/>
        </p:nvSpPr>
        <p:spPr bwMode="auto">
          <a:xfrm>
            <a:off x="613833" y="383118"/>
            <a:ext cx="5689600" cy="3077633"/>
          </a:xfrm>
          <a:custGeom>
            <a:avLst/>
            <a:gdLst>
              <a:gd name="T0" fmla="*/ 0 w 4267200"/>
              <a:gd name="T1" fmla="*/ 2305686 h 2308860"/>
              <a:gd name="T2" fmla="*/ 4267199 w 4267200"/>
              <a:gd name="T3" fmla="*/ 2305686 h 2308860"/>
              <a:gd name="T4" fmla="*/ 4267199 w 4267200"/>
              <a:gd name="T5" fmla="*/ 0 h 2308860"/>
              <a:gd name="T6" fmla="*/ 0 w 4267200"/>
              <a:gd name="T7" fmla="*/ 0 h 2308860"/>
              <a:gd name="T8" fmla="*/ 0 w 4267200"/>
              <a:gd name="T9" fmla="*/ 2305686 h 2308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267200" h="2308860">
                <a:moveTo>
                  <a:pt x="0" y="2308859"/>
                </a:moveTo>
                <a:lnTo>
                  <a:pt x="4267199" y="2308859"/>
                </a:lnTo>
                <a:lnTo>
                  <a:pt x="4267199" y="0"/>
                </a:lnTo>
                <a:lnTo>
                  <a:pt x="0" y="0"/>
                </a:lnTo>
                <a:lnTo>
                  <a:pt x="0" y="2308859"/>
                </a:lnTo>
                <a:close/>
              </a:path>
            </a:pathLst>
          </a:custGeom>
          <a:noFill/>
          <a:ln w="953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893" name="object 7">
            <a:extLst>
              <a:ext uri="{FF2B5EF4-FFF2-40B4-BE49-F238E27FC236}">
                <a16:creationId xmlns:a16="http://schemas.microsoft.com/office/drawing/2014/main" id="{8AD4007B-DEA4-AACE-FED4-6822520CE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495301"/>
            <a:ext cx="5384800" cy="2876551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7894" name="object 8">
            <a:extLst>
              <a:ext uri="{FF2B5EF4-FFF2-40B4-BE49-F238E27FC236}">
                <a16:creationId xmlns:a16="http://schemas.microsoft.com/office/drawing/2014/main" id="{B62528C2-EE00-A6DA-4FE2-92979E8CF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1" y="531285"/>
            <a:ext cx="918633" cy="2667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7895" name="object 9">
            <a:extLst>
              <a:ext uri="{FF2B5EF4-FFF2-40B4-BE49-F238E27FC236}">
                <a16:creationId xmlns:a16="http://schemas.microsoft.com/office/drawing/2014/main" id="{CFADC73D-B812-363E-34FC-020CBFAC6F09}"/>
              </a:ext>
            </a:extLst>
          </p:cNvPr>
          <p:cNvSpPr>
            <a:spLocks/>
          </p:cNvSpPr>
          <p:nvPr/>
        </p:nvSpPr>
        <p:spPr bwMode="auto">
          <a:xfrm>
            <a:off x="1803401" y="541867"/>
            <a:ext cx="582084" cy="205317"/>
          </a:xfrm>
          <a:custGeom>
            <a:avLst/>
            <a:gdLst>
              <a:gd name="T0" fmla="*/ 39387 w 436244"/>
              <a:gd name="T1" fmla="*/ 148070 h 154304"/>
              <a:gd name="T2" fmla="*/ 64873 w 436244"/>
              <a:gd name="T3" fmla="*/ 149217 h 154304"/>
              <a:gd name="T4" fmla="*/ 101834 w 436244"/>
              <a:gd name="T5" fmla="*/ 7148 h 154304"/>
              <a:gd name="T6" fmla="*/ 1397 w 436244"/>
              <a:gd name="T7" fmla="*/ 8810 h 154304"/>
              <a:gd name="T8" fmla="*/ 118 w 436244"/>
              <a:gd name="T9" fmla="*/ 14963 h 154304"/>
              <a:gd name="T10" fmla="*/ 766 w 436244"/>
              <a:gd name="T11" fmla="*/ 27273 h 154304"/>
              <a:gd name="T12" fmla="*/ 2795 w 436244"/>
              <a:gd name="T13" fmla="*/ 30683 h 154304"/>
              <a:gd name="T14" fmla="*/ 103497 w 436244"/>
              <a:gd name="T15" fmla="*/ 29777 h 154304"/>
              <a:gd name="T16" fmla="*/ 101834 w 436244"/>
              <a:gd name="T17" fmla="*/ 7148 h 154304"/>
              <a:gd name="T18" fmla="*/ 124398 w 436244"/>
              <a:gd name="T19" fmla="*/ 43865 h 154304"/>
              <a:gd name="T20" fmla="*/ 124398 w 436244"/>
              <a:gd name="T21" fmla="*/ 150333 h 154304"/>
              <a:gd name="T22" fmla="*/ 140841 w 436244"/>
              <a:gd name="T23" fmla="*/ 150333 h 154304"/>
              <a:gd name="T24" fmla="*/ 145810 w 436244"/>
              <a:gd name="T25" fmla="*/ 147708 h 154304"/>
              <a:gd name="T26" fmla="*/ 140841 w 436244"/>
              <a:gd name="T27" fmla="*/ 43865 h 154304"/>
              <a:gd name="T28" fmla="*/ 126691 w 436244"/>
              <a:gd name="T29" fmla="*/ 0 h 154304"/>
              <a:gd name="T30" fmla="*/ 117131 w 436244"/>
              <a:gd name="T31" fmla="*/ 20363 h 154304"/>
              <a:gd name="T32" fmla="*/ 138426 w 436244"/>
              <a:gd name="T33" fmla="*/ 29174 h 154304"/>
              <a:gd name="T34" fmla="*/ 147986 w 436244"/>
              <a:gd name="T35" fmla="*/ 9048 h 154304"/>
              <a:gd name="T36" fmla="*/ 183549 w 436244"/>
              <a:gd name="T37" fmla="*/ 43352 h 154304"/>
              <a:gd name="T38" fmla="*/ 178064 w 436244"/>
              <a:gd name="T39" fmla="*/ 149971 h 154304"/>
              <a:gd name="T40" fmla="*/ 194125 w 436244"/>
              <a:gd name="T41" fmla="*/ 150453 h 154304"/>
              <a:gd name="T42" fmla="*/ 199992 w 436244"/>
              <a:gd name="T43" fmla="*/ 148824 h 154304"/>
              <a:gd name="T44" fmla="*/ 208404 w 436244"/>
              <a:gd name="T45" fmla="*/ 72165 h 154304"/>
              <a:gd name="T46" fmla="*/ 322477 w 436244"/>
              <a:gd name="T47" fmla="*/ 62088 h 154304"/>
              <a:gd name="T48" fmla="*/ 197184 w 436244"/>
              <a:gd name="T49" fmla="*/ 47003 h 154304"/>
              <a:gd name="T50" fmla="*/ 223951 w 436244"/>
              <a:gd name="T51" fmla="*/ 65738 h 154304"/>
              <a:gd name="T52" fmla="*/ 232747 w 436244"/>
              <a:gd name="T53" fmla="*/ 71772 h 154304"/>
              <a:gd name="T54" fmla="*/ 236439 w 436244"/>
              <a:gd name="T55" fmla="*/ 84593 h 154304"/>
              <a:gd name="T56" fmla="*/ 238232 w 436244"/>
              <a:gd name="T57" fmla="*/ 149337 h 154304"/>
              <a:gd name="T58" fmla="*/ 244983 w 436244"/>
              <a:gd name="T59" fmla="*/ 150725 h 154304"/>
              <a:gd name="T60" fmla="*/ 260279 w 436244"/>
              <a:gd name="T61" fmla="*/ 149578 h 154304"/>
              <a:gd name="T62" fmla="*/ 263087 w 436244"/>
              <a:gd name="T63" fmla="*/ 147074 h 154304"/>
              <a:gd name="T64" fmla="*/ 276972 w 436244"/>
              <a:gd name="T65" fmla="*/ 67005 h 154304"/>
              <a:gd name="T66" fmla="*/ 290237 w 436244"/>
              <a:gd name="T67" fmla="*/ 67246 h 154304"/>
              <a:gd name="T68" fmla="*/ 298769 w 436244"/>
              <a:gd name="T69" fmla="*/ 147708 h 154304"/>
              <a:gd name="T70" fmla="*/ 302342 w 436244"/>
              <a:gd name="T71" fmla="*/ 149971 h 154304"/>
              <a:gd name="T72" fmla="*/ 318534 w 436244"/>
              <a:gd name="T73" fmla="*/ 150453 h 154304"/>
              <a:gd name="T74" fmla="*/ 324270 w 436244"/>
              <a:gd name="T75" fmla="*/ 148824 h 154304"/>
              <a:gd name="T76" fmla="*/ 324772 w 436244"/>
              <a:gd name="T77" fmla="*/ 72165 h 154304"/>
              <a:gd name="T78" fmla="*/ 283354 w 436244"/>
              <a:gd name="T79" fmla="*/ 42477 h 154304"/>
              <a:gd name="T80" fmla="*/ 269970 w 436244"/>
              <a:gd name="T81" fmla="*/ 49024 h 154304"/>
              <a:gd name="T82" fmla="*/ 321368 w 436244"/>
              <a:gd name="T83" fmla="*/ 59463 h 154304"/>
              <a:gd name="T84" fmla="*/ 218083 w 436244"/>
              <a:gd name="T85" fmla="*/ 42990 h 154304"/>
              <a:gd name="T86" fmla="*/ 258765 w 436244"/>
              <a:gd name="T87" fmla="*/ 59192 h 154304"/>
              <a:gd name="T88" fmla="*/ 372834 w 436244"/>
              <a:gd name="T89" fmla="*/ 45374 h 154304"/>
              <a:gd name="T90" fmla="*/ 347979 w 436244"/>
              <a:gd name="T91" fmla="*/ 74427 h 154304"/>
              <a:gd name="T92" fmla="*/ 386983 w 436244"/>
              <a:gd name="T93" fmla="*/ 152595 h 154304"/>
              <a:gd name="T94" fmla="*/ 433372 w 436244"/>
              <a:gd name="T95" fmla="*/ 131597 h 154304"/>
              <a:gd name="T96" fmla="*/ 377925 w 436244"/>
              <a:gd name="T97" fmla="*/ 124327 h 154304"/>
              <a:gd name="T98" fmla="*/ 371938 w 436244"/>
              <a:gd name="T99" fmla="*/ 108368 h 154304"/>
              <a:gd name="T100" fmla="*/ 437196 w 436244"/>
              <a:gd name="T101" fmla="*/ 100071 h 154304"/>
              <a:gd name="T102" fmla="*/ 389014 w 436244"/>
              <a:gd name="T103" fmla="*/ 61092 h 154304"/>
              <a:gd name="T104" fmla="*/ 419104 w 436244"/>
              <a:gd name="T105" fmla="*/ 47515 h 154304"/>
              <a:gd name="T106" fmla="*/ 427516 w 436244"/>
              <a:gd name="T107" fmla="*/ 125201 h 154304"/>
              <a:gd name="T108" fmla="*/ 413750 w 436244"/>
              <a:gd name="T109" fmla="*/ 129847 h 154304"/>
              <a:gd name="T110" fmla="*/ 432607 w 436244"/>
              <a:gd name="T111" fmla="*/ 126709 h 154304"/>
              <a:gd name="T112" fmla="*/ 431760 w 436244"/>
              <a:gd name="T113" fmla="*/ 61092 h 154304"/>
              <a:gd name="T114" fmla="*/ 412089 w 436244"/>
              <a:gd name="T115" fmla="*/ 78439 h 154304"/>
              <a:gd name="T116" fmla="*/ 435284 w 436244"/>
              <a:gd name="T117" fmla="*/ 70504 h 15430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36244" h="154304">
                <a:moveTo>
                  <a:pt x="66543" y="31241"/>
                </a:moveTo>
                <a:lnTo>
                  <a:pt x="38480" y="31241"/>
                </a:lnTo>
                <a:lnTo>
                  <a:pt x="38480" y="148346"/>
                </a:lnTo>
                <a:lnTo>
                  <a:pt x="38730" y="148955"/>
                </a:lnTo>
                <a:lnTo>
                  <a:pt x="39242" y="149595"/>
                </a:lnTo>
                <a:lnTo>
                  <a:pt x="39623" y="150235"/>
                </a:lnTo>
                <a:lnTo>
                  <a:pt x="49779" y="152278"/>
                </a:lnTo>
                <a:lnTo>
                  <a:pt x="55113" y="152278"/>
                </a:lnTo>
                <a:lnTo>
                  <a:pt x="63495" y="151119"/>
                </a:lnTo>
                <a:lnTo>
                  <a:pt x="64638" y="150754"/>
                </a:lnTo>
                <a:lnTo>
                  <a:pt x="65269" y="150235"/>
                </a:lnTo>
                <a:lnTo>
                  <a:pt x="66293" y="148955"/>
                </a:lnTo>
                <a:lnTo>
                  <a:pt x="66543" y="148346"/>
                </a:lnTo>
                <a:lnTo>
                  <a:pt x="66543" y="31241"/>
                </a:lnTo>
                <a:close/>
              </a:path>
              <a:path w="436244" h="154304">
                <a:moveTo>
                  <a:pt x="101464" y="7223"/>
                </a:moveTo>
                <a:lnTo>
                  <a:pt x="3428" y="7223"/>
                </a:lnTo>
                <a:lnTo>
                  <a:pt x="2785" y="7376"/>
                </a:lnTo>
                <a:lnTo>
                  <a:pt x="2285" y="7863"/>
                </a:lnTo>
                <a:lnTo>
                  <a:pt x="1773" y="8260"/>
                </a:lnTo>
                <a:lnTo>
                  <a:pt x="1392" y="8900"/>
                </a:lnTo>
                <a:lnTo>
                  <a:pt x="1011" y="9784"/>
                </a:lnTo>
                <a:lnTo>
                  <a:pt x="761" y="10789"/>
                </a:lnTo>
                <a:lnTo>
                  <a:pt x="380" y="11948"/>
                </a:lnTo>
                <a:lnTo>
                  <a:pt x="249" y="13594"/>
                </a:lnTo>
                <a:lnTo>
                  <a:pt x="118" y="15118"/>
                </a:lnTo>
                <a:lnTo>
                  <a:pt x="0" y="17007"/>
                </a:lnTo>
                <a:lnTo>
                  <a:pt x="0" y="21457"/>
                </a:lnTo>
                <a:lnTo>
                  <a:pt x="118" y="23225"/>
                </a:lnTo>
                <a:lnTo>
                  <a:pt x="380" y="26273"/>
                </a:lnTo>
                <a:lnTo>
                  <a:pt x="761" y="27553"/>
                </a:lnTo>
                <a:lnTo>
                  <a:pt x="1011" y="28437"/>
                </a:lnTo>
                <a:lnTo>
                  <a:pt x="1392" y="29321"/>
                </a:lnTo>
                <a:lnTo>
                  <a:pt x="1773" y="30083"/>
                </a:lnTo>
                <a:lnTo>
                  <a:pt x="2285" y="30479"/>
                </a:lnTo>
                <a:lnTo>
                  <a:pt x="2785" y="30998"/>
                </a:lnTo>
                <a:lnTo>
                  <a:pt x="3428" y="31241"/>
                </a:lnTo>
                <a:lnTo>
                  <a:pt x="101464" y="31241"/>
                </a:lnTo>
                <a:lnTo>
                  <a:pt x="102107" y="30998"/>
                </a:lnTo>
                <a:lnTo>
                  <a:pt x="102607" y="30479"/>
                </a:lnTo>
                <a:lnTo>
                  <a:pt x="103119" y="30083"/>
                </a:lnTo>
                <a:lnTo>
                  <a:pt x="105024" y="21457"/>
                </a:lnTo>
                <a:lnTo>
                  <a:pt x="105024" y="17007"/>
                </a:lnTo>
                <a:lnTo>
                  <a:pt x="102607" y="7863"/>
                </a:lnTo>
                <a:lnTo>
                  <a:pt x="102107" y="7376"/>
                </a:lnTo>
                <a:lnTo>
                  <a:pt x="101464" y="7223"/>
                </a:lnTo>
                <a:close/>
              </a:path>
              <a:path w="436244" h="154304">
                <a:moveTo>
                  <a:pt x="134742" y="43799"/>
                </a:moveTo>
                <a:lnTo>
                  <a:pt x="129539" y="43799"/>
                </a:lnTo>
                <a:lnTo>
                  <a:pt x="127372" y="43952"/>
                </a:lnTo>
                <a:lnTo>
                  <a:pt x="125598" y="44195"/>
                </a:lnTo>
                <a:lnTo>
                  <a:pt x="123943" y="44317"/>
                </a:lnTo>
                <a:lnTo>
                  <a:pt x="118740" y="47762"/>
                </a:lnTo>
                <a:lnTo>
                  <a:pt x="118740" y="148589"/>
                </a:lnTo>
                <a:lnTo>
                  <a:pt x="121538" y="151119"/>
                </a:lnTo>
                <a:lnTo>
                  <a:pt x="122550" y="151516"/>
                </a:lnTo>
                <a:lnTo>
                  <a:pt x="123943" y="151881"/>
                </a:lnTo>
                <a:lnTo>
                  <a:pt x="125598" y="152003"/>
                </a:lnTo>
                <a:lnTo>
                  <a:pt x="127372" y="152278"/>
                </a:lnTo>
                <a:lnTo>
                  <a:pt x="136897" y="152278"/>
                </a:lnTo>
                <a:lnTo>
                  <a:pt x="138552" y="152003"/>
                </a:lnTo>
                <a:lnTo>
                  <a:pt x="140326" y="151881"/>
                </a:lnTo>
                <a:lnTo>
                  <a:pt x="141600" y="151516"/>
                </a:lnTo>
                <a:lnTo>
                  <a:pt x="142612" y="151119"/>
                </a:lnTo>
                <a:lnTo>
                  <a:pt x="143755" y="150875"/>
                </a:lnTo>
                <a:lnTo>
                  <a:pt x="144398" y="150357"/>
                </a:lnTo>
                <a:lnTo>
                  <a:pt x="145279" y="149230"/>
                </a:lnTo>
                <a:lnTo>
                  <a:pt x="145541" y="148589"/>
                </a:lnTo>
                <a:lnTo>
                  <a:pt x="145541" y="47762"/>
                </a:lnTo>
                <a:lnTo>
                  <a:pt x="142612" y="45079"/>
                </a:lnTo>
                <a:lnTo>
                  <a:pt x="141600" y="44714"/>
                </a:lnTo>
                <a:lnTo>
                  <a:pt x="140326" y="44317"/>
                </a:lnTo>
                <a:lnTo>
                  <a:pt x="138552" y="44195"/>
                </a:lnTo>
                <a:lnTo>
                  <a:pt x="136897" y="43952"/>
                </a:lnTo>
                <a:lnTo>
                  <a:pt x="134742" y="43799"/>
                </a:lnTo>
                <a:close/>
              </a:path>
              <a:path w="436244" h="154304">
                <a:moveTo>
                  <a:pt x="138171" y="0"/>
                </a:moveTo>
                <a:lnTo>
                  <a:pt x="126229" y="0"/>
                </a:lnTo>
                <a:lnTo>
                  <a:pt x="122169" y="1127"/>
                </a:lnTo>
                <a:lnTo>
                  <a:pt x="120014" y="3291"/>
                </a:lnTo>
                <a:lnTo>
                  <a:pt x="117847" y="5577"/>
                </a:lnTo>
                <a:lnTo>
                  <a:pt x="116704" y="9509"/>
                </a:lnTo>
                <a:lnTo>
                  <a:pt x="116704" y="20573"/>
                </a:lnTo>
                <a:lnTo>
                  <a:pt x="117847" y="24262"/>
                </a:lnTo>
                <a:lnTo>
                  <a:pt x="119883" y="26426"/>
                </a:lnTo>
                <a:lnTo>
                  <a:pt x="121919" y="28437"/>
                </a:lnTo>
                <a:lnTo>
                  <a:pt x="125979" y="29474"/>
                </a:lnTo>
                <a:lnTo>
                  <a:pt x="137921" y="29474"/>
                </a:lnTo>
                <a:lnTo>
                  <a:pt x="141981" y="28437"/>
                </a:lnTo>
                <a:lnTo>
                  <a:pt x="144267" y="26273"/>
                </a:lnTo>
                <a:lnTo>
                  <a:pt x="146422" y="24140"/>
                </a:lnTo>
                <a:lnTo>
                  <a:pt x="147446" y="20177"/>
                </a:lnTo>
                <a:lnTo>
                  <a:pt x="147446" y="9143"/>
                </a:lnTo>
                <a:lnTo>
                  <a:pt x="146422" y="5333"/>
                </a:lnTo>
                <a:lnTo>
                  <a:pt x="142231" y="1127"/>
                </a:lnTo>
                <a:lnTo>
                  <a:pt x="138171" y="0"/>
                </a:lnTo>
                <a:close/>
              </a:path>
              <a:path w="436244" h="154304">
                <a:moveTo>
                  <a:pt x="187320" y="43799"/>
                </a:moveTo>
                <a:lnTo>
                  <a:pt x="182879" y="43799"/>
                </a:lnTo>
                <a:lnTo>
                  <a:pt x="179569" y="44074"/>
                </a:lnTo>
                <a:lnTo>
                  <a:pt x="173604" y="47487"/>
                </a:lnTo>
                <a:lnTo>
                  <a:pt x="173604" y="148589"/>
                </a:lnTo>
                <a:lnTo>
                  <a:pt x="176402" y="151119"/>
                </a:lnTo>
                <a:lnTo>
                  <a:pt x="177414" y="151516"/>
                </a:lnTo>
                <a:lnTo>
                  <a:pt x="178807" y="151881"/>
                </a:lnTo>
                <a:lnTo>
                  <a:pt x="180462" y="152003"/>
                </a:lnTo>
                <a:lnTo>
                  <a:pt x="182236" y="152278"/>
                </a:lnTo>
                <a:lnTo>
                  <a:pt x="191761" y="152278"/>
                </a:lnTo>
                <a:lnTo>
                  <a:pt x="193416" y="152003"/>
                </a:lnTo>
                <a:lnTo>
                  <a:pt x="195190" y="151881"/>
                </a:lnTo>
                <a:lnTo>
                  <a:pt x="196464" y="151516"/>
                </a:lnTo>
                <a:lnTo>
                  <a:pt x="197476" y="151119"/>
                </a:lnTo>
                <a:lnTo>
                  <a:pt x="198619" y="150875"/>
                </a:lnTo>
                <a:lnTo>
                  <a:pt x="199262" y="150357"/>
                </a:lnTo>
                <a:lnTo>
                  <a:pt x="200143" y="149230"/>
                </a:lnTo>
                <a:lnTo>
                  <a:pt x="200405" y="148589"/>
                </a:lnTo>
                <a:lnTo>
                  <a:pt x="200405" y="81655"/>
                </a:lnTo>
                <a:lnTo>
                  <a:pt x="204084" y="76718"/>
                </a:lnTo>
                <a:lnTo>
                  <a:pt x="207644" y="72908"/>
                </a:lnTo>
                <a:lnTo>
                  <a:pt x="210811" y="70225"/>
                </a:lnTo>
                <a:lnTo>
                  <a:pt x="214121" y="67696"/>
                </a:lnTo>
                <a:lnTo>
                  <a:pt x="217288" y="66415"/>
                </a:lnTo>
                <a:lnTo>
                  <a:pt x="322130" y="66415"/>
                </a:lnTo>
                <a:lnTo>
                  <a:pt x="321301" y="62727"/>
                </a:lnTo>
                <a:lnTo>
                  <a:pt x="320196" y="60076"/>
                </a:lnTo>
                <a:lnTo>
                  <a:pt x="257936" y="60076"/>
                </a:lnTo>
                <a:lnTo>
                  <a:pt x="257820" y="59801"/>
                </a:lnTo>
                <a:lnTo>
                  <a:pt x="196464" y="59801"/>
                </a:lnTo>
                <a:lnTo>
                  <a:pt x="196464" y="47487"/>
                </a:lnTo>
                <a:lnTo>
                  <a:pt x="196214" y="46847"/>
                </a:lnTo>
                <a:lnTo>
                  <a:pt x="190749" y="44074"/>
                </a:lnTo>
                <a:lnTo>
                  <a:pt x="187320" y="43799"/>
                </a:lnTo>
                <a:close/>
              </a:path>
              <a:path w="436244" h="154304">
                <a:moveTo>
                  <a:pt x="279272" y="66415"/>
                </a:moveTo>
                <a:lnTo>
                  <a:pt x="223134" y="66415"/>
                </a:lnTo>
                <a:lnTo>
                  <a:pt x="225420" y="66934"/>
                </a:lnTo>
                <a:lnTo>
                  <a:pt x="227325" y="67939"/>
                </a:lnTo>
                <a:lnTo>
                  <a:pt x="229230" y="69098"/>
                </a:lnTo>
                <a:lnTo>
                  <a:pt x="230754" y="70622"/>
                </a:lnTo>
                <a:lnTo>
                  <a:pt x="231897" y="72511"/>
                </a:lnTo>
                <a:lnTo>
                  <a:pt x="233171" y="74554"/>
                </a:lnTo>
                <a:lnTo>
                  <a:pt x="234052" y="76840"/>
                </a:lnTo>
                <a:lnTo>
                  <a:pt x="234695" y="79613"/>
                </a:lnTo>
                <a:lnTo>
                  <a:pt x="235195" y="82417"/>
                </a:lnTo>
                <a:lnTo>
                  <a:pt x="235576" y="85465"/>
                </a:lnTo>
                <a:lnTo>
                  <a:pt x="235576" y="148589"/>
                </a:lnTo>
                <a:lnTo>
                  <a:pt x="235707" y="149230"/>
                </a:lnTo>
                <a:lnTo>
                  <a:pt x="236219" y="149717"/>
                </a:lnTo>
                <a:lnTo>
                  <a:pt x="236600" y="150357"/>
                </a:lnTo>
                <a:lnTo>
                  <a:pt x="237362" y="150875"/>
                </a:lnTo>
                <a:lnTo>
                  <a:pt x="238374" y="151119"/>
                </a:lnTo>
                <a:lnTo>
                  <a:pt x="239386" y="151516"/>
                </a:lnTo>
                <a:lnTo>
                  <a:pt x="240791" y="151881"/>
                </a:lnTo>
                <a:lnTo>
                  <a:pt x="242434" y="152003"/>
                </a:lnTo>
                <a:lnTo>
                  <a:pt x="244089" y="152278"/>
                </a:lnTo>
                <a:lnTo>
                  <a:pt x="253614" y="152278"/>
                </a:lnTo>
                <a:lnTo>
                  <a:pt x="255269" y="152003"/>
                </a:lnTo>
                <a:lnTo>
                  <a:pt x="256912" y="151881"/>
                </a:lnTo>
                <a:lnTo>
                  <a:pt x="258317" y="151516"/>
                </a:lnTo>
                <a:lnTo>
                  <a:pt x="259329" y="151119"/>
                </a:lnTo>
                <a:lnTo>
                  <a:pt x="260341" y="150875"/>
                </a:lnTo>
                <a:lnTo>
                  <a:pt x="261103" y="150357"/>
                </a:lnTo>
                <a:lnTo>
                  <a:pt x="261484" y="149717"/>
                </a:lnTo>
                <a:lnTo>
                  <a:pt x="261996" y="149230"/>
                </a:lnTo>
                <a:lnTo>
                  <a:pt x="262127" y="148589"/>
                </a:lnTo>
                <a:lnTo>
                  <a:pt x="262127" y="81655"/>
                </a:lnTo>
                <a:lnTo>
                  <a:pt x="265937" y="76718"/>
                </a:lnTo>
                <a:lnTo>
                  <a:pt x="269485" y="72908"/>
                </a:lnTo>
                <a:lnTo>
                  <a:pt x="272795" y="70225"/>
                </a:lnTo>
                <a:lnTo>
                  <a:pt x="275962" y="67696"/>
                </a:lnTo>
                <a:lnTo>
                  <a:pt x="279272" y="66415"/>
                </a:lnTo>
                <a:close/>
              </a:path>
              <a:path w="436244" h="154304">
                <a:moveTo>
                  <a:pt x="322130" y="66415"/>
                </a:moveTo>
                <a:lnTo>
                  <a:pt x="284987" y="66415"/>
                </a:lnTo>
                <a:lnTo>
                  <a:pt x="287273" y="66934"/>
                </a:lnTo>
                <a:lnTo>
                  <a:pt x="289178" y="67939"/>
                </a:lnTo>
                <a:lnTo>
                  <a:pt x="296536" y="79613"/>
                </a:lnTo>
                <a:lnTo>
                  <a:pt x="297179" y="82417"/>
                </a:lnTo>
                <a:lnTo>
                  <a:pt x="297429" y="85465"/>
                </a:lnTo>
                <a:lnTo>
                  <a:pt x="297429" y="148589"/>
                </a:lnTo>
                <a:lnTo>
                  <a:pt x="297679" y="149230"/>
                </a:lnTo>
                <a:lnTo>
                  <a:pt x="298060" y="149717"/>
                </a:lnTo>
                <a:lnTo>
                  <a:pt x="298441" y="150357"/>
                </a:lnTo>
                <a:lnTo>
                  <a:pt x="299203" y="150875"/>
                </a:lnTo>
                <a:lnTo>
                  <a:pt x="300227" y="151119"/>
                </a:lnTo>
                <a:lnTo>
                  <a:pt x="301239" y="151516"/>
                </a:lnTo>
                <a:lnTo>
                  <a:pt x="302632" y="151881"/>
                </a:lnTo>
                <a:lnTo>
                  <a:pt x="304287" y="152003"/>
                </a:lnTo>
                <a:lnTo>
                  <a:pt x="305942" y="152278"/>
                </a:lnTo>
                <a:lnTo>
                  <a:pt x="315586" y="152278"/>
                </a:lnTo>
                <a:lnTo>
                  <a:pt x="317372" y="152003"/>
                </a:lnTo>
                <a:lnTo>
                  <a:pt x="319015" y="151881"/>
                </a:lnTo>
                <a:lnTo>
                  <a:pt x="320420" y="151516"/>
                </a:lnTo>
                <a:lnTo>
                  <a:pt x="321301" y="151119"/>
                </a:lnTo>
                <a:lnTo>
                  <a:pt x="322325" y="150875"/>
                </a:lnTo>
                <a:lnTo>
                  <a:pt x="323087" y="150357"/>
                </a:lnTo>
                <a:lnTo>
                  <a:pt x="323468" y="149717"/>
                </a:lnTo>
                <a:lnTo>
                  <a:pt x="323849" y="149230"/>
                </a:lnTo>
                <a:lnTo>
                  <a:pt x="324099" y="148589"/>
                </a:lnTo>
                <a:lnTo>
                  <a:pt x="324099" y="78364"/>
                </a:lnTo>
                <a:lnTo>
                  <a:pt x="323587" y="72908"/>
                </a:lnTo>
                <a:lnTo>
                  <a:pt x="322130" y="66415"/>
                </a:lnTo>
                <a:close/>
              </a:path>
              <a:path w="436244" h="154304">
                <a:moveTo>
                  <a:pt x="296667" y="41909"/>
                </a:moveTo>
                <a:lnTo>
                  <a:pt x="287654" y="41909"/>
                </a:lnTo>
                <a:lnTo>
                  <a:pt x="284856" y="42275"/>
                </a:lnTo>
                <a:lnTo>
                  <a:pt x="282320" y="42915"/>
                </a:lnTo>
                <a:lnTo>
                  <a:pt x="279653" y="43677"/>
                </a:lnTo>
                <a:lnTo>
                  <a:pt x="276986" y="44714"/>
                </a:lnTo>
                <a:lnTo>
                  <a:pt x="274319" y="46238"/>
                </a:lnTo>
                <a:lnTo>
                  <a:pt x="271652" y="47609"/>
                </a:lnTo>
                <a:lnTo>
                  <a:pt x="268985" y="49529"/>
                </a:lnTo>
                <a:lnTo>
                  <a:pt x="266318" y="51815"/>
                </a:lnTo>
                <a:lnTo>
                  <a:pt x="263520" y="54101"/>
                </a:lnTo>
                <a:lnTo>
                  <a:pt x="260722" y="56906"/>
                </a:lnTo>
                <a:lnTo>
                  <a:pt x="257936" y="60076"/>
                </a:lnTo>
                <a:lnTo>
                  <a:pt x="320196" y="60076"/>
                </a:lnTo>
                <a:lnTo>
                  <a:pt x="302001" y="43037"/>
                </a:lnTo>
                <a:lnTo>
                  <a:pt x="296667" y="41909"/>
                </a:lnTo>
                <a:close/>
              </a:path>
              <a:path w="436244" h="154304">
                <a:moveTo>
                  <a:pt x="232278" y="41909"/>
                </a:moveTo>
                <a:lnTo>
                  <a:pt x="222753" y="41909"/>
                </a:lnTo>
                <a:lnTo>
                  <a:pt x="217288" y="43433"/>
                </a:lnTo>
                <a:lnTo>
                  <a:pt x="212085" y="46360"/>
                </a:lnTo>
                <a:lnTo>
                  <a:pt x="206882" y="49408"/>
                </a:lnTo>
                <a:lnTo>
                  <a:pt x="201667" y="53858"/>
                </a:lnTo>
                <a:lnTo>
                  <a:pt x="196464" y="59801"/>
                </a:lnTo>
                <a:lnTo>
                  <a:pt x="257820" y="59801"/>
                </a:lnTo>
                <a:lnTo>
                  <a:pt x="232278" y="41909"/>
                </a:lnTo>
                <a:close/>
              </a:path>
              <a:path w="436244" h="154304">
                <a:moveTo>
                  <a:pt x="399537" y="41909"/>
                </a:moveTo>
                <a:lnTo>
                  <a:pt x="384166" y="41909"/>
                </a:lnTo>
                <a:lnTo>
                  <a:pt x="377439" y="43190"/>
                </a:lnTo>
                <a:lnTo>
                  <a:pt x="371474" y="45841"/>
                </a:lnTo>
                <a:lnTo>
                  <a:pt x="365497" y="48371"/>
                </a:lnTo>
                <a:lnTo>
                  <a:pt x="360425" y="52181"/>
                </a:lnTo>
                <a:lnTo>
                  <a:pt x="352043" y="62087"/>
                </a:lnTo>
                <a:lnTo>
                  <a:pt x="348864" y="68061"/>
                </a:lnTo>
                <a:lnTo>
                  <a:pt x="346709" y="75194"/>
                </a:lnTo>
                <a:lnTo>
                  <a:pt x="344423" y="82295"/>
                </a:lnTo>
                <a:lnTo>
                  <a:pt x="343399" y="90281"/>
                </a:lnTo>
                <a:lnTo>
                  <a:pt x="343399" y="108447"/>
                </a:lnTo>
                <a:lnTo>
                  <a:pt x="360294" y="145298"/>
                </a:lnTo>
                <a:lnTo>
                  <a:pt x="385571" y="154167"/>
                </a:lnTo>
                <a:lnTo>
                  <a:pt x="398644" y="154167"/>
                </a:lnTo>
                <a:lnTo>
                  <a:pt x="431672" y="140848"/>
                </a:lnTo>
                <a:lnTo>
                  <a:pt x="431672" y="139689"/>
                </a:lnTo>
                <a:lnTo>
                  <a:pt x="431791" y="138440"/>
                </a:lnTo>
                <a:lnTo>
                  <a:pt x="431791" y="132953"/>
                </a:lnTo>
                <a:lnTo>
                  <a:pt x="391786" y="132953"/>
                </a:lnTo>
                <a:lnTo>
                  <a:pt x="387857" y="132344"/>
                </a:lnTo>
                <a:lnTo>
                  <a:pt x="381249" y="129783"/>
                </a:lnTo>
                <a:lnTo>
                  <a:pt x="378582" y="128015"/>
                </a:lnTo>
                <a:lnTo>
                  <a:pt x="376546" y="125608"/>
                </a:lnTo>
                <a:lnTo>
                  <a:pt x="374391" y="123200"/>
                </a:lnTo>
                <a:lnTo>
                  <a:pt x="372867" y="120274"/>
                </a:lnTo>
                <a:lnTo>
                  <a:pt x="371974" y="116707"/>
                </a:lnTo>
                <a:lnTo>
                  <a:pt x="370962" y="113294"/>
                </a:lnTo>
                <a:lnTo>
                  <a:pt x="370581" y="109484"/>
                </a:lnTo>
                <a:lnTo>
                  <a:pt x="370581" y="105155"/>
                </a:lnTo>
                <a:lnTo>
                  <a:pt x="430648" y="105155"/>
                </a:lnTo>
                <a:lnTo>
                  <a:pt x="432684" y="104393"/>
                </a:lnTo>
                <a:lnTo>
                  <a:pt x="434077" y="102748"/>
                </a:lnTo>
                <a:lnTo>
                  <a:pt x="435601" y="101102"/>
                </a:lnTo>
                <a:lnTo>
                  <a:pt x="436244" y="98541"/>
                </a:lnTo>
                <a:lnTo>
                  <a:pt x="436244" y="87111"/>
                </a:lnTo>
                <a:lnTo>
                  <a:pt x="370581" y="87111"/>
                </a:lnTo>
                <a:lnTo>
                  <a:pt x="370712" y="83576"/>
                </a:lnTo>
                <a:lnTo>
                  <a:pt x="387595" y="61721"/>
                </a:lnTo>
                <a:lnTo>
                  <a:pt x="430185" y="61721"/>
                </a:lnTo>
                <a:lnTo>
                  <a:pt x="429386" y="60197"/>
                </a:lnTo>
                <a:lnTo>
                  <a:pt x="425826" y="55747"/>
                </a:lnTo>
                <a:lnTo>
                  <a:pt x="422147" y="51419"/>
                </a:lnTo>
                <a:lnTo>
                  <a:pt x="417575" y="48005"/>
                </a:lnTo>
                <a:lnTo>
                  <a:pt x="406264" y="43190"/>
                </a:lnTo>
                <a:lnTo>
                  <a:pt x="399537" y="41909"/>
                </a:lnTo>
                <a:close/>
              </a:path>
              <a:path w="436244" h="154304">
                <a:moveTo>
                  <a:pt x="429005" y="126248"/>
                </a:moveTo>
                <a:lnTo>
                  <a:pt x="427350" y="126248"/>
                </a:lnTo>
                <a:lnTo>
                  <a:pt x="425957" y="126491"/>
                </a:lnTo>
                <a:lnTo>
                  <a:pt x="422647" y="128015"/>
                </a:lnTo>
                <a:lnTo>
                  <a:pt x="420492" y="128777"/>
                </a:lnTo>
                <a:lnTo>
                  <a:pt x="417825" y="129539"/>
                </a:lnTo>
                <a:lnTo>
                  <a:pt x="415289" y="130423"/>
                </a:lnTo>
                <a:lnTo>
                  <a:pt x="412241" y="131185"/>
                </a:lnTo>
                <a:lnTo>
                  <a:pt x="408681" y="131947"/>
                </a:lnTo>
                <a:lnTo>
                  <a:pt x="405121" y="132587"/>
                </a:lnTo>
                <a:lnTo>
                  <a:pt x="401061" y="132953"/>
                </a:lnTo>
                <a:lnTo>
                  <a:pt x="431791" y="132953"/>
                </a:lnTo>
                <a:lnTo>
                  <a:pt x="431029" y="128015"/>
                </a:lnTo>
                <a:lnTo>
                  <a:pt x="430779" y="127253"/>
                </a:lnTo>
                <a:lnTo>
                  <a:pt x="430398" y="126857"/>
                </a:lnTo>
                <a:lnTo>
                  <a:pt x="429636" y="126370"/>
                </a:lnTo>
                <a:lnTo>
                  <a:pt x="429005" y="126248"/>
                </a:lnTo>
                <a:close/>
              </a:path>
              <a:path w="436244" h="154304">
                <a:moveTo>
                  <a:pt x="430185" y="61721"/>
                </a:moveTo>
                <a:lnTo>
                  <a:pt x="397763" y="61721"/>
                </a:lnTo>
                <a:lnTo>
                  <a:pt x="402716" y="64007"/>
                </a:lnTo>
                <a:lnTo>
                  <a:pt x="405883" y="68579"/>
                </a:lnTo>
                <a:lnTo>
                  <a:pt x="409062" y="73030"/>
                </a:lnTo>
                <a:lnTo>
                  <a:pt x="410586" y="79247"/>
                </a:lnTo>
                <a:lnTo>
                  <a:pt x="410336" y="87111"/>
                </a:lnTo>
                <a:lnTo>
                  <a:pt x="436244" y="87111"/>
                </a:lnTo>
                <a:lnTo>
                  <a:pt x="436230" y="83576"/>
                </a:lnTo>
                <a:lnTo>
                  <a:pt x="435482" y="77205"/>
                </a:lnTo>
                <a:lnTo>
                  <a:pt x="433696" y="71231"/>
                </a:lnTo>
                <a:lnTo>
                  <a:pt x="432053" y="65288"/>
                </a:lnTo>
                <a:lnTo>
                  <a:pt x="430185" y="6172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896" name="object 10">
            <a:extLst>
              <a:ext uri="{FF2B5EF4-FFF2-40B4-BE49-F238E27FC236}">
                <a16:creationId xmlns:a16="http://schemas.microsoft.com/office/drawing/2014/main" id="{0BF99CCA-CF07-64E8-9DFD-3769A0548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0734" y="537634"/>
            <a:ext cx="1693333" cy="607484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7897" name="object 11">
            <a:extLst>
              <a:ext uri="{FF2B5EF4-FFF2-40B4-BE49-F238E27FC236}">
                <a16:creationId xmlns:a16="http://schemas.microsoft.com/office/drawing/2014/main" id="{A4562ADB-4A00-C47E-56E8-8598982C660B}"/>
              </a:ext>
            </a:extLst>
          </p:cNvPr>
          <p:cNvSpPr>
            <a:spLocks/>
          </p:cNvSpPr>
          <p:nvPr/>
        </p:nvSpPr>
        <p:spPr bwMode="auto">
          <a:xfrm>
            <a:off x="3920067" y="535517"/>
            <a:ext cx="239184" cy="211667"/>
          </a:xfrm>
          <a:custGeom>
            <a:avLst/>
            <a:gdLst>
              <a:gd name="T0" fmla="*/ 35882 w 179069"/>
              <a:gd name="T1" fmla="*/ 47884 h 158750"/>
              <a:gd name="T2" fmla="*/ 3327 w 179069"/>
              <a:gd name="T3" fmla="*/ 80375 h 158750"/>
              <a:gd name="T4" fmla="*/ 0 w 179069"/>
              <a:gd name="T5" fmla="*/ 112379 h 158750"/>
              <a:gd name="T6" fmla="*/ 34078 w 179069"/>
              <a:gd name="T7" fmla="*/ 157612 h 158750"/>
              <a:gd name="T8" fmla="*/ 89315 w 179069"/>
              <a:gd name="T9" fmla="*/ 142859 h 158750"/>
              <a:gd name="T10" fmla="*/ 46512 w 179069"/>
              <a:gd name="T11" fmla="*/ 136397 h 158750"/>
              <a:gd name="T12" fmla="*/ 36769 w 179069"/>
              <a:gd name="T13" fmla="*/ 132191 h 158750"/>
              <a:gd name="T14" fmla="*/ 31004 w 179069"/>
              <a:gd name="T15" fmla="*/ 123687 h 158750"/>
              <a:gd name="T16" fmla="*/ 28062 w 179069"/>
              <a:gd name="T17" fmla="*/ 111892 h 158750"/>
              <a:gd name="T18" fmla="*/ 28194 w 179069"/>
              <a:gd name="T19" fmla="*/ 92445 h 158750"/>
              <a:gd name="T20" fmla="*/ 47414 w 179069"/>
              <a:gd name="T21" fmla="*/ 68701 h 158750"/>
              <a:gd name="T22" fmla="*/ 90202 w 179069"/>
              <a:gd name="T23" fmla="*/ 60838 h 158750"/>
              <a:gd name="T24" fmla="*/ 68291 w 179069"/>
              <a:gd name="T25" fmla="*/ 47762 h 158750"/>
              <a:gd name="T26" fmla="*/ 55871 w 179069"/>
              <a:gd name="T27" fmla="*/ 68701 h 158750"/>
              <a:gd name="T28" fmla="*/ 74574 w 179069"/>
              <a:gd name="T29" fmla="*/ 97779 h 158750"/>
              <a:gd name="T30" fmla="*/ 73169 w 179069"/>
              <a:gd name="T31" fmla="*/ 116829 h 158750"/>
              <a:gd name="T32" fmla="*/ 67019 w 179069"/>
              <a:gd name="T33" fmla="*/ 130301 h 158750"/>
              <a:gd name="T34" fmla="*/ 58562 w 179069"/>
              <a:gd name="T35" fmla="*/ 135635 h 158750"/>
              <a:gd name="T36" fmla="*/ 97002 w 179069"/>
              <a:gd name="T37" fmla="*/ 131825 h 158750"/>
              <a:gd name="T38" fmla="*/ 102252 w 179069"/>
              <a:gd name="T39" fmla="*/ 110093 h 158750"/>
              <a:gd name="T40" fmla="*/ 99309 w 179069"/>
              <a:gd name="T41" fmla="*/ 78089 h 158750"/>
              <a:gd name="T42" fmla="*/ 154776 w 179069"/>
              <a:gd name="T43" fmla="*/ 71871 h 158750"/>
              <a:gd name="T44" fmla="*/ 128145 w 179069"/>
              <a:gd name="T45" fmla="*/ 153802 h 158750"/>
              <a:gd name="T46" fmla="*/ 129560 w 179069"/>
              <a:gd name="T47" fmla="*/ 155447 h 158750"/>
              <a:gd name="T48" fmla="*/ 133004 w 179069"/>
              <a:gd name="T49" fmla="*/ 156453 h 158750"/>
              <a:gd name="T50" fmla="*/ 146073 w 179069"/>
              <a:gd name="T51" fmla="*/ 156850 h 158750"/>
              <a:gd name="T52" fmla="*/ 150931 w 179069"/>
              <a:gd name="T53" fmla="*/ 156088 h 158750"/>
              <a:gd name="T54" fmla="*/ 153639 w 179069"/>
              <a:gd name="T55" fmla="*/ 154929 h 158750"/>
              <a:gd name="T56" fmla="*/ 154776 w 179069"/>
              <a:gd name="T57" fmla="*/ 153161 h 158750"/>
              <a:gd name="T58" fmla="*/ 115321 w 179069"/>
              <a:gd name="T59" fmla="*/ 49011 h 158750"/>
              <a:gd name="T60" fmla="*/ 113137 w 179069"/>
              <a:gd name="T61" fmla="*/ 50535 h 158750"/>
              <a:gd name="T62" fmla="*/ 112246 w 179069"/>
              <a:gd name="T63" fmla="*/ 53461 h 158750"/>
              <a:gd name="T64" fmla="*/ 111878 w 179069"/>
              <a:gd name="T65" fmla="*/ 64526 h 158750"/>
              <a:gd name="T66" fmla="*/ 113538 w 179069"/>
              <a:gd name="T67" fmla="*/ 70987 h 158750"/>
              <a:gd name="T68" fmla="*/ 174519 w 179069"/>
              <a:gd name="T69" fmla="*/ 70987 h 158750"/>
              <a:gd name="T70" fmla="*/ 176303 w 179069"/>
              <a:gd name="T71" fmla="*/ 64526 h 158750"/>
              <a:gd name="T72" fmla="*/ 175935 w 179069"/>
              <a:gd name="T73" fmla="*/ 53461 h 158750"/>
              <a:gd name="T74" fmla="*/ 174920 w 179069"/>
              <a:gd name="T75" fmla="*/ 50535 h 158750"/>
              <a:gd name="T76" fmla="*/ 173382 w 179069"/>
              <a:gd name="T77" fmla="*/ 49286 h 158750"/>
              <a:gd name="T78" fmla="*/ 155546 w 179069"/>
              <a:gd name="T79" fmla="*/ 0 h 158750"/>
              <a:gd name="T80" fmla="*/ 142107 w 179069"/>
              <a:gd name="T81" fmla="*/ 4175 h 158750"/>
              <a:gd name="T82" fmla="*/ 154776 w 179069"/>
              <a:gd name="T83" fmla="*/ 49011 h 158750"/>
              <a:gd name="T84" fmla="*/ 155421 w 179069"/>
              <a:gd name="T85" fmla="*/ 31760 h 158750"/>
              <a:gd name="T86" fmla="*/ 157484 w 179069"/>
              <a:gd name="T87" fmla="*/ 26426 h 158750"/>
              <a:gd name="T88" fmla="*/ 160927 w 179069"/>
              <a:gd name="T89" fmla="*/ 23500 h 158750"/>
              <a:gd name="T90" fmla="*/ 179611 w 179069"/>
              <a:gd name="T91" fmla="*/ 22463 h 158750"/>
              <a:gd name="T92" fmla="*/ 180147 w 179069"/>
              <a:gd name="T93" fmla="*/ 10911 h 158750"/>
              <a:gd name="T94" fmla="*/ 179655 w 179069"/>
              <a:gd name="T95" fmla="*/ 6857 h 158750"/>
              <a:gd name="T96" fmla="*/ 175165 w 179069"/>
              <a:gd name="T97" fmla="*/ 2285 h 158750"/>
              <a:gd name="T98" fmla="*/ 169260 w 179069"/>
              <a:gd name="T99" fmla="*/ 640 h 158750"/>
              <a:gd name="T100" fmla="*/ 179611 w 179069"/>
              <a:gd name="T101" fmla="*/ 22463 h 158750"/>
              <a:gd name="T102" fmla="*/ 170153 w 179069"/>
              <a:gd name="T103" fmla="*/ 22859 h 158750"/>
              <a:gd name="T104" fmla="*/ 173382 w 179069"/>
              <a:gd name="T105" fmla="*/ 23743 h 158750"/>
              <a:gd name="T106" fmla="*/ 175534 w 179069"/>
              <a:gd name="T107" fmla="*/ 24505 h 158750"/>
              <a:gd name="T108" fmla="*/ 177595 w 179069"/>
              <a:gd name="T109" fmla="*/ 24902 h 158750"/>
              <a:gd name="T110" fmla="*/ 178764 w 179069"/>
              <a:gd name="T111" fmla="*/ 24262 h 158750"/>
              <a:gd name="T112" fmla="*/ 179611 w 179069"/>
              <a:gd name="T113" fmla="*/ 22463 h 15875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179069" h="158750">
                <a:moveTo>
                  <a:pt x="60329" y="46481"/>
                </a:moveTo>
                <a:lnTo>
                  <a:pt x="43184" y="46481"/>
                </a:lnTo>
                <a:lnTo>
                  <a:pt x="35564" y="47884"/>
                </a:lnTo>
                <a:lnTo>
                  <a:pt x="29087" y="50657"/>
                </a:lnTo>
                <a:lnTo>
                  <a:pt x="22610" y="53339"/>
                </a:lnTo>
                <a:lnTo>
                  <a:pt x="3297" y="80375"/>
                </a:lnTo>
                <a:lnTo>
                  <a:pt x="1142" y="87386"/>
                </a:lnTo>
                <a:lnTo>
                  <a:pt x="0" y="95128"/>
                </a:lnTo>
                <a:lnTo>
                  <a:pt x="0" y="112379"/>
                </a:lnTo>
                <a:lnTo>
                  <a:pt x="16251" y="149108"/>
                </a:lnTo>
                <a:lnTo>
                  <a:pt x="27563" y="155051"/>
                </a:lnTo>
                <a:lnTo>
                  <a:pt x="33777" y="157612"/>
                </a:lnTo>
                <a:lnTo>
                  <a:pt x="41147" y="158739"/>
                </a:lnTo>
                <a:lnTo>
                  <a:pt x="58292" y="158739"/>
                </a:lnTo>
                <a:lnTo>
                  <a:pt x="88523" y="142859"/>
                </a:lnTo>
                <a:lnTo>
                  <a:pt x="92832" y="137921"/>
                </a:lnTo>
                <a:lnTo>
                  <a:pt x="93660" y="136397"/>
                </a:lnTo>
                <a:lnTo>
                  <a:pt x="46100" y="136397"/>
                </a:lnTo>
                <a:lnTo>
                  <a:pt x="42422" y="135514"/>
                </a:lnTo>
                <a:lnTo>
                  <a:pt x="39492" y="133868"/>
                </a:lnTo>
                <a:lnTo>
                  <a:pt x="36444" y="132191"/>
                </a:lnTo>
                <a:lnTo>
                  <a:pt x="34158" y="129783"/>
                </a:lnTo>
                <a:lnTo>
                  <a:pt x="32384" y="126735"/>
                </a:lnTo>
                <a:lnTo>
                  <a:pt x="30729" y="123687"/>
                </a:lnTo>
                <a:lnTo>
                  <a:pt x="29468" y="120152"/>
                </a:lnTo>
                <a:lnTo>
                  <a:pt x="28706" y="115945"/>
                </a:lnTo>
                <a:lnTo>
                  <a:pt x="27812" y="111892"/>
                </a:lnTo>
                <a:lnTo>
                  <a:pt x="27431" y="107320"/>
                </a:lnTo>
                <a:lnTo>
                  <a:pt x="27431" y="97139"/>
                </a:lnTo>
                <a:lnTo>
                  <a:pt x="27944" y="92445"/>
                </a:lnTo>
                <a:lnTo>
                  <a:pt x="28955" y="88270"/>
                </a:lnTo>
                <a:lnTo>
                  <a:pt x="29849" y="84185"/>
                </a:lnTo>
                <a:lnTo>
                  <a:pt x="46994" y="68701"/>
                </a:lnTo>
                <a:lnTo>
                  <a:pt x="95125" y="68701"/>
                </a:lnTo>
                <a:lnTo>
                  <a:pt x="93476" y="65410"/>
                </a:lnTo>
                <a:lnTo>
                  <a:pt x="89403" y="60838"/>
                </a:lnTo>
                <a:lnTo>
                  <a:pt x="85343" y="56144"/>
                </a:lnTo>
                <a:lnTo>
                  <a:pt x="80141" y="52577"/>
                </a:lnTo>
                <a:lnTo>
                  <a:pt x="67686" y="47762"/>
                </a:lnTo>
                <a:lnTo>
                  <a:pt x="60329" y="46481"/>
                </a:lnTo>
                <a:close/>
              </a:path>
              <a:path w="179069" h="158750">
                <a:moveTo>
                  <a:pt x="95125" y="68701"/>
                </a:moveTo>
                <a:lnTo>
                  <a:pt x="55376" y="68701"/>
                </a:lnTo>
                <a:lnTo>
                  <a:pt x="59054" y="69585"/>
                </a:lnTo>
                <a:lnTo>
                  <a:pt x="61971" y="71231"/>
                </a:lnTo>
                <a:lnTo>
                  <a:pt x="73913" y="97779"/>
                </a:lnTo>
                <a:lnTo>
                  <a:pt x="73913" y="108082"/>
                </a:lnTo>
                <a:lnTo>
                  <a:pt x="73401" y="112775"/>
                </a:lnTo>
                <a:lnTo>
                  <a:pt x="72521" y="116829"/>
                </a:lnTo>
                <a:lnTo>
                  <a:pt x="71627" y="121036"/>
                </a:lnTo>
                <a:lnTo>
                  <a:pt x="70235" y="124449"/>
                </a:lnTo>
                <a:lnTo>
                  <a:pt x="66425" y="130301"/>
                </a:lnTo>
                <a:lnTo>
                  <a:pt x="64007" y="132587"/>
                </a:lnTo>
                <a:lnTo>
                  <a:pt x="60959" y="134111"/>
                </a:lnTo>
                <a:lnTo>
                  <a:pt x="58043" y="135635"/>
                </a:lnTo>
                <a:lnTo>
                  <a:pt x="54482" y="136397"/>
                </a:lnTo>
                <a:lnTo>
                  <a:pt x="93660" y="136397"/>
                </a:lnTo>
                <a:lnTo>
                  <a:pt x="96143" y="131825"/>
                </a:lnTo>
                <a:lnTo>
                  <a:pt x="98166" y="124846"/>
                </a:lnTo>
                <a:lnTo>
                  <a:pt x="100334" y="117866"/>
                </a:lnTo>
                <a:lnTo>
                  <a:pt x="101345" y="110093"/>
                </a:lnTo>
                <a:lnTo>
                  <a:pt x="101345" y="92720"/>
                </a:lnTo>
                <a:lnTo>
                  <a:pt x="100452" y="84947"/>
                </a:lnTo>
                <a:lnTo>
                  <a:pt x="98429" y="78089"/>
                </a:lnTo>
                <a:lnTo>
                  <a:pt x="96392" y="71231"/>
                </a:lnTo>
                <a:lnTo>
                  <a:pt x="95125" y="68701"/>
                </a:lnTo>
                <a:close/>
              </a:path>
              <a:path w="179069" h="158750">
                <a:moveTo>
                  <a:pt x="153405" y="71871"/>
                </a:moveTo>
                <a:lnTo>
                  <a:pt x="126735" y="71871"/>
                </a:lnTo>
                <a:lnTo>
                  <a:pt x="126735" y="153161"/>
                </a:lnTo>
                <a:lnTo>
                  <a:pt x="127010" y="153802"/>
                </a:lnTo>
                <a:lnTo>
                  <a:pt x="127375" y="154289"/>
                </a:lnTo>
                <a:lnTo>
                  <a:pt x="127772" y="154929"/>
                </a:lnTo>
                <a:lnTo>
                  <a:pt x="128412" y="155447"/>
                </a:lnTo>
                <a:lnTo>
                  <a:pt x="129418" y="155691"/>
                </a:lnTo>
                <a:lnTo>
                  <a:pt x="130423" y="156088"/>
                </a:lnTo>
                <a:lnTo>
                  <a:pt x="131825" y="156453"/>
                </a:lnTo>
                <a:lnTo>
                  <a:pt x="133593" y="156575"/>
                </a:lnTo>
                <a:lnTo>
                  <a:pt x="135392" y="156850"/>
                </a:lnTo>
                <a:lnTo>
                  <a:pt x="144779" y="156850"/>
                </a:lnTo>
                <a:lnTo>
                  <a:pt x="146425" y="156575"/>
                </a:lnTo>
                <a:lnTo>
                  <a:pt x="148224" y="156453"/>
                </a:lnTo>
                <a:lnTo>
                  <a:pt x="149595" y="156088"/>
                </a:lnTo>
                <a:lnTo>
                  <a:pt x="150632" y="155691"/>
                </a:lnTo>
                <a:lnTo>
                  <a:pt x="151637" y="155447"/>
                </a:lnTo>
                <a:lnTo>
                  <a:pt x="152278" y="154929"/>
                </a:lnTo>
                <a:lnTo>
                  <a:pt x="152796" y="154289"/>
                </a:lnTo>
                <a:lnTo>
                  <a:pt x="153161" y="153802"/>
                </a:lnTo>
                <a:lnTo>
                  <a:pt x="153405" y="153161"/>
                </a:lnTo>
                <a:lnTo>
                  <a:pt x="153405" y="71871"/>
                </a:lnTo>
                <a:close/>
              </a:path>
              <a:path w="179069" h="158750">
                <a:moveTo>
                  <a:pt x="171328" y="49011"/>
                </a:moveTo>
                <a:lnTo>
                  <a:pt x="114299" y="49011"/>
                </a:lnTo>
                <a:lnTo>
                  <a:pt x="113659" y="49286"/>
                </a:lnTo>
                <a:lnTo>
                  <a:pt x="112654" y="50048"/>
                </a:lnTo>
                <a:lnTo>
                  <a:pt x="112135" y="50535"/>
                </a:lnTo>
                <a:lnTo>
                  <a:pt x="111892" y="51419"/>
                </a:lnTo>
                <a:lnTo>
                  <a:pt x="111495" y="52334"/>
                </a:lnTo>
                <a:lnTo>
                  <a:pt x="111251" y="53461"/>
                </a:lnTo>
                <a:lnTo>
                  <a:pt x="111008" y="56509"/>
                </a:lnTo>
                <a:lnTo>
                  <a:pt x="110886" y="58277"/>
                </a:lnTo>
                <a:lnTo>
                  <a:pt x="110886" y="64526"/>
                </a:lnTo>
                <a:lnTo>
                  <a:pt x="111251" y="67421"/>
                </a:lnTo>
                <a:lnTo>
                  <a:pt x="111892" y="69220"/>
                </a:lnTo>
                <a:lnTo>
                  <a:pt x="112532" y="70987"/>
                </a:lnTo>
                <a:lnTo>
                  <a:pt x="113537" y="71871"/>
                </a:lnTo>
                <a:lnTo>
                  <a:pt x="171968" y="71871"/>
                </a:lnTo>
                <a:lnTo>
                  <a:pt x="172973" y="70987"/>
                </a:lnTo>
                <a:lnTo>
                  <a:pt x="173735" y="69220"/>
                </a:lnTo>
                <a:lnTo>
                  <a:pt x="174497" y="67421"/>
                </a:lnTo>
                <a:lnTo>
                  <a:pt x="174741" y="64526"/>
                </a:lnTo>
                <a:lnTo>
                  <a:pt x="174741" y="56509"/>
                </a:lnTo>
                <a:lnTo>
                  <a:pt x="174497" y="54985"/>
                </a:lnTo>
                <a:lnTo>
                  <a:pt x="174376" y="53461"/>
                </a:lnTo>
                <a:lnTo>
                  <a:pt x="174132" y="52334"/>
                </a:lnTo>
                <a:lnTo>
                  <a:pt x="173735" y="51419"/>
                </a:lnTo>
                <a:lnTo>
                  <a:pt x="173370" y="50535"/>
                </a:lnTo>
                <a:lnTo>
                  <a:pt x="172973" y="50048"/>
                </a:lnTo>
                <a:lnTo>
                  <a:pt x="172455" y="49651"/>
                </a:lnTo>
                <a:lnTo>
                  <a:pt x="171846" y="49286"/>
                </a:lnTo>
                <a:lnTo>
                  <a:pt x="171328" y="49011"/>
                </a:lnTo>
                <a:close/>
              </a:path>
              <a:path w="179069" h="158750">
                <a:moveTo>
                  <a:pt x="162702" y="0"/>
                </a:moveTo>
                <a:lnTo>
                  <a:pt x="154167" y="0"/>
                </a:lnTo>
                <a:lnTo>
                  <a:pt x="149230" y="761"/>
                </a:lnTo>
                <a:lnTo>
                  <a:pt x="145023" y="2529"/>
                </a:lnTo>
                <a:lnTo>
                  <a:pt x="140848" y="4175"/>
                </a:lnTo>
                <a:lnTo>
                  <a:pt x="126735" y="33893"/>
                </a:lnTo>
                <a:lnTo>
                  <a:pt x="126735" y="49011"/>
                </a:lnTo>
                <a:lnTo>
                  <a:pt x="153405" y="49011"/>
                </a:lnTo>
                <a:lnTo>
                  <a:pt x="153405" y="36697"/>
                </a:lnTo>
                <a:lnTo>
                  <a:pt x="153558" y="34046"/>
                </a:lnTo>
                <a:lnTo>
                  <a:pt x="154045" y="31760"/>
                </a:lnTo>
                <a:lnTo>
                  <a:pt x="154442" y="29596"/>
                </a:lnTo>
                <a:lnTo>
                  <a:pt x="155082" y="27797"/>
                </a:lnTo>
                <a:lnTo>
                  <a:pt x="156088" y="26426"/>
                </a:lnTo>
                <a:lnTo>
                  <a:pt x="156971" y="25024"/>
                </a:lnTo>
                <a:lnTo>
                  <a:pt x="158130" y="24140"/>
                </a:lnTo>
                <a:lnTo>
                  <a:pt x="159501" y="23500"/>
                </a:lnTo>
                <a:lnTo>
                  <a:pt x="160903" y="22859"/>
                </a:lnTo>
                <a:lnTo>
                  <a:pt x="162427" y="22463"/>
                </a:lnTo>
                <a:lnTo>
                  <a:pt x="178020" y="22463"/>
                </a:lnTo>
                <a:lnTo>
                  <a:pt x="178307" y="21335"/>
                </a:lnTo>
                <a:lnTo>
                  <a:pt x="178551" y="18806"/>
                </a:lnTo>
                <a:lnTo>
                  <a:pt x="178551" y="10911"/>
                </a:lnTo>
                <a:lnTo>
                  <a:pt x="178429" y="9509"/>
                </a:lnTo>
                <a:lnTo>
                  <a:pt x="178307" y="7985"/>
                </a:lnTo>
                <a:lnTo>
                  <a:pt x="178064" y="6857"/>
                </a:lnTo>
                <a:lnTo>
                  <a:pt x="177667" y="5974"/>
                </a:lnTo>
                <a:lnTo>
                  <a:pt x="177424" y="4937"/>
                </a:lnTo>
                <a:lnTo>
                  <a:pt x="173614" y="2285"/>
                </a:lnTo>
                <a:lnTo>
                  <a:pt x="172211" y="1645"/>
                </a:lnTo>
                <a:lnTo>
                  <a:pt x="170322" y="1127"/>
                </a:lnTo>
                <a:lnTo>
                  <a:pt x="167761" y="640"/>
                </a:lnTo>
                <a:lnTo>
                  <a:pt x="165353" y="121"/>
                </a:lnTo>
                <a:lnTo>
                  <a:pt x="162702" y="0"/>
                </a:lnTo>
                <a:close/>
              </a:path>
              <a:path w="179069" h="158750">
                <a:moveTo>
                  <a:pt x="178020" y="22463"/>
                </a:moveTo>
                <a:lnTo>
                  <a:pt x="165994" y="22463"/>
                </a:lnTo>
                <a:lnTo>
                  <a:pt x="167396" y="22616"/>
                </a:lnTo>
                <a:lnTo>
                  <a:pt x="168645" y="22859"/>
                </a:lnTo>
                <a:lnTo>
                  <a:pt x="169804" y="23103"/>
                </a:lnTo>
                <a:lnTo>
                  <a:pt x="170931" y="23378"/>
                </a:lnTo>
                <a:lnTo>
                  <a:pt x="171846" y="23743"/>
                </a:lnTo>
                <a:lnTo>
                  <a:pt x="172730" y="23987"/>
                </a:lnTo>
                <a:lnTo>
                  <a:pt x="173370" y="24262"/>
                </a:lnTo>
                <a:lnTo>
                  <a:pt x="173979" y="24505"/>
                </a:lnTo>
                <a:lnTo>
                  <a:pt x="174619" y="24749"/>
                </a:lnTo>
                <a:lnTo>
                  <a:pt x="175138" y="24902"/>
                </a:lnTo>
                <a:lnTo>
                  <a:pt x="176021" y="24902"/>
                </a:lnTo>
                <a:lnTo>
                  <a:pt x="176418" y="24749"/>
                </a:lnTo>
                <a:lnTo>
                  <a:pt x="176783" y="24505"/>
                </a:lnTo>
                <a:lnTo>
                  <a:pt x="177180" y="24262"/>
                </a:lnTo>
                <a:lnTo>
                  <a:pt x="177545" y="23743"/>
                </a:lnTo>
                <a:lnTo>
                  <a:pt x="177789" y="23103"/>
                </a:lnTo>
                <a:lnTo>
                  <a:pt x="178020" y="2246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898" name="object 12">
            <a:extLst>
              <a:ext uri="{FF2B5EF4-FFF2-40B4-BE49-F238E27FC236}">
                <a16:creationId xmlns:a16="http://schemas.microsoft.com/office/drawing/2014/main" id="{E0521381-060D-EA49-5FCD-C4DBECCD33DE}"/>
              </a:ext>
            </a:extLst>
          </p:cNvPr>
          <p:cNvSpPr>
            <a:spLocks/>
          </p:cNvSpPr>
          <p:nvPr/>
        </p:nvSpPr>
        <p:spPr bwMode="auto">
          <a:xfrm>
            <a:off x="4265084" y="596901"/>
            <a:ext cx="116416" cy="150284"/>
          </a:xfrm>
          <a:custGeom>
            <a:avLst/>
            <a:gdLst>
              <a:gd name="T0" fmla="*/ 46558 w 86995"/>
              <a:gd name="T1" fmla="*/ 21639 h 112395"/>
              <a:gd name="T2" fmla="*/ 54195 w 86995"/>
              <a:gd name="T3" fmla="*/ 23555 h 112395"/>
              <a:gd name="T4" fmla="*/ 58851 w 86995"/>
              <a:gd name="T5" fmla="*/ 27821 h 112395"/>
              <a:gd name="T6" fmla="*/ 60403 w 86995"/>
              <a:gd name="T7" fmla="*/ 32212 h 112395"/>
              <a:gd name="T8" fmla="*/ 61426 w 86995"/>
              <a:gd name="T9" fmla="*/ 37342 h 112395"/>
              <a:gd name="T10" fmla="*/ 43454 w 86995"/>
              <a:gd name="T11" fmla="*/ 46617 h 112395"/>
              <a:gd name="T12" fmla="*/ 22875 w 86995"/>
              <a:gd name="T13" fmla="*/ 50111 h 112395"/>
              <a:gd name="T14" fmla="*/ 13191 w 86995"/>
              <a:gd name="T15" fmla="*/ 54994 h 112395"/>
              <a:gd name="T16" fmla="*/ 5555 w 86995"/>
              <a:gd name="T17" fmla="*/ 61424 h 112395"/>
              <a:gd name="T18" fmla="*/ 1147 w 86995"/>
              <a:gd name="T19" fmla="*/ 70081 h 112395"/>
              <a:gd name="T20" fmla="*/ 0 w 86995"/>
              <a:gd name="T21" fmla="*/ 86557 h 112395"/>
              <a:gd name="T22" fmla="*/ 41375 w 86995"/>
              <a:gd name="T23" fmla="*/ 113854 h 112395"/>
              <a:gd name="T24" fmla="*/ 51990 w 86995"/>
              <a:gd name="T25" fmla="*/ 110114 h 112395"/>
              <a:gd name="T26" fmla="*/ 61550 w 86995"/>
              <a:gd name="T27" fmla="*/ 104210 h 112395"/>
              <a:gd name="T28" fmla="*/ 88058 w 86995"/>
              <a:gd name="T29" fmla="*/ 99695 h 112395"/>
              <a:gd name="T30" fmla="*/ 36469 w 86995"/>
              <a:gd name="T31" fmla="*/ 93761 h 112395"/>
              <a:gd name="T32" fmla="*/ 30387 w 86995"/>
              <a:gd name="T33" fmla="*/ 90175 h 112395"/>
              <a:gd name="T34" fmla="*/ 26631 w 86995"/>
              <a:gd name="T35" fmla="*/ 84362 h 112395"/>
              <a:gd name="T36" fmla="*/ 32187 w 86995"/>
              <a:gd name="T37" fmla="*/ 68660 h 112395"/>
              <a:gd name="T38" fmla="*/ 36718 w 86995"/>
              <a:gd name="T39" fmla="*/ 66217 h 112395"/>
              <a:gd name="T40" fmla="*/ 46558 w 86995"/>
              <a:gd name="T41" fmla="*/ 64516 h 112395"/>
              <a:gd name="T42" fmla="*/ 88058 w 86995"/>
              <a:gd name="T43" fmla="*/ 32985 h 112395"/>
              <a:gd name="T44" fmla="*/ 85606 w 86995"/>
              <a:gd name="T45" fmla="*/ 21886 h 112395"/>
              <a:gd name="T46" fmla="*/ 88058 w 86995"/>
              <a:gd name="T47" fmla="*/ 99695 h 112395"/>
              <a:gd name="T48" fmla="*/ 65554 w 86995"/>
              <a:gd name="T49" fmla="*/ 108847 h 112395"/>
              <a:gd name="T50" fmla="*/ 79677 w 86995"/>
              <a:gd name="T51" fmla="*/ 111938 h 112395"/>
              <a:gd name="T52" fmla="*/ 83557 w 86995"/>
              <a:gd name="T53" fmla="*/ 111536 h 112395"/>
              <a:gd name="T54" fmla="*/ 86258 w 86995"/>
              <a:gd name="T55" fmla="*/ 110886 h 112395"/>
              <a:gd name="T56" fmla="*/ 87685 w 86995"/>
              <a:gd name="T57" fmla="*/ 109620 h 112395"/>
              <a:gd name="T58" fmla="*/ 88058 w 86995"/>
              <a:gd name="T59" fmla="*/ 99695 h 112395"/>
              <a:gd name="T60" fmla="*/ 61426 w 86995"/>
              <a:gd name="T61" fmla="*/ 64516 h 112395"/>
              <a:gd name="T62" fmla="*/ 58075 w 86995"/>
              <a:gd name="T63" fmla="*/ 85662 h 112395"/>
              <a:gd name="T64" fmla="*/ 51587 w 86995"/>
              <a:gd name="T65" fmla="*/ 90669 h 112395"/>
              <a:gd name="T66" fmla="*/ 44883 w 86995"/>
              <a:gd name="T67" fmla="*/ 93761 h 112395"/>
              <a:gd name="T68" fmla="*/ 88058 w 86995"/>
              <a:gd name="T69" fmla="*/ 64516 h 112395"/>
              <a:gd name="T70" fmla="*/ 41251 w 86995"/>
              <a:gd name="T71" fmla="*/ 0 h 112395"/>
              <a:gd name="T72" fmla="*/ 33119 w 86995"/>
              <a:gd name="T73" fmla="*/ 1020 h 112395"/>
              <a:gd name="T74" fmla="*/ 25484 w 86995"/>
              <a:gd name="T75" fmla="*/ 2691 h 112395"/>
              <a:gd name="T76" fmla="*/ 18623 w 86995"/>
              <a:gd name="T77" fmla="*/ 5007 h 112395"/>
              <a:gd name="T78" fmla="*/ 6861 w 86995"/>
              <a:gd name="T79" fmla="*/ 12241 h 112395"/>
              <a:gd name="T80" fmla="*/ 5804 w 86995"/>
              <a:gd name="T81" fmla="*/ 14807 h 112395"/>
              <a:gd name="T82" fmla="*/ 5307 w 86995"/>
              <a:gd name="T83" fmla="*/ 18022 h 112395"/>
              <a:gd name="T84" fmla="*/ 5432 w 86995"/>
              <a:gd name="T85" fmla="*/ 23711 h 112395"/>
              <a:gd name="T86" fmla="*/ 5804 w 86995"/>
              <a:gd name="T87" fmla="*/ 26523 h 112395"/>
              <a:gd name="T88" fmla="*/ 6581 w 86995"/>
              <a:gd name="T89" fmla="*/ 28718 h 112395"/>
              <a:gd name="T90" fmla="*/ 7511 w 86995"/>
              <a:gd name="T91" fmla="*/ 30511 h 112395"/>
              <a:gd name="T92" fmla="*/ 8658 w 86995"/>
              <a:gd name="T93" fmla="*/ 31563 h 112395"/>
              <a:gd name="T94" fmla="*/ 11391 w 86995"/>
              <a:gd name="T95" fmla="*/ 31809 h 112395"/>
              <a:gd name="T96" fmla="*/ 14620 w 86995"/>
              <a:gd name="T97" fmla="*/ 30263 h 112395"/>
              <a:gd name="T98" fmla="*/ 18747 w 86995"/>
              <a:gd name="T99" fmla="*/ 27945 h 112395"/>
              <a:gd name="T100" fmla="*/ 85531 w 86995"/>
              <a:gd name="T101" fmla="*/ 21639 h 112395"/>
              <a:gd name="T102" fmla="*/ 59502 w 86995"/>
              <a:gd name="T103" fmla="*/ 771 h 11239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86995" h="112395">
                <a:moveTo>
                  <a:pt x="83990" y="21335"/>
                </a:moveTo>
                <a:lnTo>
                  <a:pt x="45719" y="21335"/>
                </a:lnTo>
                <a:lnTo>
                  <a:pt x="48646" y="21701"/>
                </a:lnTo>
                <a:lnTo>
                  <a:pt x="53218" y="23225"/>
                </a:lnTo>
                <a:lnTo>
                  <a:pt x="54985" y="24383"/>
                </a:lnTo>
                <a:lnTo>
                  <a:pt x="57790" y="27431"/>
                </a:lnTo>
                <a:lnTo>
                  <a:pt x="58795" y="29474"/>
                </a:lnTo>
                <a:lnTo>
                  <a:pt x="59314" y="31760"/>
                </a:lnTo>
                <a:lnTo>
                  <a:pt x="59954" y="34168"/>
                </a:lnTo>
                <a:lnTo>
                  <a:pt x="60319" y="36819"/>
                </a:lnTo>
                <a:lnTo>
                  <a:pt x="60319" y="45963"/>
                </a:lnTo>
                <a:lnTo>
                  <a:pt x="42671" y="45963"/>
                </a:lnTo>
                <a:lnTo>
                  <a:pt x="35173" y="46603"/>
                </a:lnTo>
                <a:lnTo>
                  <a:pt x="22463" y="49408"/>
                </a:lnTo>
                <a:lnTo>
                  <a:pt x="17129" y="51419"/>
                </a:lnTo>
                <a:lnTo>
                  <a:pt x="12953" y="54223"/>
                </a:lnTo>
                <a:lnTo>
                  <a:pt x="8625" y="57028"/>
                </a:lnTo>
                <a:lnTo>
                  <a:pt x="5455" y="60563"/>
                </a:lnTo>
                <a:lnTo>
                  <a:pt x="3291" y="64769"/>
                </a:lnTo>
                <a:lnTo>
                  <a:pt x="1127" y="69098"/>
                </a:lnTo>
                <a:lnTo>
                  <a:pt x="0" y="74157"/>
                </a:lnTo>
                <a:lnTo>
                  <a:pt x="0" y="85343"/>
                </a:lnTo>
                <a:lnTo>
                  <a:pt x="29474" y="112257"/>
                </a:lnTo>
                <a:lnTo>
                  <a:pt x="40629" y="112257"/>
                </a:lnTo>
                <a:lnTo>
                  <a:pt x="46085" y="111130"/>
                </a:lnTo>
                <a:lnTo>
                  <a:pt x="51053" y="108569"/>
                </a:lnTo>
                <a:lnTo>
                  <a:pt x="56144" y="106161"/>
                </a:lnTo>
                <a:lnTo>
                  <a:pt x="60441" y="102748"/>
                </a:lnTo>
                <a:lnTo>
                  <a:pt x="64373" y="98297"/>
                </a:lnTo>
                <a:lnTo>
                  <a:pt x="86471" y="98297"/>
                </a:lnTo>
                <a:lnTo>
                  <a:pt x="86471" y="92445"/>
                </a:lnTo>
                <a:lnTo>
                  <a:pt x="35813" y="92445"/>
                </a:lnTo>
                <a:lnTo>
                  <a:pt x="32369" y="91196"/>
                </a:lnTo>
                <a:lnTo>
                  <a:pt x="29839" y="88910"/>
                </a:lnTo>
                <a:lnTo>
                  <a:pt x="27431" y="86471"/>
                </a:lnTo>
                <a:lnTo>
                  <a:pt x="26151" y="83179"/>
                </a:lnTo>
                <a:lnTo>
                  <a:pt x="26151" y="76565"/>
                </a:lnTo>
                <a:lnTo>
                  <a:pt x="31607" y="67696"/>
                </a:lnTo>
                <a:lnTo>
                  <a:pt x="33527" y="66293"/>
                </a:lnTo>
                <a:lnTo>
                  <a:pt x="36057" y="65288"/>
                </a:lnTo>
                <a:lnTo>
                  <a:pt x="42031" y="64007"/>
                </a:lnTo>
                <a:lnTo>
                  <a:pt x="45719" y="63611"/>
                </a:lnTo>
                <a:lnTo>
                  <a:pt x="86471" y="63611"/>
                </a:lnTo>
                <a:lnTo>
                  <a:pt x="86471" y="32522"/>
                </a:lnTo>
                <a:lnTo>
                  <a:pt x="85709" y="26548"/>
                </a:lnTo>
                <a:lnTo>
                  <a:pt x="84063" y="21579"/>
                </a:lnTo>
                <a:lnTo>
                  <a:pt x="83990" y="21335"/>
                </a:lnTo>
                <a:close/>
              </a:path>
              <a:path w="86995" h="112395">
                <a:moveTo>
                  <a:pt x="86471" y="98297"/>
                </a:moveTo>
                <a:lnTo>
                  <a:pt x="64373" y="98297"/>
                </a:lnTo>
                <a:lnTo>
                  <a:pt x="64373" y="107320"/>
                </a:lnTo>
                <a:lnTo>
                  <a:pt x="72146" y="110368"/>
                </a:lnTo>
                <a:lnTo>
                  <a:pt x="78242" y="110368"/>
                </a:lnTo>
                <a:lnTo>
                  <a:pt x="80528" y="110246"/>
                </a:lnTo>
                <a:lnTo>
                  <a:pt x="82052" y="109971"/>
                </a:lnTo>
                <a:lnTo>
                  <a:pt x="83576" y="109727"/>
                </a:lnTo>
                <a:lnTo>
                  <a:pt x="84703" y="109331"/>
                </a:lnTo>
                <a:lnTo>
                  <a:pt x="85343" y="108722"/>
                </a:lnTo>
                <a:lnTo>
                  <a:pt x="86105" y="108082"/>
                </a:lnTo>
                <a:lnTo>
                  <a:pt x="86471" y="107320"/>
                </a:lnTo>
                <a:lnTo>
                  <a:pt x="86471" y="98297"/>
                </a:lnTo>
                <a:close/>
              </a:path>
              <a:path w="86995" h="112395">
                <a:moveTo>
                  <a:pt x="86471" y="63611"/>
                </a:moveTo>
                <a:lnTo>
                  <a:pt x="60319" y="63611"/>
                </a:lnTo>
                <a:lnTo>
                  <a:pt x="60319" y="80650"/>
                </a:lnTo>
                <a:lnTo>
                  <a:pt x="57028" y="84460"/>
                </a:lnTo>
                <a:lnTo>
                  <a:pt x="53858" y="87386"/>
                </a:lnTo>
                <a:lnTo>
                  <a:pt x="50657" y="89397"/>
                </a:lnTo>
                <a:lnTo>
                  <a:pt x="47487" y="91439"/>
                </a:lnTo>
                <a:lnTo>
                  <a:pt x="44074" y="92445"/>
                </a:lnTo>
                <a:lnTo>
                  <a:pt x="86471" y="92445"/>
                </a:lnTo>
                <a:lnTo>
                  <a:pt x="86471" y="63611"/>
                </a:lnTo>
                <a:close/>
              </a:path>
              <a:path w="86995" h="112395">
                <a:moveTo>
                  <a:pt x="52059" y="0"/>
                </a:moveTo>
                <a:lnTo>
                  <a:pt x="40507" y="0"/>
                </a:lnTo>
                <a:lnTo>
                  <a:pt x="36454" y="365"/>
                </a:lnTo>
                <a:lnTo>
                  <a:pt x="32522" y="1005"/>
                </a:lnTo>
                <a:lnTo>
                  <a:pt x="28559" y="1767"/>
                </a:lnTo>
                <a:lnTo>
                  <a:pt x="25024" y="2651"/>
                </a:lnTo>
                <a:lnTo>
                  <a:pt x="21701" y="3809"/>
                </a:lnTo>
                <a:lnTo>
                  <a:pt x="18287" y="4937"/>
                </a:lnTo>
                <a:lnTo>
                  <a:pt x="7741" y="11033"/>
                </a:lnTo>
                <a:lnTo>
                  <a:pt x="6736" y="12070"/>
                </a:lnTo>
                <a:lnTo>
                  <a:pt x="6095" y="13319"/>
                </a:lnTo>
                <a:lnTo>
                  <a:pt x="5699" y="14599"/>
                </a:lnTo>
                <a:lnTo>
                  <a:pt x="5455" y="16001"/>
                </a:lnTo>
                <a:lnTo>
                  <a:pt x="5212" y="17769"/>
                </a:lnTo>
                <a:lnTo>
                  <a:pt x="5212" y="21854"/>
                </a:lnTo>
                <a:lnTo>
                  <a:pt x="5333" y="23378"/>
                </a:lnTo>
                <a:lnTo>
                  <a:pt x="5577" y="24749"/>
                </a:lnTo>
                <a:lnTo>
                  <a:pt x="5699" y="26151"/>
                </a:lnTo>
                <a:lnTo>
                  <a:pt x="6095" y="27431"/>
                </a:lnTo>
                <a:lnTo>
                  <a:pt x="6461" y="28315"/>
                </a:lnTo>
                <a:lnTo>
                  <a:pt x="6857" y="29321"/>
                </a:lnTo>
                <a:lnTo>
                  <a:pt x="7376" y="30083"/>
                </a:lnTo>
                <a:lnTo>
                  <a:pt x="7863" y="30601"/>
                </a:lnTo>
                <a:lnTo>
                  <a:pt x="8503" y="31120"/>
                </a:lnTo>
                <a:lnTo>
                  <a:pt x="9265" y="31363"/>
                </a:lnTo>
                <a:lnTo>
                  <a:pt x="11186" y="31363"/>
                </a:lnTo>
                <a:lnTo>
                  <a:pt x="12557" y="30845"/>
                </a:lnTo>
                <a:lnTo>
                  <a:pt x="14356" y="29839"/>
                </a:lnTo>
                <a:lnTo>
                  <a:pt x="16245" y="28712"/>
                </a:lnTo>
                <a:lnTo>
                  <a:pt x="18409" y="27553"/>
                </a:lnTo>
                <a:lnTo>
                  <a:pt x="37856" y="21335"/>
                </a:lnTo>
                <a:lnTo>
                  <a:pt x="83990" y="21335"/>
                </a:lnTo>
                <a:lnTo>
                  <a:pt x="82539" y="16520"/>
                </a:lnTo>
                <a:lnTo>
                  <a:pt x="58430" y="761"/>
                </a:lnTo>
                <a:lnTo>
                  <a:pt x="52059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899" name="object 13">
            <a:extLst>
              <a:ext uri="{FF2B5EF4-FFF2-40B4-BE49-F238E27FC236}">
                <a16:creationId xmlns:a16="http://schemas.microsoft.com/office/drawing/2014/main" id="{FD2E695B-C3AC-6C39-7602-F6AFF1287C56}"/>
              </a:ext>
            </a:extLst>
          </p:cNvPr>
          <p:cNvSpPr>
            <a:spLocks/>
          </p:cNvSpPr>
          <p:nvPr/>
        </p:nvSpPr>
        <p:spPr bwMode="auto">
          <a:xfrm>
            <a:off x="4508501" y="537634"/>
            <a:ext cx="512233" cy="260351"/>
          </a:xfrm>
          <a:custGeom>
            <a:avLst/>
            <a:gdLst>
              <a:gd name="T0" fmla="*/ 3839 w 383539"/>
              <a:gd name="T1" fmla="*/ 741 h 196215"/>
              <a:gd name="T2" fmla="*/ 243 w 383539"/>
              <a:gd name="T3" fmla="*/ 3211 h 196215"/>
              <a:gd name="T4" fmla="*/ 5226 w 383539"/>
              <a:gd name="T5" fmla="*/ 151832 h 196215"/>
              <a:gd name="T6" fmla="*/ 21759 w 383539"/>
              <a:gd name="T7" fmla="*/ 151832 h 196215"/>
              <a:gd name="T8" fmla="*/ 26369 w 383539"/>
              <a:gd name="T9" fmla="*/ 149719 h 196215"/>
              <a:gd name="T10" fmla="*/ 23049 w 383539"/>
              <a:gd name="T11" fmla="*/ 741 h 196215"/>
              <a:gd name="T12" fmla="*/ 85407 w 383539"/>
              <a:gd name="T13" fmla="*/ 45870 h 196215"/>
              <a:gd name="T14" fmla="*/ 49542 w 383539"/>
              <a:gd name="T15" fmla="*/ 108816 h 196215"/>
              <a:gd name="T16" fmla="*/ 108334 w 383539"/>
              <a:gd name="T17" fmla="*/ 154063 h 196215"/>
              <a:gd name="T18" fmla="*/ 92323 w 383539"/>
              <a:gd name="T19" fmla="*/ 131395 h 196215"/>
              <a:gd name="T20" fmla="*/ 80521 w 383539"/>
              <a:gd name="T21" fmla="*/ 119853 h 196215"/>
              <a:gd name="T22" fmla="*/ 77202 w 383539"/>
              <a:gd name="T23" fmla="*/ 93943 h 196215"/>
              <a:gd name="T24" fmla="*/ 82979 w 383539"/>
              <a:gd name="T25" fmla="*/ 74994 h 196215"/>
              <a:gd name="T26" fmla="*/ 145470 w 383539"/>
              <a:gd name="T27" fmla="*/ 66188 h 196215"/>
              <a:gd name="T28" fmla="*/ 117801 w 383539"/>
              <a:gd name="T29" fmla="*/ 45753 h 196215"/>
              <a:gd name="T30" fmla="*/ 112023 w 383539"/>
              <a:gd name="T31" fmla="*/ 68657 h 196215"/>
              <a:gd name="T32" fmla="*/ 121766 w 383539"/>
              <a:gd name="T33" fmla="*/ 117265 h 196215"/>
              <a:gd name="T34" fmla="*/ 146475 w 383539"/>
              <a:gd name="T35" fmla="*/ 127797 h 196215"/>
              <a:gd name="T36" fmla="*/ 150839 w 383539"/>
              <a:gd name="T37" fmla="*/ 82043 h 196215"/>
              <a:gd name="T38" fmla="*/ 211415 w 383539"/>
              <a:gd name="T39" fmla="*/ 44503 h 196215"/>
              <a:gd name="T40" fmla="*/ 167866 w 383539"/>
              <a:gd name="T41" fmla="*/ 91980 h 196215"/>
              <a:gd name="T42" fmla="*/ 209356 w 383539"/>
              <a:gd name="T43" fmla="*/ 154063 h 196215"/>
              <a:gd name="T44" fmla="*/ 214366 w 383539"/>
              <a:gd name="T45" fmla="*/ 132259 h 196215"/>
              <a:gd name="T46" fmla="*/ 200535 w 383539"/>
              <a:gd name="T47" fmla="*/ 122826 h 196215"/>
              <a:gd name="T48" fmla="*/ 195527 w 383539"/>
              <a:gd name="T49" fmla="*/ 103880 h 196215"/>
              <a:gd name="T50" fmla="*/ 199368 w 383539"/>
              <a:gd name="T51" fmla="*/ 77850 h 196215"/>
              <a:gd name="T52" fmla="*/ 215257 w 383539"/>
              <a:gd name="T53" fmla="*/ 66188 h 196215"/>
              <a:gd name="T54" fmla="*/ 248665 w 383539"/>
              <a:gd name="T55" fmla="*/ 50452 h 196215"/>
              <a:gd name="T56" fmla="*/ 227428 w 383539"/>
              <a:gd name="T57" fmla="*/ 67051 h 196215"/>
              <a:gd name="T58" fmla="*/ 240981 w 383539"/>
              <a:gd name="T59" fmla="*/ 113159 h 196215"/>
              <a:gd name="T60" fmla="*/ 262310 w 383539"/>
              <a:gd name="T61" fmla="*/ 132259 h 196215"/>
              <a:gd name="T62" fmla="*/ 270055 w 383539"/>
              <a:gd name="T63" fmla="*/ 89630 h 196215"/>
              <a:gd name="T64" fmla="*/ 303985 w 383539"/>
              <a:gd name="T65" fmla="*/ 46347 h 196215"/>
              <a:gd name="T66" fmla="*/ 292859 w 383539"/>
              <a:gd name="T67" fmla="*/ 47477 h 196215"/>
              <a:gd name="T68" fmla="*/ 290431 w 383539"/>
              <a:gd name="T69" fmla="*/ 49945 h 196215"/>
              <a:gd name="T70" fmla="*/ 297346 w 383539"/>
              <a:gd name="T71" fmla="*/ 190772 h 196215"/>
              <a:gd name="T72" fmla="*/ 310407 w 383539"/>
              <a:gd name="T73" fmla="*/ 190772 h 196215"/>
              <a:gd name="T74" fmla="*/ 316279 w 383539"/>
              <a:gd name="T75" fmla="*/ 189015 h 196215"/>
              <a:gd name="T76" fmla="*/ 374553 w 383539"/>
              <a:gd name="T77" fmla="*/ 140676 h 196215"/>
              <a:gd name="T78" fmla="*/ 331644 w 383539"/>
              <a:gd name="T79" fmla="*/ 129402 h 196215"/>
              <a:gd name="T80" fmla="*/ 319474 w 383539"/>
              <a:gd name="T81" fmla="*/ 80555 h 196215"/>
              <a:gd name="T82" fmla="*/ 330877 w 383539"/>
              <a:gd name="T83" fmla="*/ 70144 h 196215"/>
              <a:gd name="T84" fmla="*/ 381720 w 383539"/>
              <a:gd name="T85" fmla="*/ 67913 h 196215"/>
              <a:gd name="T86" fmla="*/ 313082 w 383539"/>
              <a:gd name="T87" fmla="*/ 49321 h 196215"/>
              <a:gd name="T88" fmla="*/ 309885 w 383539"/>
              <a:gd name="T89" fmla="*/ 47089 h 196215"/>
              <a:gd name="T90" fmla="*/ 317447 w 383539"/>
              <a:gd name="T91" fmla="*/ 140676 h 196215"/>
              <a:gd name="T92" fmla="*/ 381720 w 383539"/>
              <a:gd name="T93" fmla="*/ 67913 h 196215"/>
              <a:gd name="T94" fmla="*/ 358412 w 383539"/>
              <a:gd name="T95" fmla="*/ 103491 h 196215"/>
              <a:gd name="T96" fmla="*/ 353805 w 383539"/>
              <a:gd name="T97" fmla="*/ 120983 h 196215"/>
              <a:gd name="T98" fmla="*/ 342402 w 383539"/>
              <a:gd name="T99" fmla="*/ 130770 h 196215"/>
              <a:gd name="T100" fmla="*/ 386475 w 383539"/>
              <a:gd name="T101" fmla="*/ 90612 h 196215"/>
              <a:gd name="T102" fmla="*/ 344337 w 383539"/>
              <a:gd name="T103" fmla="*/ 44503 h 196215"/>
              <a:gd name="T104" fmla="*/ 374427 w 383539"/>
              <a:gd name="T105" fmla="*/ 55271 h 196215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383539" h="196215">
                <a:moveTo>
                  <a:pt x="18135" y="0"/>
                </a:moveTo>
                <a:lnTo>
                  <a:pt x="8625" y="0"/>
                </a:lnTo>
                <a:lnTo>
                  <a:pt x="6857" y="243"/>
                </a:lnTo>
                <a:lnTo>
                  <a:pt x="5181" y="518"/>
                </a:lnTo>
                <a:lnTo>
                  <a:pt x="3809" y="761"/>
                </a:lnTo>
                <a:lnTo>
                  <a:pt x="2773" y="1280"/>
                </a:lnTo>
                <a:lnTo>
                  <a:pt x="1767" y="1645"/>
                </a:lnTo>
                <a:lnTo>
                  <a:pt x="1127" y="2164"/>
                </a:lnTo>
                <a:lnTo>
                  <a:pt x="609" y="2804"/>
                </a:lnTo>
                <a:lnTo>
                  <a:pt x="243" y="3291"/>
                </a:lnTo>
                <a:lnTo>
                  <a:pt x="0" y="3931"/>
                </a:lnTo>
                <a:lnTo>
                  <a:pt x="0" y="152278"/>
                </a:lnTo>
                <a:lnTo>
                  <a:pt x="2773" y="154807"/>
                </a:lnTo>
                <a:lnTo>
                  <a:pt x="3809" y="155204"/>
                </a:lnTo>
                <a:lnTo>
                  <a:pt x="5181" y="155569"/>
                </a:lnTo>
                <a:lnTo>
                  <a:pt x="6857" y="155691"/>
                </a:lnTo>
                <a:lnTo>
                  <a:pt x="8625" y="155966"/>
                </a:lnTo>
                <a:lnTo>
                  <a:pt x="18135" y="155966"/>
                </a:lnTo>
                <a:lnTo>
                  <a:pt x="19811" y="155691"/>
                </a:lnTo>
                <a:lnTo>
                  <a:pt x="21579" y="155569"/>
                </a:lnTo>
                <a:lnTo>
                  <a:pt x="22859" y="155204"/>
                </a:lnTo>
                <a:lnTo>
                  <a:pt x="23865" y="154807"/>
                </a:lnTo>
                <a:lnTo>
                  <a:pt x="24993" y="154564"/>
                </a:lnTo>
                <a:lnTo>
                  <a:pt x="25633" y="154045"/>
                </a:lnTo>
                <a:lnTo>
                  <a:pt x="26151" y="153405"/>
                </a:lnTo>
                <a:lnTo>
                  <a:pt x="26517" y="152918"/>
                </a:lnTo>
                <a:lnTo>
                  <a:pt x="26791" y="152278"/>
                </a:lnTo>
                <a:lnTo>
                  <a:pt x="26791" y="3931"/>
                </a:lnTo>
                <a:lnTo>
                  <a:pt x="23865" y="1280"/>
                </a:lnTo>
                <a:lnTo>
                  <a:pt x="22859" y="761"/>
                </a:lnTo>
                <a:lnTo>
                  <a:pt x="21579" y="518"/>
                </a:lnTo>
                <a:lnTo>
                  <a:pt x="18135" y="0"/>
                </a:lnTo>
                <a:close/>
              </a:path>
              <a:path w="383539" h="196215">
                <a:moveTo>
                  <a:pt x="109453" y="45598"/>
                </a:moveTo>
                <a:lnTo>
                  <a:pt x="92323" y="45598"/>
                </a:lnTo>
                <a:lnTo>
                  <a:pt x="84703" y="47000"/>
                </a:lnTo>
                <a:lnTo>
                  <a:pt x="78211" y="49773"/>
                </a:lnTo>
                <a:lnTo>
                  <a:pt x="71749" y="52456"/>
                </a:lnTo>
                <a:lnTo>
                  <a:pt x="50291" y="86502"/>
                </a:lnTo>
                <a:lnTo>
                  <a:pt x="49133" y="94244"/>
                </a:lnTo>
                <a:lnTo>
                  <a:pt x="49133" y="111495"/>
                </a:lnTo>
                <a:lnTo>
                  <a:pt x="65379" y="148224"/>
                </a:lnTo>
                <a:lnTo>
                  <a:pt x="76687" y="154167"/>
                </a:lnTo>
                <a:lnTo>
                  <a:pt x="82905" y="156728"/>
                </a:lnTo>
                <a:lnTo>
                  <a:pt x="90281" y="157855"/>
                </a:lnTo>
                <a:lnTo>
                  <a:pt x="107441" y="157855"/>
                </a:lnTo>
                <a:lnTo>
                  <a:pt x="137647" y="141975"/>
                </a:lnTo>
                <a:lnTo>
                  <a:pt x="141975" y="137038"/>
                </a:lnTo>
                <a:lnTo>
                  <a:pt x="142798" y="135514"/>
                </a:lnTo>
                <a:lnTo>
                  <a:pt x="95249" y="135514"/>
                </a:lnTo>
                <a:lnTo>
                  <a:pt x="91561" y="134630"/>
                </a:lnTo>
                <a:lnTo>
                  <a:pt x="88635" y="132984"/>
                </a:lnTo>
                <a:lnTo>
                  <a:pt x="85587" y="131307"/>
                </a:lnTo>
                <a:lnTo>
                  <a:pt x="83301" y="128899"/>
                </a:lnTo>
                <a:lnTo>
                  <a:pt x="81533" y="125851"/>
                </a:lnTo>
                <a:lnTo>
                  <a:pt x="79857" y="122803"/>
                </a:lnTo>
                <a:lnTo>
                  <a:pt x="78607" y="119268"/>
                </a:lnTo>
                <a:lnTo>
                  <a:pt x="77845" y="115061"/>
                </a:lnTo>
                <a:lnTo>
                  <a:pt x="76961" y="111008"/>
                </a:lnTo>
                <a:lnTo>
                  <a:pt x="76565" y="106436"/>
                </a:lnTo>
                <a:lnTo>
                  <a:pt x="76565" y="96255"/>
                </a:lnTo>
                <a:lnTo>
                  <a:pt x="77083" y="91561"/>
                </a:lnTo>
                <a:lnTo>
                  <a:pt x="78089" y="87386"/>
                </a:lnTo>
                <a:lnTo>
                  <a:pt x="78973" y="83301"/>
                </a:lnTo>
                <a:lnTo>
                  <a:pt x="80375" y="79766"/>
                </a:lnTo>
                <a:lnTo>
                  <a:pt x="82295" y="76840"/>
                </a:lnTo>
                <a:lnTo>
                  <a:pt x="84185" y="73913"/>
                </a:lnTo>
                <a:lnTo>
                  <a:pt x="86715" y="71627"/>
                </a:lnTo>
                <a:lnTo>
                  <a:pt x="92567" y="68579"/>
                </a:lnTo>
                <a:lnTo>
                  <a:pt x="96133" y="67817"/>
                </a:lnTo>
                <a:lnTo>
                  <a:pt x="144270" y="67817"/>
                </a:lnTo>
                <a:lnTo>
                  <a:pt x="142615" y="64526"/>
                </a:lnTo>
                <a:lnTo>
                  <a:pt x="138531" y="59954"/>
                </a:lnTo>
                <a:lnTo>
                  <a:pt x="134477" y="55260"/>
                </a:lnTo>
                <a:lnTo>
                  <a:pt x="129265" y="51694"/>
                </a:lnTo>
                <a:lnTo>
                  <a:pt x="116829" y="46878"/>
                </a:lnTo>
                <a:lnTo>
                  <a:pt x="109453" y="45598"/>
                </a:lnTo>
                <a:close/>
              </a:path>
              <a:path w="383539" h="196215">
                <a:moveTo>
                  <a:pt x="144270" y="67817"/>
                </a:moveTo>
                <a:lnTo>
                  <a:pt x="104515" y="67817"/>
                </a:lnTo>
                <a:lnTo>
                  <a:pt x="108203" y="68701"/>
                </a:lnTo>
                <a:lnTo>
                  <a:pt x="111099" y="70347"/>
                </a:lnTo>
                <a:lnTo>
                  <a:pt x="123047" y="96895"/>
                </a:lnTo>
                <a:lnTo>
                  <a:pt x="123047" y="107198"/>
                </a:lnTo>
                <a:lnTo>
                  <a:pt x="122529" y="111892"/>
                </a:lnTo>
                <a:lnTo>
                  <a:pt x="121645" y="115945"/>
                </a:lnTo>
                <a:lnTo>
                  <a:pt x="120761" y="120152"/>
                </a:lnTo>
                <a:lnTo>
                  <a:pt x="110093" y="133228"/>
                </a:lnTo>
                <a:lnTo>
                  <a:pt x="107167" y="134752"/>
                </a:lnTo>
                <a:lnTo>
                  <a:pt x="103631" y="135514"/>
                </a:lnTo>
                <a:lnTo>
                  <a:pt x="142798" y="135514"/>
                </a:lnTo>
                <a:lnTo>
                  <a:pt x="145267" y="130942"/>
                </a:lnTo>
                <a:lnTo>
                  <a:pt x="147309" y="123962"/>
                </a:lnTo>
                <a:lnTo>
                  <a:pt x="149473" y="116982"/>
                </a:lnTo>
                <a:lnTo>
                  <a:pt x="150479" y="109209"/>
                </a:lnTo>
                <a:lnTo>
                  <a:pt x="150479" y="91836"/>
                </a:lnTo>
                <a:lnTo>
                  <a:pt x="149595" y="84063"/>
                </a:lnTo>
                <a:lnTo>
                  <a:pt x="147553" y="77205"/>
                </a:lnTo>
                <a:lnTo>
                  <a:pt x="145541" y="70347"/>
                </a:lnTo>
                <a:lnTo>
                  <a:pt x="144270" y="67817"/>
                </a:lnTo>
                <a:close/>
              </a:path>
              <a:path w="383539" h="196215">
                <a:moveTo>
                  <a:pt x="226801" y="45598"/>
                </a:moveTo>
                <a:lnTo>
                  <a:pt x="209671" y="45598"/>
                </a:lnTo>
                <a:lnTo>
                  <a:pt x="202051" y="47000"/>
                </a:lnTo>
                <a:lnTo>
                  <a:pt x="195559" y="49773"/>
                </a:lnTo>
                <a:lnTo>
                  <a:pt x="189097" y="52456"/>
                </a:lnTo>
                <a:lnTo>
                  <a:pt x="167639" y="86502"/>
                </a:lnTo>
                <a:lnTo>
                  <a:pt x="166481" y="94244"/>
                </a:lnTo>
                <a:lnTo>
                  <a:pt x="166481" y="111495"/>
                </a:lnTo>
                <a:lnTo>
                  <a:pt x="182727" y="148224"/>
                </a:lnTo>
                <a:lnTo>
                  <a:pt x="194035" y="154167"/>
                </a:lnTo>
                <a:lnTo>
                  <a:pt x="200253" y="156728"/>
                </a:lnTo>
                <a:lnTo>
                  <a:pt x="207629" y="157855"/>
                </a:lnTo>
                <a:lnTo>
                  <a:pt x="224789" y="157855"/>
                </a:lnTo>
                <a:lnTo>
                  <a:pt x="254995" y="141975"/>
                </a:lnTo>
                <a:lnTo>
                  <a:pt x="259323" y="137038"/>
                </a:lnTo>
                <a:lnTo>
                  <a:pt x="260146" y="135514"/>
                </a:lnTo>
                <a:lnTo>
                  <a:pt x="212597" y="135514"/>
                </a:lnTo>
                <a:lnTo>
                  <a:pt x="208909" y="134630"/>
                </a:lnTo>
                <a:lnTo>
                  <a:pt x="205983" y="132984"/>
                </a:lnTo>
                <a:lnTo>
                  <a:pt x="202935" y="131307"/>
                </a:lnTo>
                <a:lnTo>
                  <a:pt x="200649" y="128899"/>
                </a:lnTo>
                <a:lnTo>
                  <a:pt x="198881" y="125851"/>
                </a:lnTo>
                <a:lnTo>
                  <a:pt x="197205" y="122803"/>
                </a:lnTo>
                <a:lnTo>
                  <a:pt x="195955" y="119268"/>
                </a:lnTo>
                <a:lnTo>
                  <a:pt x="195193" y="115061"/>
                </a:lnTo>
                <a:lnTo>
                  <a:pt x="194309" y="111008"/>
                </a:lnTo>
                <a:lnTo>
                  <a:pt x="193913" y="106436"/>
                </a:lnTo>
                <a:lnTo>
                  <a:pt x="193913" y="96255"/>
                </a:lnTo>
                <a:lnTo>
                  <a:pt x="194431" y="91561"/>
                </a:lnTo>
                <a:lnTo>
                  <a:pt x="195437" y="87386"/>
                </a:lnTo>
                <a:lnTo>
                  <a:pt x="196321" y="83301"/>
                </a:lnTo>
                <a:lnTo>
                  <a:pt x="197723" y="79766"/>
                </a:lnTo>
                <a:lnTo>
                  <a:pt x="199643" y="76840"/>
                </a:lnTo>
                <a:lnTo>
                  <a:pt x="201533" y="73913"/>
                </a:lnTo>
                <a:lnTo>
                  <a:pt x="204063" y="71627"/>
                </a:lnTo>
                <a:lnTo>
                  <a:pt x="209915" y="68579"/>
                </a:lnTo>
                <a:lnTo>
                  <a:pt x="213481" y="67817"/>
                </a:lnTo>
                <a:lnTo>
                  <a:pt x="261618" y="67817"/>
                </a:lnTo>
                <a:lnTo>
                  <a:pt x="259963" y="64526"/>
                </a:lnTo>
                <a:lnTo>
                  <a:pt x="255879" y="59954"/>
                </a:lnTo>
                <a:lnTo>
                  <a:pt x="251825" y="55260"/>
                </a:lnTo>
                <a:lnTo>
                  <a:pt x="246613" y="51694"/>
                </a:lnTo>
                <a:lnTo>
                  <a:pt x="234177" y="46878"/>
                </a:lnTo>
                <a:lnTo>
                  <a:pt x="226801" y="45598"/>
                </a:lnTo>
                <a:close/>
              </a:path>
              <a:path w="383539" h="196215">
                <a:moveTo>
                  <a:pt x="261618" y="67817"/>
                </a:moveTo>
                <a:lnTo>
                  <a:pt x="221863" y="67817"/>
                </a:lnTo>
                <a:lnTo>
                  <a:pt x="225551" y="68701"/>
                </a:lnTo>
                <a:lnTo>
                  <a:pt x="228447" y="70347"/>
                </a:lnTo>
                <a:lnTo>
                  <a:pt x="240395" y="96895"/>
                </a:lnTo>
                <a:lnTo>
                  <a:pt x="240395" y="107198"/>
                </a:lnTo>
                <a:lnTo>
                  <a:pt x="239877" y="111892"/>
                </a:lnTo>
                <a:lnTo>
                  <a:pt x="238993" y="115945"/>
                </a:lnTo>
                <a:lnTo>
                  <a:pt x="238109" y="120152"/>
                </a:lnTo>
                <a:lnTo>
                  <a:pt x="227441" y="133228"/>
                </a:lnTo>
                <a:lnTo>
                  <a:pt x="224515" y="134752"/>
                </a:lnTo>
                <a:lnTo>
                  <a:pt x="220979" y="135514"/>
                </a:lnTo>
                <a:lnTo>
                  <a:pt x="260146" y="135514"/>
                </a:lnTo>
                <a:lnTo>
                  <a:pt x="262615" y="130942"/>
                </a:lnTo>
                <a:lnTo>
                  <a:pt x="264657" y="123962"/>
                </a:lnTo>
                <a:lnTo>
                  <a:pt x="266821" y="116982"/>
                </a:lnTo>
                <a:lnTo>
                  <a:pt x="267827" y="109209"/>
                </a:lnTo>
                <a:lnTo>
                  <a:pt x="267827" y="91836"/>
                </a:lnTo>
                <a:lnTo>
                  <a:pt x="266943" y="84063"/>
                </a:lnTo>
                <a:lnTo>
                  <a:pt x="264901" y="77205"/>
                </a:lnTo>
                <a:lnTo>
                  <a:pt x="262889" y="70347"/>
                </a:lnTo>
                <a:lnTo>
                  <a:pt x="261618" y="67817"/>
                </a:lnTo>
                <a:close/>
              </a:path>
              <a:path w="383539" h="196215">
                <a:moveTo>
                  <a:pt x="301477" y="47487"/>
                </a:moveTo>
                <a:lnTo>
                  <a:pt x="297179" y="47487"/>
                </a:lnTo>
                <a:lnTo>
                  <a:pt x="293979" y="47762"/>
                </a:lnTo>
                <a:lnTo>
                  <a:pt x="292455" y="48005"/>
                </a:lnTo>
                <a:lnTo>
                  <a:pt x="291327" y="48249"/>
                </a:lnTo>
                <a:lnTo>
                  <a:pt x="290443" y="48646"/>
                </a:lnTo>
                <a:lnTo>
                  <a:pt x="289559" y="49011"/>
                </a:lnTo>
                <a:lnTo>
                  <a:pt x="288919" y="49408"/>
                </a:lnTo>
                <a:lnTo>
                  <a:pt x="288523" y="50048"/>
                </a:lnTo>
                <a:lnTo>
                  <a:pt x="288279" y="50535"/>
                </a:lnTo>
                <a:lnTo>
                  <a:pt x="288035" y="51175"/>
                </a:lnTo>
                <a:lnTo>
                  <a:pt x="288035" y="191780"/>
                </a:lnTo>
                <a:lnTo>
                  <a:pt x="290809" y="194553"/>
                </a:lnTo>
                <a:lnTo>
                  <a:pt x="291845" y="194950"/>
                </a:lnTo>
                <a:lnTo>
                  <a:pt x="293217" y="195315"/>
                </a:lnTo>
                <a:lnTo>
                  <a:pt x="294893" y="195468"/>
                </a:lnTo>
                <a:lnTo>
                  <a:pt x="296661" y="195712"/>
                </a:lnTo>
                <a:lnTo>
                  <a:pt x="298825" y="195833"/>
                </a:lnTo>
                <a:lnTo>
                  <a:pt x="304037" y="195833"/>
                </a:lnTo>
                <a:lnTo>
                  <a:pt x="306171" y="195712"/>
                </a:lnTo>
                <a:lnTo>
                  <a:pt x="307847" y="195468"/>
                </a:lnTo>
                <a:lnTo>
                  <a:pt x="309615" y="195315"/>
                </a:lnTo>
                <a:lnTo>
                  <a:pt x="310895" y="194950"/>
                </a:lnTo>
                <a:lnTo>
                  <a:pt x="311901" y="194553"/>
                </a:lnTo>
                <a:lnTo>
                  <a:pt x="313029" y="194188"/>
                </a:lnTo>
                <a:lnTo>
                  <a:pt x="313669" y="193669"/>
                </a:lnTo>
                <a:lnTo>
                  <a:pt x="314187" y="193029"/>
                </a:lnTo>
                <a:lnTo>
                  <a:pt x="314553" y="192420"/>
                </a:lnTo>
                <a:lnTo>
                  <a:pt x="314827" y="191780"/>
                </a:lnTo>
                <a:lnTo>
                  <a:pt x="314827" y="144139"/>
                </a:lnTo>
                <a:lnTo>
                  <a:pt x="371463" y="144139"/>
                </a:lnTo>
                <a:lnTo>
                  <a:pt x="372739" y="142372"/>
                </a:lnTo>
                <a:lnTo>
                  <a:pt x="376153" y="137403"/>
                </a:lnTo>
                <a:lnTo>
                  <a:pt x="377655" y="133990"/>
                </a:lnTo>
                <a:lnTo>
                  <a:pt x="332353" y="133990"/>
                </a:lnTo>
                <a:lnTo>
                  <a:pt x="328909" y="132587"/>
                </a:lnTo>
                <a:lnTo>
                  <a:pt x="322051" y="127253"/>
                </a:lnTo>
                <a:lnTo>
                  <a:pt x="318515" y="123322"/>
                </a:lnTo>
                <a:lnTo>
                  <a:pt x="314827" y="118353"/>
                </a:lnTo>
                <a:lnTo>
                  <a:pt x="314827" y="85587"/>
                </a:lnTo>
                <a:lnTo>
                  <a:pt x="316839" y="82539"/>
                </a:lnTo>
                <a:lnTo>
                  <a:pt x="318881" y="80131"/>
                </a:lnTo>
                <a:lnTo>
                  <a:pt x="320801" y="78120"/>
                </a:lnTo>
                <a:lnTo>
                  <a:pt x="322691" y="76078"/>
                </a:lnTo>
                <a:lnTo>
                  <a:pt x="324611" y="74432"/>
                </a:lnTo>
                <a:lnTo>
                  <a:pt x="328147" y="71871"/>
                </a:lnTo>
                <a:lnTo>
                  <a:pt x="329945" y="70987"/>
                </a:lnTo>
                <a:lnTo>
                  <a:pt x="331713" y="70500"/>
                </a:lnTo>
                <a:lnTo>
                  <a:pt x="333359" y="69860"/>
                </a:lnTo>
                <a:lnTo>
                  <a:pt x="335127" y="69585"/>
                </a:lnTo>
                <a:lnTo>
                  <a:pt x="378570" y="69585"/>
                </a:lnTo>
                <a:lnTo>
                  <a:pt x="377433" y="66690"/>
                </a:lnTo>
                <a:lnTo>
                  <a:pt x="375563" y="63642"/>
                </a:lnTo>
                <a:lnTo>
                  <a:pt x="310621" y="63642"/>
                </a:lnTo>
                <a:lnTo>
                  <a:pt x="310621" y="51175"/>
                </a:lnTo>
                <a:lnTo>
                  <a:pt x="310499" y="50535"/>
                </a:lnTo>
                <a:lnTo>
                  <a:pt x="310133" y="50048"/>
                </a:lnTo>
                <a:lnTo>
                  <a:pt x="309737" y="49408"/>
                </a:lnTo>
                <a:lnTo>
                  <a:pt x="309097" y="49011"/>
                </a:lnTo>
                <a:lnTo>
                  <a:pt x="308213" y="48646"/>
                </a:lnTo>
                <a:lnTo>
                  <a:pt x="307329" y="48249"/>
                </a:lnTo>
                <a:lnTo>
                  <a:pt x="306171" y="48005"/>
                </a:lnTo>
                <a:lnTo>
                  <a:pt x="304799" y="47762"/>
                </a:lnTo>
                <a:lnTo>
                  <a:pt x="301477" y="47487"/>
                </a:lnTo>
                <a:close/>
              </a:path>
              <a:path w="383539" h="196215">
                <a:moveTo>
                  <a:pt x="371463" y="144139"/>
                </a:moveTo>
                <a:lnTo>
                  <a:pt x="314827" y="144139"/>
                </a:lnTo>
                <a:lnTo>
                  <a:pt x="316991" y="146425"/>
                </a:lnTo>
                <a:lnTo>
                  <a:pt x="339211" y="157855"/>
                </a:lnTo>
                <a:lnTo>
                  <a:pt x="348721" y="157855"/>
                </a:lnTo>
                <a:lnTo>
                  <a:pt x="371463" y="144139"/>
                </a:lnTo>
                <a:close/>
              </a:path>
              <a:path w="383539" h="196215">
                <a:moveTo>
                  <a:pt x="378570" y="69585"/>
                </a:moveTo>
                <a:lnTo>
                  <a:pt x="340461" y="69585"/>
                </a:lnTo>
                <a:lnTo>
                  <a:pt x="343387" y="70500"/>
                </a:lnTo>
                <a:lnTo>
                  <a:pt x="345795" y="72389"/>
                </a:lnTo>
                <a:lnTo>
                  <a:pt x="355457" y="98054"/>
                </a:lnTo>
                <a:lnTo>
                  <a:pt x="355457" y="106039"/>
                </a:lnTo>
                <a:lnTo>
                  <a:pt x="355091" y="109849"/>
                </a:lnTo>
                <a:lnTo>
                  <a:pt x="354329" y="113659"/>
                </a:lnTo>
                <a:lnTo>
                  <a:pt x="353689" y="117469"/>
                </a:lnTo>
                <a:lnTo>
                  <a:pt x="352531" y="120914"/>
                </a:lnTo>
                <a:lnTo>
                  <a:pt x="350885" y="123962"/>
                </a:lnTo>
                <a:lnTo>
                  <a:pt x="349361" y="126888"/>
                </a:lnTo>
                <a:lnTo>
                  <a:pt x="347319" y="129418"/>
                </a:lnTo>
                <a:lnTo>
                  <a:pt x="344911" y="131185"/>
                </a:lnTo>
                <a:lnTo>
                  <a:pt x="342503" y="133106"/>
                </a:lnTo>
                <a:lnTo>
                  <a:pt x="339577" y="133990"/>
                </a:lnTo>
                <a:lnTo>
                  <a:pt x="377655" y="133990"/>
                </a:lnTo>
                <a:lnTo>
                  <a:pt x="378835" y="131307"/>
                </a:lnTo>
                <a:lnTo>
                  <a:pt x="382371" y="117104"/>
                </a:lnTo>
                <a:lnTo>
                  <a:pt x="383285" y="109087"/>
                </a:lnTo>
                <a:lnTo>
                  <a:pt x="383285" y="92842"/>
                </a:lnTo>
                <a:lnTo>
                  <a:pt x="382523" y="85740"/>
                </a:lnTo>
                <a:lnTo>
                  <a:pt x="379719" y="72511"/>
                </a:lnTo>
                <a:lnTo>
                  <a:pt x="378570" y="69585"/>
                </a:lnTo>
                <a:close/>
              </a:path>
              <a:path w="383539" h="196215">
                <a:moveTo>
                  <a:pt x="351647" y="45598"/>
                </a:moveTo>
                <a:lnTo>
                  <a:pt x="341497" y="45598"/>
                </a:lnTo>
                <a:lnTo>
                  <a:pt x="338327" y="45963"/>
                </a:lnTo>
                <a:lnTo>
                  <a:pt x="310621" y="63642"/>
                </a:lnTo>
                <a:lnTo>
                  <a:pt x="375563" y="63642"/>
                </a:lnTo>
                <a:lnTo>
                  <a:pt x="374385" y="61721"/>
                </a:lnTo>
                <a:lnTo>
                  <a:pt x="371337" y="56631"/>
                </a:lnTo>
                <a:lnTo>
                  <a:pt x="367405" y="52699"/>
                </a:lnTo>
                <a:lnTo>
                  <a:pt x="362437" y="49926"/>
                </a:lnTo>
                <a:lnTo>
                  <a:pt x="357621" y="47000"/>
                </a:lnTo>
                <a:lnTo>
                  <a:pt x="351647" y="4559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900" name="object 14">
            <a:extLst>
              <a:ext uri="{FF2B5EF4-FFF2-40B4-BE49-F238E27FC236}">
                <a16:creationId xmlns:a16="http://schemas.microsoft.com/office/drawing/2014/main" id="{48E69007-FADE-C7FD-6068-426D4B5F4DA6}"/>
              </a:ext>
            </a:extLst>
          </p:cNvPr>
          <p:cNvSpPr>
            <a:spLocks/>
          </p:cNvSpPr>
          <p:nvPr/>
        </p:nvSpPr>
        <p:spPr bwMode="auto">
          <a:xfrm>
            <a:off x="5137151" y="541867"/>
            <a:ext cx="162983" cy="205317"/>
          </a:xfrm>
          <a:custGeom>
            <a:avLst/>
            <a:gdLst>
              <a:gd name="T0" fmla="*/ 10530 w 122554"/>
              <a:gd name="T1" fmla="*/ 43504 h 154304"/>
              <a:gd name="T2" fmla="*/ 2017 w 122554"/>
              <a:gd name="T3" fmla="*/ 47275 h 154304"/>
              <a:gd name="T4" fmla="*/ 5777 w 122554"/>
              <a:gd name="T5" fmla="*/ 149971 h 154304"/>
              <a:gd name="T6" fmla="*/ 10530 w 122554"/>
              <a:gd name="T7" fmla="*/ 150725 h 154304"/>
              <a:gd name="T8" fmla="*/ 23317 w 122554"/>
              <a:gd name="T9" fmla="*/ 150333 h 154304"/>
              <a:gd name="T10" fmla="*/ 26687 w 122554"/>
              <a:gd name="T11" fmla="*/ 149337 h 154304"/>
              <a:gd name="T12" fmla="*/ 28192 w 122554"/>
              <a:gd name="T13" fmla="*/ 147708 h 154304"/>
              <a:gd name="T14" fmla="*/ 25574 w 122554"/>
              <a:gd name="T15" fmla="*/ 44619 h 154304"/>
              <a:gd name="T16" fmla="*/ 21573 w 122554"/>
              <a:gd name="T17" fmla="*/ 43744 h 154304"/>
              <a:gd name="T18" fmla="*/ 21181 w 122554"/>
              <a:gd name="T19" fmla="*/ 0 h 154304"/>
              <a:gd name="T20" fmla="*/ 3250 w 122554"/>
              <a:gd name="T21" fmla="*/ 3256 h 154304"/>
              <a:gd name="T22" fmla="*/ 0 w 122554"/>
              <a:gd name="T23" fmla="*/ 20363 h 154304"/>
              <a:gd name="T24" fmla="*/ 5147 w 122554"/>
              <a:gd name="T25" fmla="*/ 28147 h 154304"/>
              <a:gd name="T26" fmla="*/ 24942 w 122554"/>
              <a:gd name="T27" fmla="*/ 28147 h 154304"/>
              <a:gd name="T28" fmla="*/ 30328 w 122554"/>
              <a:gd name="T29" fmla="*/ 19972 h 154304"/>
              <a:gd name="T30" fmla="*/ 25183 w 122554"/>
              <a:gd name="T31" fmla="*/ 1117 h 154304"/>
              <a:gd name="T32" fmla="*/ 51900 w 122554"/>
              <a:gd name="T33" fmla="*/ 123453 h 154304"/>
              <a:gd name="T34" fmla="*/ 50637 w 122554"/>
              <a:gd name="T35" fmla="*/ 124054 h 154304"/>
              <a:gd name="T36" fmla="*/ 49644 w 122554"/>
              <a:gd name="T37" fmla="*/ 126196 h 154304"/>
              <a:gd name="T38" fmla="*/ 49253 w 122554"/>
              <a:gd name="T39" fmla="*/ 129727 h 154304"/>
              <a:gd name="T40" fmla="*/ 49405 w 122554"/>
              <a:gd name="T41" fmla="*/ 139291 h 154304"/>
              <a:gd name="T42" fmla="*/ 51509 w 122554"/>
              <a:gd name="T43" fmla="*/ 144570 h 154304"/>
              <a:gd name="T44" fmla="*/ 85749 w 122554"/>
              <a:gd name="T45" fmla="*/ 152595 h 154304"/>
              <a:gd name="T46" fmla="*/ 72329 w 122554"/>
              <a:gd name="T47" fmla="*/ 131989 h 154304"/>
              <a:gd name="T48" fmla="*/ 61560 w 122554"/>
              <a:gd name="T49" fmla="*/ 127827 h 154304"/>
              <a:gd name="T50" fmla="*/ 56023 w 122554"/>
              <a:gd name="T51" fmla="*/ 124809 h 154304"/>
              <a:gd name="T52" fmla="*/ 90624 w 122554"/>
              <a:gd name="T53" fmla="*/ 41482 h 154304"/>
              <a:gd name="T54" fmla="*/ 52261 w 122554"/>
              <a:gd name="T55" fmla="*/ 60458 h 154304"/>
              <a:gd name="T56" fmla="*/ 49644 w 122554"/>
              <a:gd name="T57" fmla="*/ 78048 h 154304"/>
              <a:gd name="T58" fmla="*/ 52893 w 122554"/>
              <a:gd name="T59" fmla="*/ 88606 h 154304"/>
              <a:gd name="T60" fmla="*/ 94776 w 122554"/>
              <a:gd name="T61" fmla="*/ 118534 h 154304"/>
              <a:gd name="T62" fmla="*/ 117888 w 122554"/>
              <a:gd name="T63" fmla="*/ 132351 h 154304"/>
              <a:gd name="T64" fmla="*/ 120471 w 122554"/>
              <a:gd name="T65" fmla="*/ 114009 h 154304"/>
              <a:gd name="T66" fmla="*/ 88999 w 122554"/>
              <a:gd name="T67" fmla="*/ 84835 h 154304"/>
              <a:gd name="T68" fmla="*/ 81748 w 122554"/>
              <a:gd name="T69" fmla="*/ 81456 h 154304"/>
              <a:gd name="T70" fmla="*/ 76484 w 122554"/>
              <a:gd name="T71" fmla="*/ 77444 h 154304"/>
              <a:gd name="T72" fmla="*/ 74466 w 122554"/>
              <a:gd name="T73" fmla="*/ 70142 h 154304"/>
              <a:gd name="T74" fmla="*/ 75851 w 122554"/>
              <a:gd name="T75" fmla="*/ 66251 h 154304"/>
              <a:gd name="T76" fmla="*/ 115205 w 122554"/>
              <a:gd name="T77" fmla="*/ 57080 h 154304"/>
              <a:gd name="T78" fmla="*/ 114966 w 122554"/>
              <a:gd name="T79" fmla="*/ 53309 h 154304"/>
              <a:gd name="T80" fmla="*/ 114574 w 122554"/>
              <a:gd name="T81" fmla="*/ 50774 h 154304"/>
              <a:gd name="T82" fmla="*/ 93392 w 122554"/>
              <a:gd name="T83" fmla="*/ 41723 h 154304"/>
              <a:gd name="T84" fmla="*/ 91647 w 122554"/>
              <a:gd name="T85" fmla="*/ 61092 h 154304"/>
              <a:gd name="T86" fmla="*/ 99801 w 122554"/>
              <a:gd name="T87" fmla="*/ 63113 h 154304"/>
              <a:gd name="T88" fmla="*/ 106179 w 122554"/>
              <a:gd name="T89" fmla="*/ 65738 h 154304"/>
              <a:gd name="T90" fmla="*/ 110453 w 122554"/>
              <a:gd name="T91" fmla="*/ 68000 h 154304"/>
              <a:gd name="T92" fmla="*/ 113069 w 122554"/>
              <a:gd name="T93" fmla="*/ 68242 h 154304"/>
              <a:gd name="T94" fmla="*/ 115085 w 122554"/>
              <a:gd name="T95" fmla="*/ 62360 h 15430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22554" h="154304">
                <a:moveTo>
                  <a:pt x="18044" y="43799"/>
                </a:moveTo>
                <a:lnTo>
                  <a:pt x="12832" y="43799"/>
                </a:lnTo>
                <a:lnTo>
                  <a:pt x="10667" y="43952"/>
                </a:lnTo>
                <a:lnTo>
                  <a:pt x="8900" y="44195"/>
                </a:lnTo>
                <a:lnTo>
                  <a:pt x="7223" y="44317"/>
                </a:lnTo>
                <a:lnTo>
                  <a:pt x="2042" y="47762"/>
                </a:lnTo>
                <a:lnTo>
                  <a:pt x="2042" y="148589"/>
                </a:lnTo>
                <a:lnTo>
                  <a:pt x="4815" y="151119"/>
                </a:lnTo>
                <a:lnTo>
                  <a:pt x="5852" y="151516"/>
                </a:lnTo>
                <a:lnTo>
                  <a:pt x="7223" y="151881"/>
                </a:lnTo>
                <a:lnTo>
                  <a:pt x="8900" y="152003"/>
                </a:lnTo>
                <a:lnTo>
                  <a:pt x="10667" y="152278"/>
                </a:lnTo>
                <a:lnTo>
                  <a:pt x="20177" y="152278"/>
                </a:lnTo>
                <a:lnTo>
                  <a:pt x="21854" y="152003"/>
                </a:lnTo>
                <a:lnTo>
                  <a:pt x="23621" y="151881"/>
                </a:lnTo>
                <a:lnTo>
                  <a:pt x="24902" y="151516"/>
                </a:lnTo>
                <a:lnTo>
                  <a:pt x="25907" y="151119"/>
                </a:lnTo>
                <a:lnTo>
                  <a:pt x="27035" y="150875"/>
                </a:lnTo>
                <a:lnTo>
                  <a:pt x="27675" y="150357"/>
                </a:lnTo>
                <a:lnTo>
                  <a:pt x="28193" y="149717"/>
                </a:lnTo>
                <a:lnTo>
                  <a:pt x="28559" y="149230"/>
                </a:lnTo>
                <a:lnTo>
                  <a:pt x="28834" y="148589"/>
                </a:lnTo>
                <a:lnTo>
                  <a:pt x="28834" y="47762"/>
                </a:lnTo>
                <a:lnTo>
                  <a:pt x="25907" y="45079"/>
                </a:lnTo>
                <a:lnTo>
                  <a:pt x="24902" y="44714"/>
                </a:lnTo>
                <a:lnTo>
                  <a:pt x="23621" y="44317"/>
                </a:lnTo>
                <a:lnTo>
                  <a:pt x="21854" y="44195"/>
                </a:lnTo>
                <a:lnTo>
                  <a:pt x="20177" y="43952"/>
                </a:lnTo>
                <a:lnTo>
                  <a:pt x="18044" y="43799"/>
                </a:lnTo>
                <a:close/>
              </a:path>
              <a:path w="122554" h="154304">
                <a:moveTo>
                  <a:pt x="21457" y="0"/>
                </a:moveTo>
                <a:lnTo>
                  <a:pt x="9509" y="0"/>
                </a:lnTo>
                <a:lnTo>
                  <a:pt x="5455" y="1127"/>
                </a:lnTo>
                <a:lnTo>
                  <a:pt x="3291" y="3291"/>
                </a:lnTo>
                <a:lnTo>
                  <a:pt x="1127" y="5577"/>
                </a:lnTo>
                <a:lnTo>
                  <a:pt x="0" y="9509"/>
                </a:lnTo>
                <a:lnTo>
                  <a:pt x="0" y="20573"/>
                </a:lnTo>
                <a:lnTo>
                  <a:pt x="1127" y="24262"/>
                </a:lnTo>
                <a:lnTo>
                  <a:pt x="3169" y="26426"/>
                </a:lnTo>
                <a:lnTo>
                  <a:pt x="5212" y="28437"/>
                </a:lnTo>
                <a:lnTo>
                  <a:pt x="9265" y="29474"/>
                </a:lnTo>
                <a:lnTo>
                  <a:pt x="21214" y="29474"/>
                </a:lnTo>
                <a:lnTo>
                  <a:pt x="25267" y="28437"/>
                </a:lnTo>
                <a:lnTo>
                  <a:pt x="27553" y="26273"/>
                </a:lnTo>
                <a:lnTo>
                  <a:pt x="29717" y="24140"/>
                </a:lnTo>
                <a:lnTo>
                  <a:pt x="30723" y="20177"/>
                </a:lnTo>
                <a:lnTo>
                  <a:pt x="30723" y="9143"/>
                </a:lnTo>
                <a:lnTo>
                  <a:pt x="29717" y="5333"/>
                </a:lnTo>
                <a:lnTo>
                  <a:pt x="25511" y="1127"/>
                </a:lnTo>
                <a:lnTo>
                  <a:pt x="21457" y="0"/>
                </a:lnTo>
                <a:close/>
              </a:path>
              <a:path w="122554" h="154304">
                <a:moveTo>
                  <a:pt x="54101" y="124724"/>
                </a:moveTo>
                <a:lnTo>
                  <a:pt x="52577" y="124724"/>
                </a:lnTo>
                <a:lnTo>
                  <a:pt x="52059" y="124846"/>
                </a:lnTo>
                <a:lnTo>
                  <a:pt x="51694" y="125089"/>
                </a:lnTo>
                <a:lnTo>
                  <a:pt x="51297" y="125333"/>
                </a:lnTo>
                <a:lnTo>
                  <a:pt x="50932" y="125851"/>
                </a:lnTo>
                <a:lnTo>
                  <a:pt x="50657" y="126735"/>
                </a:lnTo>
                <a:lnTo>
                  <a:pt x="50291" y="127497"/>
                </a:lnTo>
                <a:lnTo>
                  <a:pt x="50170" y="128534"/>
                </a:lnTo>
                <a:lnTo>
                  <a:pt x="50048" y="129783"/>
                </a:lnTo>
                <a:lnTo>
                  <a:pt x="49895" y="131063"/>
                </a:lnTo>
                <a:lnTo>
                  <a:pt x="49799" y="132466"/>
                </a:lnTo>
                <a:lnTo>
                  <a:pt x="49773" y="138287"/>
                </a:lnTo>
                <a:lnTo>
                  <a:pt x="50048" y="140726"/>
                </a:lnTo>
                <a:lnTo>
                  <a:pt x="50810" y="144139"/>
                </a:lnTo>
                <a:lnTo>
                  <a:pt x="51419" y="145298"/>
                </a:lnTo>
                <a:lnTo>
                  <a:pt x="52181" y="146060"/>
                </a:lnTo>
                <a:lnTo>
                  <a:pt x="52943" y="146944"/>
                </a:lnTo>
                <a:lnTo>
                  <a:pt x="77480" y="154167"/>
                </a:lnTo>
                <a:lnTo>
                  <a:pt x="86867" y="154167"/>
                </a:lnTo>
                <a:lnTo>
                  <a:pt x="119425" y="133715"/>
                </a:lnTo>
                <a:lnTo>
                  <a:pt x="76718" y="133715"/>
                </a:lnTo>
                <a:lnTo>
                  <a:pt x="73273" y="133349"/>
                </a:lnTo>
                <a:lnTo>
                  <a:pt x="67299" y="131307"/>
                </a:lnTo>
                <a:lnTo>
                  <a:pt x="64648" y="130301"/>
                </a:lnTo>
                <a:lnTo>
                  <a:pt x="62362" y="129143"/>
                </a:lnTo>
                <a:lnTo>
                  <a:pt x="60076" y="128137"/>
                </a:lnTo>
                <a:lnTo>
                  <a:pt x="58277" y="127010"/>
                </a:lnTo>
                <a:lnTo>
                  <a:pt x="56753" y="126095"/>
                </a:lnTo>
                <a:lnTo>
                  <a:pt x="55229" y="125211"/>
                </a:lnTo>
                <a:lnTo>
                  <a:pt x="54101" y="124724"/>
                </a:lnTo>
                <a:close/>
              </a:path>
              <a:path w="122554" h="154304">
                <a:moveTo>
                  <a:pt x="91805" y="41909"/>
                </a:moveTo>
                <a:lnTo>
                  <a:pt x="82814" y="41909"/>
                </a:lnTo>
                <a:lnTo>
                  <a:pt x="77480" y="42671"/>
                </a:lnTo>
                <a:lnTo>
                  <a:pt x="52943" y="61081"/>
                </a:lnTo>
                <a:lnTo>
                  <a:pt x="51175" y="65013"/>
                </a:lnTo>
                <a:lnTo>
                  <a:pt x="50291" y="69463"/>
                </a:lnTo>
                <a:lnTo>
                  <a:pt x="50291" y="78851"/>
                </a:lnTo>
                <a:lnTo>
                  <a:pt x="50932" y="82936"/>
                </a:lnTo>
                <a:lnTo>
                  <a:pt x="52334" y="86227"/>
                </a:lnTo>
                <a:lnTo>
                  <a:pt x="53583" y="89519"/>
                </a:lnTo>
                <a:lnTo>
                  <a:pt x="78851" y="107563"/>
                </a:lnTo>
                <a:lnTo>
                  <a:pt x="81533" y="108722"/>
                </a:lnTo>
                <a:lnTo>
                  <a:pt x="96011" y="119755"/>
                </a:lnTo>
                <a:lnTo>
                  <a:pt x="96011" y="123809"/>
                </a:lnTo>
                <a:lnTo>
                  <a:pt x="82936" y="133715"/>
                </a:lnTo>
                <a:lnTo>
                  <a:pt x="119425" y="133715"/>
                </a:lnTo>
                <a:lnTo>
                  <a:pt x="121036" y="130301"/>
                </a:lnTo>
                <a:lnTo>
                  <a:pt x="122041" y="125333"/>
                </a:lnTo>
                <a:lnTo>
                  <a:pt x="122041" y="115183"/>
                </a:lnTo>
                <a:lnTo>
                  <a:pt x="114665" y="99425"/>
                </a:lnTo>
                <a:lnTo>
                  <a:pt x="112532" y="97017"/>
                </a:lnTo>
                <a:lnTo>
                  <a:pt x="90159" y="85709"/>
                </a:lnTo>
                <a:lnTo>
                  <a:pt x="87508" y="84581"/>
                </a:lnTo>
                <a:lnTo>
                  <a:pt x="84947" y="83576"/>
                </a:lnTo>
                <a:lnTo>
                  <a:pt x="82814" y="82295"/>
                </a:lnTo>
                <a:lnTo>
                  <a:pt x="80528" y="81137"/>
                </a:lnTo>
                <a:lnTo>
                  <a:pt x="78729" y="79766"/>
                </a:lnTo>
                <a:lnTo>
                  <a:pt x="77480" y="78242"/>
                </a:lnTo>
                <a:lnTo>
                  <a:pt x="76078" y="76565"/>
                </a:lnTo>
                <a:lnTo>
                  <a:pt x="75437" y="74675"/>
                </a:lnTo>
                <a:lnTo>
                  <a:pt x="75437" y="70865"/>
                </a:lnTo>
                <a:lnTo>
                  <a:pt x="75681" y="69463"/>
                </a:lnTo>
                <a:lnTo>
                  <a:pt x="76321" y="68183"/>
                </a:lnTo>
                <a:lnTo>
                  <a:pt x="76840" y="66934"/>
                </a:lnTo>
                <a:lnTo>
                  <a:pt x="86989" y="61721"/>
                </a:lnTo>
                <a:lnTo>
                  <a:pt x="116679" y="61721"/>
                </a:lnTo>
                <a:lnTo>
                  <a:pt x="116707" y="57668"/>
                </a:lnTo>
                <a:lnTo>
                  <a:pt x="116585" y="56144"/>
                </a:lnTo>
                <a:lnTo>
                  <a:pt x="116585" y="54985"/>
                </a:lnTo>
                <a:lnTo>
                  <a:pt x="116464" y="53858"/>
                </a:lnTo>
                <a:lnTo>
                  <a:pt x="116342" y="52943"/>
                </a:lnTo>
                <a:lnTo>
                  <a:pt x="116189" y="52059"/>
                </a:lnTo>
                <a:lnTo>
                  <a:pt x="116067" y="51297"/>
                </a:lnTo>
                <a:lnTo>
                  <a:pt x="110733" y="46481"/>
                </a:lnTo>
                <a:lnTo>
                  <a:pt x="109209" y="45598"/>
                </a:lnTo>
                <a:lnTo>
                  <a:pt x="94609" y="42153"/>
                </a:lnTo>
                <a:lnTo>
                  <a:pt x="91805" y="41909"/>
                </a:lnTo>
                <a:close/>
              </a:path>
              <a:path w="122554" h="154304">
                <a:moveTo>
                  <a:pt x="116679" y="61721"/>
                </a:moveTo>
                <a:lnTo>
                  <a:pt x="92842" y="61721"/>
                </a:lnTo>
                <a:lnTo>
                  <a:pt x="95890" y="62240"/>
                </a:lnTo>
                <a:lnTo>
                  <a:pt x="98541" y="63002"/>
                </a:lnTo>
                <a:lnTo>
                  <a:pt x="101102" y="63764"/>
                </a:lnTo>
                <a:lnTo>
                  <a:pt x="103510" y="64526"/>
                </a:lnTo>
                <a:lnTo>
                  <a:pt x="105521" y="65410"/>
                </a:lnTo>
                <a:lnTo>
                  <a:pt x="107563" y="66415"/>
                </a:lnTo>
                <a:lnTo>
                  <a:pt x="109209" y="67177"/>
                </a:lnTo>
                <a:lnTo>
                  <a:pt x="110489" y="67939"/>
                </a:lnTo>
                <a:lnTo>
                  <a:pt x="111892" y="68701"/>
                </a:lnTo>
                <a:lnTo>
                  <a:pt x="112897" y="69098"/>
                </a:lnTo>
                <a:lnTo>
                  <a:pt x="114056" y="69098"/>
                </a:lnTo>
                <a:lnTo>
                  <a:pt x="114543" y="68945"/>
                </a:lnTo>
                <a:lnTo>
                  <a:pt x="114940" y="68701"/>
                </a:lnTo>
                <a:lnTo>
                  <a:pt x="115427" y="68458"/>
                </a:lnTo>
                <a:lnTo>
                  <a:pt x="116585" y="63002"/>
                </a:lnTo>
                <a:lnTo>
                  <a:pt x="116679" y="6172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901" name="object 15">
            <a:extLst>
              <a:ext uri="{FF2B5EF4-FFF2-40B4-BE49-F238E27FC236}">
                <a16:creationId xmlns:a16="http://schemas.microsoft.com/office/drawing/2014/main" id="{BF82BD65-BF60-72C2-456A-C14C00CA6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84" y="884767"/>
            <a:ext cx="1295400" cy="209551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7902" name="object 16">
            <a:extLst>
              <a:ext uri="{FF2B5EF4-FFF2-40B4-BE49-F238E27FC236}">
                <a16:creationId xmlns:a16="http://schemas.microsoft.com/office/drawing/2014/main" id="{8D5E8694-8585-A7D5-4A65-A97D3AF47331}"/>
              </a:ext>
            </a:extLst>
          </p:cNvPr>
          <p:cNvSpPr>
            <a:spLocks/>
          </p:cNvSpPr>
          <p:nvPr/>
        </p:nvSpPr>
        <p:spPr bwMode="auto">
          <a:xfrm>
            <a:off x="2133600" y="944034"/>
            <a:ext cx="239184" cy="150284"/>
          </a:xfrm>
          <a:custGeom>
            <a:avLst/>
            <a:gdLst>
              <a:gd name="T0" fmla="*/ 52753 w 179705"/>
              <a:gd name="T1" fmla="*/ 23556 h 112394"/>
              <a:gd name="T2" fmla="*/ 58796 w 179705"/>
              <a:gd name="T3" fmla="*/ 32213 h 112394"/>
              <a:gd name="T4" fmla="*/ 42296 w 179705"/>
              <a:gd name="T5" fmla="*/ 46619 h 112394"/>
              <a:gd name="T6" fmla="*/ 12838 w 179705"/>
              <a:gd name="T7" fmla="*/ 54997 h 112394"/>
              <a:gd name="T8" fmla="*/ 1132 w 179705"/>
              <a:gd name="T9" fmla="*/ 70084 h 112394"/>
              <a:gd name="T10" fmla="*/ 40291 w 179705"/>
              <a:gd name="T11" fmla="*/ 113859 h 112394"/>
              <a:gd name="T12" fmla="*/ 59929 w 179705"/>
              <a:gd name="T13" fmla="*/ 104214 h 112394"/>
              <a:gd name="T14" fmla="*/ 35498 w 179705"/>
              <a:gd name="T15" fmla="*/ 93764 h 112394"/>
              <a:gd name="T16" fmla="*/ 25940 w 179705"/>
              <a:gd name="T17" fmla="*/ 84366 h 112394"/>
              <a:gd name="T18" fmla="*/ 35759 w 179705"/>
              <a:gd name="T19" fmla="*/ 66219 h 112394"/>
              <a:gd name="T20" fmla="*/ 85726 w 179705"/>
              <a:gd name="T21" fmla="*/ 32986 h 112394"/>
              <a:gd name="T22" fmla="*/ 85726 w 179705"/>
              <a:gd name="T23" fmla="*/ 99700 h 112394"/>
              <a:gd name="T24" fmla="*/ 77548 w 179705"/>
              <a:gd name="T25" fmla="*/ 111943 h 112394"/>
              <a:gd name="T26" fmla="*/ 83969 w 179705"/>
              <a:gd name="T27" fmla="*/ 110891 h 112394"/>
              <a:gd name="T28" fmla="*/ 85726 w 179705"/>
              <a:gd name="T29" fmla="*/ 99700 h 112394"/>
              <a:gd name="T30" fmla="*/ 56530 w 179705"/>
              <a:gd name="T31" fmla="*/ 85665 h 112394"/>
              <a:gd name="T32" fmla="*/ 43690 w 179705"/>
              <a:gd name="T33" fmla="*/ 93764 h 112394"/>
              <a:gd name="T34" fmla="*/ 40162 w 179705"/>
              <a:gd name="T35" fmla="*/ 0 h 112394"/>
              <a:gd name="T36" fmla="*/ 24807 w 179705"/>
              <a:gd name="T37" fmla="*/ 2691 h 112394"/>
              <a:gd name="T38" fmla="*/ 6679 w 179705"/>
              <a:gd name="T39" fmla="*/ 12242 h 112394"/>
              <a:gd name="T40" fmla="*/ 5170 w 179705"/>
              <a:gd name="T41" fmla="*/ 18023 h 112394"/>
              <a:gd name="T42" fmla="*/ 5664 w 179705"/>
              <a:gd name="T43" fmla="*/ 26524 h 112394"/>
              <a:gd name="T44" fmla="*/ 7305 w 179705"/>
              <a:gd name="T45" fmla="*/ 30512 h 112394"/>
              <a:gd name="T46" fmla="*/ 11080 w 179705"/>
              <a:gd name="T47" fmla="*/ 31811 h 112394"/>
              <a:gd name="T48" fmla="*/ 18259 w 179705"/>
              <a:gd name="T49" fmla="*/ 27946 h 112394"/>
              <a:gd name="T50" fmla="*/ 57910 w 179705"/>
              <a:gd name="T51" fmla="*/ 771 h 112394"/>
              <a:gd name="T52" fmla="*/ 108268 w 179705"/>
              <a:gd name="T53" fmla="*/ 84119 h 112394"/>
              <a:gd name="T54" fmla="*/ 106496 w 179705"/>
              <a:gd name="T55" fmla="*/ 86809 h 112394"/>
              <a:gd name="T56" fmla="*/ 106002 w 179705"/>
              <a:gd name="T57" fmla="*/ 97753 h 112394"/>
              <a:gd name="T58" fmla="*/ 107629 w 179705"/>
              <a:gd name="T59" fmla="*/ 104863 h 112394"/>
              <a:gd name="T60" fmla="*/ 142751 w 179705"/>
              <a:gd name="T61" fmla="*/ 113859 h 112394"/>
              <a:gd name="T62" fmla="*/ 175032 w 179705"/>
              <a:gd name="T63" fmla="*/ 93116 h 112394"/>
              <a:gd name="T64" fmla="*/ 120731 w 179705"/>
              <a:gd name="T65" fmla="*/ 89653 h 112394"/>
              <a:gd name="T66" fmla="*/ 112916 w 179705"/>
              <a:gd name="T67" fmla="*/ 85387 h 112394"/>
              <a:gd name="T68" fmla="*/ 138728 w 179705"/>
              <a:gd name="T69" fmla="*/ 0 h 112394"/>
              <a:gd name="T70" fmla="*/ 106496 w 179705"/>
              <a:gd name="T71" fmla="*/ 27946 h 112394"/>
              <a:gd name="T72" fmla="*/ 109779 w 179705"/>
              <a:gd name="T73" fmla="*/ 48289 h 112394"/>
              <a:gd name="T74" fmla="*/ 142635 w 179705"/>
              <a:gd name="T75" fmla="*/ 69929 h 112394"/>
              <a:gd name="T76" fmla="*/ 149927 w 179705"/>
              <a:gd name="T77" fmla="*/ 75339 h 112394"/>
              <a:gd name="T78" fmla="*/ 138858 w 179705"/>
              <a:gd name="T79" fmla="*/ 93116 h 112394"/>
              <a:gd name="T80" fmla="*/ 177626 w 179705"/>
              <a:gd name="T81" fmla="*/ 74319 h 112394"/>
              <a:gd name="T82" fmla="*/ 143390 w 179705"/>
              <a:gd name="T83" fmla="*/ 43279 h 112394"/>
              <a:gd name="T84" fmla="*/ 134704 w 179705"/>
              <a:gd name="T85" fmla="*/ 38396 h 112394"/>
              <a:gd name="T86" fmla="*/ 131682 w 179705"/>
              <a:gd name="T87" fmla="*/ 27946 h 112394"/>
              <a:gd name="T88" fmla="*/ 172308 w 179705"/>
              <a:gd name="T89" fmla="*/ 20094 h 112394"/>
              <a:gd name="T90" fmla="*/ 172209 w 179705"/>
              <a:gd name="T91" fmla="*/ 13261 h 112394"/>
              <a:gd name="T92" fmla="*/ 147661 w 179705"/>
              <a:gd name="T93" fmla="*/ 0 h 112394"/>
              <a:gd name="T94" fmla="*/ 154341 w 179705"/>
              <a:gd name="T95" fmla="*/ 21393 h 112394"/>
              <a:gd name="T96" fmla="*/ 163274 w 179705"/>
              <a:gd name="T97" fmla="*/ 24855 h 112394"/>
              <a:gd name="T98" fmla="*/ 168563 w 179705"/>
              <a:gd name="T99" fmla="*/ 27576 h 112394"/>
              <a:gd name="T100" fmla="*/ 171076 w 179705"/>
              <a:gd name="T101" fmla="*/ 26927 h 11239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79705" h="112394">
                <a:moveTo>
                  <a:pt x="84008" y="21335"/>
                </a:moveTo>
                <a:lnTo>
                  <a:pt x="45719" y="21335"/>
                </a:lnTo>
                <a:lnTo>
                  <a:pt x="48649" y="21701"/>
                </a:lnTo>
                <a:lnTo>
                  <a:pt x="53221" y="23225"/>
                </a:lnTo>
                <a:lnTo>
                  <a:pt x="54995" y="24383"/>
                </a:lnTo>
                <a:lnTo>
                  <a:pt x="57793" y="27431"/>
                </a:lnTo>
                <a:lnTo>
                  <a:pt x="58805" y="29474"/>
                </a:lnTo>
                <a:lnTo>
                  <a:pt x="59317" y="31760"/>
                </a:lnTo>
                <a:lnTo>
                  <a:pt x="59948" y="34168"/>
                </a:lnTo>
                <a:lnTo>
                  <a:pt x="60329" y="36819"/>
                </a:lnTo>
                <a:lnTo>
                  <a:pt x="60329" y="45963"/>
                </a:lnTo>
                <a:lnTo>
                  <a:pt x="42671" y="45963"/>
                </a:lnTo>
                <a:lnTo>
                  <a:pt x="35183" y="46603"/>
                </a:lnTo>
                <a:lnTo>
                  <a:pt x="22478" y="49408"/>
                </a:lnTo>
                <a:lnTo>
                  <a:pt x="17144" y="51419"/>
                </a:lnTo>
                <a:lnTo>
                  <a:pt x="12953" y="54223"/>
                </a:lnTo>
                <a:lnTo>
                  <a:pt x="8644" y="57028"/>
                </a:lnTo>
                <a:lnTo>
                  <a:pt x="5465" y="60563"/>
                </a:lnTo>
                <a:lnTo>
                  <a:pt x="3310" y="64769"/>
                </a:lnTo>
                <a:lnTo>
                  <a:pt x="1142" y="69098"/>
                </a:lnTo>
                <a:lnTo>
                  <a:pt x="0" y="74157"/>
                </a:lnTo>
                <a:lnTo>
                  <a:pt x="0" y="85343"/>
                </a:lnTo>
                <a:lnTo>
                  <a:pt x="29468" y="112257"/>
                </a:lnTo>
                <a:lnTo>
                  <a:pt x="40648" y="112257"/>
                </a:lnTo>
                <a:lnTo>
                  <a:pt x="46100" y="111130"/>
                </a:lnTo>
                <a:lnTo>
                  <a:pt x="51053" y="108569"/>
                </a:lnTo>
                <a:lnTo>
                  <a:pt x="56138" y="106161"/>
                </a:lnTo>
                <a:lnTo>
                  <a:pt x="60460" y="102748"/>
                </a:lnTo>
                <a:lnTo>
                  <a:pt x="64388" y="98297"/>
                </a:lnTo>
                <a:lnTo>
                  <a:pt x="86486" y="98297"/>
                </a:lnTo>
                <a:lnTo>
                  <a:pt x="86486" y="92445"/>
                </a:lnTo>
                <a:lnTo>
                  <a:pt x="35813" y="92445"/>
                </a:lnTo>
                <a:lnTo>
                  <a:pt x="32384" y="91196"/>
                </a:lnTo>
                <a:lnTo>
                  <a:pt x="29849" y="88910"/>
                </a:lnTo>
                <a:lnTo>
                  <a:pt x="27431" y="86471"/>
                </a:lnTo>
                <a:lnTo>
                  <a:pt x="26170" y="83179"/>
                </a:lnTo>
                <a:lnTo>
                  <a:pt x="26170" y="76565"/>
                </a:lnTo>
                <a:lnTo>
                  <a:pt x="31622" y="67696"/>
                </a:lnTo>
                <a:lnTo>
                  <a:pt x="33527" y="66293"/>
                </a:lnTo>
                <a:lnTo>
                  <a:pt x="36076" y="65288"/>
                </a:lnTo>
                <a:lnTo>
                  <a:pt x="42041" y="64007"/>
                </a:lnTo>
                <a:lnTo>
                  <a:pt x="45719" y="63611"/>
                </a:lnTo>
                <a:lnTo>
                  <a:pt x="86486" y="63611"/>
                </a:lnTo>
                <a:lnTo>
                  <a:pt x="86486" y="32522"/>
                </a:lnTo>
                <a:lnTo>
                  <a:pt x="85724" y="26548"/>
                </a:lnTo>
                <a:lnTo>
                  <a:pt x="84082" y="21579"/>
                </a:lnTo>
                <a:lnTo>
                  <a:pt x="84008" y="21335"/>
                </a:lnTo>
                <a:close/>
              </a:path>
              <a:path w="179705" h="112394">
                <a:moveTo>
                  <a:pt x="86486" y="98297"/>
                </a:moveTo>
                <a:lnTo>
                  <a:pt x="64388" y="98297"/>
                </a:lnTo>
                <a:lnTo>
                  <a:pt x="64388" y="107320"/>
                </a:lnTo>
                <a:lnTo>
                  <a:pt x="72140" y="110368"/>
                </a:lnTo>
                <a:lnTo>
                  <a:pt x="78236" y="110368"/>
                </a:lnTo>
                <a:lnTo>
                  <a:pt x="80522" y="110246"/>
                </a:lnTo>
                <a:lnTo>
                  <a:pt x="82046" y="109971"/>
                </a:lnTo>
                <a:lnTo>
                  <a:pt x="83570" y="109727"/>
                </a:lnTo>
                <a:lnTo>
                  <a:pt x="84713" y="109331"/>
                </a:lnTo>
                <a:lnTo>
                  <a:pt x="85343" y="108722"/>
                </a:lnTo>
                <a:lnTo>
                  <a:pt x="86105" y="108082"/>
                </a:lnTo>
                <a:lnTo>
                  <a:pt x="86486" y="107320"/>
                </a:lnTo>
                <a:lnTo>
                  <a:pt x="86486" y="98297"/>
                </a:lnTo>
                <a:close/>
              </a:path>
              <a:path w="179705" h="112394">
                <a:moveTo>
                  <a:pt x="86486" y="63611"/>
                </a:moveTo>
                <a:lnTo>
                  <a:pt x="60329" y="63611"/>
                </a:lnTo>
                <a:lnTo>
                  <a:pt x="60329" y="80650"/>
                </a:lnTo>
                <a:lnTo>
                  <a:pt x="57031" y="84460"/>
                </a:lnTo>
                <a:lnTo>
                  <a:pt x="53852" y="87386"/>
                </a:lnTo>
                <a:lnTo>
                  <a:pt x="50672" y="89397"/>
                </a:lnTo>
                <a:lnTo>
                  <a:pt x="47506" y="91439"/>
                </a:lnTo>
                <a:lnTo>
                  <a:pt x="44077" y="92445"/>
                </a:lnTo>
                <a:lnTo>
                  <a:pt x="86486" y="92445"/>
                </a:lnTo>
                <a:lnTo>
                  <a:pt x="86486" y="63611"/>
                </a:lnTo>
                <a:close/>
              </a:path>
              <a:path w="179705" h="112394">
                <a:moveTo>
                  <a:pt x="52078" y="0"/>
                </a:moveTo>
                <a:lnTo>
                  <a:pt x="40517" y="0"/>
                </a:lnTo>
                <a:lnTo>
                  <a:pt x="36457" y="365"/>
                </a:lnTo>
                <a:lnTo>
                  <a:pt x="32516" y="1005"/>
                </a:lnTo>
                <a:lnTo>
                  <a:pt x="28574" y="1767"/>
                </a:lnTo>
                <a:lnTo>
                  <a:pt x="25027" y="2651"/>
                </a:lnTo>
                <a:lnTo>
                  <a:pt x="21716" y="3809"/>
                </a:lnTo>
                <a:lnTo>
                  <a:pt x="18287" y="4937"/>
                </a:lnTo>
                <a:lnTo>
                  <a:pt x="7751" y="11033"/>
                </a:lnTo>
                <a:lnTo>
                  <a:pt x="6739" y="12070"/>
                </a:lnTo>
                <a:lnTo>
                  <a:pt x="6095" y="13319"/>
                </a:lnTo>
                <a:lnTo>
                  <a:pt x="5714" y="14599"/>
                </a:lnTo>
                <a:lnTo>
                  <a:pt x="5465" y="16001"/>
                </a:lnTo>
                <a:lnTo>
                  <a:pt x="5215" y="17769"/>
                </a:lnTo>
                <a:lnTo>
                  <a:pt x="5215" y="21854"/>
                </a:lnTo>
                <a:lnTo>
                  <a:pt x="5333" y="23378"/>
                </a:lnTo>
                <a:lnTo>
                  <a:pt x="5596" y="24749"/>
                </a:lnTo>
                <a:lnTo>
                  <a:pt x="5714" y="26151"/>
                </a:lnTo>
                <a:lnTo>
                  <a:pt x="6095" y="27431"/>
                </a:lnTo>
                <a:lnTo>
                  <a:pt x="6476" y="28315"/>
                </a:lnTo>
                <a:lnTo>
                  <a:pt x="6857" y="29321"/>
                </a:lnTo>
                <a:lnTo>
                  <a:pt x="7370" y="30083"/>
                </a:lnTo>
                <a:lnTo>
                  <a:pt x="7882" y="30601"/>
                </a:lnTo>
                <a:lnTo>
                  <a:pt x="8513" y="31120"/>
                </a:lnTo>
                <a:lnTo>
                  <a:pt x="9275" y="31363"/>
                </a:lnTo>
                <a:lnTo>
                  <a:pt x="11180" y="31363"/>
                </a:lnTo>
                <a:lnTo>
                  <a:pt x="12572" y="30845"/>
                </a:lnTo>
                <a:lnTo>
                  <a:pt x="14359" y="29839"/>
                </a:lnTo>
                <a:lnTo>
                  <a:pt x="16264" y="28712"/>
                </a:lnTo>
                <a:lnTo>
                  <a:pt x="18419" y="27553"/>
                </a:lnTo>
                <a:lnTo>
                  <a:pt x="37850" y="21335"/>
                </a:lnTo>
                <a:lnTo>
                  <a:pt x="84008" y="21335"/>
                </a:lnTo>
                <a:lnTo>
                  <a:pt x="82558" y="16520"/>
                </a:lnTo>
                <a:lnTo>
                  <a:pt x="58424" y="761"/>
                </a:lnTo>
                <a:lnTo>
                  <a:pt x="52078" y="0"/>
                </a:lnTo>
                <a:close/>
              </a:path>
              <a:path w="179705" h="112394">
                <a:moveTo>
                  <a:pt x="111251" y="82814"/>
                </a:moveTo>
                <a:lnTo>
                  <a:pt x="109727" y="82814"/>
                </a:lnTo>
                <a:lnTo>
                  <a:pt x="109228" y="82936"/>
                </a:lnTo>
                <a:lnTo>
                  <a:pt x="108466" y="83423"/>
                </a:lnTo>
                <a:lnTo>
                  <a:pt x="108085" y="83941"/>
                </a:lnTo>
                <a:lnTo>
                  <a:pt x="107822" y="84825"/>
                </a:lnTo>
                <a:lnTo>
                  <a:pt x="107441" y="85587"/>
                </a:lnTo>
                <a:lnTo>
                  <a:pt x="107323" y="86624"/>
                </a:lnTo>
                <a:lnTo>
                  <a:pt x="107060" y="89153"/>
                </a:lnTo>
                <a:lnTo>
                  <a:pt x="106966" y="90556"/>
                </a:lnTo>
                <a:lnTo>
                  <a:pt x="106942" y="96377"/>
                </a:lnTo>
                <a:lnTo>
                  <a:pt x="107192" y="98816"/>
                </a:lnTo>
                <a:lnTo>
                  <a:pt x="107573" y="100462"/>
                </a:lnTo>
                <a:lnTo>
                  <a:pt x="107954" y="102229"/>
                </a:lnTo>
                <a:lnTo>
                  <a:pt x="108584" y="103388"/>
                </a:lnTo>
                <a:lnTo>
                  <a:pt x="109346" y="104150"/>
                </a:lnTo>
                <a:lnTo>
                  <a:pt x="110108" y="105034"/>
                </a:lnTo>
                <a:lnTo>
                  <a:pt x="134624" y="112257"/>
                </a:lnTo>
                <a:lnTo>
                  <a:pt x="144017" y="112257"/>
                </a:lnTo>
                <a:lnTo>
                  <a:pt x="149483" y="111617"/>
                </a:lnTo>
                <a:lnTo>
                  <a:pt x="154567" y="110093"/>
                </a:lnTo>
                <a:lnTo>
                  <a:pt x="159520" y="108722"/>
                </a:lnTo>
                <a:lnTo>
                  <a:pt x="176583" y="91805"/>
                </a:lnTo>
                <a:lnTo>
                  <a:pt x="133862" y="91805"/>
                </a:lnTo>
                <a:lnTo>
                  <a:pt x="130433" y="91439"/>
                </a:lnTo>
                <a:lnTo>
                  <a:pt x="124468" y="89397"/>
                </a:lnTo>
                <a:lnTo>
                  <a:pt x="121801" y="88391"/>
                </a:lnTo>
                <a:lnTo>
                  <a:pt x="119515" y="87233"/>
                </a:lnTo>
                <a:lnTo>
                  <a:pt x="117229" y="86227"/>
                </a:lnTo>
                <a:lnTo>
                  <a:pt x="115442" y="85100"/>
                </a:lnTo>
                <a:lnTo>
                  <a:pt x="113918" y="84185"/>
                </a:lnTo>
                <a:lnTo>
                  <a:pt x="112394" y="83301"/>
                </a:lnTo>
                <a:lnTo>
                  <a:pt x="111251" y="82814"/>
                </a:lnTo>
                <a:close/>
              </a:path>
              <a:path w="179705" h="112394">
                <a:moveTo>
                  <a:pt x="148970" y="0"/>
                </a:moveTo>
                <a:lnTo>
                  <a:pt x="139958" y="0"/>
                </a:lnTo>
                <a:lnTo>
                  <a:pt x="134624" y="761"/>
                </a:lnTo>
                <a:lnTo>
                  <a:pt x="110108" y="19171"/>
                </a:lnTo>
                <a:lnTo>
                  <a:pt x="108335" y="23103"/>
                </a:lnTo>
                <a:lnTo>
                  <a:pt x="107441" y="27553"/>
                </a:lnTo>
                <a:lnTo>
                  <a:pt x="107441" y="36941"/>
                </a:lnTo>
                <a:lnTo>
                  <a:pt x="108085" y="41026"/>
                </a:lnTo>
                <a:lnTo>
                  <a:pt x="109478" y="44317"/>
                </a:lnTo>
                <a:lnTo>
                  <a:pt x="110752" y="47609"/>
                </a:lnTo>
                <a:lnTo>
                  <a:pt x="136016" y="65653"/>
                </a:lnTo>
                <a:lnTo>
                  <a:pt x="138683" y="66812"/>
                </a:lnTo>
                <a:lnTo>
                  <a:pt x="141350" y="67817"/>
                </a:lnTo>
                <a:lnTo>
                  <a:pt x="143899" y="68945"/>
                </a:lnTo>
                <a:lnTo>
                  <a:pt x="146054" y="70103"/>
                </a:lnTo>
                <a:lnTo>
                  <a:pt x="148208" y="71231"/>
                </a:lnTo>
                <a:lnTo>
                  <a:pt x="149864" y="72633"/>
                </a:lnTo>
                <a:lnTo>
                  <a:pt x="151256" y="74279"/>
                </a:lnTo>
                <a:lnTo>
                  <a:pt x="152531" y="75956"/>
                </a:lnTo>
                <a:lnTo>
                  <a:pt x="153161" y="77845"/>
                </a:lnTo>
                <a:lnTo>
                  <a:pt x="153161" y="81899"/>
                </a:lnTo>
                <a:lnTo>
                  <a:pt x="140089" y="91805"/>
                </a:lnTo>
                <a:lnTo>
                  <a:pt x="176583" y="91805"/>
                </a:lnTo>
                <a:lnTo>
                  <a:pt x="178189" y="88391"/>
                </a:lnTo>
                <a:lnTo>
                  <a:pt x="179201" y="83423"/>
                </a:lnTo>
                <a:lnTo>
                  <a:pt x="179201" y="73273"/>
                </a:lnTo>
                <a:lnTo>
                  <a:pt x="171830" y="57515"/>
                </a:lnTo>
                <a:lnTo>
                  <a:pt x="169676" y="55107"/>
                </a:lnTo>
                <a:lnTo>
                  <a:pt x="147328" y="43799"/>
                </a:lnTo>
                <a:lnTo>
                  <a:pt x="144661" y="42671"/>
                </a:lnTo>
                <a:lnTo>
                  <a:pt x="142112" y="41666"/>
                </a:lnTo>
                <a:lnTo>
                  <a:pt x="139958" y="40385"/>
                </a:lnTo>
                <a:lnTo>
                  <a:pt x="137672" y="39227"/>
                </a:lnTo>
                <a:lnTo>
                  <a:pt x="135898" y="37856"/>
                </a:lnTo>
                <a:lnTo>
                  <a:pt x="133231" y="34655"/>
                </a:lnTo>
                <a:lnTo>
                  <a:pt x="132587" y="32765"/>
                </a:lnTo>
                <a:lnTo>
                  <a:pt x="132587" y="28955"/>
                </a:lnTo>
                <a:lnTo>
                  <a:pt x="132850" y="27553"/>
                </a:lnTo>
                <a:lnTo>
                  <a:pt x="133481" y="26273"/>
                </a:lnTo>
                <a:lnTo>
                  <a:pt x="133993" y="25024"/>
                </a:lnTo>
                <a:lnTo>
                  <a:pt x="144149" y="19811"/>
                </a:lnTo>
                <a:lnTo>
                  <a:pt x="173836" y="19811"/>
                </a:lnTo>
                <a:lnTo>
                  <a:pt x="173867" y="19415"/>
                </a:lnTo>
                <a:lnTo>
                  <a:pt x="173867" y="15758"/>
                </a:lnTo>
                <a:lnTo>
                  <a:pt x="173735" y="14234"/>
                </a:lnTo>
                <a:lnTo>
                  <a:pt x="173735" y="13075"/>
                </a:lnTo>
                <a:lnTo>
                  <a:pt x="167902" y="4571"/>
                </a:lnTo>
                <a:lnTo>
                  <a:pt x="166378" y="3688"/>
                </a:lnTo>
                <a:lnTo>
                  <a:pt x="151769" y="243"/>
                </a:lnTo>
                <a:lnTo>
                  <a:pt x="148970" y="0"/>
                </a:lnTo>
                <a:close/>
              </a:path>
              <a:path w="179705" h="112394">
                <a:moveTo>
                  <a:pt x="173836" y="19811"/>
                </a:moveTo>
                <a:lnTo>
                  <a:pt x="149995" y="19811"/>
                </a:lnTo>
                <a:lnTo>
                  <a:pt x="153043" y="20330"/>
                </a:lnTo>
                <a:lnTo>
                  <a:pt x="155710" y="21092"/>
                </a:lnTo>
                <a:lnTo>
                  <a:pt x="158246" y="21854"/>
                </a:lnTo>
                <a:lnTo>
                  <a:pt x="160663" y="22616"/>
                </a:lnTo>
                <a:lnTo>
                  <a:pt x="162686" y="23500"/>
                </a:lnTo>
                <a:lnTo>
                  <a:pt x="164723" y="24505"/>
                </a:lnTo>
                <a:lnTo>
                  <a:pt x="166378" y="25267"/>
                </a:lnTo>
                <a:lnTo>
                  <a:pt x="167639" y="26029"/>
                </a:lnTo>
                <a:lnTo>
                  <a:pt x="169045" y="26791"/>
                </a:lnTo>
                <a:lnTo>
                  <a:pt x="170057" y="27188"/>
                </a:lnTo>
                <a:lnTo>
                  <a:pt x="171200" y="27188"/>
                </a:lnTo>
                <a:lnTo>
                  <a:pt x="171712" y="27035"/>
                </a:lnTo>
                <a:lnTo>
                  <a:pt x="172093" y="26791"/>
                </a:lnTo>
                <a:lnTo>
                  <a:pt x="172592" y="26548"/>
                </a:lnTo>
                <a:lnTo>
                  <a:pt x="173735" y="21092"/>
                </a:lnTo>
                <a:lnTo>
                  <a:pt x="173836" y="1981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903" name="object 17">
            <a:extLst>
              <a:ext uri="{FF2B5EF4-FFF2-40B4-BE49-F238E27FC236}">
                <a16:creationId xmlns:a16="http://schemas.microsoft.com/office/drawing/2014/main" id="{90DC1E8E-D2BA-D0D9-A9FC-58B106D9BA71}"/>
              </a:ext>
            </a:extLst>
          </p:cNvPr>
          <p:cNvSpPr>
            <a:spLocks/>
          </p:cNvSpPr>
          <p:nvPr/>
        </p:nvSpPr>
        <p:spPr bwMode="auto">
          <a:xfrm>
            <a:off x="4326467" y="884767"/>
            <a:ext cx="508000" cy="260351"/>
          </a:xfrm>
          <a:custGeom>
            <a:avLst/>
            <a:gdLst>
              <a:gd name="T0" fmla="*/ 3745 w 382270"/>
              <a:gd name="T1" fmla="*/ 741 h 196215"/>
              <a:gd name="T2" fmla="*/ 238 w 382270"/>
              <a:gd name="T3" fmla="*/ 3211 h 196215"/>
              <a:gd name="T4" fmla="*/ 5096 w 382270"/>
              <a:gd name="T5" fmla="*/ 151832 h 196215"/>
              <a:gd name="T6" fmla="*/ 21223 w 382270"/>
              <a:gd name="T7" fmla="*/ 151832 h 196215"/>
              <a:gd name="T8" fmla="*/ 25719 w 382270"/>
              <a:gd name="T9" fmla="*/ 149719 h 196215"/>
              <a:gd name="T10" fmla="*/ 22482 w 382270"/>
              <a:gd name="T11" fmla="*/ 741 h 196215"/>
              <a:gd name="T12" fmla="*/ 81806 w 382270"/>
              <a:gd name="T13" fmla="*/ 45870 h 196215"/>
              <a:gd name="T14" fmla="*/ 46823 w 382270"/>
              <a:gd name="T15" fmla="*/ 108816 h 196215"/>
              <a:gd name="T16" fmla="*/ 104169 w 382270"/>
              <a:gd name="T17" fmla="*/ 154063 h 196215"/>
              <a:gd name="T18" fmla="*/ 88552 w 382270"/>
              <a:gd name="T19" fmla="*/ 131395 h 196215"/>
              <a:gd name="T20" fmla="*/ 77040 w 382270"/>
              <a:gd name="T21" fmla="*/ 119853 h 196215"/>
              <a:gd name="T22" fmla="*/ 73803 w 382270"/>
              <a:gd name="T23" fmla="*/ 93943 h 196215"/>
              <a:gd name="T24" fmla="*/ 79438 w 382270"/>
              <a:gd name="T25" fmla="*/ 74994 h 196215"/>
              <a:gd name="T26" fmla="*/ 140390 w 382270"/>
              <a:gd name="T27" fmla="*/ 66188 h 196215"/>
              <a:gd name="T28" fmla="*/ 113402 w 382270"/>
              <a:gd name="T29" fmla="*/ 45753 h 196215"/>
              <a:gd name="T30" fmla="*/ 107767 w 382270"/>
              <a:gd name="T31" fmla="*/ 68657 h 196215"/>
              <a:gd name="T32" fmla="*/ 117269 w 382270"/>
              <a:gd name="T33" fmla="*/ 117265 h 196215"/>
              <a:gd name="T34" fmla="*/ 141371 w 382270"/>
              <a:gd name="T35" fmla="*/ 127797 h 196215"/>
              <a:gd name="T36" fmla="*/ 145628 w 382270"/>
              <a:gd name="T37" fmla="*/ 82043 h 196215"/>
              <a:gd name="T38" fmla="*/ 204712 w 382270"/>
              <a:gd name="T39" fmla="*/ 44503 h 196215"/>
              <a:gd name="T40" fmla="*/ 162235 w 382270"/>
              <a:gd name="T41" fmla="*/ 91980 h 196215"/>
              <a:gd name="T42" fmla="*/ 202704 w 382270"/>
              <a:gd name="T43" fmla="*/ 154063 h 196215"/>
              <a:gd name="T44" fmla="*/ 207590 w 382270"/>
              <a:gd name="T45" fmla="*/ 132259 h 196215"/>
              <a:gd name="T46" fmla="*/ 194101 w 382270"/>
              <a:gd name="T47" fmla="*/ 122826 h 196215"/>
              <a:gd name="T48" fmla="*/ 189214 w 382270"/>
              <a:gd name="T49" fmla="*/ 103880 h 196215"/>
              <a:gd name="T50" fmla="*/ 192962 w 382270"/>
              <a:gd name="T51" fmla="*/ 77850 h 196215"/>
              <a:gd name="T52" fmla="*/ 208459 w 382270"/>
              <a:gd name="T53" fmla="*/ 66188 h 196215"/>
              <a:gd name="T54" fmla="*/ 241045 w 382270"/>
              <a:gd name="T55" fmla="*/ 50452 h 196215"/>
              <a:gd name="T56" fmla="*/ 220331 w 382270"/>
              <a:gd name="T57" fmla="*/ 67051 h 196215"/>
              <a:gd name="T58" fmla="*/ 233550 w 382270"/>
              <a:gd name="T59" fmla="*/ 113159 h 196215"/>
              <a:gd name="T60" fmla="*/ 254354 w 382270"/>
              <a:gd name="T61" fmla="*/ 132259 h 196215"/>
              <a:gd name="T62" fmla="*/ 261908 w 382270"/>
              <a:gd name="T63" fmla="*/ 89630 h 196215"/>
              <a:gd name="T64" fmla="*/ 295003 w 382270"/>
              <a:gd name="T65" fmla="*/ 46347 h 196215"/>
              <a:gd name="T66" fmla="*/ 284152 w 382270"/>
              <a:gd name="T67" fmla="*/ 47477 h 196215"/>
              <a:gd name="T68" fmla="*/ 281783 w 382270"/>
              <a:gd name="T69" fmla="*/ 49945 h 196215"/>
              <a:gd name="T70" fmla="*/ 288528 w 382270"/>
              <a:gd name="T71" fmla="*/ 190772 h 196215"/>
              <a:gd name="T72" fmla="*/ 301268 w 382270"/>
              <a:gd name="T73" fmla="*/ 190772 h 196215"/>
              <a:gd name="T74" fmla="*/ 306994 w 382270"/>
              <a:gd name="T75" fmla="*/ 189015 h 196215"/>
              <a:gd name="T76" fmla="*/ 363834 w 382270"/>
              <a:gd name="T77" fmla="*/ 140676 h 196215"/>
              <a:gd name="T78" fmla="*/ 321983 w 382270"/>
              <a:gd name="T79" fmla="*/ 129402 h 196215"/>
              <a:gd name="T80" fmla="*/ 310111 w 382270"/>
              <a:gd name="T81" fmla="*/ 80555 h 196215"/>
              <a:gd name="T82" fmla="*/ 321233 w 382270"/>
              <a:gd name="T83" fmla="*/ 70144 h 196215"/>
              <a:gd name="T84" fmla="*/ 370825 w 382270"/>
              <a:gd name="T85" fmla="*/ 67913 h 196215"/>
              <a:gd name="T86" fmla="*/ 303877 w 382270"/>
              <a:gd name="T87" fmla="*/ 49321 h 196215"/>
              <a:gd name="T88" fmla="*/ 300758 w 382270"/>
              <a:gd name="T89" fmla="*/ 47089 h 196215"/>
              <a:gd name="T90" fmla="*/ 308133 w 382270"/>
              <a:gd name="T91" fmla="*/ 140676 h 196215"/>
              <a:gd name="T92" fmla="*/ 370825 w 382270"/>
              <a:gd name="T93" fmla="*/ 67913 h 196215"/>
              <a:gd name="T94" fmla="*/ 348093 w 382270"/>
              <a:gd name="T95" fmla="*/ 103491 h 196215"/>
              <a:gd name="T96" fmla="*/ 343596 w 382270"/>
              <a:gd name="T97" fmla="*/ 120983 h 196215"/>
              <a:gd name="T98" fmla="*/ 332475 w 382270"/>
              <a:gd name="T99" fmla="*/ 130770 h 196215"/>
              <a:gd name="T100" fmla="*/ 375461 w 382270"/>
              <a:gd name="T101" fmla="*/ 90612 h 196215"/>
              <a:gd name="T102" fmla="*/ 334363 w 382270"/>
              <a:gd name="T103" fmla="*/ 44503 h 196215"/>
              <a:gd name="T104" fmla="*/ 363711 w 382270"/>
              <a:gd name="T105" fmla="*/ 55271 h 196215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382270" h="196215">
                <a:moveTo>
                  <a:pt x="18135" y="0"/>
                </a:moveTo>
                <a:lnTo>
                  <a:pt x="8625" y="0"/>
                </a:lnTo>
                <a:lnTo>
                  <a:pt x="6857" y="243"/>
                </a:lnTo>
                <a:lnTo>
                  <a:pt x="5181" y="518"/>
                </a:lnTo>
                <a:lnTo>
                  <a:pt x="3809" y="761"/>
                </a:lnTo>
                <a:lnTo>
                  <a:pt x="2773" y="1280"/>
                </a:lnTo>
                <a:lnTo>
                  <a:pt x="1767" y="1645"/>
                </a:lnTo>
                <a:lnTo>
                  <a:pt x="1127" y="2164"/>
                </a:lnTo>
                <a:lnTo>
                  <a:pt x="609" y="2804"/>
                </a:lnTo>
                <a:lnTo>
                  <a:pt x="243" y="3291"/>
                </a:lnTo>
                <a:lnTo>
                  <a:pt x="0" y="3931"/>
                </a:lnTo>
                <a:lnTo>
                  <a:pt x="0" y="152278"/>
                </a:lnTo>
                <a:lnTo>
                  <a:pt x="2773" y="154807"/>
                </a:lnTo>
                <a:lnTo>
                  <a:pt x="3809" y="155204"/>
                </a:lnTo>
                <a:lnTo>
                  <a:pt x="5181" y="155569"/>
                </a:lnTo>
                <a:lnTo>
                  <a:pt x="6857" y="155691"/>
                </a:lnTo>
                <a:lnTo>
                  <a:pt x="8625" y="155966"/>
                </a:lnTo>
                <a:lnTo>
                  <a:pt x="18135" y="155966"/>
                </a:lnTo>
                <a:lnTo>
                  <a:pt x="19811" y="155691"/>
                </a:lnTo>
                <a:lnTo>
                  <a:pt x="21579" y="155569"/>
                </a:lnTo>
                <a:lnTo>
                  <a:pt x="22859" y="155204"/>
                </a:lnTo>
                <a:lnTo>
                  <a:pt x="23865" y="154807"/>
                </a:lnTo>
                <a:lnTo>
                  <a:pt x="24993" y="154564"/>
                </a:lnTo>
                <a:lnTo>
                  <a:pt x="25633" y="154045"/>
                </a:lnTo>
                <a:lnTo>
                  <a:pt x="26151" y="153405"/>
                </a:lnTo>
                <a:lnTo>
                  <a:pt x="26517" y="152918"/>
                </a:lnTo>
                <a:lnTo>
                  <a:pt x="26791" y="152278"/>
                </a:lnTo>
                <a:lnTo>
                  <a:pt x="26791" y="3931"/>
                </a:lnTo>
                <a:lnTo>
                  <a:pt x="23865" y="1280"/>
                </a:lnTo>
                <a:lnTo>
                  <a:pt x="22859" y="761"/>
                </a:lnTo>
                <a:lnTo>
                  <a:pt x="21579" y="518"/>
                </a:lnTo>
                <a:lnTo>
                  <a:pt x="18135" y="0"/>
                </a:lnTo>
                <a:close/>
              </a:path>
              <a:path w="382270" h="196215">
                <a:moveTo>
                  <a:pt x="107929" y="45598"/>
                </a:moveTo>
                <a:lnTo>
                  <a:pt x="90799" y="45598"/>
                </a:lnTo>
                <a:lnTo>
                  <a:pt x="83179" y="47000"/>
                </a:lnTo>
                <a:lnTo>
                  <a:pt x="76687" y="49773"/>
                </a:lnTo>
                <a:lnTo>
                  <a:pt x="70225" y="52456"/>
                </a:lnTo>
                <a:lnTo>
                  <a:pt x="48767" y="86502"/>
                </a:lnTo>
                <a:lnTo>
                  <a:pt x="47609" y="94244"/>
                </a:lnTo>
                <a:lnTo>
                  <a:pt x="47609" y="111495"/>
                </a:lnTo>
                <a:lnTo>
                  <a:pt x="63855" y="148224"/>
                </a:lnTo>
                <a:lnTo>
                  <a:pt x="75163" y="154167"/>
                </a:lnTo>
                <a:lnTo>
                  <a:pt x="81381" y="156728"/>
                </a:lnTo>
                <a:lnTo>
                  <a:pt x="88757" y="157855"/>
                </a:lnTo>
                <a:lnTo>
                  <a:pt x="105917" y="157855"/>
                </a:lnTo>
                <a:lnTo>
                  <a:pt x="136123" y="141975"/>
                </a:lnTo>
                <a:lnTo>
                  <a:pt x="140451" y="137038"/>
                </a:lnTo>
                <a:lnTo>
                  <a:pt x="141274" y="135514"/>
                </a:lnTo>
                <a:lnTo>
                  <a:pt x="93725" y="135514"/>
                </a:lnTo>
                <a:lnTo>
                  <a:pt x="90037" y="134630"/>
                </a:lnTo>
                <a:lnTo>
                  <a:pt x="87111" y="132984"/>
                </a:lnTo>
                <a:lnTo>
                  <a:pt x="84063" y="131307"/>
                </a:lnTo>
                <a:lnTo>
                  <a:pt x="81777" y="128899"/>
                </a:lnTo>
                <a:lnTo>
                  <a:pt x="80009" y="125851"/>
                </a:lnTo>
                <a:lnTo>
                  <a:pt x="78333" y="122803"/>
                </a:lnTo>
                <a:lnTo>
                  <a:pt x="77083" y="119268"/>
                </a:lnTo>
                <a:lnTo>
                  <a:pt x="76321" y="115061"/>
                </a:lnTo>
                <a:lnTo>
                  <a:pt x="75437" y="111008"/>
                </a:lnTo>
                <a:lnTo>
                  <a:pt x="75041" y="106436"/>
                </a:lnTo>
                <a:lnTo>
                  <a:pt x="75041" y="96255"/>
                </a:lnTo>
                <a:lnTo>
                  <a:pt x="75559" y="91561"/>
                </a:lnTo>
                <a:lnTo>
                  <a:pt x="76565" y="87386"/>
                </a:lnTo>
                <a:lnTo>
                  <a:pt x="77449" y="83301"/>
                </a:lnTo>
                <a:lnTo>
                  <a:pt x="78851" y="79766"/>
                </a:lnTo>
                <a:lnTo>
                  <a:pt x="80771" y="76840"/>
                </a:lnTo>
                <a:lnTo>
                  <a:pt x="82661" y="73913"/>
                </a:lnTo>
                <a:lnTo>
                  <a:pt x="85191" y="71627"/>
                </a:lnTo>
                <a:lnTo>
                  <a:pt x="91043" y="68579"/>
                </a:lnTo>
                <a:lnTo>
                  <a:pt x="94609" y="67817"/>
                </a:lnTo>
                <a:lnTo>
                  <a:pt x="142746" y="67817"/>
                </a:lnTo>
                <a:lnTo>
                  <a:pt x="141091" y="64526"/>
                </a:lnTo>
                <a:lnTo>
                  <a:pt x="137007" y="59954"/>
                </a:lnTo>
                <a:lnTo>
                  <a:pt x="132953" y="55260"/>
                </a:lnTo>
                <a:lnTo>
                  <a:pt x="127741" y="51694"/>
                </a:lnTo>
                <a:lnTo>
                  <a:pt x="115305" y="46878"/>
                </a:lnTo>
                <a:lnTo>
                  <a:pt x="107929" y="45598"/>
                </a:lnTo>
                <a:close/>
              </a:path>
              <a:path w="382270" h="196215">
                <a:moveTo>
                  <a:pt x="142746" y="67817"/>
                </a:moveTo>
                <a:lnTo>
                  <a:pt x="102991" y="67817"/>
                </a:lnTo>
                <a:lnTo>
                  <a:pt x="106679" y="68701"/>
                </a:lnTo>
                <a:lnTo>
                  <a:pt x="109575" y="70347"/>
                </a:lnTo>
                <a:lnTo>
                  <a:pt x="121523" y="96895"/>
                </a:lnTo>
                <a:lnTo>
                  <a:pt x="121523" y="107198"/>
                </a:lnTo>
                <a:lnTo>
                  <a:pt x="121005" y="111892"/>
                </a:lnTo>
                <a:lnTo>
                  <a:pt x="120121" y="115945"/>
                </a:lnTo>
                <a:lnTo>
                  <a:pt x="119237" y="120152"/>
                </a:lnTo>
                <a:lnTo>
                  <a:pt x="108569" y="133228"/>
                </a:lnTo>
                <a:lnTo>
                  <a:pt x="105643" y="134752"/>
                </a:lnTo>
                <a:lnTo>
                  <a:pt x="102107" y="135514"/>
                </a:lnTo>
                <a:lnTo>
                  <a:pt x="141274" y="135514"/>
                </a:lnTo>
                <a:lnTo>
                  <a:pt x="143743" y="130942"/>
                </a:lnTo>
                <a:lnTo>
                  <a:pt x="145785" y="123962"/>
                </a:lnTo>
                <a:lnTo>
                  <a:pt x="147949" y="116982"/>
                </a:lnTo>
                <a:lnTo>
                  <a:pt x="148955" y="109209"/>
                </a:lnTo>
                <a:lnTo>
                  <a:pt x="148955" y="91836"/>
                </a:lnTo>
                <a:lnTo>
                  <a:pt x="148071" y="84063"/>
                </a:lnTo>
                <a:lnTo>
                  <a:pt x="146029" y="77205"/>
                </a:lnTo>
                <a:lnTo>
                  <a:pt x="144017" y="70347"/>
                </a:lnTo>
                <a:lnTo>
                  <a:pt x="142746" y="67817"/>
                </a:lnTo>
                <a:close/>
              </a:path>
              <a:path w="382270" h="196215">
                <a:moveTo>
                  <a:pt x="225277" y="45598"/>
                </a:moveTo>
                <a:lnTo>
                  <a:pt x="208147" y="45598"/>
                </a:lnTo>
                <a:lnTo>
                  <a:pt x="200527" y="47000"/>
                </a:lnTo>
                <a:lnTo>
                  <a:pt x="194035" y="49773"/>
                </a:lnTo>
                <a:lnTo>
                  <a:pt x="187573" y="52456"/>
                </a:lnTo>
                <a:lnTo>
                  <a:pt x="166115" y="86502"/>
                </a:lnTo>
                <a:lnTo>
                  <a:pt x="164957" y="94244"/>
                </a:lnTo>
                <a:lnTo>
                  <a:pt x="164957" y="111495"/>
                </a:lnTo>
                <a:lnTo>
                  <a:pt x="181203" y="148224"/>
                </a:lnTo>
                <a:lnTo>
                  <a:pt x="192511" y="154167"/>
                </a:lnTo>
                <a:lnTo>
                  <a:pt x="198729" y="156728"/>
                </a:lnTo>
                <a:lnTo>
                  <a:pt x="206105" y="157855"/>
                </a:lnTo>
                <a:lnTo>
                  <a:pt x="223265" y="157855"/>
                </a:lnTo>
                <a:lnTo>
                  <a:pt x="253471" y="141975"/>
                </a:lnTo>
                <a:lnTo>
                  <a:pt x="257799" y="137038"/>
                </a:lnTo>
                <a:lnTo>
                  <a:pt x="258622" y="135514"/>
                </a:lnTo>
                <a:lnTo>
                  <a:pt x="211073" y="135514"/>
                </a:lnTo>
                <a:lnTo>
                  <a:pt x="207385" y="134630"/>
                </a:lnTo>
                <a:lnTo>
                  <a:pt x="204459" y="132984"/>
                </a:lnTo>
                <a:lnTo>
                  <a:pt x="201411" y="131307"/>
                </a:lnTo>
                <a:lnTo>
                  <a:pt x="199125" y="128899"/>
                </a:lnTo>
                <a:lnTo>
                  <a:pt x="197357" y="125851"/>
                </a:lnTo>
                <a:lnTo>
                  <a:pt x="195681" y="122803"/>
                </a:lnTo>
                <a:lnTo>
                  <a:pt x="194431" y="119268"/>
                </a:lnTo>
                <a:lnTo>
                  <a:pt x="193669" y="115061"/>
                </a:lnTo>
                <a:lnTo>
                  <a:pt x="192785" y="111008"/>
                </a:lnTo>
                <a:lnTo>
                  <a:pt x="192389" y="106436"/>
                </a:lnTo>
                <a:lnTo>
                  <a:pt x="192389" y="96255"/>
                </a:lnTo>
                <a:lnTo>
                  <a:pt x="192907" y="91561"/>
                </a:lnTo>
                <a:lnTo>
                  <a:pt x="193913" y="87386"/>
                </a:lnTo>
                <a:lnTo>
                  <a:pt x="194797" y="83301"/>
                </a:lnTo>
                <a:lnTo>
                  <a:pt x="196199" y="79766"/>
                </a:lnTo>
                <a:lnTo>
                  <a:pt x="198119" y="76840"/>
                </a:lnTo>
                <a:lnTo>
                  <a:pt x="200009" y="73913"/>
                </a:lnTo>
                <a:lnTo>
                  <a:pt x="202539" y="71627"/>
                </a:lnTo>
                <a:lnTo>
                  <a:pt x="208391" y="68579"/>
                </a:lnTo>
                <a:lnTo>
                  <a:pt x="211957" y="67817"/>
                </a:lnTo>
                <a:lnTo>
                  <a:pt x="260094" y="67817"/>
                </a:lnTo>
                <a:lnTo>
                  <a:pt x="258439" y="64526"/>
                </a:lnTo>
                <a:lnTo>
                  <a:pt x="254355" y="59954"/>
                </a:lnTo>
                <a:lnTo>
                  <a:pt x="250301" y="55260"/>
                </a:lnTo>
                <a:lnTo>
                  <a:pt x="245089" y="51694"/>
                </a:lnTo>
                <a:lnTo>
                  <a:pt x="232653" y="46878"/>
                </a:lnTo>
                <a:lnTo>
                  <a:pt x="225277" y="45598"/>
                </a:lnTo>
                <a:close/>
              </a:path>
              <a:path w="382270" h="196215">
                <a:moveTo>
                  <a:pt x="260094" y="67817"/>
                </a:moveTo>
                <a:lnTo>
                  <a:pt x="220339" y="67817"/>
                </a:lnTo>
                <a:lnTo>
                  <a:pt x="224027" y="68701"/>
                </a:lnTo>
                <a:lnTo>
                  <a:pt x="226923" y="70347"/>
                </a:lnTo>
                <a:lnTo>
                  <a:pt x="238871" y="96895"/>
                </a:lnTo>
                <a:lnTo>
                  <a:pt x="238871" y="107198"/>
                </a:lnTo>
                <a:lnTo>
                  <a:pt x="238353" y="111892"/>
                </a:lnTo>
                <a:lnTo>
                  <a:pt x="237469" y="115945"/>
                </a:lnTo>
                <a:lnTo>
                  <a:pt x="236585" y="120152"/>
                </a:lnTo>
                <a:lnTo>
                  <a:pt x="225917" y="133228"/>
                </a:lnTo>
                <a:lnTo>
                  <a:pt x="222991" y="134752"/>
                </a:lnTo>
                <a:lnTo>
                  <a:pt x="219455" y="135514"/>
                </a:lnTo>
                <a:lnTo>
                  <a:pt x="258622" y="135514"/>
                </a:lnTo>
                <a:lnTo>
                  <a:pt x="261091" y="130942"/>
                </a:lnTo>
                <a:lnTo>
                  <a:pt x="263133" y="123962"/>
                </a:lnTo>
                <a:lnTo>
                  <a:pt x="265297" y="116982"/>
                </a:lnTo>
                <a:lnTo>
                  <a:pt x="266303" y="109209"/>
                </a:lnTo>
                <a:lnTo>
                  <a:pt x="266303" y="91836"/>
                </a:lnTo>
                <a:lnTo>
                  <a:pt x="265419" y="84063"/>
                </a:lnTo>
                <a:lnTo>
                  <a:pt x="263377" y="77205"/>
                </a:lnTo>
                <a:lnTo>
                  <a:pt x="261365" y="70347"/>
                </a:lnTo>
                <a:lnTo>
                  <a:pt x="260094" y="67817"/>
                </a:lnTo>
                <a:close/>
              </a:path>
              <a:path w="382270" h="196215">
                <a:moveTo>
                  <a:pt x="299953" y="47487"/>
                </a:moveTo>
                <a:lnTo>
                  <a:pt x="295655" y="47487"/>
                </a:lnTo>
                <a:lnTo>
                  <a:pt x="292455" y="47762"/>
                </a:lnTo>
                <a:lnTo>
                  <a:pt x="290931" y="48005"/>
                </a:lnTo>
                <a:lnTo>
                  <a:pt x="289803" y="48249"/>
                </a:lnTo>
                <a:lnTo>
                  <a:pt x="288919" y="48646"/>
                </a:lnTo>
                <a:lnTo>
                  <a:pt x="288035" y="49011"/>
                </a:lnTo>
                <a:lnTo>
                  <a:pt x="287395" y="49408"/>
                </a:lnTo>
                <a:lnTo>
                  <a:pt x="286999" y="50048"/>
                </a:lnTo>
                <a:lnTo>
                  <a:pt x="286755" y="50535"/>
                </a:lnTo>
                <a:lnTo>
                  <a:pt x="286511" y="51175"/>
                </a:lnTo>
                <a:lnTo>
                  <a:pt x="286511" y="191780"/>
                </a:lnTo>
                <a:lnTo>
                  <a:pt x="289285" y="194553"/>
                </a:lnTo>
                <a:lnTo>
                  <a:pt x="290321" y="194950"/>
                </a:lnTo>
                <a:lnTo>
                  <a:pt x="291693" y="195315"/>
                </a:lnTo>
                <a:lnTo>
                  <a:pt x="293369" y="195468"/>
                </a:lnTo>
                <a:lnTo>
                  <a:pt x="295137" y="195712"/>
                </a:lnTo>
                <a:lnTo>
                  <a:pt x="297301" y="195833"/>
                </a:lnTo>
                <a:lnTo>
                  <a:pt x="302513" y="195833"/>
                </a:lnTo>
                <a:lnTo>
                  <a:pt x="304647" y="195712"/>
                </a:lnTo>
                <a:lnTo>
                  <a:pt x="306323" y="195468"/>
                </a:lnTo>
                <a:lnTo>
                  <a:pt x="308091" y="195315"/>
                </a:lnTo>
                <a:lnTo>
                  <a:pt x="309371" y="194950"/>
                </a:lnTo>
                <a:lnTo>
                  <a:pt x="310377" y="194553"/>
                </a:lnTo>
                <a:lnTo>
                  <a:pt x="311505" y="194188"/>
                </a:lnTo>
                <a:lnTo>
                  <a:pt x="312145" y="193669"/>
                </a:lnTo>
                <a:lnTo>
                  <a:pt x="312663" y="193029"/>
                </a:lnTo>
                <a:lnTo>
                  <a:pt x="313029" y="192420"/>
                </a:lnTo>
                <a:lnTo>
                  <a:pt x="313303" y="191780"/>
                </a:lnTo>
                <a:lnTo>
                  <a:pt x="313303" y="144139"/>
                </a:lnTo>
                <a:lnTo>
                  <a:pt x="369939" y="144139"/>
                </a:lnTo>
                <a:lnTo>
                  <a:pt x="371215" y="142372"/>
                </a:lnTo>
                <a:lnTo>
                  <a:pt x="374629" y="137403"/>
                </a:lnTo>
                <a:lnTo>
                  <a:pt x="376131" y="133990"/>
                </a:lnTo>
                <a:lnTo>
                  <a:pt x="330829" y="133990"/>
                </a:lnTo>
                <a:lnTo>
                  <a:pt x="327385" y="132587"/>
                </a:lnTo>
                <a:lnTo>
                  <a:pt x="320527" y="127253"/>
                </a:lnTo>
                <a:lnTo>
                  <a:pt x="316991" y="123322"/>
                </a:lnTo>
                <a:lnTo>
                  <a:pt x="313303" y="118353"/>
                </a:lnTo>
                <a:lnTo>
                  <a:pt x="313303" y="85587"/>
                </a:lnTo>
                <a:lnTo>
                  <a:pt x="315315" y="82539"/>
                </a:lnTo>
                <a:lnTo>
                  <a:pt x="317357" y="80131"/>
                </a:lnTo>
                <a:lnTo>
                  <a:pt x="319277" y="78120"/>
                </a:lnTo>
                <a:lnTo>
                  <a:pt x="321167" y="76078"/>
                </a:lnTo>
                <a:lnTo>
                  <a:pt x="323087" y="74432"/>
                </a:lnTo>
                <a:lnTo>
                  <a:pt x="326623" y="71871"/>
                </a:lnTo>
                <a:lnTo>
                  <a:pt x="328421" y="70987"/>
                </a:lnTo>
                <a:lnTo>
                  <a:pt x="330189" y="70500"/>
                </a:lnTo>
                <a:lnTo>
                  <a:pt x="331835" y="69860"/>
                </a:lnTo>
                <a:lnTo>
                  <a:pt x="333603" y="69585"/>
                </a:lnTo>
                <a:lnTo>
                  <a:pt x="377046" y="69585"/>
                </a:lnTo>
                <a:lnTo>
                  <a:pt x="375909" y="66690"/>
                </a:lnTo>
                <a:lnTo>
                  <a:pt x="374039" y="63642"/>
                </a:lnTo>
                <a:lnTo>
                  <a:pt x="309097" y="63642"/>
                </a:lnTo>
                <a:lnTo>
                  <a:pt x="309097" y="51175"/>
                </a:lnTo>
                <a:lnTo>
                  <a:pt x="308975" y="50535"/>
                </a:lnTo>
                <a:lnTo>
                  <a:pt x="308609" y="50048"/>
                </a:lnTo>
                <a:lnTo>
                  <a:pt x="308213" y="49408"/>
                </a:lnTo>
                <a:lnTo>
                  <a:pt x="307573" y="49011"/>
                </a:lnTo>
                <a:lnTo>
                  <a:pt x="306689" y="48646"/>
                </a:lnTo>
                <a:lnTo>
                  <a:pt x="305805" y="48249"/>
                </a:lnTo>
                <a:lnTo>
                  <a:pt x="304647" y="48005"/>
                </a:lnTo>
                <a:lnTo>
                  <a:pt x="303275" y="47762"/>
                </a:lnTo>
                <a:lnTo>
                  <a:pt x="299953" y="47487"/>
                </a:lnTo>
                <a:close/>
              </a:path>
              <a:path w="382270" h="196215">
                <a:moveTo>
                  <a:pt x="369939" y="144139"/>
                </a:moveTo>
                <a:lnTo>
                  <a:pt x="313303" y="144139"/>
                </a:lnTo>
                <a:lnTo>
                  <a:pt x="315467" y="146425"/>
                </a:lnTo>
                <a:lnTo>
                  <a:pt x="337687" y="157855"/>
                </a:lnTo>
                <a:lnTo>
                  <a:pt x="347197" y="157855"/>
                </a:lnTo>
                <a:lnTo>
                  <a:pt x="369939" y="144139"/>
                </a:lnTo>
                <a:close/>
              </a:path>
              <a:path w="382270" h="196215">
                <a:moveTo>
                  <a:pt x="377046" y="69585"/>
                </a:moveTo>
                <a:lnTo>
                  <a:pt x="338937" y="69585"/>
                </a:lnTo>
                <a:lnTo>
                  <a:pt x="341863" y="70500"/>
                </a:lnTo>
                <a:lnTo>
                  <a:pt x="344271" y="72389"/>
                </a:lnTo>
                <a:lnTo>
                  <a:pt x="353933" y="98054"/>
                </a:lnTo>
                <a:lnTo>
                  <a:pt x="353933" y="106039"/>
                </a:lnTo>
                <a:lnTo>
                  <a:pt x="353567" y="109849"/>
                </a:lnTo>
                <a:lnTo>
                  <a:pt x="352805" y="113659"/>
                </a:lnTo>
                <a:lnTo>
                  <a:pt x="352165" y="117469"/>
                </a:lnTo>
                <a:lnTo>
                  <a:pt x="351007" y="120914"/>
                </a:lnTo>
                <a:lnTo>
                  <a:pt x="349361" y="123962"/>
                </a:lnTo>
                <a:lnTo>
                  <a:pt x="347837" y="126888"/>
                </a:lnTo>
                <a:lnTo>
                  <a:pt x="345795" y="129418"/>
                </a:lnTo>
                <a:lnTo>
                  <a:pt x="343387" y="131185"/>
                </a:lnTo>
                <a:lnTo>
                  <a:pt x="340979" y="133106"/>
                </a:lnTo>
                <a:lnTo>
                  <a:pt x="338053" y="133990"/>
                </a:lnTo>
                <a:lnTo>
                  <a:pt x="376131" y="133990"/>
                </a:lnTo>
                <a:lnTo>
                  <a:pt x="377311" y="131307"/>
                </a:lnTo>
                <a:lnTo>
                  <a:pt x="380847" y="117104"/>
                </a:lnTo>
                <a:lnTo>
                  <a:pt x="381761" y="109087"/>
                </a:lnTo>
                <a:lnTo>
                  <a:pt x="381761" y="92842"/>
                </a:lnTo>
                <a:lnTo>
                  <a:pt x="380999" y="85740"/>
                </a:lnTo>
                <a:lnTo>
                  <a:pt x="378195" y="72511"/>
                </a:lnTo>
                <a:lnTo>
                  <a:pt x="377046" y="69585"/>
                </a:lnTo>
                <a:close/>
              </a:path>
              <a:path w="382270" h="196215">
                <a:moveTo>
                  <a:pt x="350123" y="45598"/>
                </a:moveTo>
                <a:lnTo>
                  <a:pt x="339973" y="45598"/>
                </a:lnTo>
                <a:lnTo>
                  <a:pt x="336803" y="45963"/>
                </a:lnTo>
                <a:lnTo>
                  <a:pt x="309097" y="63642"/>
                </a:lnTo>
                <a:lnTo>
                  <a:pt x="374039" y="63642"/>
                </a:lnTo>
                <a:lnTo>
                  <a:pt x="372861" y="61721"/>
                </a:lnTo>
                <a:lnTo>
                  <a:pt x="369813" y="56631"/>
                </a:lnTo>
                <a:lnTo>
                  <a:pt x="365881" y="52699"/>
                </a:lnTo>
                <a:lnTo>
                  <a:pt x="360913" y="49926"/>
                </a:lnTo>
                <a:lnTo>
                  <a:pt x="356097" y="47000"/>
                </a:lnTo>
                <a:lnTo>
                  <a:pt x="350123" y="4559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37904" name="object 18">
            <a:extLst>
              <a:ext uri="{FF2B5EF4-FFF2-40B4-BE49-F238E27FC236}">
                <a16:creationId xmlns:a16="http://schemas.microsoft.com/office/drawing/2014/main" id="{B2BCB632-92D2-26DF-D09C-90F881D27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1834" y="884767"/>
            <a:ext cx="1071033" cy="209551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D698107-1A70-AE4E-00F5-2EBC4F415B6C}"/>
              </a:ext>
            </a:extLst>
          </p:cNvPr>
          <p:cNvSpPr txBox="1"/>
          <p:nvPr/>
        </p:nvSpPr>
        <p:spPr>
          <a:xfrm>
            <a:off x="719667" y="1227667"/>
            <a:ext cx="4569884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6933">
              <a:defRPr/>
            </a:pP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7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iv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ded</a:t>
            </a:r>
            <a:r>
              <a:rPr sz="2400" b="1" spc="-5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mul</a:t>
            </a:r>
            <a:r>
              <a:rPr sz="2400" b="1" spc="-27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400" b="1" spc="-7" dirty="0">
                <a:solidFill>
                  <a:srgbClr val="FF0000"/>
                </a:solidFill>
                <a:latin typeface="Calibri"/>
                <a:cs typeface="Calibri"/>
              </a:rPr>
              <a:t>ip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lied</a:t>
            </a:r>
            <a:r>
              <a:rPr sz="2400" b="1" spc="-7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cons</a:t>
            </a:r>
            <a:r>
              <a:rPr sz="2400" b="1" spc="-27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400" b="1" spc="-13" dirty="0">
                <a:solidFill>
                  <a:srgbClr val="FF0000"/>
                </a:solidFill>
                <a:latin typeface="Calibri"/>
                <a:cs typeface="Calibri"/>
              </a:rPr>
              <a:t>ant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906" name="object 20">
            <a:extLst>
              <a:ext uri="{FF2B5EF4-FFF2-40B4-BE49-F238E27FC236}">
                <a16:creationId xmlns:a16="http://schemas.microsoft.com/office/drawing/2014/main" id="{6CB7A646-DB0C-E984-6BFE-3A9664B5C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67" y="1595967"/>
            <a:ext cx="3380317" cy="26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amount.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>
              <a:lnSpc>
                <a:spcPts val="2867"/>
              </a:lnSpc>
              <a:spcBef>
                <a:spcPts val="67"/>
              </a:spcBef>
            </a:pPr>
            <a:r>
              <a:rPr lang="en-US" altLang="en-US" sz="2400" b="1" dirty="0">
                <a:cs typeface="Calibri" panose="020F0502020204030204" pitchFamily="34" charset="0"/>
              </a:rPr>
              <a:t>for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(int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1;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&lt;=n;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*=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c)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{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>
              <a:lnSpc>
                <a:spcPts val="2884"/>
              </a:lnSpc>
              <a:spcBef>
                <a:spcPts val="84"/>
              </a:spcBef>
            </a:pPr>
            <a:r>
              <a:rPr lang="en-US" altLang="en-US" sz="2400" b="1" dirty="0">
                <a:cs typeface="Calibri" panose="020F0502020204030204" pitchFamily="34" charset="0"/>
              </a:rPr>
              <a:t>//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some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O(1)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expressions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for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(int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n;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&gt;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0;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cs typeface="Calibri" panose="020F0502020204030204" pitchFamily="34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/=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c)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{</a:t>
            </a:r>
            <a:endParaRPr lang="en-US" altLang="en-US" sz="2400" dirty="0">
              <a:cs typeface="Calibri" panose="020F0502020204030204" pitchFamily="34" charset="0"/>
            </a:endParaRPr>
          </a:p>
          <a:p>
            <a:pPr>
              <a:lnSpc>
                <a:spcPts val="2784"/>
              </a:lnSpc>
            </a:pPr>
            <a:r>
              <a:rPr lang="en-US" altLang="en-US" sz="2400" b="1" dirty="0">
                <a:cs typeface="Calibri" panose="020F0502020204030204" pitchFamily="34" charset="0"/>
              </a:rPr>
              <a:t>//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some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O(1)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expressions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Calibri" panose="020F0502020204030204" pitchFamily="34" charset="0"/>
              </a:rPr>
              <a:t>}</a:t>
            </a:r>
            <a:endParaRPr lang="en-US" altLang="en-US" sz="24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712486F31C545BF1BD443A6908F59" ma:contentTypeVersion="0" ma:contentTypeDescription="Create a new document." ma:contentTypeScope="" ma:versionID="57d772e684ba603e8e7e9104aeac4fb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CCD3B1-323E-45B6-B806-3293EDC1A2EF}"/>
</file>

<file path=customXml/itemProps2.xml><?xml version="1.0" encoding="utf-8"?>
<ds:datastoreItem xmlns:ds="http://schemas.openxmlformats.org/officeDocument/2006/customXml" ds:itemID="{9CB3050A-BD5B-40D2-A844-715E3B295DD0}"/>
</file>

<file path=customXml/itemProps3.xml><?xml version="1.0" encoding="utf-8"?>
<ds:datastoreItem xmlns:ds="http://schemas.openxmlformats.org/officeDocument/2006/customXml" ds:itemID="{F4D5ED2E-5BA8-48A3-9AAC-597876ADC266}"/>
</file>

<file path=docProps/app.xml><?xml version="1.0" encoding="utf-8"?>
<Properties xmlns="http://schemas.openxmlformats.org/officeDocument/2006/extended-properties" xmlns:vt="http://schemas.openxmlformats.org/officeDocument/2006/docPropsVTypes">
  <TotalTime>16386</TotalTime>
  <Words>2616</Words>
  <Application>Microsoft Office PowerPoint</Application>
  <PresentationFormat>Widescreen</PresentationFormat>
  <Paragraphs>278</Paragraphs>
  <Slides>52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&amp;quot</vt:lpstr>
      <vt:lpstr>Arial</vt:lpstr>
      <vt:lpstr>Arial MT</vt:lpstr>
      <vt:lpstr>Calibri</vt:lpstr>
      <vt:lpstr>erdana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An algorithm should have the following characteristics −  </vt:lpstr>
      <vt:lpstr>Specification of Algorithim</vt:lpstr>
      <vt:lpstr>Flow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Asymptotic Notation</vt:lpstr>
      <vt:lpstr> F(n)=27n2+16n  Evaluate its Big(O) Notation  </vt:lpstr>
      <vt:lpstr>PowerPoint Presentation</vt:lpstr>
      <vt:lpstr> F(n)=27n2+16  Evaluate its Big(O) Notation  </vt:lpstr>
      <vt:lpstr>PowerPoint Presentation</vt:lpstr>
      <vt:lpstr> F(n)=4n3+2n+3  Evaluate its Big(O) and omega Notation  </vt:lpstr>
      <vt:lpstr>PowerPoint Presentation</vt:lpstr>
      <vt:lpstr>PowerPoint Presentation</vt:lpstr>
      <vt:lpstr>PowerPoint Presentation</vt:lpstr>
      <vt:lpstr> F(n)=2n+3  Evaluate its  omega (π) Notation  </vt:lpstr>
      <vt:lpstr>PowerPoint Presentation</vt:lpstr>
      <vt:lpstr>PowerPoint Presentation</vt:lpstr>
      <vt:lpstr>Fn=7n+5  find  its Theta Notation </vt:lpstr>
      <vt:lpstr>PowerPoint Presentation</vt:lpstr>
      <vt:lpstr>Example </vt:lpstr>
      <vt:lpstr>Example </vt:lpstr>
      <vt:lpstr>Example </vt:lpstr>
      <vt:lpstr>Example </vt:lpstr>
      <vt:lpstr>Example </vt:lpstr>
      <vt:lpstr>Example </vt:lpstr>
      <vt:lpstr>Example</vt:lpstr>
      <vt:lpstr>Example </vt:lpstr>
      <vt:lpstr>Frequency Count Method (Example)</vt:lpstr>
      <vt:lpstr>Frequency Count Method</vt:lpstr>
      <vt:lpstr>PowerPoint Presentation</vt:lpstr>
      <vt:lpstr>Observations</vt:lpstr>
      <vt:lpstr>Example of While</vt:lpstr>
      <vt:lpstr>PowerPoint Presentation</vt:lpstr>
      <vt:lpstr>Compare Class of Functions</vt:lpstr>
      <vt:lpstr>Compare Class of Functions</vt:lpstr>
      <vt:lpstr>PowerPoint Presentation</vt:lpstr>
      <vt:lpstr>PowerPoint Presentation</vt:lpstr>
      <vt:lpstr>PowerPoint Presentation</vt:lpstr>
      <vt:lpstr>int count=0,N;</vt:lpstr>
      <vt:lpstr>PowerPoint Presentation</vt:lpstr>
      <vt:lpstr>for (int i = 1; i &lt;=n; i *= c) {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 Rai [MUJ]</dc:creator>
  <cp:lastModifiedBy>Dr. Manish Rai [MU - Jaipur]</cp:lastModifiedBy>
  <cp:revision>63</cp:revision>
  <dcterms:created xsi:type="dcterms:W3CDTF">2023-08-16T05:31:59Z</dcterms:created>
  <dcterms:modified xsi:type="dcterms:W3CDTF">2025-08-19T07:48:16Z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0x01010033D712486F31C545BF1BD443A6908F59</vt:lpwstr>
  </property>
</Properties>
</file>