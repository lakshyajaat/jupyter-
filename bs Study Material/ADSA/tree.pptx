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Masters/slideMaster1.xml" ContentType="application/vnd.openxmlformats-officedocument.presentationml.slideMaster+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6"/>
  </p:notesMasterIdLst>
  <p:sldIdLst>
    <p:sldId id="262" r:id="rId2"/>
    <p:sldId id="277" r:id="rId3"/>
    <p:sldId id="263" r:id="rId4"/>
    <p:sldId id="278" r:id="rId5"/>
    <p:sldId id="279" r:id="rId6"/>
    <p:sldId id="281" r:id="rId7"/>
    <p:sldId id="283" r:id="rId8"/>
    <p:sldId id="284" r:id="rId9"/>
    <p:sldId id="267" r:id="rId10"/>
    <p:sldId id="268" r:id="rId11"/>
    <p:sldId id="269" r:id="rId12"/>
    <p:sldId id="270" r:id="rId13"/>
    <p:sldId id="271" r:id="rId14"/>
    <p:sldId id="272" r:id="rId15"/>
    <p:sldId id="285" r:id="rId16"/>
    <p:sldId id="286" r:id="rId17"/>
    <p:sldId id="273" r:id="rId18"/>
    <p:sldId id="290" r:id="rId19"/>
    <p:sldId id="291" r:id="rId20"/>
    <p:sldId id="299" r:id="rId21"/>
    <p:sldId id="287" r:id="rId22"/>
    <p:sldId id="288" r:id="rId23"/>
    <p:sldId id="289" r:id="rId24"/>
    <p:sldId id="292" r:id="rId25"/>
    <p:sldId id="293" r:id="rId26"/>
    <p:sldId id="294" r:id="rId27"/>
    <p:sldId id="295" r:id="rId28"/>
    <p:sldId id="297" r:id="rId29"/>
    <p:sldId id="296" r:id="rId30"/>
    <p:sldId id="298" r:id="rId31"/>
    <p:sldId id="301" r:id="rId32"/>
    <p:sldId id="302" r:id="rId33"/>
    <p:sldId id="308" r:id="rId34"/>
    <p:sldId id="303" r:id="rId35"/>
    <p:sldId id="304" r:id="rId36"/>
    <p:sldId id="307" r:id="rId37"/>
    <p:sldId id="310" r:id="rId38"/>
    <p:sldId id="311" r:id="rId39"/>
    <p:sldId id="305" r:id="rId40"/>
    <p:sldId id="274" r:id="rId41"/>
    <p:sldId id="275" r:id="rId42"/>
    <p:sldId id="276" r:id="rId43"/>
    <p:sldId id="306" r:id="rId44"/>
    <p:sldId id="312" r:id="rId45"/>
    <p:sldId id="313" r:id="rId46"/>
    <p:sldId id="314" r:id="rId47"/>
    <p:sldId id="317" r:id="rId48"/>
    <p:sldId id="256" r:id="rId49"/>
    <p:sldId id="257" r:id="rId50"/>
    <p:sldId id="258" r:id="rId51"/>
    <p:sldId id="259" r:id="rId52"/>
    <p:sldId id="260" r:id="rId53"/>
    <p:sldId id="261" r:id="rId54"/>
    <p:sldId id="315" r:id="rId55"/>
    <p:sldId id="316" r:id="rId56"/>
    <p:sldId id="264" r:id="rId57"/>
    <p:sldId id="265" r:id="rId58"/>
    <p:sldId id="266" r:id="rId59"/>
    <p:sldId id="318" r:id="rId60"/>
    <p:sldId id="326" r:id="rId61"/>
    <p:sldId id="319" r:id="rId62"/>
    <p:sldId id="322" r:id="rId63"/>
    <p:sldId id="323" r:id="rId64"/>
    <p:sldId id="324" r:id="rId65"/>
    <p:sldId id="327" r:id="rId66"/>
    <p:sldId id="321" r:id="rId67"/>
    <p:sldId id="330" r:id="rId68"/>
    <p:sldId id="332" r:id="rId69"/>
    <p:sldId id="331" r:id="rId70"/>
    <p:sldId id="334" r:id="rId71"/>
    <p:sldId id="335" r:id="rId72"/>
    <p:sldId id="333" r:id="rId73"/>
    <p:sldId id="328" r:id="rId74"/>
    <p:sldId id="300" r:id="rId7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01" autoAdjust="0"/>
    <p:restoredTop sz="92038" autoAdjust="0"/>
  </p:normalViewPr>
  <p:slideViewPr>
    <p:cSldViewPr snapToGrid="0">
      <p:cViewPr varScale="1">
        <p:scale>
          <a:sx n="89" d="100"/>
          <a:sy n="89" d="100"/>
        </p:scale>
        <p:origin x="438" y="90"/>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customXml" Target="../customXml/item2.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81" Type="http://schemas.openxmlformats.org/officeDocument/2006/relationships/customXml" Target="../customXml/item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51877A-0E25-4378-9075-7FE0CF7CADF7}" type="datetimeFigureOut">
              <a:rPr lang="en-US" smtClean="0"/>
              <a:t>9/1/2025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23873B5-6480-4372-8A64-9B538D55CE12}" type="slidenum">
              <a:rPr lang="en-US" smtClean="0"/>
              <a:t>‹#›</a:t>
            </a:fld>
            <a:endParaRPr lang="en-US"/>
          </a:p>
        </p:txBody>
      </p:sp>
    </p:spTree>
    <p:extLst>
      <p:ext uri="{BB962C8B-B14F-4D97-AF65-F5344CB8AC3E}">
        <p14:creationId xmlns:p14="http://schemas.microsoft.com/office/powerpoint/2010/main" val="11166339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Notes Placeholder">
            <a:extLst>
              <a:ext uri="{FF2B5EF4-FFF2-40B4-BE49-F238E27FC236}">
                <a16:creationId xmlns:a16="http://schemas.microsoft.com/office/drawing/2014/main" id="{5570A599-5853-6168-41B5-E6A60398C141}"/>
              </a:ext>
            </a:extLst>
          </p:cNvPr>
          <p:cNvSpPr>
            <a:spLocks noGrp="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Notes Placeholder">
            <a:extLst>
              <a:ext uri="{FF2B5EF4-FFF2-40B4-BE49-F238E27FC236}">
                <a16:creationId xmlns:a16="http://schemas.microsoft.com/office/drawing/2014/main" id="{86CEC52F-87C0-9423-629E-04F22B0A64CC}"/>
              </a:ext>
            </a:extLst>
          </p:cNvPr>
          <p:cNvSpPr>
            <a:spLocks noGrp="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US" altLang="en-US"/>
          </a:p>
        </p:txBody>
      </p:sp>
    </p:spTree>
    <p:extLst>
      <p:ext uri="{BB962C8B-B14F-4D97-AF65-F5344CB8AC3E}">
        <p14:creationId xmlns:p14="http://schemas.microsoft.com/office/powerpoint/2010/main" val="30837200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Notes Placeholder">
            <a:extLst>
              <a:ext uri="{FF2B5EF4-FFF2-40B4-BE49-F238E27FC236}">
                <a16:creationId xmlns:a16="http://schemas.microsoft.com/office/drawing/2014/main" id="{86CEC52F-87C0-9423-629E-04F22B0A64CC}"/>
              </a:ext>
            </a:extLst>
          </p:cNvPr>
          <p:cNvSpPr>
            <a:spLocks noGrp="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Notes Placeholder">
            <a:extLst>
              <a:ext uri="{FF2B5EF4-FFF2-40B4-BE49-F238E27FC236}">
                <a16:creationId xmlns:a16="http://schemas.microsoft.com/office/drawing/2014/main" id="{B7074C95-92C2-7F0D-E3AA-942B28642A64}"/>
              </a:ext>
            </a:extLst>
          </p:cNvPr>
          <p:cNvSpPr>
            <a:spLocks noGrp="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Notes Placeholder">
            <a:extLst>
              <a:ext uri="{FF2B5EF4-FFF2-40B4-BE49-F238E27FC236}">
                <a16:creationId xmlns:a16="http://schemas.microsoft.com/office/drawing/2014/main" id="{AFC2AB0F-EDF8-DB7B-19E8-FB26F89EB6B8}"/>
              </a:ext>
            </a:extLst>
          </p:cNvPr>
          <p:cNvSpPr>
            <a:spLocks noGrp="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Notes Placeholder">
            <a:extLst>
              <a:ext uri="{FF2B5EF4-FFF2-40B4-BE49-F238E27FC236}">
                <a16:creationId xmlns:a16="http://schemas.microsoft.com/office/drawing/2014/main" id="{C4FD9C9B-DE4A-F3B5-9727-10C3DA3EB0DB}"/>
              </a:ext>
            </a:extLst>
          </p:cNvPr>
          <p:cNvSpPr>
            <a:spLocks noGrp="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Notes Placeholder">
            <a:extLst>
              <a:ext uri="{FF2B5EF4-FFF2-40B4-BE49-F238E27FC236}">
                <a16:creationId xmlns:a16="http://schemas.microsoft.com/office/drawing/2014/main" id="{77D0C38D-999D-1664-C082-EE205CC39EA0}"/>
              </a:ext>
            </a:extLst>
          </p:cNvPr>
          <p:cNvSpPr>
            <a:spLocks noGrp="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Notes Placeholder">
            <a:extLst>
              <a:ext uri="{FF2B5EF4-FFF2-40B4-BE49-F238E27FC236}">
                <a16:creationId xmlns:a16="http://schemas.microsoft.com/office/drawing/2014/main" id="{65C13215-DE48-C188-FD45-35FF701D6891}"/>
              </a:ext>
            </a:extLst>
          </p:cNvPr>
          <p:cNvSpPr>
            <a:spLocks noGrp="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Notes Placeholder">
            <a:extLst>
              <a:ext uri="{FF2B5EF4-FFF2-40B4-BE49-F238E27FC236}">
                <a16:creationId xmlns:a16="http://schemas.microsoft.com/office/drawing/2014/main" id="{67261783-E02A-3972-D735-5BC81998560A}"/>
              </a:ext>
            </a:extLst>
          </p:cNvPr>
          <p:cNvSpPr>
            <a:spLocks noGrp="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Notes Placeholder">
            <a:extLst>
              <a:ext uri="{FF2B5EF4-FFF2-40B4-BE49-F238E27FC236}">
                <a16:creationId xmlns:a16="http://schemas.microsoft.com/office/drawing/2014/main" id="{53789CDD-7B7F-4D15-CA25-BB831C249F22}"/>
              </a:ext>
            </a:extLst>
          </p:cNvPr>
          <p:cNvSpPr>
            <a:spLocks noGrp="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Root is always black no 2 adjacent nodes color red  no of  black node in every path are same </a:t>
            </a:r>
          </a:p>
        </p:txBody>
      </p:sp>
      <p:sp>
        <p:nvSpPr>
          <p:cNvPr id="4" name="Slide Number Placeholder 3"/>
          <p:cNvSpPr>
            <a:spLocks noGrp="1"/>
          </p:cNvSpPr>
          <p:nvPr>
            <p:ph type="sldNum" sz="quarter" idx="5"/>
          </p:nvPr>
        </p:nvSpPr>
        <p:spPr/>
        <p:txBody>
          <a:bodyPr/>
          <a:lstStyle/>
          <a:p>
            <a:fld id="{723873B5-6480-4372-8A64-9B538D55CE12}" type="slidenum">
              <a:rPr lang="en-US" smtClean="0"/>
              <a:t>45</a:t>
            </a:fld>
            <a:endParaRPr lang="en-US"/>
          </a:p>
        </p:txBody>
      </p:sp>
    </p:spTree>
    <p:extLst>
      <p:ext uri="{BB962C8B-B14F-4D97-AF65-F5344CB8AC3E}">
        <p14:creationId xmlns:p14="http://schemas.microsoft.com/office/powerpoint/2010/main" val="28932319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23873B5-6480-4372-8A64-9B538D55CE12}" type="slidenum">
              <a:rPr lang="en-US" smtClean="0"/>
              <a:t>47</a:t>
            </a:fld>
            <a:endParaRPr lang="en-US"/>
          </a:p>
        </p:txBody>
      </p:sp>
    </p:spTree>
    <p:extLst>
      <p:ext uri="{BB962C8B-B14F-4D97-AF65-F5344CB8AC3E}">
        <p14:creationId xmlns:p14="http://schemas.microsoft.com/office/powerpoint/2010/main" val="2381253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2BF60-2664-A853-1918-93624EFC6697}"/>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800FB17A-CF88-91E9-D74C-2004B9234F4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80957B7-36A5-1AFB-2255-0CD293F55EF4}"/>
              </a:ext>
            </a:extLst>
          </p:cNvPr>
          <p:cNvSpPr>
            <a:spLocks noGrp="1"/>
          </p:cNvSpPr>
          <p:nvPr>
            <p:ph type="dt" sz="half" idx="10"/>
          </p:nvPr>
        </p:nvSpPr>
        <p:spPr/>
        <p:txBody>
          <a:bodyPr/>
          <a:lstStyle/>
          <a:p>
            <a:fld id="{E9B2962E-1318-496B-B518-26EEB0DDD307}" type="datetimeFigureOut">
              <a:rPr lang="en-US" smtClean="0"/>
              <a:t>9/1/2025</a:t>
            </a:fld>
            <a:endParaRPr lang="en-US" dirty="0"/>
          </a:p>
        </p:txBody>
      </p:sp>
      <p:sp>
        <p:nvSpPr>
          <p:cNvPr id="5" name="Footer Placeholder 4">
            <a:extLst>
              <a:ext uri="{FF2B5EF4-FFF2-40B4-BE49-F238E27FC236}">
                <a16:creationId xmlns:a16="http://schemas.microsoft.com/office/drawing/2014/main" id="{B2EF4FDB-C75D-4162-880B-692F7050671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9C22155-13FE-5538-4668-25F55043D087}"/>
              </a:ext>
            </a:extLst>
          </p:cNvPr>
          <p:cNvSpPr>
            <a:spLocks noGrp="1"/>
          </p:cNvSpPr>
          <p:nvPr>
            <p:ph type="sldNum" sz="quarter" idx="12"/>
          </p:nvPr>
        </p:nvSpPr>
        <p:spPr/>
        <p:txBody>
          <a:bodyPr/>
          <a:lstStyle/>
          <a:p>
            <a:pPr>
              <a:lnSpc>
                <a:spcPct val="150000"/>
              </a:lnSpc>
              <a:spcBef>
                <a:spcPts val="0"/>
              </a:spcBef>
              <a:spcAft>
                <a:spcPts val="0"/>
              </a:spcAft>
              <a:defRPr/>
            </a:pPr>
            <a:r>
              <a:rPr lang="en-US" dirty="0">
                <a:solidFill>
                  <a:srgbClr val="000000"/>
                </a:solidFill>
                <a:ea typeface="Calibri" panose="020F0502020204030204" pitchFamily="34" charset="0"/>
                <a:cs typeface="Calibri" panose="020F0502020204030204" pitchFamily="34" charset="0"/>
              </a:rPr>
              <a:t>Manish Rai</a:t>
            </a:r>
            <a:endParaRPr lang="en-US" kern="100" dirty="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6320471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C2E6A-97C5-A929-EA13-16C1C1FD8ECD}"/>
              </a:ext>
            </a:extLst>
          </p:cNvPr>
          <p:cNvSpPr>
            <a:spLocks noGrp="1"/>
          </p:cNvSpPr>
          <p:nvPr>
            <p:ph type="title"/>
          </p:nvPr>
        </p:nvSpPr>
        <p:spPr>
          <a:xfrm>
            <a:off x="838200" y="365125"/>
            <a:ext cx="10515600" cy="1325563"/>
          </a:xfrm>
          <a:prstGeom prst="rect">
            <a:avLst/>
          </a:prstGeo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E98F7282-06D4-5210-8EC9-F4046F193A7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DCF5F6-2F33-AA9D-2BA1-3E8590DD7CCB}"/>
              </a:ext>
            </a:extLst>
          </p:cNvPr>
          <p:cNvSpPr>
            <a:spLocks noGrp="1"/>
          </p:cNvSpPr>
          <p:nvPr>
            <p:ph type="dt" sz="half" idx="10"/>
          </p:nvPr>
        </p:nvSpPr>
        <p:spPr/>
        <p:txBody>
          <a:bodyPr/>
          <a:lstStyle/>
          <a:p>
            <a:fld id="{E9B2962E-1318-496B-B518-26EEB0DDD307}" type="datetimeFigureOut">
              <a:rPr lang="en-US" smtClean="0"/>
              <a:t>9/1/2025</a:t>
            </a:fld>
            <a:endParaRPr lang="en-US" dirty="0"/>
          </a:p>
        </p:txBody>
      </p:sp>
      <p:sp>
        <p:nvSpPr>
          <p:cNvPr id="5" name="Footer Placeholder 4">
            <a:extLst>
              <a:ext uri="{FF2B5EF4-FFF2-40B4-BE49-F238E27FC236}">
                <a16:creationId xmlns:a16="http://schemas.microsoft.com/office/drawing/2014/main" id="{594DEEBC-03F2-6104-C78A-C3D252F50FA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BBAD136-E294-DEFA-53FC-0E66E52EA580}"/>
              </a:ext>
            </a:extLst>
          </p:cNvPr>
          <p:cNvSpPr>
            <a:spLocks noGrp="1"/>
          </p:cNvSpPr>
          <p:nvPr>
            <p:ph type="sldNum" sz="quarter" idx="12"/>
          </p:nvPr>
        </p:nvSpPr>
        <p:spPr/>
        <p:txBody>
          <a:bodyPr/>
          <a:lstStyle/>
          <a:p>
            <a:fld id="{B15721C5-6006-45B1-B2A9-9D2D67917E40}" type="slidenum">
              <a:rPr lang="en-US" smtClean="0"/>
              <a:t>‹#›</a:t>
            </a:fld>
            <a:endParaRPr lang="en-US" dirty="0"/>
          </a:p>
        </p:txBody>
      </p:sp>
    </p:spTree>
    <p:extLst>
      <p:ext uri="{BB962C8B-B14F-4D97-AF65-F5344CB8AC3E}">
        <p14:creationId xmlns:p14="http://schemas.microsoft.com/office/powerpoint/2010/main" val="22761140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7AB29-4AA7-02DF-4511-526B1A5CF746}"/>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3F4DDF7-DAEC-B00D-2B8A-161A81C49C3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A1795CC-6EF1-64F4-3B18-FE726E8AFAE8}"/>
              </a:ext>
            </a:extLst>
          </p:cNvPr>
          <p:cNvSpPr>
            <a:spLocks noGrp="1"/>
          </p:cNvSpPr>
          <p:nvPr>
            <p:ph type="dt" sz="half" idx="10"/>
          </p:nvPr>
        </p:nvSpPr>
        <p:spPr/>
        <p:txBody>
          <a:bodyPr/>
          <a:lstStyle/>
          <a:p>
            <a:fld id="{E9B2962E-1318-496B-B518-26EEB0DDD307}" type="datetimeFigureOut">
              <a:rPr lang="en-US" smtClean="0"/>
              <a:t>9/1/2025</a:t>
            </a:fld>
            <a:endParaRPr lang="en-US"/>
          </a:p>
        </p:txBody>
      </p:sp>
      <p:sp>
        <p:nvSpPr>
          <p:cNvPr id="5" name="Footer Placeholder 4">
            <a:extLst>
              <a:ext uri="{FF2B5EF4-FFF2-40B4-BE49-F238E27FC236}">
                <a16:creationId xmlns:a16="http://schemas.microsoft.com/office/drawing/2014/main" id="{1ADD8EB3-201A-FC4A-EB8B-12C3B1E721D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FE06B7-266D-0538-6B8E-9094A46AE8C6}"/>
              </a:ext>
            </a:extLst>
          </p:cNvPr>
          <p:cNvSpPr>
            <a:spLocks noGrp="1"/>
          </p:cNvSpPr>
          <p:nvPr>
            <p:ph type="sldNum" sz="quarter" idx="12"/>
          </p:nvPr>
        </p:nvSpPr>
        <p:spPr/>
        <p:txBody>
          <a:bodyPr/>
          <a:lstStyle/>
          <a:p>
            <a:fld id="{B15721C5-6006-45B1-B2A9-9D2D67917E40}" type="slidenum">
              <a:rPr lang="en-US" smtClean="0"/>
              <a:t>‹#›</a:t>
            </a:fld>
            <a:endParaRPr lang="en-US"/>
          </a:p>
        </p:txBody>
      </p:sp>
    </p:spTree>
    <p:extLst>
      <p:ext uri="{BB962C8B-B14F-4D97-AF65-F5344CB8AC3E}">
        <p14:creationId xmlns:p14="http://schemas.microsoft.com/office/powerpoint/2010/main" val="40048452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D25E24-E89A-8A91-0F85-195933AA9428}"/>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1D0BC899-D18C-F7B3-CEA1-BA3056DFA92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72A07F9-D8F4-CA2E-34A7-B093B25A2DD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1284B5-007C-7EA7-91B6-F1CDED7FCBD8}"/>
              </a:ext>
            </a:extLst>
          </p:cNvPr>
          <p:cNvSpPr>
            <a:spLocks noGrp="1"/>
          </p:cNvSpPr>
          <p:nvPr>
            <p:ph type="dt" sz="half" idx="10"/>
          </p:nvPr>
        </p:nvSpPr>
        <p:spPr/>
        <p:txBody>
          <a:bodyPr/>
          <a:lstStyle/>
          <a:p>
            <a:fld id="{E9B2962E-1318-496B-B518-26EEB0DDD307}" type="datetimeFigureOut">
              <a:rPr lang="en-US" smtClean="0"/>
              <a:t>9/1/2025</a:t>
            </a:fld>
            <a:endParaRPr lang="en-US"/>
          </a:p>
        </p:txBody>
      </p:sp>
      <p:sp>
        <p:nvSpPr>
          <p:cNvPr id="6" name="Footer Placeholder 5">
            <a:extLst>
              <a:ext uri="{FF2B5EF4-FFF2-40B4-BE49-F238E27FC236}">
                <a16:creationId xmlns:a16="http://schemas.microsoft.com/office/drawing/2014/main" id="{99A01176-0B49-1466-5BEF-9EEDF46A073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E67F5E8-A407-C3E1-AF95-21F4578181B9}"/>
              </a:ext>
            </a:extLst>
          </p:cNvPr>
          <p:cNvSpPr>
            <a:spLocks noGrp="1"/>
          </p:cNvSpPr>
          <p:nvPr>
            <p:ph type="sldNum" sz="quarter" idx="12"/>
          </p:nvPr>
        </p:nvSpPr>
        <p:spPr/>
        <p:txBody>
          <a:bodyPr/>
          <a:lstStyle/>
          <a:p>
            <a:fld id="{B15721C5-6006-45B1-B2A9-9D2D67917E40}" type="slidenum">
              <a:rPr lang="en-US" smtClean="0"/>
              <a:t>‹#›</a:t>
            </a:fld>
            <a:endParaRPr lang="en-US"/>
          </a:p>
        </p:txBody>
      </p:sp>
    </p:spTree>
    <p:extLst>
      <p:ext uri="{BB962C8B-B14F-4D97-AF65-F5344CB8AC3E}">
        <p14:creationId xmlns:p14="http://schemas.microsoft.com/office/powerpoint/2010/main" val="41700786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1582F-E1E4-F468-1CA1-D405EC67783A}"/>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1044AEB8-8C1A-088A-912E-37FC2429AFE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0F2C3CE-760C-64D8-91A8-3197F777A02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C228A80-EC3E-9C0A-BBA3-7B26E7D9F63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A87B6A4-C263-61E3-4766-0489FB424E3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326045D-1A32-501E-6B90-9996242E8E69}"/>
              </a:ext>
            </a:extLst>
          </p:cNvPr>
          <p:cNvSpPr>
            <a:spLocks noGrp="1"/>
          </p:cNvSpPr>
          <p:nvPr>
            <p:ph type="dt" sz="half" idx="10"/>
          </p:nvPr>
        </p:nvSpPr>
        <p:spPr/>
        <p:txBody>
          <a:bodyPr/>
          <a:lstStyle/>
          <a:p>
            <a:fld id="{E9B2962E-1318-496B-B518-26EEB0DDD307}" type="datetimeFigureOut">
              <a:rPr lang="en-US" smtClean="0"/>
              <a:t>9/1/2025</a:t>
            </a:fld>
            <a:endParaRPr lang="en-US"/>
          </a:p>
        </p:txBody>
      </p:sp>
      <p:sp>
        <p:nvSpPr>
          <p:cNvPr id="8" name="Footer Placeholder 7">
            <a:extLst>
              <a:ext uri="{FF2B5EF4-FFF2-40B4-BE49-F238E27FC236}">
                <a16:creationId xmlns:a16="http://schemas.microsoft.com/office/drawing/2014/main" id="{419F538A-9C03-40AF-A153-E2382AC9BF2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F396C44-B0F5-E784-DBBC-A59B2CECF28D}"/>
              </a:ext>
            </a:extLst>
          </p:cNvPr>
          <p:cNvSpPr>
            <a:spLocks noGrp="1"/>
          </p:cNvSpPr>
          <p:nvPr>
            <p:ph type="sldNum" sz="quarter" idx="12"/>
          </p:nvPr>
        </p:nvSpPr>
        <p:spPr/>
        <p:txBody>
          <a:bodyPr/>
          <a:lstStyle/>
          <a:p>
            <a:fld id="{B15721C5-6006-45B1-B2A9-9D2D67917E40}" type="slidenum">
              <a:rPr lang="en-US" smtClean="0"/>
              <a:t>‹#›</a:t>
            </a:fld>
            <a:endParaRPr lang="en-US"/>
          </a:p>
        </p:txBody>
      </p:sp>
    </p:spTree>
    <p:extLst>
      <p:ext uri="{BB962C8B-B14F-4D97-AF65-F5344CB8AC3E}">
        <p14:creationId xmlns:p14="http://schemas.microsoft.com/office/powerpoint/2010/main" val="1812511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D486B6-9E96-B1A7-3876-C8342BAAA0E4}"/>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7984BCB5-EA0F-DDF4-0492-C63E7D4CED5A}"/>
              </a:ext>
            </a:extLst>
          </p:cNvPr>
          <p:cNvSpPr>
            <a:spLocks noGrp="1"/>
          </p:cNvSpPr>
          <p:nvPr>
            <p:ph type="dt" sz="half" idx="10"/>
          </p:nvPr>
        </p:nvSpPr>
        <p:spPr/>
        <p:txBody>
          <a:bodyPr/>
          <a:lstStyle/>
          <a:p>
            <a:fld id="{E9B2962E-1318-496B-B518-26EEB0DDD307}" type="datetimeFigureOut">
              <a:rPr lang="en-US" smtClean="0"/>
              <a:t>9/1/2025</a:t>
            </a:fld>
            <a:endParaRPr lang="en-US"/>
          </a:p>
        </p:txBody>
      </p:sp>
      <p:sp>
        <p:nvSpPr>
          <p:cNvPr id="4" name="Footer Placeholder 3">
            <a:extLst>
              <a:ext uri="{FF2B5EF4-FFF2-40B4-BE49-F238E27FC236}">
                <a16:creationId xmlns:a16="http://schemas.microsoft.com/office/drawing/2014/main" id="{A2912218-D406-01F8-3E7B-55F69401EA4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62B86B5-7FBD-4B13-56F1-8BB350FFD83A}"/>
              </a:ext>
            </a:extLst>
          </p:cNvPr>
          <p:cNvSpPr>
            <a:spLocks noGrp="1"/>
          </p:cNvSpPr>
          <p:nvPr>
            <p:ph type="sldNum" sz="quarter" idx="12"/>
          </p:nvPr>
        </p:nvSpPr>
        <p:spPr/>
        <p:txBody>
          <a:bodyPr/>
          <a:lstStyle/>
          <a:p>
            <a:fld id="{B15721C5-6006-45B1-B2A9-9D2D67917E40}" type="slidenum">
              <a:rPr lang="en-US" smtClean="0"/>
              <a:t>‹#›</a:t>
            </a:fld>
            <a:endParaRPr lang="en-US"/>
          </a:p>
        </p:txBody>
      </p:sp>
    </p:spTree>
    <p:extLst>
      <p:ext uri="{BB962C8B-B14F-4D97-AF65-F5344CB8AC3E}">
        <p14:creationId xmlns:p14="http://schemas.microsoft.com/office/powerpoint/2010/main" val="7781455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02AD85B-B4E3-140C-A151-5421F09F1679}"/>
              </a:ext>
            </a:extLst>
          </p:cNvPr>
          <p:cNvSpPr>
            <a:spLocks noGrp="1"/>
          </p:cNvSpPr>
          <p:nvPr>
            <p:ph type="dt" sz="half" idx="10"/>
          </p:nvPr>
        </p:nvSpPr>
        <p:spPr/>
        <p:txBody>
          <a:bodyPr/>
          <a:lstStyle/>
          <a:p>
            <a:fld id="{E9B2962E-1318-496B-B518-26EEB0DDD307}" type="datetimeFigureOut">
              <a:rPr lang="en-US" smtClean="0"/>
              <a:t>9/1/2025</a:t>
            </a:fld>
            <a:endParaRPr lang="en-US"/>
          </a:p>
        </p:txBody>
      </p:sp>
      <p:sp>
        <p:nvSpPr>
          <p:cNvPr id="3" name="Footer Placeholder 2">
            <a:extLst>
              <a:ext uri="{FF2B5EF4-FFF2-40B4-BE49-F238E27FC236}">
                <a16:creationId xmlns:a16="http://schemas.microsoft.com/office/drawing/2014/main" id="{C2FEF3F4-9D8D-492F-5E98-4E6EBC83373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EF99E12-A7F8-5FB7-EDFD-15BC040B8D76}"/>
              </a:ext>
            </a:extLst>
          </p:cNvPr>
          <p:cNvSpPr>
            <a:spLocks noGrp="1"/>
          </p:cNvSpPr>
          <p:nvPr>
            <p:ph type="sldNum" sz="quarter" idx="12"/>
          </p:nvPr>
        </p:nvSpPr>
        <p:spPr/>
        <p:txBody>
          <a:bodyPr/>
          <a:lstStyle/>
          <a:p>
            <a:fld id="{B15721C5-6006-45B1-B2A9-9D2D67917E40}" type="slidenum">
              <a:rPr lang="en-US" smtClean="0"/>
              <a:t>‹#›</a:t>
            </a:fld>
            <a:endParaRPr lang="en-US"/>
          </a:p>
        </p:txBody>
      </p:sp>
    </p:spTree>
    <p:extLst>
      <p:ext uri="{BB962C8B-B14F-4D97-AF65-F5344CB8AC3E}">
        <p14:creationId xmlns:p14="http://schemas.microsoft.com/office/powerpoint/2010/main" val="13721698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438310-D216-9346-C474-19865A8BF1A4}"/>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E3572BF-8136-6469-43A1-82D1F62F837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BD41BEA-3528-3882-62AA-5112AB8B48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63EB861-19C8-8A90-2010-EB268108BD82}"/>
              </a:ext>
            </a:extLst>
          </p:cNvPr>
          <p:cNvSpPr>
            <a:spLocks noGrp="1"/>
          </p:cNvSpPr>
          <p:nvPr>
            <p:ph type="dt" sz="half" idx="10"/>
          </p:nvPr>
        </p:nvSpPr>
        <p:spPr/>
        <p:txBody>
          <a:bodyPr/>
          <a:lstStyle/>
          <a:p>
            <a:fld id="{E9B2962E-1318-496B-B518-26EEB0DDD307}" type="datetimeFigureOut">
              <a:rPr lang="en-US" smtClean="0"/>
              <a:t>9/1/2025</a:t>
            </a:fld>
            <a:endParaRPr lang="en-US"/>
          </a:p>
        </p:txBody>
      </p:sp>
      <p:sp>
        <p:nvSpPr>
          <p:cNvPr id="6" name="Footer Placeholder 5">
            <a:extLst>
              <a:ext uri="{FF2B5EF4-FFF2-40B4-BE49-F238E27FC236}">
                <a16:creationId xmlns:a16="http://schemas.microsoft.com/office/drawing/2014/main" id="{57E0F94C-B929-20E4-2DF6-97A48EB9042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0D78368-BE00-3B9C-651C-B8CD34575041}"/>
              </a:ext>
            </a:extLst>
          </p:cNvPr>
          <p:cNvSpPr>
            <a:spLocks noGrp="1"/>
          </p:cNvSpPr>
          <p:nvPr>
            <p:ph type="sldNum" sz="quarter" idx="12"/>
          </p:nvPr>
        </p:nvSpPr>
        <p:spPr/>
        <p:txBody>
          <a:bodyPr/>
          <a:lstStyle/>
          <a:p>
            <a:fld id="{B15721C5-6006-45B1-B2A9-9D2D67917E40}" type="slidenum">
              <a:rPr lang="en-US" smtClean="0"/>
              <a:t>‹#›</a:t>
            </a:fld>
            <a:endParaRPr lang="en-US"/>
          </a:p>
        </p:txBody>
      </p:sp>
    </p:spTree>
    <p:extLst>
      <p:ext uri="{BB962C8B-B14F-4D97-AF65-F5344CB8AC3E}">
        <p14:creationId xmlns:p14="http://schemas.microsoft.com/office/powerpoint/2010/main" val="2952435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1322E9-3A2E-86D1-301B-52CD08B8036F}"/>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864B1B6-60F7-6253-F0EB-4F10AECD938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95DF5EA-F574-CE01-15A7-A977D85D01D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E4FA1C8-85C0-57DF-D19A-20D73FE6D1F3}"/>
              </a:ext>
            </a:extLst>
          </p:cNvPr>
          <p:cNvSpPr>
            <a:spLocks noGrp="1"/>
          </p:cNvSpPr>
          <p:nvPr>
            <p:ph type="dt" sz="half" idx="10"/>
          </p:nvPr>
        </p:nvSpPr>
        <p:spPr/>
        <p:txBody>
          <a:bodyPr/>
          <a:lstStyle/>
          <a:p>
            <a:fld id="{E9B2962E-1318-496B-B518-26EEB0DDD307}" type="datetimeFigureOut">
              <a:rPr lang="en-US" smtClean="0"/>
              <a:t>9/1/2025</a:t>
            </a:fld>
            <a:endParaRPr lang="en-US"/>
          </a:p>
        </p:txBody>
      </p:sp>
      <p:sp>
        <p:nvSpPr>
          <p:cNvPr id="6" name="Footer Placeholder 5">
            <a:extLst>
              <a:ext uri="{FF2B5EF4-FFF2-40B4-BE49-F238E27FC236}">
                <a16:creationId xmlns:a16="http://schemas.microsoft.com/office/drawing/2014/main" id="{25A770DE-4DE2-29AD-38D9-330E8EF98B6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EEB196F-5260-F3F7-F62C-2328FA2A7654}"/>
              </a:ext>
            </a:extLst>
          </p:cNvPr>
          <p:cNvSpPr>
            <a:spLocks noGrp="1"/>
          </p:cNvSpPr>
          <p:nvPr>
            <p:ph type="sldNum" sz="quarter" idx="12"/>
          </p:nvPr>
        </p:nvSpPr>
        <p:spPr/>
        <p:txBody>
          <a:bodyPr/>
          <a:lstStyle/>
          <a:p>
            <a:fld id="{B15721C5-6006-45B1-B2A9-9D2D67917E40}" type="slidenum">
              <a:rPr lang="en-US" smtClean="0"/>
              <a:t>‹#›</a:t>
            </a:fld>
            <a:endParaRPr lang="en-US"/>
          </a:p>
        </p:txBody>
      </p:sp>
    </p:spTree>
    <p:extLst>
      <p:ext uri="{BB962C8B-B14F-4D97-AF65-F5344CB8AC3E}">
        <p14:creationId xmlns:p14="http://schemas.microsoft.com/office/powerpoint/2010/main" val="36638214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F50742-E02C-4942-07D1-E4A853FD79E3}"/>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4154D79-2258-8A75-5869-CA7B950D1CB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107221-2671-EF54-E0A4-7533EAE252EB}"/>
              </a:ext>
            </a:extLst>
          </p:cNvPr>
          <p:cNvSpPr>
            <a:spLocks noGrp="1"/>
          </p:cNvSpPr>
          <p:nvPr>
            <p:ph type="dt" sz="half" idx="10"/>
          </p:nvPr>
        </p:nvSpPr>
        <p:spPr/>
        <p:txBody>
          <a:bodyPr/>
          <a:lstStyle/>
          <a:p>
            <a:fld id="{E9B2962E-1318-496B-B518-26EEB0DDD307}" type="datetimeFigureOut">
              <a:rPr lang="en-US" smtClean="0"/>
              <a:t>9/1/2025</a:t>
            </a:fld>
            <a:endParaRPr lang="en-US"/>
          </a:p>
        </p:txBody>
      </p:sp>
      <p:sp>
        <p:nvSpPr>
          <p:cNvPr id="5" name="Footer Placeholder 4">
            <a:extLst>
              <a:ext uri="{FF2B5EF4-FFF2-40B4-BE49-F238E27FC236}">
                <a16:creationId xmlns:a16="http://schemas.microsoft.com/office/drawing/2014/main" id="{F3E2E855-0843-95A5-7713-FCF1D041C02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D1B33B5-0FB0-0EC0-FCDD-AD7B1A8894A0}"/>
              </a:ext>
            </a:extLst>
          </p:cNvPr>
          <p:cNvSpPr>
            <a:spLocks noGrp="1"/>
          </p:cNvSpPr>
          <p:nvPr>
            <p:ph type="sldNum" sz="quarter" idx="12"/>
          </p:nvPr>
        </p:nvSpPr>
        <p:spPr/>
        <p:txBody>
          <a:bodyPr/>
          <a:lstStyle/>
          <a:p>
            <a:fld id="{B15721C5-6006-45B1-B2A9-9D2D67917E40}" type="slidenum">
              <a:rPr lang="en-US" smtClean="0"/>
              <a:t>‹#›</a:t>
            </a:fld>
            <a:endParaRPr lang="en-US"/>
          </a:p>
        </p:txBody>
      </p:sp>
    </p:spTree>
    <p:extLst>
      <p:ext uri="{BB962C8B-B14F-4D97-AF65-F5344CB8AC3E}">
        <p14:creationId xmlns:p14="http://schemas.microsoft.com/office/powerpoint/2010/main" val="22133151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A95EF92-E8E3-76D4-DA87-D9B8865731C9}"/>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B772480-D977-CCF1-6608-69896917761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EB4678A-AB1F-ED29-1092-34D09176AAB0}"/>
              </a:ext>
            </a:extLst>
          </p:cNvPr>
          <p:cNvSpPr>
            <a:spLocks noGrp="1"/>
          </p:cNvSpPr>
          <p:nvPr>
            <p:ph type="dt" sz="half" idx="10"/>
          </p:nvPr>
        </p:nvSpPr>
        <p:spPr/>
        <p:txBody>
          <a:bodyPr/>
          <a:lstStyle/>
          <a:p>
            <a:fld id="{E9B2962E-1318-496B-B518-26EEB0DDD307}" type="datetimeFigureOut">
              <a:rPr lang="en-US" smtClean="0"/>
              <a:t>9/1/2025</a:t>
            </a:fld>
            <a:endParaRPr lang="en-US"/>
          </a:p>
        </p:txBody>
      </p:sp>
      <p:sp>
        <p:nvSpPr>
          <p:cNvPr id="5" name="Footer Placeholder 4">
            <a:extLst>
              <a:ext uri="{FF2B5EF4-FFF2-40B4-BE49-F238E27FC236}">
                <a16:creationId xmlns:a16="http://schemas.microsoft.com/office/drawing/2014/main" id="{ACFA2EE0-6884-B7BC-AA84-3882F7A0D9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73A183-828A-00BE-1970-EE3E25EC5976}"/>
              </a:ext>
            </a:extLst>
          </p:cNvPr>
          <p:cNvSpPr>
            <a:spLocks noGrp="1"/>
          </p:cNvSpPr>
          <p:nvPr>
            <p:ph type="sldNum" sz="quarter" idx="12"/>
          </p:nvPr>
        </p:nvSpPr>
        <p:spPr/>
        <p:txBody>
          <a:bodyPr/>
          <a:lstStyle/>
          <a:p>
            <a:fld id="{B15721C5-6006-45B1-B2A9-9D2D67917E40}" type="slidenum">
              <a:rPr lang="en-US" smtClean="0"/>
              <a:t>‹#›</a:t>
            </a:fld>
            <a:endParaRPr lang="en-US"/>
          </a:p>
        </p:txBody>
      </p:sp>
    </p:spTree>
    <p:extLst>
      <p:ext uri="{BB962C8B-B14F-4D97-AF65-F5344CB8AC3E}">
        <p14:creationId xmlns:p14="http://schemas.microsoft.com/office/powerpoint/2010/main" val="30321753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a:lstStyle>
            <a:lvl1pPr>
              <a:defRPr sz="2667" b="1" i="0">
                <a:solidFill>
                  <a:srgbClr val="FF0000"/>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a:lstStyle>
            <a:lvl1pPr>
              <a:defRPr/>
            </a:lvl1pPr>
          </a:lstStyle>
          <a:p>
            <a:endParaRPr/>
          </a:p>
        </p:txBody>
      </p:sp>
      <p:sp>
        <p:nvSpPr>
          <p:cNvPr id="4" name="Holder 4"/>
          <p:cNvSpPr>
            <a:spLocks noGrp="1"/>
          </p:cNvSpPr>
          <p:nvPr>
            <p:ph sz="half" idx="3"/>
          </p:nvPr>
        </p:nvSpPr>
        <p:spPr>
          <a:xfrm>
            <a:off x="6919474" y="1543468"/>
            <a:ext cx="4554220" cy="4043680"/>
          </a:xfrm>
          <a:prstGeom prst="rect">
            <a:avLst/>
          </a:prstGeom>
        </p:spPr>
        <p:txBody>
          <a:bodyPr/>
          <a:lstStyle>
            <a:lvl1pPr>
              <a:defRPr sz="2667" b="1" i="0">
                <a:solidFill>
                  <a:srgbClr val="6E2E9E"/>
                </a:solidFill>
                <a:latin typeface="Calibri"/>
                <a:cs typeface="Calibri"/>
              </a:defRPr>
            </a:lvl1pPr>
          </a:lstStyle>
          <a:p>
            <a:endParaRPr/>
          </a:p>
        </p:txBody>
      </p:sp>
      <p:sp>
        <p:nvSpPr>
          <p:cNvPr id="5" name="Holder 4">
            <a:extLst>
              <a:ext uri="{FF2B5EF4-FFF2-40B4-BE49-F238E27FC236}">
                <a16:creationId xmlns:a16="http://schemas.microsoft.com/office/drawing/2014/main" id="{66AF95A0-5D0E-6D22-B899-4A905B41027F}"/>
              </a:ext>
            </a:extLst>
          </p:cNvPr>
          <p:cNvSpPr>
            <a:spLocks noGrp="1"/>
          </p:cNvSpPr>
          <p:nvPr>
            <p:ph type="ftr" sz="quarter" idx="10"/>
          </p:nvPr>
        </p:nvSpPr>
        <p:spPr/>
        <p:txBody>
          <a:bodyPr/>
          <a:lstStyle>
            <a:lvl1pPr>
              <a:defRPr/>
            </a:lvl1pPr>
          </a:lstStyle>
          <a:p>
            <a:pPr>
              <a:defRPr/>
            </a:pPr>
            <a:endParaRPr/>
          </a:p>
        </p:txBody>
      </p:sp>
      <p:sp>
        <p:nvSpPr>
          <p:cNvPr id="6" name="Holder 5">
            <a:extLst>
              <a:ext uri="{FF2B5EF4-FFF2-40B4-BE49-F238E27FC236}">
                <a16:creationId xmlns:a16="http://schemas.microsoft.com/office/drawing/2014/main" id="{CE8A9764-A6A9-BDA3-DB40-41F73E3AC237}"/>
              </a:ext>
            </a:extLst>
          </p:cNvPr>
          <p:cNvSpPr>
            <a:spLocks noGrp="1"/>
          </p:cNvSpPr>
          <p:nvPr>
            <p:ph type="dt" sz="half" idx="11"/>
          </p:nvPr>
        </p:nvSpPr>
        <p:spPr/>
        <p:txBody>
          <a:bodyPr/>
          <a:lstStyle>
            <a:lvl1pPr>
              <a:defRPr/>
            </a:lvl1pPr>
          </a:lstStyle>
          <a:p>
            <a:pPr>
              <a:defRPr/>
            </a:pPr>
            <a:fld id="{76F14562-DBB5-4048-950B-62797DA1CC90}" type="datetimeFigureOut">
              <a:rPr lang="en-US"/>
              <a:pPr>
                <a:defRPr/>
              </a:pPr>
              <a:t>9/1/2025</a:t>
            </a:fld>
            <a:endParaRPr lang="en-US"/>
          </a:p>
        </p:txBody>
      </p:sp>
      <p:sp>
        <p:nvSpPr>
          <p:cNvPr id="7" name="Holder 6">
            <a:extLst>
              <a:ext uri="{FF2B5EF4-FFF2-40B4-BE49-F238E27FC236}">
                <a16:creationId xmlns:a16="http://schemas.microsoft.com/office/drawing/2014/main" id="{DC305345-4FDB-0856-105F-14880382B058}"/>
              </a:ext>
            </a:extLst>
          </p:cNvPr>
          <p:cNvSpPr>
            <a:spLocks noGrp="1"/>
          </p:cNvSpPr>
          <p:nvPr>
            <p:ph type="sldNum" sz="quarter" idx="12"/>
          </p:nvPr>
        </p:nvSpPr>
        <p:spPr/>
        <p:txBody>
          <a:bodyPr/>
          <a:lstStyle>
            <a:lvl1pPr>
              <a:defRPr/>
            </a:lvl1pPr>
          </a:lstStyle>
          <a:p>
            <a:fld id="{DF360DB5-3ECC-4A59-A51E-50A55FFD2850}" type="slidenum">
              <a:rPr lang="en-US" altLang="en-US"/>
              <a:pPr/>
              <a:t>‹#›</a:t>
            </a:fld>
            <a:endParaRPr lang="en-US" altLang="en-US"/>
          </a:p>
        </p:txBody>
      </p:sp>
    </p:spTree>
    <p:extLst>
      <p:ext uri="{BB962C8B-B14F-4D97-AF65-F5344CB8AC3E}">
        <p14:creationId xmlns:p14="http://schemas.microsoft.com/office/powerpoint/2010/main" val="1390639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8915A22-B2C1-10DD-144B-0ECCE77FB50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550D9050-444B-1291-5850-8FF5E7A11B9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B2962E-1318-496B-B518-26EEB0DDD307}" type="datetimeFigureOut">
              <a:rPr lang="en-US" smtClean="0"/>
              <a:t>9/1/2025</a:t>
            </a:fld>
            <a:endParaRPr lang="en-US"/>
          </a:p>
        </p:txBody>
      </p:sp>
      <p:sp>
        <p:nvSpPr>
          <p:cNvPr id="5" name="Footer Placeholder 4">
            <a:extLst>
              <a:ext uri="{FF2B5EF4-FFF2-40B4-BE49-F238E27FC236}">
                <a16:creationId xmlns:a16="http://schemas.microsoft.com/office/drawing/2014/main" id="{8A21C2C8-C2B4-3B6A-B366-78EBDB02406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1D89B81-E559-C8F0-4E04-F3E8592E372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15721C5-6006-45B1-B2A9-9D2D67917E40}" type="slidenum">
              <a:rPr lang="en-US" smtClean="0"/>
              <a:t>‹#›</a:t>
            </a:fld>
            <a:endParaRPr lang="en-US"/>
          </a:p>
        </p:txBody>
      </p:sp>
      <p:pic>
        <p:nvPicPr>
          <p:cNvPr id="20" name="Picture 19">
            <a:extLst>
              <a:ext uri="{FF2B5EF4-FFF2-40B4-BE49-F238E27FC236}">
                <a16:creationId xmlns:a16="http://schemas.microsoft.com/office/drawing/2014/main" id="{AEDBED1A-7CB2-A6AB-8683-0CB9D3C4A432}"/>
              </a:ext>
            </a:extLst>
          </p:cNvPr>
          <p:cNvPicPr>
            <a:picLocks noChangeAspect="1"/>
          </p:cNvPicPr>
          <p:nvPr userDrawn="1"/>
        </p:nvPicPr>
        <p:blipFill>
          <a:blip r:embed="rId14"/>
          <a:stretch>
            <a:fillRect/>
          </a:stretch>
        </p:blipFill>
        <p:spPr>
          <a:xfrm>
            <a:off x="180181" y="19050"/>
            <a:ext cx="12192000" cy="681038"/>
          </a:xfrm>
          <a:prstGeom prst="rect">
            <a:avLst/>
          </a:prstGeom>
        </p:spPr>
      </p:pic>
      <p:sp>
        <p:nvSpPr>
          <p:cNvPr id="21" name="object 4">
            <a:extLst>
              <a:ext uri="{FF2B5EF4-FFF2-40B4-BE49-F238E27FC236}">
                <a16:creationId xmlns:a16="http://schemas.microsoft.com/office/drawing/2014/main" id="{CB63A39C-B200-D43F-1B05-45410FE5A6EA}"/>
              </a:ext>
            </a:extLst>
          </p:cNvPr>
          <p:cNvSpPr txBox="1"/>
          <p:nvPr userDrawn="1"/>
        </p:nvSpPr>
        <p:spPr>
          <a:xfrm>
            <a:off x="180181" y="136526"/>
            <a:ext cx="2963069" cy="443711"/>
          </a:xfrm>
          <a:prstGeom prst="rect">
            <a:avLst/>
          </a:prstGeom>
        </p:spPr>
        <p:txBody>
          <a:bodyPr vert="horz" wrap="square" lIns="0" tIns="12700" rIns="0" bIns="0" rtlCol="0">
            <a:spAutoFit/>
          </a:bodyPr>
          <a:lstStyle/>
          <a:p>
            <a:pPr marL="12700">
              <a:spcBef>
                <a:spcPts val="100"/>
              </a:spcBef>
            </a:pPr>
            <a:r>
              <a:rPr sz="2800" spc="-10" dirty="0">
                <a:solidFill>
                  <a:srgbClr val="FFFFFF"/>
                </a:solidFill>
                <a:cs typeface="Source Sans Pro Light"/>
              </a:rPr>
              <a:t>Duration: </a:t>
            </a:r>
            <a:r>
              <a:rPr lang="en-IN" sz="2800" spc="-10" dirty="0">
                <a:solidFill>
                  <a:srgbClr val="FFFFFF"/>
                </a:solidFill>
                <a:cs typeface="Source Sans Pro Light"/>
              </a:rPr>
              <a:t>60</a:t>
            </a:r>
            <a:r>
              <a:rPr lang="en-IN" sz="2800" spc="-50" dirty="0">
                <a:solidFill>
                  <a:srgbClr val="FFFFFF"/>
                </a:solidFill>
                <a:cs typeface="Source Sans Pro Light"/>
              </a:rPr>
              <a:t> </a:t>
            </a:r>
            <a:r>
              <a:rPr sz="2800" dirty="0">
                <a:solidFill>
                  <a:srgbClr val="FFFFFF"/>
                </a:solidFill>
                <a:cs typeface="Source Sans Pro Light"/>
              </a:rPr>
              <a:t>min</a:t>
            </a:r>
            <a:endParaRPr sz="2800" dirty="0">
              <a:cs typeface="Source Sans Pro Light"/>
            </a:endParaRPr>
          </a:p>
        </p:txBody>
      </p:sp>
      <p:sp>
        <p:nvSpPr>
          <p:cNvPr id="23" name="object 4">
            <a:extLst>
              <a:ext uri="{FF2B5EF4-FFF2-40B4-BE49-F238E27FC236}">
                <a16:creationId xmlns:a16="http://schemas.microsoft.com/office/drawing/2014/main" id="{00963D2D-FD15-D94C-85DE-7805D81DFC08}"/>
              </a:ext>
            </a:extLst>
          </p:cNvPr>
          <p:cNvSpPr txBox="1"/>
          <p:nvPr userDrawn="1"/>
        </p:nvSpPr>
        <p:spPr>
          <a:xfrm>
            <a:off x="3313112" y="124215"/>
            <a:ext cx="2963069" cy="443711"/>
          </a:xfrm>
          <a:prstGeom prst="rect">
            <a:avLst/>
          </a:prstGeom>
        </p:spPr>
        <p:txBody>
          <a:bodyPr vert="horz" wrap="square" lIns="0" tIns="12700" rIns="0" bIns="0" rtlCol="0">
            <a:spAutoFit/>
          </a:bodyPr>
          <a:lstStyle/>
          <a:p>
            <a:pPr marL="12700">
              <a:spcBef>
                <a:spcPts val="100"/>
              </a:spcBef>
            </a:pPr>
            <a:r>
              <a:rPr lang="en-US" sz="2800" spc="-10" dirty="0">
                <a:solidFill>
                  <a:srgbClr val="FFFFFF"/>
                </a:solidFill>
                <a:cs typeface="Source Sans Pro Light"/>
              </a:rPr>
              <a:t>        AIML</a:t>
            </a:r>
            <a:endParaRPr sz="2800" dirty="0">
              <a:cs typeface="Source Sans Pro Light"/>
            </a:endParaRPr>
          </a:p>
        </p:txBody>
      </p:sp>
      <p:sp>
        <p:nvSpPr>
          <p:cNvPr id="24" name="object 4">
            <a:extLst>
              <a:ext uri="{FF2B5EF4-FFF2-40B4-BE49-F238E27FC236}">
                <a16:creationId xmlns:a16="http://schemas.microsoft.com/office/drawing/2014/main" id="{4881D0D0-F7BA-FBCE-2177-785333F649C2}"/>
              </a:ext>
            </a:extLst>
          </p:cNvPr>
          <p:cNvSpPr txBox="1"/>
          <p:nvPr userDrawn="1"/>
        </p:nvSpPr>
        <p:spPr>
          <a:xfrm>
            <a:off x="6361111" y="100603"/>
            <a:ext cx="2963069" cy="443711"/>
          </a:xfrm>
          <a:prstGeom prst="rect">
            <a:avLst/>
          </a:prstGeom>
        </p:spPr>
        <p:txBody>
          <a:bodyPr vert="horz" wrap="square" lIns="0" tIns="12700" rIns="0" bIns="0" rtlCol="0">
            <a:spAutoFit/>
          </a:bodyPr>
          <a:lstStyle/>
          <a:p>
            <a:pPr marL="12700">
              <a:spcBef>
                <a:spcPts val="100"/>
              </a:spcBef>
            </a:pPr>
            <a:r>
              <a:rPr lang="en-US" sz="2800" spc="-10" dirty="0">
                <a:solidFill>
                  <a:srgbClr val="FFFFFF"/>
                </a:solidFill>
                <a:cs typeface="Source Sans Pro Light"/>
              </a:rPr>
              <a:t>      Credit 4</a:t>
            </a:r>
            <a:endParaRPr sz="2800" dirty="0">
              <a:cs typeface="Source Sans Pro Light"/>
            </a:endParaRPr>
          </a:p>
        </p:txBody>
      </p:sp>
      <p:sp>
        <p:nvSpPr>
          <p:cNvPr id="25" name="object 4">
            <a:extLst>
              <a:ext uri="{FF2B5EF4-FFF2-40B4-BE49-F238E27FC236}">
                <a16:creationId xmlns:a16="http://schemas.microsoft.com/office/drawing/2014/main" id="{A0A46FEF-95B5-6C6E-C9DD-E231F6775D13}"/>
              </a:ext>
            </a:extLst>
          </p:cNvPr>
          <p:cNvSpPr txBox="1"/>
          <p:nvPr userDrawn="1"/>
        </p:nvSpPr>
        <p:spPr>
          <a:xfrm>
            <a:off x="9409110" y="112409"/>
            <a:ext cx="2963069" cy="443711"/>
          </a:xfrm>
          <a:prstGeom prst="rect">
            <a:avLst/>
          </a:prstGeom>
        </p:spPr>
        <p:txBody>
          <a:bodyPr vert="horz" wrap="square" lIns="0" tIns="12700" rIns="0" bIns="0" rtlCol="0">
            <a:spAutoFit/>
          </a:bodyPr>
          <a:lstStyle/>
          <a:p>
            <a:pPr marL="12700">
              <a:spcBef>
                <a:spcPts val="100"/>
              </a:spcBef>
            </a:pPr>
            <a:r>
              <a:rPr lang="en-US" sz="2800" spc="-10" dirty="0">
                <a:solidFill>
                  <a:srgbClr val="FFFFFF"/>
                </a:solidFill>
                <a:cs typeface="Source Sans Pro Light"/>
              </a:rPr>
              <a:t>   DSA  |</a:t>
            </a:r>
            <a:r>
              <a:rPr sz="2800" spc="-10" dirty="0">
                <a:solidFill>
                  <a:srgbClr val="FFFFFF"/>
                </a:solidFill>
                <a:cs typeface="Source Sans Pro Light"/>
              </a:rPr>
              <a:t> </a:t>
            </a:r>
            <a:r>
              <a:rPr lang="en-US" sz="2800" spc="-10" dirty="0">
                <a:solidFill>
                  <a:srgbClr val="FFFFFF"/>
                </a:solidFill>
                <a:cs typeface="Source Sans Pro Light"/>
              </a:rPr>
              <a:t>AI2104</a:t>
            </a:r>
            <a:endParaRPr sz="2800" dirty="0">
              <a:cs typeface="Source Sans Pro Light"/>
            </a:endParaRPr>
          </a:p>
        </p:txBody>
      </p:sp>
    </p:spTree>
    <p:extLst>
      <p:ext uri="{BB962C8B-B14F-4D97-AF65-F5344CB8AC3E}">
        <p14:creationId xmlns:p14="http://schemas.microsoft.com/office/powerpoint/2010/main" val="9614033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hyperlink" Target="https://www.geeksforgeeks.org/dsa/binary-search-tree-set-1-search-and-insertion/" TargetMode="Externa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hyperlink" Target="https://www.geeksforgeeks.org/dsa/introduction-to-red-black-tree/" TargetMode="External"/><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EF21BC95-D268-2E78-6BAA-5452108CD099}"/>
              </a:ext>
            </a:extLst>
          </p:cNvPr>
          <p:cNvSpPr txBox="1"/>
          <p:nvPr/>
        </p:nvSpPr>
        <p:spPr>
          <a:xfrm>
            <a:off x="802218" y="1422400"/>
            <a:ext cx="4398433" cy="1628651"/>
          </a:xfrm>
          <a:prstGeom prst="rect">
            <a:avLst/>
          </a:prstGeom>
        </p:spPr>
        <p:txBody>
          <a:bodyPr lIns="0" tIns="0" rIns="0" bIns="0">
            <a:spAutoFit/>
          </a:bodyPr>
          <a:lstStyle/>
          <a:p>
            <a:pPr marL="16933">
              <a:lnSpc>
                <a:spcPts val="12706"/>
              </a:lnSpc>
              <a:defRPr/>
            </a:pPr>
            <a:r>
              <a:rPr sz="10733" b="1" spc="-7" dirty="0">
                <a:solidFill>
                  <a:srgbClr val="FF0000"/>
                </a:solidFill>
                <a:latin typeface="Tahoma"/>
                <a:cs typeface="Tahoma"/>
              </a:rPr>
              <a:t>TREES</a:t>
            </a:r>
            <a:endParaRPr sz="10733" dirty="0">
              <a:solidFill>
                <a:srgbClr val="FF0000"/>
              </a:solidFill>
              <a:latin typeface="Tahoma"/>
              <a:cs typeface="Tahoma"/>
            </a:endParaRPr>
          </a:p>
        </p:txBody>
      </p:sp>
      <p:sp>
        <p:nvSpPr>
          <p:cNvPr id="3" name="Subtitle 2">
            <a:extLst>
              <a:ext uri="{FF2B5EF4-FFF2-40B4-BE49-F238E27FC236}">
                <a16:creationId xmlns:a16="http://schemas.microsoft.com/office/drawing/2014/main" id="{F64A7E9E-9724-7ACD-0615-6ADACF0D13F8}"/>
              </a:ext>
            </a:extLst>
          </p:cNvPr>
          <p:cNvSpPr txBox="1">
            <a:spLocks/>
          </p:cNvSpPr>
          <p:nvPr/>
        </p:nvSpPr>
        <p:spPr>
          <a:xfrm>
            <a:off x="5636501" y="3429000"/>
            <a:ext cx="9144000" cy="212389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defRPr/>
            </a:pPr>
            <a:r>
              <a:rPr lang="en-US" dirty="0"/>
              <a:t>Presented By</a:t>
            </a:r>
          </a:p>
          <a:p>
            <a:pPr marL="0" indent="0">
              <a:lnSpc>
                <a:spcPct val="150000"/>
              </a:lnSpc>
              <a:spcBef>
                <a:spcPts val="0"/>
              </a:spcBef>
              <a:buNone/>
              <a:defRPr/>
            </a:pPr>
            <a:r>
              <a:rPr lang="en-US" dirty="0">
                <a:solidFill>
                  <a:srgbClr val="000000"/>
                </a:solidFill>
                <a:ea typeface="Calibri" panose="020F0502020204030204" pitchFamily="34" charset="0"/>
                <a:cs typeface="Calibri" panose="020F0502020204030204" pitchFamily="34" charset="0"/>
              </a:rPr>
              <a:t>Manish Rai</a:t>
            </a:r>
            <a:endParaRPr lang="en-US" kern="100" dirty="0">
              <a:ea typeface="Calibri" panose="020F0502020204030204" pitchFamily="34" charset="0"/>
              <a:cs typeface="Times New Roman" panose="02020603050405020304" pitchFamily="18" charset="0"/>
            </a:endParaRPr>
          </a:p>
          <a:p>
            <a:pPr marL="0" indent="0">
              <a:lnSpc>
                <a:spcPct val="150000"/>
              </a:lnSpc>
              <a:spcBef>
                <a:spcPts val="0"/>
              </a:spcBef>
              <a:buNone/>
              <a:defRPr/>
            </a:pPr>
            <a:r>
              <a:rPr lang="en-US" i="1" dirty="0">
                <a:solidFill>
                  <a:srgbClr val="2F5496"/>
                </a:solidFill>
                <a:latin typeface="Georgia" panose="02040502050405020303" pitchFamily="18" charset="0"/>
                <a:ea typeface="Calibri" panose="020F0502020204030204" pitchFamily="34" charset="0"/>
                <a:cs typeface="Calibri" panose="020F0502020204030204" pitchFamily="34" charset="0"/>
              </a:rPr>
              <a:t>Assistant Professor, AIML-CSE</a:t>
            </a:r>
          </a:p>
          <a:p>
            <a:pPr marL="0" indent="0">
              <a:lnSpc>
                <a:spcPct val="150000"/>
              </a:lnSpc>
              <a:spcBef>
                <a:spcPts val="0"/>
              </a:spcBef>
              <a:buNone/>
              <a:defRPr/>
            </a:pPr>
            <a:r>
              <a:rPr lang="en-US" i="1" dirty="0">
                <a:solidFill>
                  <a:srgbClr val="2F5496"/>
                </a:solidFill>
                <a:latin typeface="Georgia" panose="02040502050405020303" pitchFamily="18" charset="0"/>
                <a:ea typeface="Calibri" panose="020F0502020204030204" pitchFamily="34" charset="0"/>
                <a:cs typeface="Calibri" panose="020F0502020204030204" pitchFamily="34" charset="0"/>
              </a:rPr>
              <a:t>Manipal university </a:t>
            </a:r>
            <a:r>
              <a:rPr lang="en-US" i="1" dirty="0" err="1">
                <a:solidFill>
                  <a:srgbClr val="2F5496"/>
                </a:solidFill>
                <a:latin typeface="Georgia" panose="02040502050405020303" pitchFamily="18" charset="0"/>
                <a:ea typeface="Calibri" panose="020F0502020204030204" pitchFamily="34" charset="0"/>
                <a:cs typeface="Calibri" panose="020F0502020204030204" pitchFamily="34" charset="0"/>
              </a:rPr>
              <a:t>jaipur</a:t>
            </a:r>
            <a:endParaRPr lang="en-US" i="1" dirty="0">
              <a:solidFill>
                <a:srgbClr val="2F5496"/>
              </a:solidFill>
              <a:latin typeface="Georgia" panose="02040502050405020303" pitchFamily="18" charset="0"/>
              <a:ea typeface="Calibri" panose="020F0502020204030204" pitchFamily="34" charset="0"/>
              <a:cs typeface="Calibri" panose="020F0502020204030204" pitchFamily="34" charset="0"/>
            </a:endParaRPr>
          </a:p>
          <a:p>
            <a:pPr>
              <a:lnSpc>
                <a:spcPct val="150000"/>
              </a:lnSpc>
              <a:spcBef>
                <a:spcPts val="0"/>
              </a:spcBef>
              <a:defRPr/>
            </a:pPr>
            <a:endParaRPr lang="en-US" kern="100" dirty="0">
              <a:ea typeface="Calibri" panose="020F0502020204030204" pitchFamily="34" charset="0"/>
              <a:cs typeface="Times New Roman" panose="02020603050405020304" pitchFamily="18" charset="0"/>
            </a:endParaRPr>
          </a:p>
          <a:p>
            <a:pPr>
              <a:defRPr/>
            </a:pPr>
            <a:endParaRPr lang="en-US" dirty="0"/>
          </a:p>
          <a:p>
            <a:pPr>
              <a:defRPr/>
            </a:pP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a:extLst>
              <a:ext uri="{FF2B5EF4-FFF2-40B4-BE49-F238E27FC236}">
                <a16:creationId xmlns:a16="http://schemas.microsoft.com/office/drawing/2014/main" id="{AC13EC9B-633B-707D-27E9-BD467F9601EE}"/>
              </a:ext>
            </a:extLst>
          </p:cNvPr>
          <p:cNvSpPr txBox="1"/>
          <p:nvPr/>
        </p:nvSpPr>
        <p:spPr>
          <a:xfrm>
            <a:off x="1104901" y="1959122"/>
            <a:ext cx="10583333" cy="2304092"/>
          </a:xfrm>
          <a:prstGeom prst="rect">
            <a:avLst/>
          </a:prstGeom>
        </p:spPr>
        <p:txBody>
          <a:bodyPr lIns="0" tIns="0" rIns="0" bIns="0">
            <a:spAutoFit/>
          </a:bodyPr>
          <a:lstStyle>
            <a:lvl1pPr marL="127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marL="355600" indent="-342900" algn="just">
              <a:lnSpc>
                <a:spcPct val="101000"/>
              </a:lnSpc>
              <a:buFont typeface="Arial" panose="020B0604020202020204" pitchFamily="34" charset="0"/>
              <a:buChar char="•"/>
            </a:pPr>
            <a:r>
              <a:rPr lang="en-US" altLang="en-US" sz="2400" b="1" dirty="0">
                <a:cs typeface="Calibri" panose="020F0502020204030204" pitchFamily="34" charset="0"/>
              </a:rPr>
              <a:t>Tree</a:t>
            </a:r>
            <a:r>
              <a:rPr lang="en-US" altLang="en-US" sz="2400" b="1" dirty="0">
                <a:latin typeface="Times New Roman" panose="02020603050405020304" pitchFamily="18" charset="0"/>
                <a:cs typeface="Times New Roman" panose="02020603050405020304" pitchFamily="18" charset="0"/>
              </a:rPr>
              <a:t> </a:t>
            </a:r>
            <a:r>
              <a:rPr lang="en-US" altLang="en-US" sz="2400" b="1" dirty="0">
                <a:cs typeface="Calibri" panose="020F0502020204030204" pitchFamily="34" charset="0"/>
              </a:rPr>
              <a:t>is</a:t>
            </a:r>
            <a:r>
              <a:rPr lang="en-US" altLang="en-US" sz="2400" b="1" dirty="0">
                <a:latin typeface="Times New Roman" panose="02020603050405020304" pitchFamily="18" charset="0"/>
                <a:cs typeface="Times New Roman" panose="02020603050405020304" pitchFamily="18" charset="0"/>
              </a:rPr>
              <a:t> </a:t>
            </a:r>
            <a:r>
              <a:rPr lang="en-US" altLang="en-US" sz="2400" b="1" dirty="0">
                <a:cs typeface="Calibri" panose="020F0502020204030204" pitchFamily="34" charset="0"/>
              </a:rPr>
              <a:t>a</a:t>
            </a:r>
            <a:r>
              <a:rPr lang="en-US" altLang="en-US" sz="2400" b="1" dirty="0">
                <a:latin typeface="Times New Roman" panose="02020603050405020304" pitchFamily="18" charset="0"/>
                <a:cs typeface="Times New Roman" panose="02020603050405020304" pitchFamily="18" charset="0"/>
              </a:rPr>
              <a:t> </a:t>
            </a:r>
            <a:r>
              <a:rPr lang="en-US" altLang="en-US" sz="2400" b="1" dirty="0">
                <a:cs typeface="Calibri" panose="020F0502020204030204" pitchFamily="34" charset="0"/>
              </a:rPr>
              <a:t>non-linear</a:t>
            </a:r>
            <a:r>
              <a:rPr lang="en-US" altLang="en-US" sz="2400" b="1" dirty="0">
                <a:latin typeface="Times New Roman" panose="02020603050405020304" pitchFamily="18" charset="0"/>
                <a:cs typeface="Times New Roman" panose="02020603050405020304" pitchFamily="18" charset="0"/>
              </a:rPr>
              <a:t> </a:t>
            </a:r>
            <a:r>
              <a:rPr lang="en-US" altLang="en-US" sz="2400" b="1" dirty="0">
                <a:cs typeface="Calibri" panose="020F0502020204030204" pitchFamily="34" charset="0"/>
              </a:rPr>
              <a:t>data</a:t>
            </a:r>
            <a:r>
              <a:rPr lang="en-US" altLang="en-US" sz="2400" b="1" dirty="0">
                <a:latin typeface="Times New Roman" panose="02020603050405020304" pitchFamily="18" charset="0"/>
                <a:cs typeface="Times New Roman" panose="02020603050405020304" pitchFamily="18" charset="0"/>
              </a:rPr>
              <a:t> </a:t>
            </a:r>
            <a:r>
              <a:rPr lang="en-US" altLang="en-US" sz="2400" b="1" dirty="0">
                <a:cs typeface="Calibri" panose="020F0502020204030204" pitchFamily="34" charset="0"/>
              </a:rPr>
              <a:t>structure</a:t>
            </a:r>
            <a:r>
              <a:rPr lang="en-US" altLang="en-US" sz="2400" b="1" dirty="0">
                <a:latin typeface="Times New Roman" panose="02020603050405020304" pitchFamily="18" charset="0"/>
                <a:cs typeface="Times New Roman" panose="02020603050405020304" pitchFamily="18" charset="0"/>
              </a:rPr>
              <a:t> </a:t>
            </a:r>
            <a:r>
              <a:rPr lang="en-US" altLang="en-US" sz="2400" b="1" dirty="0">
                <a:cs typeface="Calibri" panose="020F0502020204030204" pitchFamily="34" charset="0"/>
              </a:rPr>
              <a:t>which</a:t>
            </a:r>
            <a:r>
              <a:rPr lang="en-US" altLang="en-US" sz="2400" b="1" dirty="0">
                <a:latin typeface="Times New Roman" panose="02020603050405020304" pitchFamily="18" charset="0"/>
                <a:cs typeface="Times New Roman" panose="02020603050405020304" pitchFamily="18" charset="0"/>
              </a:rPr>
              <a:t> </a:t>
            </a:r>
            <a:r>
              <a:rPr lang="en-US" altLang="en-US" sz="2400" b="1" dirty="0">
                <a:cs typeface="Calibri" panose="020F0502020204030204" pitchFamily="34" charset="0"/>
              </a:rPr>
              <a:t>organizes</a:t>
            </a:r>
            <a:r>
              <a:rPr lang="en-US" altLang="en-US" sz="2400" b="1" dirty="0">
                <a:latin typeface="Times New Roman" panose="02020603050405020304" pitchFamily="18" charset="0"/>
                <a:cs typeface="Times New Roman" panose="02020603050405020304" pitchFamily="18" charset="0"/>
              </a:rPr>
              <a:t> </a:t>
            </a:r>
            <a:r>
              <a:rPr lang="en-US" altLang="en-US" sz="2400" b="1" dirty="0">
                <a:cs typeface="Calibri" panose="020F0502020204030204" pitchFamily="34" charset="0"/>
              </a:rPr>
              <a:t>data</a:t>
            </a:r>
            <a:r>
              <a:rPr lang="en-US" altLang="en-US" sz="2400" b="1" dirty="0">
                <a:latin typeface="Times New Roman" panose="02020603050405020304" pitchFamily="18" charset="0"/>
                <a:cs typeface="Times New Roman" panose="02020603050405020304" pitchFamily="18" charset="0"/>
              </a:rPr>
              <a:t> </a:t>
            </a:r>
            <a:r>
              <a:rPr lang="en-US" altLang="en-US" sz="2400" b="1" dirty="0">
                <a:cs typeface="Calibri" panose="020F0502020204030204" pitchFamily="34" charset="0"/>
              </a:rPr>
              <a:t>in</a:t>
            </a:r>
            <a:r>
              <a:rPr lang="en-US" altLang="en-US" sz="2400" b="1" dirty="0">
                <a:latin typeface="Times New Roman" panose="02020603050405020304" pitchFamily="18" charset="0"/>
                <a:cs typeface="Times New Roman" panose="02020603050405020304" pitchFamily="18" charset="0"/>
              </a:rPr>
              <a:t> </a:t>
            </a:r>
            <a:r>
              <a:rPr lang="en-US" altLang="en-US" sz="2400" b="1" dirty="0">
                <a:cs typeface="Calibri" panose="020F0502020204030204" pitchFamily="34" charset="0"/>
              </a:rPr>
              <a:t>a</a:t>
            </a:r>
            <a:r>
              <a:rPr lang="en-US" altLang="en-US" sz="2400" b="1" dirty="0">
                <a:latin typeface="Times New Roman" panose="02020603050405020304" pitchFamily="18" charset="0"/>
                <a:cs typeface="Times New Roman" panose="02020603050405020304" pitchFamily="18" charset="0"/>
              </a:rPr>
              <a:t> </a:t>
            </a:r>
            <a:r>
              <a:rPr lang="en-US" altLang="en-US" sz="2400" b="1" dirty="0">
                <a:cs typeface="Calibri" panose="020F0502020204030204" pitchFamily="34" charset="0"/>
              </a:rPr>
              <a:t>hierarchical</a:t>
            </a:r>
            <a:r>
              <a:rPr lang="en-US" altLang="en-US" sz="2400" b="1" dirty="0">
                <a:latin typeface="Times New Roman" panose="02020603050405020304" pitchFamily="18" charset="0"/>
                <a:cs typeface="Times New Roman" panose="02020603050405020304" pitchFamily="18" charset="0"/>
              </a:rPr>
              <a:t> </a:t>
            </a:r>
            <a:r>
              <a:rPr lang="en-US" altLang="en-US" sz="2400" b="1" dirty="0">
                <a:cs typeface="Calibri" panose="020F0502020204030204" pitchFamily="34" charset="0"/>
              </a:rPr>
              <a:t>structure</a:t>
            </a:r>
            <a:r>
              <a:rPr lang="en-US" altLang="en-US" sz="2400" b="1" dirty="0">
                <a:latin typeface="Times New Roman" panose="02020603050405020304" pitchFamily="18" charset="0"/>
                <a:cs typeface="Times New Roman" panose="02020603050405020304" pitchFamily="18" charset="0"/>
              </a:rPr>
              <a:t> </a:t>
            </a:r>
            <a:r>
              <a:rPr lang="en-US" altLang="en-US" sz="2400" b="1" dirty="0">
                <a:cs typeface="Calibri" panose="020F0502020204030204" pitchFamily="34" charset="0"/>
              </a:rPr>
              <a:t>A tree is a set of finite set of one or more nodes that shows parent-child  relation such  There is a special node called the root node</a:t>
            </a:r>
          </a:p>
          <a:p>
            <a:pPr marL="355600" indent="-342900" algn="just">
              <a:spcBef>
                <a:spcPts val="567"/>
              </a:spcBef>
              <a:buFont typeface="Arial" panose="020B0604020202020204" pitchFamily="34" charset="0"/>
              <a:buChar char="•"/>
            </a:pPr>
            <a:r>
              <a:rPr lang="en-US" altLang="en-US" sz="2400" b="1" dirty="0">
                <a:cs typeface="Calibri" panose="020F0502020204030204" pitchFamily="34" charset="0"/>
              </a:rPr>
              <a:t>The remaining nodes are partitioned into disjoint subsets T1, T2, T3 ……Tn, n ≥ 0  where T1, T2, T3 ……Tn which are all children of root node are themselves trees  called subtrees.</a:t>
            </a:r>
          </a:p>
        </p:txBody>
      </p:sp>
      <p:sp>
        <p:nvSpPr>
          <p:cNvPr id="8" name="object 8">
            <a:extLst>
              <a:ext uri="{FF2B5EF4-FFF2-40B4-BE49-F238E27FC236}">
                <a16:creationId xmlns:a16="http://schemas.microsoft.com/office/drawing/2014/main" id="{3CB96B8C-EFFC-4684-2E7E-674FC421DF56}"/>
              </a:ext>
            </a:extLst>
          </p:cNvPr>
          <p:cNvSpPr txBox="1"/>
          <p:nvPr/>
        </p:nvSpPr>
        <p:spPr>
          <a:xfrm>
            <a:off x="715434" y="631935"/>
            <a:ext cx="10210800" cy="1231106"/>
          </a:xfrm>
          <a:prstGeom prst="rect">
            <a:avLst/>
          </a:prstGeom>
        </p:spPr>
        <p:txBody>
          <a:bodyPr lIns="0" tIns="0" rIns="0" bIns="0">
            <a:spAutoFit/>
          </a:bodyPr>
          <a:lstStyle/>
          <a:p>
            <a:pPr marL="16933">
              <a:defRPr/>
            </a:pPr>
            <a:r>
              <a:rPr sz="8000" b="1" spc="-7" dirty="0">
                <a:solidFill>
                  <a:srgbClr val="FF0000"/>
                </a:solidFill>
                <a:latin typeface="Calibri"/>
                <a:cs typeface="Calibri"/>
              </a:rPr>
              <a:t>TRE</a:t>
            </a:r>
            <a:r>
              <a:rPr sz="8000" b="1" dirty="0">
                <a:solidFill>
                  <a:srgbClr val="FF0000"/>
                </a:solidFill>
                <a:latin typeface="Calibri"/>
                <a:cs typeface="Calibri"/>
              </a:rPr>
              <a:t>E</a:t>
            </a:r>
            <a:endParaRPr sz="8000" dirty="0">
              <a:solidFill>
                <a:srgbClr val="FF0000"/>
              </a:solidFill>
              <a:latin typeface="Calibri"/>
              <a:cs typeface="Calibri"/>
            </a:endParaRPr>
          </a:p>
        </p:txBody>
      </p:sp>
      <p:pic>
        <p:nvPicPr>
          <p:cNvPr id="5" name="Picture 4">
            <a:extLst>
              <a:ext uri="{FF2B5EF4-FFF2-40B4-BE49-F238E27FC236}">
                <a16:creationId xmlns:a16="http://schemas.microsoft.com/office/drawing/2014/main" id="{7F8F43C8-D87D-D1F7-FA24-0688BAD73E39}"/>
              </a:ext>
            </a:extLst>
          </p:cNvPr>
          <p:cNvPicPr>
            <a:picLocks noChangeAspect="1"/>
          </p:cNvPicPr>
          <p:nvPr/>
        </p:nvPicPr>
        <p:blipFill>
          <a:blip r:embed="rId3"/>
          <a:stretch>
            <a:fillRect/>
          </a:stretch>
        </p:blipFill>
        <p:spPr>
          <a:xfrm>
            <a:off x="3860801" y="4263214"/>
            <a:ext cx="2877561" cy="1672201"/>
          </a:xfrm>
          <a:prstGeom prst="rect">
            <a:avLst/>
          </a:prstGeom>
        </p:spPr>
      </p:pic>
    </p:spTree>
    <p:extLst>
      <p:ext uri="{BB962C8B-B14F-4D97-AF65-F5344CB8AC3E}">
        <p14:creationId xmlns:p14="http://schemas.microsoft.com/office/powerpoint/2010/main" val="4097450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a:extLst>
              <a:ext uri="{FF2B5EF4-FFF2-40B4-BE49-F238E27FC236}">
                <a16:creationId xmlns:a16="http://schemas.microsoft.com/office/drawing/2014/main" id="{690B189F-44F4-C74E-D772-5178F4A29312}"/>
              </a:ext>
            </a:extLst>
          </p:cNvPr>
          <p:cNvSpPr txBox="1"/>
          <p:nvPr/>
        </p:nvSpPr>
        <p:spPr>
          <a:xfrm>
            <a:off x="1219200" y="1016000"/>
            <a:ext cx="8432800" cy="1165512"/>
          </a:xfrm>
          <a:prstGeom prst="rect">
            <a:avLst/>
          </a:prstGeom>
          <a:ln w="9535">
            <a:solidFill>
              <a:srgbClr val="000000"/>
            </a:solidFill>
          </a:ln>
        </p:spPr>
        <p:txBody>
          <a:bodyPr wrap="square" lIns="0" tIns="0" rIns="0" bIns="0">
            <a:spAutoFit/>
          </a:bodyPr>
          <a:lstStyle>
            <a:lvl1pPr marL="85725">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1867" b="1" u="sng" dirty="0">
                <a:solidFill>
                  <a:srgbClr val="FF0000"/>
                </a:solidFill>
                <a:cs typeface="Calibri" panose="020F0502020204030204" pitchFamily="34" charset="0"/>
              </a:rPr>
              <a:t>Properties-</a:t>
            </a:r>
            <a:endParaRPr lang="en-US" altLang="en-US" sz="1867" dirty="0">
              <a:cs typeface="Calibri" panose="020F0502020204030204" pitchFamily="34" charset="0"/>
            </a:endParaRPr>
          </a:p>
          <a:p>
            <a:pPr>
              <a:spcBef>
                <a:spcPts val="67"/>
              </a:spcBef>
            </a:pPr>
            <a:endParaRPr lang="en-US" altLang="en-US" sz="1867" dirty="0">
              <a:latin typeface="Times New Roman" panose="02020603050405020304" pitchFamily="18" charset="0"/>
              <a:cs typeface="Times New Roman" panose="02020603050405020304" pitchFamily="18" charset="0"/>
            </a:endParaRPr>
          </a:p>
          <a:p>
            <a:pPr>
              <a:lnSpc>
                <a:spcPct val="103000"/>
              </a:lnSpc>
              <a:buFont typeface="Calibri" panose="020F0502020204030204" pitchFamily="34" charset="0"/>
              <a:buAutoNum type="arabicPeriod"/>
            </a:pPr>
            <a:r>
              <a:rPr lang="en-US" altLang="en-US" sz="1867" b="1" dirty="0">
                <a:cs typeface="Calibri" panose="020F0502020204030204" pitchFamily="34" charset="0"/>
              </a:rPr>
              <a:t>There</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is</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one</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and</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only</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one</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path</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between</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every</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pair</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of</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vertices</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in</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a</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tree.</a:t>
            </a:r>
            <a:endParaRPr lang="en-US" altLang="en-US" sz="1867" dirty="0">
              <a:cs typeface="Calibri" panose="020F0502020204030204" pitchFamily="34" charset="0"/>
            </a:endParaRPr>
          </a:p>
          <a:p>
            <a:pPr>
              <a:lnSpc>
                <a:spcPts val="2217"/>
              </a:lnSpc>
              <a:spcBef>
                <a:spcPts val="17"/>
              </a:spcBef>
              <a:buFont typeface="Calibri" panose="020F0502020204030204" pitchFamily="34" charset="0"/>
              <a:buAutoNum type="arabicPeriod"/>
            </a:pPr>
            <a:r>
              <a:rPr lang="en-US" altLang="en-US" sz="1867" b="1" dirty="0">
                <a:cs typeface="Calibri" panose="020F0502020204030204" pitchFamily="34" charset="0"/>
              </a:rPr>
              <a:t>A</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tree</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with</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n</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vertices</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has</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exactly</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(n-1)</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edges.</a:t>
            </a:r>
            <a:endParaRPr lang="en-US" altLang="en-US" sz="1867" dirty="0">
              <a:cs typeface="Calibri" panose="020F0502020204030204" pitchFamily="34" charset="0"/>
            </a:endParaRPr>
          </a:p>
        </p:txBody>
      </p:sp>
      <p:pic>
        <p:nvPicPr>
          <p:cNvPr id="5" name="Picture 4">
            <a:extLst>
              <a:ext uri="{FF2B5EF4-FFF2-40B4-BE49-F238E27FC236}">
                <a16:creationId xmlns:a16="http://schemas.microsoft.com/office/drawing/2014/main" id="{6AE9F993-C3DE-595A-AC73-455BF489A21B}"/>
              </a:ext>
            </a:extLst>
          </p:cNvPr>
          <p:cNvPicPr>
            <a:picLocks noChangeAspect="1"/>
          </p:cNvPicPr>
          <p:nvPr/>
        </p:nvPicPr>
        <p:blipFill>
          <a:blip r:embed="rId3"/>
          <a:stretch>
            <a:fillRect/>
          </a:stretch>
        </p:blipFill>
        <p:spPr>
          <a:xfrm>
            <a:off x="4165601" y="2514601"/>
            <a:ext cx="2877561" cy="26416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9A89FB-F947-7845-01DF-CB4ED261D1E6}"/>
              </a:ext>
            </a:extLst>
          </p:cNvPr>
          <p:cNvSpPr>
            <a:spLocks noGrp="1"/>
          </p:cNvSpPr>
          <p:nvPr>
            <p:ph type="title"/>
          </p:nvPr>
        </p:nvSpPr>
        <p:spPr>
          <a:xfrm>
            <a:off x="4127999" y="1295401"/>
            <a:ext cx="11552767" cy="4924425"/>
          </a:xfrm>
        </p:spPr>
        <p:txBody>
          <a:bodyPr/>
          <a:lstStyle/>
          <a:p>
            <a:r>
              <a:rPr lang="en-US" dirty="0"/>
              <a:t>Root node</a:t>
            </a:r>
            <a:br>
              <a:rPr lang="en-US" dirty="0"/>
            </a:br>
            <a:r>
              <a:rPr lang="en-US" dirty="0"/>
              <a:t>child node</a:t>
            </a:r>
            <a:br>
              <a:rPr lang="en-US" dirty="0"/>
            </a:br>
            <a:r>
              <a:rPr lang="en-US" sz="2667" b="1" spc="-7" dirty="0">
                <a:latin typeface="Times New Roman"/>
                <a:cs typeface="Times New Roman"/>
              </a:rPr>
              <a:t>Siblings</a:t>
            </a:r>
            <a:br>
              <a:rPr lang="en-US" sz="2667" b="1" spc="-7" dirty="0">
                <a:latin typeface="Times New Roman"/>
                <a:cs typeface="Times New Roman"/>
              </a:rPr>
            </a:br>
            <a:r>
              <a:rPr lang="en-US" sz="2667" b="1" spc="-7" dirty="0">
                <a:latin typeface="Times New Roman"/>
                <a:cs typeface="Times New Roman"/>
              </a:rPr>
              <a:t>Left</a:t>
            </a:r>
            <a:r>
              <a:rPr lang="en-US" sz="2667" b="1" spc="67" dirty="0">
                <a:latin typeface="Times New Roman"/>
                <a:cs typeface="Times New Roman"/>
              </a:rPr>
              <a:t> </a:t>
            </a:r>
            <a:r>
              <a:rPr lang="en-US" sz="2667" b="1" spc="-7" dirty="0">
                <a:latin typeface="Times New Roman"/>
                <a:cs typeface="Times New Roman"/>
              </a:rPr>
              <a:t>descendants</a:t>
            </a:r>
            <a:br>
              <a:rPr lang="en-US" sz="2667" b="1" spc="-7" dirty="0">
                <a:latin typeface="Times New Roman"/>
                <a:cs typeface="Times New Roman"/>
              </a:rPr>
            </a:br>
            <a:r>
              <a:rPr lang="en-US" sz="2667" b="1" spc="-7" dirty="0">
                <a:latin typeface="Times New Roman"/>
                <a:cs typeface="Times New Roman"/>
              </a:rPr>
              <a:t>Right</a:t>
            </a:r>
            <a:r>
              <a:rPr lang="en-US" sz="2667" b="1" spc="127" dirty="0">
                <a:latin typeface="Times New Roman"/>
                <a:cs typeface="Times New Roman"/>
              </a:rPr>
              <a:t> </a:t>
            </a:r>
            <a:r>
              <a:rPr lang="en-US" sz="2667" b="1" spc="-7" dirty="0">
                <a:latin typeface="Times New Roman"/>
                <a:cs typeface="Times New Roman"/>
              </a:rPr>
              <a:t>descendants</a:t>
            </a:r>
            <a:br>
              <a:rPr lang="en-US" sz="2667" b="1" spc="-7" dirty="0">
                <a:latin typeface="Times New Roman"/>
                <a:cs typeface="Times New Roman"/>
              </a:rPr>
            </a:br>
            <a:r>
              <a:rPr lang="en-US" sz="2667" b="1" spc="-7" dirty="0" err="1">
                <a:latin typeface="Times New Roman"/>
                <a:cs typeface="Times New Roman"/>
              </a:rPr>
              <a:t>Leftsubtree</a:t>
            </a:r>
            <a:br>
              <a:rPr lang="en-US" sz="2667" b="1" spc="-7" dirty="0">
                <a:latin typeface="Times New Roman"/>
                <a:cs typeface="Times New Roman"/>
              </a:rPr>
            </a:br>
            <a:r>
              <a:rPr lang="en-US" sz="2667" b="1" spc="-7" dirty="0">
                <a:latin typeface="Times New Roman"/>
                <a:cs typeface="Times New Roman"/>
              </a:rPr>
              <a:t>Right</a:t>
            </a:r>
            <a:r>
              <a:rPr lang="en-US" sz="2667" b="1" spc="120" dirty="0">
                <a:latin typeface="Times New Roman"/>
                <a:cs typeface="Times New Roman"/>
              </a:rPr>
              <a:t> </a:t>
            </a:r>
            <a:r>
              <a:rPr lang="en-US" sz="2667" b="1" spc="-7" dirty="0">
                <a:latin typeface="Times New Roman"/>
                <a:cs typeface="Times New Roman"/>
              </a:rPr>
              <a:t>subtree</a:t>
            </a:r>
            <a:br>
              <a:rPr lang="en-US" sz="2667" b="1" spc="-7" dirty="0">
                <a:latin typeface="Times New Roman"/>
                <a:cs typeface="Times New Roman"/>
              </a:rPr>
            </a:br>
            <a:r>
              <a:rPr lang="en-US" sz="2667" b="1" spc="-7" dirty="0">
                <a:latin typeface="Times New Roman"/>
                <a:cs typeface="Times New Roman"/>
              </a:rPr>
              <a:t>Parent</a:t>
            </a:r>
            <a:br>
              <a:rPr lang="en-US" sz="2667" b="1" spc="-7" dirty="0">
                <a:latin typeface="Times New Roman"/>
                <a:cs typeface="Times New Roman"/>
              </a:rPr>
            </a:br>
            <a:r>
              <a:rPr lang="en-US" sz="2667" b="1" spc="-7" dirty="0">
                <a:latin typeface="Times New Roman"/>
                <a:cs typeface="Times New Roman"/>
              </a:rPr>
              <a:t>Degree</a:t>
            </a:r>
            <a:br>
              <a:rPr lang="en-US" sz="2667" b="1" spc="-7" dirty="0">
                <a:latin typeface="Times New Roman"/>
                <a:cs typeface="Times New Roman"/>
              </a:rPr>
            </a:br>
            <a:r>
              <a:rPr lang="en-US" sz="2667" b="1" spc="-7" dirty="0">
                <a:latin typeface="Times New Roman"/>
                <a:cs typeface="Times New Roman"/>
              </a:rPr>
              <a:t>Internal</a:t>
            </a:r>
            <a:r>
              <a:rPr lang="en-US" sz="2667" b="1" spc="173" dirty="0">
                <a:latin typeface="Times New Roman"/>
                <a:cs typeface="Times New Roman"/>
              </a:rPr>
              <a:t> </a:t>
            </a:r>
            <a:r>
              <a:rPr lang="en-US" sz="2667" b="1" spc="-7" dirty="0">
                <a:latin typeface="Times New Roman"/>
                <a:cs typeface="Times New Roman"/>
              </a:rPr>
              <a:t>nodes</a:t>
            </a:r>
            <a:r>
              <a:rPr lang="en-US" sz="2667" spc="-7" dirty="0">
                <a:latin typeface="Times New Roman"/>
                <a:cs typeface="Times New Roman"/>
              </a:rPr>
              <a:t>:</a:t>
            </a:r>
            <a:br>
              <a:rPr lang="en-US" sz="2667" spc="-7" dirty="0">
                <a:latin typeface="Times New Roman"/>
                <a:cs typeface="Times New Roman"/>
              </a:rPr>
            </a:br>
            <a:r>
              <a:rPr lang="en-US" sz="2667" b="1" spc="-7" dirty="0">
                <a:latin typeface="Times New Roman"/>
                <a:cs typeface="Times New Roman"/>
              </a:rPr>
              <a:t>External nodes</a:t>
            </a:r>
            <a:br>
              <a:rPr lang="en-US" sz="2667" b="1" spc="-7" dirty="0">
                <a:latin typeface="Times New Roman"/>
                <a:cs typeface="Times New Roman"/>
              </a:rPr>
            </a:br>
            <a:r>
              <a:rPr lang="en-US" sz="2667" b="1" spc="-7" dirty="0">
                <a:latin typeface="Times New Roman"/>
                <a:cs typeface="Times New Roman"/>
              </a:rPr>
              <a:t>Leaf:</a:t>
            </a:r>
            <a:endParaRPr lang="en-US" dirty="0"/>
          </a:p>
        </p:txBody>
      </p:sp>
      <p:pic>
        <p:nvPicPr>
          <p:cNvPr id="5" name="Picture 4">
            <a:extLst>
              <a:ext uri="{FF2B5EF4-FFF2-40B4-BE49-F238E27FC236}">
                <a16:creationId xmlns:a16="http://schemas.microsoft.com/office/drawing/2014/main" id="{9138AF86-956E-8C38-5A5E-7C367C29E54E}"/>
              </a:ext>
            </a:extLst>
          </p:cNvPr>
          <p:cNvPicPr>
            <a:picLocks noChangeAspect="1"/>
          </p:cNvPicPr>
          <p:nvPr/>
        </p:nvPicPr>
        <p:blipFill>
          <a:blip r:embed="rId2"/>
          <a:stretch>
            <a:fillRect/>
          </a:stretch>
        </p:blipFill>
        <p:spPr>
          <a:xfrm>
            <a:off x="755432" y="825500"/>
            <a:ext cx="6896100" cy="5207000"/>
          </a:xfrm>
          <a:prstGeom prst="rect">
            <a:avLst/>
          </a:prstGeom>
        </p:spPr>
      </p:pic>
      <p:pic>
        <p:nvPicPr>
          <p:cNvPr id="7" name="Picture 6">
            <a:extLst>
              <a:ext uri="{FF2B5EF4-FFF2-40B4-BE49-F238E27FC236}">
                <a16:creationId xmlns:a16="http://schemas.microsoft.com/office/drawing/2014/main" id="{7F8FA193-CF36-E143-2DE7-B7799CFD2CA4}"/>
              </a:ext>
            </a:extLst>
          </p:cNvPr>
          <p:cNvPicPr>
            <a:picLocks noChangeAspect="1"/>
          </p:cNvPicPr>
          <p:nvPr/>
        </p:nvPicPr>
        <p:blipFill>
          <a:blip r:embed="rId3"/>
          <a:stretch>
            <a:fillRect/>
          </a:stretch>
        </p:blipFill>
        <p:spPr>
          <a:xfrm>
            <a:off x="8145411" y="1295401"/>
            <a:ext cx="2438611" cy="3889585"/>
          </a:xfrm>
          <a:prstGeom prst="rect">
            <a:avLst/>
          </a:prstGeom>
        </p:spPr>
      </p:pic>
    </p:spTree>
    <p:extLst>
      <p:ext uri="{BB962C8B-B14F-4D97-AF65-F5344CB8AC3E}">
        <p14:creationId xmlns:p14="http://schemas.microsoft.com/office/powerpoint/2010/main" val="36747770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7974656-4035-3EC4-8D55-2B4A5574ECC4}"/>
              </a:ext>
            </a:extLst>
          </p:cNvPr>
          <p:cNvSpPr>
            <a:spLocks noGrp="1"/>
          </p:cNvSpPr>
          <p:nvPr>
            <p:ph type="body" idx="1"/>
          </p:nvPr>
        </p:nvSpPr>
        <p:spPr>
          <a:xfrm>
            <a:off x="844331" y="1579179"/>
            <a:ext cx="11176000" cy="8583547"/>
          </a:xfrm>
        </p:spPr>
        <p:txBody>
          <a:bodyPr/>
          <a:lstStyle/>
          <a:p>
            <a:r>
              <a:rPr lang="en-US" sz="2400" b="1" spc="-7" dirty="0">
                <a:solidFill>
                  <a:srgbClr val="FF0000"/>
                </a:solidFill>
                <a:latin typeface="Times New Roman"/>
                <a:cs typeface="Times New Roman"/>
              </a:rPr>
              <a:t>Root</a:t>
            </a:r>
            <a:r>
              <a:rPr lang="en-US" sz="2400" b="1" spc="180" dirty="0">
                <a:solidFill>
                  <a:srgbClr val="FF0000"/>
                </a:solidFill>
                <a:latin typeface="Times New Roman"/>
                <a:cs typeface="Times New Roman"/>
              </a:rPr>
              <a:t> </a:t>
            </a:r>
            <a:r>
              <a:rPr lang="en-US" sz="2400" b="1" spc="-7" dirty="0">
                <a:solidFill>
                  <a:srgbClr val="FF0000"/>
                </a:solidFill>
                <a:latin typeface="Times New Roman"/>
                <a:cs typeface="Times New Roman"/>
              </a:rPr>
              <a:t>node</a:t>
            </a:r>
            <a:r>
              <a:rPr lang="en-US" sz="2400" b="1" spc="-7" dirty="0">
                <a:latin typeface="Times New Roman"/>
                <a:cs typeface="Times New Roman"/>
              </a:rPr>
              <a:t>:</a:t>
            </a:r>
            <a:r>
              <a:rPr lang="en-US" sz="2400" b="1" spc="193" dirty="0">
                <a:latin typeface="Times New Roman"/>
                <a:cs typeface="Times New Roman"/>
              </a:rPr>
              <a:t> </a:t>
            </a:r>
            <a:r>
              <a:rPr lang="en-US" sz="2400" spc="-7" dirty="0">
                <a:latin typeface="Times New Roman"/>
                <a:cs typeface="Times New Roman"/>
              </a:rPr>
              <a:t>A</a:t>
            </a:r>
            <a:r>
              <a:rPr lang="en-US" sz="2400" spc="180" dirty="0">
                <a:latin typeface="Times New Roman"/>
                <a:cs typeface="Times New Roman"/>
              </a:rPr>
              <a:t> </a:t>
            </a:r>
            <a:r>
              <a:rPr lang="en-US" sz="2400" spc="-7" dirty="0">
                <a:latin typeface="Times New Roman"/>
                <a:cs typeface="Times New Roman"/>
              </a:rPr>
              <a:t>first</a:t>
            </a:r>
            <a:r>
              <a:rPr lang="en-US" sz="2400" spc="193" dirty="0">
                <a:latin typeface="Times New Roman"/>
                <a:cs typeface="Times New Roman"/>
              </a:rPr>
              <a:t> </a:t>
            </a:r>
            <a:r>
              <a:rPr lang="en-US" sz="2400" dirty="0">
                <a:latin typeface="Times New Roman"/>
                <a:cs typeface="Times New Roman"/>
              </a:rPr>
              <a:t>node</a:t>
            </a:r>
            <a:r>
              <a:rPr lang="en-US" sz="2400" spc="180" dirty="0">
                <a:latin typeface="Times New Roman"/>
                <a:cs typeface="Times New Roman"/>
              </a:rPr>
              <a:t> </a:t>
            </a:r>
            <a:r>
              <a:rPr lang="en-US" sz="2400" spc="-7" dirty="0">
                <a:latin typeface="Times New Roman"/>
                <a:cs typeface="Times New Roman"/>
              </a:rPr>
              <a:t>written</a:t>
            </a:r>
            <a:r>
              <a:rPr lang="en-US" sz="2400" spc="180" dirty="0">
                <a:latin typeface="Times New Roman"/>
                <a:cs typeface="Times New Roman"/>
              </a:rPr>
              <a:t> </a:t>
            </a:r>
            <a:r>
              <a:rPr lang="en-US" sz="2400" spc="-7" dirty="0">
                <a:latin typeface="Times New Roman"/>
                <a:cs typeface="Times New Roman"/>
              </a:rPr>
              <a:t>at</a:t>
            </a:r>
            <a:r>
              <a:rPr lang="en-US" sz="2400" spc="180" dirty="0">
                <a:latin typeface="Times New Roman"/>
                <a:cs typeface="Times New Roman"/>
              </a:rPr>
              <a:t> </a:t>
            </a:r>
            <a:r>
              <a:rPr lang="en-US" sz="2400" spc="-7" dirty="0">
                <a:latin typeface="Times New Roman"/>
                <a:cs typeface="Times New Roman"/>
              </a:rPr>
              <a:t>the</a:t>
            </a:r>
            <a:r>
              <a:rPr lang="en-US" sz="2400" spc="180" dirty="0">
                <a:latin typeface="Times New Roman"/>
                <a:cs typeface="Times New Roman"/>
              </a:rPr>
              <a:t> </a:t>
            </a:r>
            <a:r>
              <a:rPr lang="en-US" sz="2400" spc="-7" dirty="0">
                <a:latin typeface="Times New Roman"/>
                <a:cs typeface="Times New Roman"/>
              </a:rPr>
              <a:t>top</a:t>
            </a:r>
            <a:r>
              <a:rPr lang="en-US" sz="2400" spc="180" dirty="0">
                <a:latin typeface="Times New Roman"/>
                <a:cs typeface="Times New Roman"/>
              </a:rPr>
              <a:t> </a:t>
            </a:r>
            <a:r>
              <a:rPr lang="en-US" sz="2400" spc="-7" dirty="0">
                <a:latin typeface="Times New Roman"/>
                <a:cs typeface="Times New Roman"/>
              </a:rPr>
              <a:t>is</a:t>
            </a:r>
            <a:r>
              <a:rPr lang="en-US" sz="2400" spc="180" dirty="0">
                <a:latin typeface="Times New Roman"/>
                <a:cs typeface="Times New Roman"/>
              </a:rPr>
              <a:t> </a:t>
            </a:r>
            <a:r>
              <a:rPr lang="en-US" sz="2400" spc="-7" dirty="0">
                <a:latin typeface="Times New Roman"/>
                <a:cs typeface="Times New Roman"/>
              </a:rPr>
              <a:t>root</a:t>
            </a:r>
            <a:r>
              <a:rPr lang="en-US" sz="2400" spc="187" dirty="0">
                <a:latin typeface="Times New Roman"/>
                <a:cs typeface="Times New Roman"/>
              </a:rPr>
              <a:t> </a:t>
            </a:r>
            <a:r>
              <a:rPr lang="en-US" sz="2400" spc="-7" dirty="0">
                <a:latin typeface="Times New Roman"/>
                <a:cs typeface="Times New Roman"/>
              </a:rPr>
              <a:t>node</a:t>
            </a:r>
          </a:p>
          <a:p>
            <a:r>
              <a:rPr lang="en-US" sz="2400" b="1" spc="-7" dirty="0">
                <a:solidFill>
                  <a:srgbClr val="FF0000"/>
                </a:solidFill>
                <a:latin typeface="Times New Roman"/>
                <a:cs typeface="Times New Roman"/>
              </a:rPr>
              <a:t>Child</a:t>
            </a:r>
            <a:r>
              <a:rPr lang="en-US" sz="2400" b="1" spc="-7" dirty="0">
                <a:latin typeface="Times New Roman"/>
                <a:cs typeface="Times New Roman"/>
              </a:rPr>
              <a:t>:</a:t>
            </a:r>
            <a:r>
              <a:rPr lang="en-US" sz="2400" b="1" spc="280" dirty="0">
                <a:latin typeface="Times New Roman"/>
                <a:cs typeface="Times New Roman"/>
              </a:rPr>
              <a:t> </a:t>
            </a:r>
            <a:r>
              <a:rPr lang="en-US" sz="2400" spc="-7" dirty="0">
                <a:latin typeface="Times New Roman"/>
                <a:cs typeface="Times New Roman"/>
              </a:rPr>
              <a:t>The</a:t>
            </a:r>
            <a:r>
              <a:rPr lang="en-US" sz="2400" spc="272" dirty="0">
                <a:latin typeface="Times New Roman"/>
                <a:cs typeface="Times New Roman"/>
              </a:rPr>
              <a:t> </a:t>
            </a:r>
            <a:r>
              <a:rPr lang="en-US" sz="2400" spc="-7" dirty="0">
                <a:latin typeface="Times New Roman"/>
                <a:cs typeface="Times New Roman"/>
              </a:rPr>
              <a:t>node</a:t>
            </a:r>
            <a:r>
              <a:rPr lang="en-US" sz="2400" spc="272" dirty="0">
                <a:latin typeface="Times New Roman"/>
                <a:cs typeface="Times New Roman"/>
              </a:rPr>
              <a:t> </a:t>
            </a:r>
            <a:r>
              <a:rPr lang="en-US" sz="2400" dirty="0">
                <a:latin typeface="Times New Roman"/>
                <a:cs typeface="Times New Roman"/>
              </a:rPr>
              <a:t>obtained</a:t>
            </a:r>
            <a:r>
              <a:rPr lang="en-US" sz="2400" spc="272" dirty="0">
                <a:latin typeface="Times New Roman"/>
                <a:cs typeface="Times New Roman"/>
              </a:rPr>
              <a:t> </a:t>
            </a:r>
            <a:r>
              <a:rPr lang="en-US" sz="2400" spc="-7" dirty="0">
                <a:latin typeface="Times New Roman"/>
                <a:cs typeface="Times New Roman"/>
              </a:rPr>
              <a:t>from</a:t>
            </a:r>
            <a:r>
              <a:rPr lang="en-US" sz="2400" spc="253" dirty="0">
                <a:latin typeface="Times New Roman"/>
                <a:cs typeface="Times New Roman"/>
              </a:rPr>
              <a:t> </a:t>
            </a:r>
            <a:r>
              <a:rPr lang="en-US" sz="2400" spc="-7" dirty="0">
                <a:latin typeface="Times New Roman"/>
                <a:cs typeface="Times New Roman"/>
              </a:rPr>
              <a:t>the</a:t>
            </a:r>
            <a:r>
              <a:rPr lang="en-US" sz="2400" spc="293" dirty="0">
                <a:latin typeface="Times New Roman"/>
                <a:cs typeface="Times New Roman"/>
              </a:rPr>
              <a:t> </a:t>
            </a:r>
            <a:r>
              <a:rPr lang="en-US" sz="2400" spc="-7" dirty="0">
                <a:latin typeface="Times New Roman"/>
                <a:cs typeface="Times New Roman"/>
              </a:rPr>
              <a:t>parent</a:t>
            </a:r>
            <a:r>
              <a:rPr lang="en-US" sz="2400" spc="280" dirty="0">
                <a:latin typeface="Times New Roman"/>
                <a:cs typeface="Times New Roman"/>
              </a:rPr>
              <a:t> </a:t>
            </a:r>
            <a:r>
              <a:rPr lang="en-US" sz="2400" dirty="0">
                <a:latin typeface="Times New Roman"/>
                <a:cs typeface="Times New Roman"/>
              </a:rPr>
              <a:t>node</a:t>
            </a:r>
            <a:r>
              <a:rPr lang="en-US" sz="2400" spc="272" dirty="0">
                <a:latin typeface="Times New Roman"/>
                <a:cs typeface="Times New Roman"/>
              </a:rPr>
              <a:t> </a:t>
            </a:r>
            <a:r>
              <a:rPr lang="en-US" sz="2400" spc="-7" dirty="0">
                <a:latin typeface="Times New Roman"/>
                <a:cs typeface="Times New Roman"/>
              </a:rPr>
              <a:t>is</a:t>
            </a:r>
            <a:r>
              <a:rPr lang="en-US" sz="2400" spc="260" dirty="0">
                <a:latin typeface="Times New Roman"/>
                <a:cs typeface="Times New Roman"/>
              </a:rPr>
              <a:t> </a:t>
            </a:r>
            <a:r>
              <a:rPr lang="en-US" sz="2400" dirty="0">
                <a:latin typeface="Times New Roman"/>
                <a:cs typeface="Times New Roman"/>
              </a:rPr>
              <a:t>called</a:t>
            </a:r>
            <a:r>
              <a:rPr lang="en-US" sz="2400" spc="272" dirty="0">
                <a:latin typeface="Times New Roman"/>
                <a:cs typeface="Times New Roman"/>
              </a:rPr>
              <a:t> </a:t>
            </a:r>
            <a:r>
              <a:rPr lang="en-US" sz="2400" spc="-7" dirty="0">
                <a:latin typeface="Times New Roman"/>
                <a:cs typeface="Times New Roman"/>
              </a:rPr>
              <a:t>child</a:t>
            </a:r>
            <a:r>
              <a:rPr lang="en-US" sz="2400" spc="272" dirty="0">
                <a:latin typeface="Times New Roman"/>
                <a:cs typeface="Times New Roman"/>
              </a:rPr>
              <a:t> </a:t>
            </a:r>
            <a:r>
              <a:rPr lang="en-US" sz="2400" dirty="0">
                <a:latin typeface="Times New Roman"/>
                <a:cs typeface="Times New Roman"/>
              </a:rPr>
              <a:t>node</a:t>
            </a:r>
            <a:endParaRPr lang="en-US" sz="2400" spc="-7" dirty="0">
              <a:latin typeface="Times New Roman"/>
              <a:cs typeface="Times New Roman"/>
            </a:endParaRPr>
          </a:p>
          <a:p>
            <a:r>
              <a:rPr lang="en-US" sz="2400" spc="-7" dirty="0">
                <a:latin typeface="Times New Roman"/>
                <a:cs typeface="Times New Roman"/>
              </a:rPr>
              <a:t>Two</a:t>
            </a:r>
            <a:r>
              <a:rPr lang="en-US" sz="2400" spc="360" dirty="0">
                <a:latin typeface="Times New Roman"/>
                <a:cs typeface="Times New Roman"/>
              </a:rPr>
              <a:t> </a:t>
            </a:r>
            <a:r>
              <a:rPr lang="en-US" sz="2400" spc="-7" dirty="0">
                <a:latin typeface="Times New Roman"/>
                <a:cs typeface="Times New Roman"/>
              </a:rPr>
              <a:t>or</a:t>
            </a:r>
            <a:r>
              <a:rPr lang="en-US" sz="2400" spc="360" dirty="0">
                <a:latin typeface="Times New Roman"/>
                <a:cs typeface="Times New Roman"/>
              </a:rPr>
              <a:t> </a:t>
            </a:r>
            <a:r>
              <a:rPr lang="en-US" sz="2400" spc="-7" dirty="0">
                <a:latin typeface="Times New Roman"/>
                <a:cs typeface="Times New Roman"/>
              </a:rPr>
              <a:t>more</a:t>
            </a:r>
            <a:r>
              <a:rPr lang="en-US" sz="2400" spc="373" dirty="0">
                <a:latin typeface="Times New Roman"/>
                <a:cs typeface="Times New Roman"/>
              </a:rPr>
              <a:t> </a:t>
            </a:r>
            <a:r>
              <a:rPr lang="en-US" sz="2400" spc="-7" dirty="0">
                <a:latin typeface="Times New Roman"/>
                <a:cs typeface="Times New Roman"/>
              </a:rPr>
              <a:t>nodes</a:t>
            </a:r>
            <a:r>
              <a:rPr lang="en-US" sz="2400" spc="353" dirty="0">
                <a:latin typeface="Times New Roman"/>
                <a:cs typeface="Times New Roman"/>
              </a:rPr>
              <a:t> </a:t>
            </a:r>
            <a:r>
              <a:rPr lang="en-US" sz="2400" spc="-7" dirty="0">
                <a:latin typeface="Times New Roman"/>
                <a:cs typeface="Times New Roman"/>
              </a:rPr>
              <a:t>having</a:t>
            </a:r>
            <a:r>
              <a:rPr lang="en-US" sz="2400" spc="353" dirty="0">
                <a:latin typeface="Times New Roman"/>
                <a:cs typeface="Times New Roman"/>
              </a:rPr>
              <a:t> </a:t>
            </a:r>
            <a:r>
              <a:rPr lang="en-US" sz="2400" spc="-7" dirty="0">
                <a:latin typeface="Times New Roman"/>
                <a:cs typeface="Times New Roman"/>
              </a:rPr>
              <a:t>the</a:t>
            </a:r>
            <a:r>
              <a:rPr lang="en-US" sz="2400" spc="360" dirty="0">
                <a:latin typeface="Times New Roman"/>
                <a:cs typeface="Times New Roman"/>
              </a:rPr>
              <a:t> </a:t>
            </a:r>
            <a:r>
              <a:rPr lang="en-US" sz="2400" spc="-7" dirty="0">
                <a:latin typeface="Times New Roman"/>
                <a:cs typeface="Times New Roman"/>
              </a:rPr>
              <a:t>same</a:t>
            </a:r>
            <a:r>
              <a:rPr lang="en-US" sz="2400" spc="353" dirty="0">
                <a:latin typeface="Times New Roman"/>
                <a:cs typeface="Times New Roman"/>
              </a:rPr>
              <a:t> </a:t>
            </a:r>
            <a:r>
              <a:rPr lang="en-US" sz="2400" spc="-7" dirty="0">
                <a:latin typeface="Times New Roman"/>
                <a:cs typeface="Times New Roman"/>
              </a:rPr>
              <a:t>parent</a:t>
            </a:r>
            <a:r>
              <a:rPr lang="en-US" sz="2400" spc="367" dirty="0">
                <a:latin typeface="Times New Roman"/>
                <a:cs typeface="Times New Roman"/>
              </a:rPr>
              <a:t> </a:t>
            </a:r>
            <a:r>
              <a:rPr lang="en-US" sz="2400" spc="-7" dirty="0">
                <a:latin typeface="Times New Roman"/>
                <a:cs typeface="Times New Roman"/>
              </a:rPr>
              <a:t>are</a:t>
            </a:r>
            <a:r>
              <a:rPr lang="en-US" sz="2400" spc="367" dirty="0">
                <a:latin typeface="Times New Roman"/>
                <a:cs typeface="Times New Roman"/>
              </a:rPr>
              <a:t> </a:t>
            </a:r>
            <a:r>
              <a:rPr lang="en-US" sz="2400" spc="-7" dirty="0">
                <a:latin typeface="Times New Roman"/>
                <a:cs typeface="Times New Roman"/>
              </a:rPr>
              <a:t>called</a:t>
            </a:r>
            <a:r>
              <a:rPr lang="en-US" sz="2400" spc="360" dirty="0">
                <a:latin typeface="Times New Roman"/>
                <a:cs typeface="Times New Roman"/>
              </a:rPr>
              <a:t> </a:t>
            </a:r>
            <a:r>
              <a:rPr lang="en-US" sz="2400" spc="-7" dirty="0">
                <a:solidFill>
                  <a:srgbClr val="FF0000"/>
                </a:solidFill>
                <a:latin typeface="Times New Roman"/>
                <a:cs typeface="Times New Roman"/>
              </a:rPr>
              <a:t>siblings</a:t>
            </a:r>
          </a:p>
          <a:p>
            <a:r>
              <a:rPr lang="en-US" sz="2400" b="1" spc="-7" dirty="0">
                <a:solidFill>
                  <a:srgbClr val="FF0000"/>
                </a:solidFill>
                <a:latin typeface="Times New Roman"/>
                <a:cs typeface="Times New Roman"/>
              </a:rPr>
              <a:t>Left</a:t>
            </a:r>
            <a:r>
              <a:rPr lang="en-US" sz="2400" b="1" spc="67" dirty="0">
                <a:solidFill>
                  <a:srgbClr val="FF0000"/>
                </a:solidFill>
                <a:latin typeface="Times New Roman"/>
                <a:cs typeface="Times New Roman"/>
              </a:rPr>
              <a:t> </a:t>
            </a:r>
            <a:r>
              <a:rPr lang="en-US" sz="2400" b="1" spc="-7" dirty="0">
                <a:solidFill>
                  <a:srgbClr val="FF0000"/>
                </a:solidFill>
                <a:latin typeface="Times New Roman"/>
                <a:cs typeface="Times New Roman"/>
              </a:rPr>
              <a:t>descendants</a:t>
            </a:r>
            <a:r>
              <a:rPr lang="en-US" sz="2400" b="1" spc="-7" dirty="0">
                <a:latin typeface="Times New Roman"/>
                <a:cs typeface="Times New Roman"/>
              </a:rPr>
              <a:t>:</a:t>
            </a:r>
            <a:r>
              <a:rPr lang="en-US" sz="2400" b="1" spc="60" dirty="0">
                <a:latin typeface="Times New Roman"/>
                <a:cs typeface="Times New Roman"/>
              </a:rPr>
              <a:t> </a:t>
            </a:r>
            <a:r>
              <a:rPr lang="en-US" sz="2400" spc="-7" dirty="0">
                <a:latin typeface="Times New Roman"/>
                <a:cs typeface="Times New Roman"/>
              </a:rPr>
              <a:t>The</a:t>
            </a:r>
            <a:r>
              <a:rPr lang="en-US" sz="2400" spc="53" dirty="0">
                <a:latin typeface="Times New Roman"/>
                <a:cs typeface="Times New Roman"/>
              </a:rPr>
              <a:t> </a:t>
            </a:r>
            <a:r>
              <a:rPr lang="en-US" sz="2400" spc="-7" dirty="0">
                <a:latin typeface="Times New Roman"/>
                <a:cs typeface="Times New Roman"/>
              </a:rPr>
              <a:t>nodes</a:t>
            </a:r>
            <a:r>
              <a:rPr lang="en-US" sz="2400" spc="47" dirty="0">
                <a:latin typeface="Times New Roman"/>
                <a:cs typeface="Times New Roman"/>
              </a:rPr>
              <a:t> </a:t>
            </a:r>
            <a:r>
              <a:rPr lang="en-US" sz="2400" spc="-7" dirty="0">
                <a:latin typeface="Times New Roman"/>
                <a:cs typeface="Times New Roman"/>
              </a:rPr>
              <a:t>that</a:t>
            </a:r>
            <a:r>
              <a:rPr lang="en-US" sz="2400" spc="53" dirty="0">
                <a:latin typeface="Times New Roman"/>
                <a:cs typeface="Times New Roman"/>
              </a:rPr>
              <a:t> </a:t>
            </a:r>
            <a:r>
              <a:rPr lang="en-US" sz="2400" spc="-7" dirty="0">
                <a:latin typeface="Times New Roman"/>
                <a:cs typeface="Times New Roman"/>
              </a:rPr>
              <a:t>lie</a:t>
            </a:r>
            <a:r>
              <a:rPr lang="en-US" sz="2400" spc="60" dirty="0">
                <a:latin typeface="Times New Roman"/>
                <a:cs typeface="Times New Roman"/>
              </a:rPr>
              <a:t> </a:t>
            </a:r>
            <a:r>
              <a:rPr lang="en-US" sz="2400" spc="-7" dirty="0">
                <a:latin typeface="Times New Roman"/>
                <a:cs typeface="Times New Roman"/>
              </a:rPr>
              <a:t>towards</a:t>
            </a:r>
            <a:r>
              <a:rPr lang="en-US" sz="2400" spc="53" dirty="0">
                <a:latin typeface="Times New Roman"/>
                <a:cs typeface="Times New Roman"/>
              </a:rPr>
              <a:t> </a:t>
            </a:r>
            <a:r>
              <a:rPr lang="en-US" sz="2400" spc="-7" dirty="0">
                <a:latin typeface="Times New Roman"/>
                <a:cs typeface="Times New Roman"/>
              </a:rPr>
              <a:t>left</a:t>
            </a:r>
            <a:r>
              <a:rPr lang="en-US" sz="2400" spc="60" dirty="0">
                <a:latin typeface="Times New Roman"/>
                <a:cs typeface="Times New Roman"/>
              </a:rPr>
              <a:t> </a:t>
            </a:r>
            <a:r>
              <a:rPr lang="en-US" sz="2400" spc="-7" dirty="0">
                <a:latin typeface="Times New Roman"/>
                <a:cs typeface="Times New Roman"/>
              </a:rPr>
              <a:t>subtree</a:t>
            </a:r>
            <a:r>
              <a:rPr lang="en-US" sz="2400" spc="53" dirty="0">
                <a:latin typeface="Times New Roman"/>
                <a:cs typeface="Times New Roman"/>
              </a:rPr>
              <a:t> </a:t>
            </a:r>
            <a:r>
              <a:rPr lang="en-US" sz="2400" dirty="0">
                <a:latin typeface="Times New Roman"/>
                <a:cs typeface="Times New Roman"/>
              </a:rPr>
              <a:t>of</a:t>
            </a:r>
            <a:r>
              <a:rPr lang="en-US" sz="2400" spc="47" dirty="0">
                <a:latin typeface="Times New Roman"/>
                <a:cs typeface="Times New Roman"/>
              </a:rPr>
              <a:t> </a:t>
            </a:r>
            <a:r>
              <a:rPr lang="en-US" sz="2400" spc="-7" dirty="0">
                <a:latin typeface="Times New Roman"/>
                <a:cs typeface="Times New Roman"/>
              </a:rPr>
              <a:t>node</a:t>
            </a:r>
            <a:r>
              <a:rPr lang="en-US" sz="2400" spc="80" dirty="0">
                <a:latin typeface="Times New Roman"/>
                <a:cs typeface="Times New Roman"/>
              </a:rPr>
              <a:t> </a:t>
            </a:r>
            <a:r>
              <a:rPr lang="en-US" sz="2400" b="1" spc="-7" dirty="0">
                <a:latin typeface="Times New Roman"/>
                <a:cs typeface="Times New Roman"/>
              </a:rPr>
              <a:t>x</a:t>
            </a:r>
            <a:r>
              <a:rPr lang="en-US" sz="2400" b="1" spc="67" dirty="0">
                <a:latin typeface="Times New Roman"/>
                <a:cs typeface="Times New Roman"/>
              </a:rPr>
              <a:t> </a:t>
            </a:r>
            <a:r>
              <a:rPr lang="en-US" sz="2400" spc="-7" dirty="0">
                <a:latin typeface="Times New Roman"/>
                <a:cs typeface="Times New Roman"/>
              </a:rPr>
              <a:t>are</a:t>
            </a:r>
            <a:r>
              <a:rPr lang="en-US" sz="2400" spc="53" dirty="0">
                <a:latin typeface="Times New Roman"/>
                <a:cs typeface="Times New Roman"/>
              </a:rPr>
              <a:t> </a:t>
            </a:r>
            <a:r>
              <a:rPr lang="en-US" sz="2400" spc="-7" dirty="0">
                <a:latin typeface="Times New Roman"/>
                <a:cs typeface="Times New Roman"/>
              </a:rPr>
              <a:t>called</a:t>
            </a:r>
            <a:r>
              <a:rPr lang="en-US" sz="2400" spc="53" dirty="0">
                <a:latin typeface="Times New Roman"/>
                <a:cs typeface="Times New Roman"/>
              </a:rPr>
              <a:t> </a:t>
            </a:r>
            <a:r>
              <a:rPr lang="en-US" sz="2400" spc="-7" dirty="0">
                <a:latin typeface="Times New Roman"/>
                <a:cs typeface="Times New Roman"/>
              </a:rPr>
              <a:t>left </a:t>
            </a:r>
            <a:r>
              <a:rPr lang="en-US" sz="2400" spc="-400" dirty="0">
                <a:latin typeface="Times New Roman"/>
                <a:cs typeface="Times New Roman"/>
              </a:rPr>
              <a:t> </a:t>
            </a:r>
            <a:r>
              <a:rPr lang="en-US" sz="2400" spc="-7" dirty="0" err="1">
                <a:latin typeface="Times New Roman"/>
                <a:cs typeface="Times New Roman"/>
              </a:rPr>
              <a:t>descendantse</a:t>
            </a:r>
            <a:r>
              <a:rPr lang="en-US" sz="2400" spc="-7" dirty="0">
                <a:latin typeface="Times New Roman"/>
                <a:cs typeface="Times New Roman"/>
              </a:rPr>
              <a:t> </a:t>
            </a:r>
            <a:r>
              <a:rPr lang="en-US" sz="2400" spc="-7" dirty="0" err="1">
                <a:latin typeface="Times New Roman"/>
                <a:cs typeface="Times New Roman"/>
              </a:rPr>
              <a:t>eg</a:t>
            </a:r>
            <a:r>
              <a:rPr lang="en-US" sz="2400" spc="-7" dirty="0">
                <a:latin typeface="Times New Roman"/>
                <a:cs typeface="Times New Roman"/>
              </a:rPr>
              <a:t> 50 and 70 are left descendants of 100</a:t>
            </a:r>
          </a:p>
          <a:p>
            <a:r>
              <a:rPr lang="en-US" sz="2400" b="1" spc="-7" dirty="0">
                <a:solidFill>
                  <a:srgbClr val="FF0000"/>
                </a:solidFill>
                <a:latin typeface="Times New Roman"/>
                <a:cs typeface="Times New Roman"/>
              </a:rPr>
              <a:t>Right</a:t>
            </a:r>
            <a:r>
              <a:rPr lang="en-US" sz="2400" b="1" spc="127" dirty="0">
                <a:solidFill>
                  <a:srgbClr val="FF0000"/>
                </a:solidFill>
                <a:latin typeface="Times New Roman"/>
                <a:cs typeface="Times New Roman"/>
              </a:rPr>
              <a:t> </a:t>
            </a:r>
            <a:r>
              <a:rPr lang="en-US" sz="2400" b="1" spc="-7" dirty="0">
                <a:solidFill>
                  <a:srgbClr val="FF0000"/>
                </a:solidFill>
                <a:latin typeface="Times New Roman"/>
                <a:cs typeface="Times New Roman"/>
              </a:rPr>
              <a:t>descendants:</a:t>
            </a:r>
            <a:r>
              <a:rPr lang="en-US" sz="2400" b="1" spc="127" dirty="0">
                <a:solidFill>
                  <a:srgbClr val="FF0000"/>
                </a:solidFill>
                <a:latin typeface="Times New Roman"/>
                <a:cs typeface="Times New Roman"/>
              </a:rPr>
              <a:t> </a:t>
            </a:r>
            <a:r>
              <a:rPr lang="en-US" sz="2400" spc="-7" dirty="0">
                <a:latin typeface="Times New Roman"/>
                <a:cs typeface="Times New Roman"/>
              </a:rPr>
              <a:t>The</a:t>
            </a:r>
            <a:r>
              <a:rPr lang="en-US" sz="2400" spc="127" dirty="0">
                <a:latin typeface="Times New Roman"/>
                <a:cs typeface="Times New Roman"/>
              </a:rPr>
              <a:t> </a:t>
            </a:r>
            <a:r>
              <a:rPr lang="en-US" sz="2400" spc="-7" dirty="0">
                <a:latin typeface="Times New Roman"/>
                <a:cs typeface="Times New Roman"/>
              </a:rPr>
              <a:t>nodes</a:t>
            </a:r>
            <a:r>
              <a:rPr lang="en-US" sz="2400" spc="107" dirty="0">
                <a:latin typeface="Times New Roman"/>
                <a:cs typeface="Times New Roman"/>
              </a:rPr>
              <a:t> </a:t>
            </a:r>
            <a:r>
              <a:rPr lang="en-US" sz="2400" spc="-7" dirty="0">
                <a:latin typeface="Times New Roman"/>
                <a:cs typeface="Times New Roman"/>
              </a:rPr>
              <a:t>that</a:t>
            </a:r>
            <a:r>
              <a:rPr lang="en-US" sz="2400" spc="127" dirty="0">
                <a:latin typeface="Times New Roman"/>
                <a:cs typeface="Times New Roman"/>
              </a:rPr>
              <a:t> </a:t>
            </a:r>
            <a:r>
              <a:rPr lang="en-US" sz="2400" spc="-7" dirty="0">
                <a:latin typeface="Times New Roman"/>
                <a:cs typeface="Times New Roman"/>
              </a:rPr>
              <a:t>lie</a:t>
            </a:r>
            <a:r>
              <a:rPr lang="en-US" sz="2400" spc="120" dirty="0">
                <a:latin typeface="Times New Roman"/>
                <a:cs typeface="Times New Roman"/>
              </a:rPr>
              <a:t> </a:t>
            </a:r>
            <a:r>
              <a:rPr lang="en-US" sz="2400" spc="-7" dirty="0">
                <a:latin typeface="Times New Roman"/>
                <a:cs typeface="Times New Roman"/>
              </a:rPr>
              <a:t>towards</a:t>
            </a:r>
            <a:r>
              <a:rPr lang="en-US" sz="2400" spc="127" dirty="0">
                <a:latin typeface="Times New Roman"/>
                <a:cs typeface="Times New Roman"/>
              </a:rPr>
              <a:t> </a:t>
            </a:r>
            <a:r>
              <a:rPr lang="en-US" sz="2400" spc="-7" dirty="0">
                <a:latin typeface="Times New Roman"/>
                <a:cs typeface="Times New Roman"/>
              </a:rPr>
              <a:t>right</a:t>
            </a:r>
            <a:r>
              <a:rPr lang="en-US" sz="2400" spc="127" dirty="0">
                <a:latin typeface="Times New Roman"/>
                <a:cs typeface="Times New Roman"/>
              </a:rPr>
              <a:t> </a:t>
            </a:r>
            <a:r>
              <a:rPr lang="en-US" sz="2400" spc="-7" dirty="0">
                <a:latin typeface="Times New Roman"/>
                <a:cs typeface="Times New Roman"/>
              </a:rPr>
              <a:t>subtree</a:t>
            </a:r>
            <a:r>
              <a:rPr lang="en-US" sz="2400" spc="113" dirty="0">
                <a:latin typeface="Times New Roman"/>
                <a:cs typeface="Times New Roman"/>
              </a:rPr>
              <a:t> </a:t>
            </a:r>
            <a:r>
              <a:rPr lang="en-US" sz="2400" spc="-7" dirty="0">
                <a:latin typeface="Times New Roman"/>
                <a:cs typeface="Times New Roman"/>
              </a:rPr>
              <a:t>of</a:t>
            </a:r>
            <a:r>
              <a:rPr lang="en-US" sz="2400" spc="113" dirty="0">
                <a:latin typeface="Times New Roman"/>
                <a:cs typeface="Times New Roman"/>
              </a:rPr>
              <a:t> </a:t>
            </a:r>
            <a:r>
              <a:rPr lang="en-US" sz="2400" spc="-7" dirty="0">
                <a:latin typeface="Times New Roman"/>
                <a:cs typeface="Times New Roman"/>
              </a:rPr>
              <a:t>node</a:t>
            </a:r>
            <a:r>
              <a:rPr lang="en-US" sz="2400" spc="147" dirty="0">
                <a:latin typeface="Times New Roman"/>
                <a:cs typeface="Times New Roman"/>
              </a:rPr>
              <a:t> </a:t>
            </a:r>
            <a:r>
              <a:rPr lang="en-US" sz="2400" i="1" spc="-7" dirty="0">
                <a:latin typeface="Times New Roman"/>
                <a:cs typeface="Times New Roman"/>
              </a:rPr>
              <a:t>x</a:t>
            </a:r>
            <a:r>
              <a:rPr lang="en-US" sz="2400" i="1" spc="127" dirty="0">
                <a:latin typeface="Times New Roman"/>
                <a:cs typeface="Times New Roman"/>
              </a:rPr>
              <a:t> </a:t>
            </a:r>
            <a:r>
              <a:rPr lang="en-US" sz="2400" spc="-7" dirty="0">
                <a:latin typeface="Times New Roman"/>
                <a:cs typeface="Times New Roman"/>
              </a:rPr>
              <a:t>are</a:t>
            </a:r>
            <a:r>
              <a:rPr lang="en-US" sz="2400" spc="120" dirty="0">
                <a:latin typeface="Times New Roman"/>
                <a:cs typeface="Times New Roman"/>
              </a:rPr>
              <a:t> </a:t>
            </a:r>
            <a:r>
              <a:rPr lang="en-US" sz="2400" spc="-7" dirty="0">
                <a:latin typeface="Times New Roman"/>
                <a:cs typeface="Times New Roman"/>
              </a:rPr>
              <a:t>called </a:t>
            </a:r>
            <a:r>
              <a:rPr lang="en-US" sz="2400" spc="-400" dirty="0">
                <a:latin typeface="Times New Roman"/>
                <a:cs typeface="Times New Roman"/>
              </a:rPr>
              <a:t> </a:t>
            </a:r>
            <a:r>
              <a:rPr lang="en-US" sz="2400" spc="-7" dirty="0">
                <a:latin typeface="Times New Roman"/>
                <a:cs typeface="Times New Roman"/>
              </a:rPr>
              <a:t>right</a:t>
            </a:r>
            <a:r>
              <a:rPr lang="en-US" sz="2400" dirty="0">
                <a:latin typeface="Times New Roman"/>
                <a:cs typeface="Times New Roman"/>
              </a:rPr>
              <a:t> </a:t>
            </a:r>
            <a:r>
              <a:rPr lang="en-US" sz="2400" spc="-7" dirty="0">
                <a:latin typeface="Times New Roman"/>
                <a:cs typeface="Times New Roman"/>
              </a:rPr>
              <a:t>descendants</a:t>
            </a:r>
          </a:p>
          <a:p>
            <a:r>
              <a:rPr lang="en-US" sz="2400" b="1" spc="-7" dirty="0" err="1">
                <a:solidFill>
                  <a:srgbClr val="FF0000"/>
                </a:solidFill>
                <a:latin typeface="Times New Roman"/>
                <a:cs typeface="Times New Roman"/>
              </a:rPr>
              <a:t>Leftsubtree</a:t>
            </a:r>
            <a:r>
              <a:rPr lang="en-US" sz="2400" b="1" spc="-7" dirty="0">
                <a:solidFill>
                  <a:srgbClr val="FF0000"/>
                </a:solidFill>
                <a:latin typeface="Times New Roman"/>
                <a:cs typeface="Times New Roman"/>
              </a:rPr>
              <a:t>:</a:t>
            </a:r>
            <a:r>
              <a:rPr lang="en-US" sz="2400" b="1" spc="140" dirty="0">
                <a:solidFill>
                  <a:srgbClr val="FF0000"/>
                </a:solidFill>
                <a:latin typeface="Times New Roman"/>
                <a:cs typeface="Times New Roman"/>
              </a:rPr>
              <a:t> </a:t>
            </a:r>
            <a:r>
              <a:rPr lang="en-US" sz="2400" spc="-7" dirty="0">
                <a:latin typeface="Times New Roman"/>
                <a:cs typeface="Times New Roman"/>
              </a:rPr>
              <a:t>All</a:t>
            </a:r>
            <a:r>
              <a:rPr lang="en-US" sz="2400" spc="140" dirty="0">
                <a:latin typeface="Times New Roman"/>
                <a:cs typeface="Times New Roman"/>
              </a:rPr>
              <a:t> </a:t>
            </a:r>
            <a:r>
              <a:rPr lang="en-US" sz="2400" spc="-7" dirty="0">
                <a:latin typeface="Times New Roman"/>
                <a:cs typeface="Times New Roman"/>
              </a:rPr>
              <a:t>the</a:t>
            </a:r>
            <a:r>
              <a:rPr lang="en-US" sz="2400" spc="133" dirty="0">
                <a:latin typeface="Times New Roman"/>
                <a:cs typeface="Times New Roman"/>
              </a:rPr>
              <a:t> </a:t>
            </a:r>
            <a:r>
              <a:rPr lang="en-US" sz="2400" dirty="0">
                <a:latin typeface="Times New Roman"/>
                <a:cs typeface="Times New Roman"/>
              </a:rPr>
              <a:t>nodes</a:t>
            </a:r>
            <a:r>
              <a:rPr lang="en-US" sz="2400" spc="127" dirty="0">
                <a:latin typeface="Times New Roman"/>
                <a:cs typeface="Times New Roman"/>
              </a:rPr>
              <a:t> </a:t>
            </a:r>
            <a:r>
              <a:rPr lang="en-US" sz="2400" spc="-7" dirty="0">
                <a:latin typeface="Times New Roman"/>
                <a:cs typeface="Times New Roman"/>
              </a:rPr>
              <a:t>that</a:t>
            </a:r>
            <a:r>
              <a:rPr lang="en-US" sz="2400" spc="152" dirty="0">
                <a:latin typeface="Times New Roman"/>
                <a:cs typeface="Times New Roman"/>
              </a:rPr>
              <a:t> </a:t>
            </a:r>
            <a:r>
              <a:rPr lang="en-US" sz="2400" spc="-7" dirty="0">
                <a:latin typeface="Times New Roman"/>
                <a:cs typeface="Times New Roman"/>
              </a:rPr>
              <a:t>are</a:t>
            </a:r>
            <a:r>
              <a:rPr lang="en-US" sz="2400" spc="127" dirty="0">
                <a:latin typeface="Times New Roman"/>
                <a:cs typeface="Times New Roman"/>
              </a:rPr>
              <a:t> </a:t>
            </a:r>
            <a:r>
              <a:rPr lang="en-US" sz="2400" spc="-7" dirty="0">
                <a:latin typeface="Times New Roman"/>
                <a:cs typeface="Times New Roman"/>
              </a:rPr>
              <a:t>all</a:t>
            </a:r>
            <a:r>
              <a:rPr lang="en-US" sz="2400" spc="133" dirty="0">
                <a:latin typeface="Times New Roman"/>
                <a:cs typeface="Times New Roman"/>
              </a:rPr>
              <a:t> </a:t>
            </a:r>
            <a:r>
              <a:rPr lang="en-US" sz="2400" spc="-7" dirty="0">
                <a:latin typeface="Times New Roman"/>
                <a:cs typeface="Times New Roman"/>
              </a:rPr>
              <a:t>left</a:t>
            </a:r>
            <a:r>
              <a:rPr lang="en-US" sz="2400" spc="160" dirty="0">
                <a:latin typeface="Times New Roman"/>
                <a:cs typeface="Times New Roman"/>
              </a:rPr>
              <a:t> </a:t>
            </a:r>
            <a:r>
              <a:rPr lang="en-US" sz="2400" spc="-7" dirty="0">
                <a:latin typeface="Times New Roman"/>
                <a:cs typeface="Times New Roman"/>
              </a:rPr>
              <a:t>descendants</a:t>
            </a:r>
            <a:r>
              <a:rPr lang="en-US" sz="2400" spc="133" dirty="0">
                <a:latin typeface="Times New Roman"/>
                <a:cs typeface="Times New Roman"/>
              </a:rPr>
              <a:t> </a:t>
            </a:r>
            <a:r>
              <a:rPr lang="en-US" sz="2400" dirty="0">
                <a:latin typeface="Times New Roman"/>
                <a:cs typeface="Times New Roman"/>
              </a:rPr>
              <a:t>of</a:t>
            </a:r>
            <a:r>
              <a:rPr lang="en-US" sz="2400" spc="127" dirty="0">
                <a:latin typeface="Times New Roman"/>
                <a:cs typeface="Times New Roman"/>
              </a:rPr>
              <a:t> </a:t>
            </a:r>
            <a:r>
              <a:rPr lang="en-US" sz="2400" spc="-7" dirty="0">
                <a:latin typeface="Times New Roman"/>
                <a:cs typeface="Times New Roman"/>
              </a:rPr>
              <a:t>a</a:t>
            </a:r>
            <a:r>
              <a:rPr lang="en-US" sz="2400" spc="140" dirty="0">
                <a:latin typeface="Times New Roman"/>
                <a:cs typeface="Times New Roman"/>
              </a:rPr>
              <a:t> </a:t>
            </a:r>
            <a:r>
              <a:rPr lang="en-US" sz="2400" spc="-7" dirty="0">
                <a:latin typeface="Times New Roman"/>
                <a:cs typeface="Times New Roman"/>
              </a:rPr>
              <a:t>node</a:t>
            </a:r>
            <a:r>
              <a:rPr lang="en-US" sz="2400" spc="147" dirty="0">
                <a:latin typeface="Times New Roman"/>
                <a:cs typeface="Times New Roman"/>
              </a:rPr>
              <a:t> </a:t>
            </a:r>
            <a:r>
              <a:rPr lang="en-US" sz="2400" i="1" spc="-7" dirty="0">
                <a:latin typeface="Times New Roman"/>
                <a:cs typeface="Times New Roman"/>
              </a:rPr>
              <a:t>x</a:t>
            </a:r>
            <a:r>
              <a:rPr lang="en-US" sz="2400" i="1" spc="152" dirty="0">
                <a:latin typeface="Times New Roman"/>
                <a:cs typeface="Times New Roman"/>
              </a:rPr>
              <a:t> </a:t>
            </a:r>
            <a:r>
              <a:rPr lang="en-US" sz="2400" dirty="0">
                <a:latin typeface="Times New Roman"/>
                <a:cs typeface="Times New Roman"/>
              </a:rPr>
              <a:t>form</a:t>
            </a:r>
            <a:r>
              <a:rPr lang="en-US" sz="2400" spc="120" dirty="0">
                <a:latin typeface="Times New Roman"/>
                <a:cs typeface="Times New Roman"/>
              </a:rPr>
              <a:t> </a:t>
            </a:r>
            <a:r>
              <a:rPr lang="en-US" sz="2400" spc="-7" dirty="0">
                <a:latin typeface="Times New Roman"/>
                <a:cs typeface="Times New Roman"/>
              </a:rPr>
              <a:t>the</a:t>
            </a:r>
            <a:r>
              <a:rPr lang="en-US" sz="2400" spc="140" dirty="0">
                <a:latin typeface="Times New Roman"/>
                <a:cs typeface="Times New Roman"/>
              </a:rPr>
              <a:t> </a:t>
            </a:r>
            <a:r>
              <a:rPr lang="en-US" sz="2400" b="1" spc="-7" dirty="0">
                <a:latin typeface="Times New Roman"/>
                <a:cs typeface="Times New Roman"/>
              </a:rPr>
              <a:t>left </a:t>
            </a:r>
            <a:r>
              <a:rPr lang="en-US" sz="2400" b="1" spc="-400" dirty="0">
                <a:latin typeface="Times New Roman"/>
                <a:cs typeface="Times New Roman"/>
              </a:rPr>
              <a:t> </a:t>
            </a:r>
            <a:r>
              <a:rPr lang="en-US" sz="2400" b="1" spc="-7" dirty="0">
                <a:latin typeface="Times New Roman"/>
                <a:cs typeface="Times New Roman"/>
              </a:rPr>
              <a:t>subtree </a:t>
            </a:r>
            <a:r>
              <a:rPr lang="en-US" sz="2400" dirty="0">
                <a:latin typeface="Times New Roman"/>
                <a:cs typeface="Times New Roman"/>
              </a:rPr>
              <a:t>of</a:t>
            </a:r>
            <a:r>
              <a:rPr lang="en-US" sz="2400" spc="-13" dirty="0">
                <a:latin typeface="Times New Roman"/>
                <a:cs typeface="Times New Roman"/>
              </a:rPr>
              <a:t> </a:t>
            </a:r>
            <a:r>
              <a:rPr lang="en-US" sz="2400" i="1" spc="-7" dirty="0">
                <a:latin typeface="Times New Roman"/>
                <a:cs typeface="Times New Roman"/>
              </a:rPr>
              <a:t>x</a:t>
            </a:r>
            <a:r>
              <a:rPr lang="en-US" sz="2400" b="1" spc="-7" dirty="0">
                <a:latin typeface="Times New Roman"/>
                <a:cs typeface="Times New Roman"/>
              </a:rPr>
              <a:t>.</a:t>
            </a:r>
          </a:p>
          <a:p>
            <a:pPr marL="16933">
              <a:lnSpc>
                <a:spcPts val="1960"/>
              </a:lnSpc>
              <a:spcBef>
                <a:spcPts val="733"/>
              </a:spcBef>
              <a:buClr>
                <a:srgbClr val="FF00FF"/>
              </a:buClr>
              <a:tabLst>
                <a:tab pos="321725" algn="l"/>
              </a:tabLst>
            </a:pPr>
            <a:r>
              <a:rPr lang="en-US" sz="2400" b="1" spc="-7" dirty="0">
                <a:solidFill>
                  <a:srgbClr val="FF0000"/>
                </a:solidFill>
                <a:latin typeface="Times New Roman"/>
                <a:cs typeface="Times New Roman"/>
              </a:rPr>
              <a:t>Right</a:t>
            </a:r>
            <a:r>
              <a:rPr lang="en-US" sz="2400" b="1" spc="120" dirty="0">
                <a:solidFill>
                  <a:srgbClr val="FF0000"/>
                </a:solidFill>
                <a:latin typeface="Times New Roman"/>
                <a:cs typeface="Times New Roman"/>
              </a:rPr>
              <a:t> </a:t>
            </a:r>
            <a:r>
              <a:rPr lang="en-US" sz="2400" b="1" spc="-7" dirty="0">
                <a:solidFill>
                  <a:srgbClr val="FF0000"/>
                </a:solidFill>
                <a:latin typeface="Times New Roman"/>
                <a:cs typeface="Times New Roman"/>
              </a:rPr>
              <a:t>subtree</a:t>
            </a:r>
            <a:r>
              <a:rPr lang="en-US" sz="2400" b="1" spc="-7" dirty="0">
                <a:latin typeface="Times New Roman"/>
                <a:cs typeface="Times New Roman"/>
              </a:rPr>
              <a:t>:</a:t>
            </a:r>
            <a:r>
              <a:rPr lang="en-US" sz="2400" b="1" spc="693" dirty="0">
                <a:latin typeface="Times New Roman"/>
                <a:cs typeface="Times New Roman"/>
              </a:rPr>
              <a:t> </a:t>
            </a:r>
            <a:r>
              <a:rPr lang="en-US" sz="2400" spc="-7" dirty="0">
                <a:latin typeface="Times New Roman"/>
                <a:cs typeface="Times New Roman"/>
              </a:rPr>
              <a:t>All</a:t>
            </a:r>
            <a:r>
              <a:rPr lang="en-US" sz="2400" spc="120" dirty="0">
                <a:latin typeface="Times New Roman"/>
                <a:cs typeface="Times New Roman"/>
              </a:rPr>
              <a:t> </a:t>
            </a:r>
            <a:r>
              <a:rPr lang="en-US" sz="2400" spc="-7" dirty="0">
                <a:latin typeface="Times New Roman"/>
                <a:cs typeface="Times New Roman"/>
              </a:rPr>
              <a:t>the</a:t>
            </a:r>
            <a:r>
              <a:rPr lang="en-US" sz="2400" spc="127" dirty="0">
                <a:latin typeface="Times New Roman"/>
                <a:cs typeface="Times New Roman"/>
              </a:rPr>
              <a:t> </a:t>
            </a:r>
            <a:r>
              <a:rPr lang="en-US" sz="2400" spc="-7" dirty="0">
                <a:latin typeface="Times New Roman"/>
                <a:cs typeface="Times New Roman"/>
              </a:rPr>
              <a:t>nodes</a:t>
            </a:r>
            <a:r>
              <a:rPr lang="en-US" sz="2400" spc="127" dirty="0">
                <a:latin typeface="Times New Roman"/>
                <a:cs typeface="Times New Roman"/>
              </a:rPr>
              <a:t> </a:t>
            </a:r>
            <a:r>
              <a:rPr lang="en-US" sz="2400" spc="-7" dirty="0">
                <a:latin typeface="Times New Roman"/>
                <a:cs typeface="Times New Roman"/>
              </a:rPr>
              <a:t>that</a:t>
            </a:r>
            <a:r>
              <a:rPr lang="en-US" sz="2400" spc="133" dirty="0">
                <a:latin typeface="Times New Roman"/>
                <a:cs typeface="Times New Roman"/>
              </a:rPr>
              <a:t> </a:t>
            </a:r>
            <a:r>
              <a:rPr lang="en-US" sz="2400" spc="-7" dirty="0">
                <a:latin typeface="Times New Roman"/>
                <a:cs typeface="Times New Roman"/>
              </a:rPr>
              <a:t>are</a:t>
            </a:r>
            <a:r>
              <a:rPr lang="en-US" sz="2400" spc="120" dirty="0">
                <a:latin typeface="Times New Roman"/>
                <a:cs typeface="Times New Roman"/>
              </a:rPr>
              <a:t> </a:t>
            </a:r>
            <a:r>
              <a:rPr lang="en-US" sz="2400" spc="-7" dirty="0">
                <a:latin typeface="Times New Roman"/>
                <a:cs typeface="Times New Roman"/>
              </a:rPr>
              <a:t>all</a:t>
            </a:r>
            <a:r>
              <a:rPr lang="en-US" sz="2400" spc="152" dirty="0">
                <a:latin typeface="Times New Roman"/>
                <a:cs typeface="Times New Roman"/>
              </a:rPr>
              <a:t> </a:t>
            </a:r>
            <a:r>
              <a:rPr lang="en-US" sz="2400" spc="-7" dirty="0">
                <a:latin typeface="Times New Roman"/>
                <a:cs typeface="Times New Roman"/>
              </a:rPr>
              <a:t>right</a:t>
            </a:r>
            <a:r>
              <a:rPr lang="en-US" sz="2400" spc="120" dirty="0">
                <a:latin typeface="Times New Roman"/>
                <a:cs typeface="Times New Roman"/>
              </a:rPr>
              <a:t> </a:t>
            </a:r>
            <a:r>
              <a:rPr lang="en-US" sz="2400" spc="-7" dirty="0">
                <a:latin typeface="Times New Roman"/>
                <a:cs typeface="Times New Roman"/>
              </a:rPr>
              <a:t>descendants</a:t>
            </a:r>
            <a:r>
              <a:rPr lang="en-US" sz="2400" spc="120" dirty="0">
                <a:latin typeface="Times New Roman"/>
                <a:cs typeface="Times New Roman"/>
              </a:rPr>
              <a:t> </a:t>
            </a:r>
            <a:r>
              <a:rPr lang="en-US" sz="2400" dirty="0">
                <a:latin typeface="Times New Roman"/>
                <a:cs typeface="Times New Roman"/>
              </a:rPr>
              <a:t>of</a:t>
            </a:r>
            <a:r>
              <a:rPr lang="en-US" sz="2400" spc="127" dirty="0">
                <a:latin typeface="Times New Roman"/>
                <a:cs typeface="Times New Roman"/>
              </a:rPr>
              <a:t> </a:t>
            </a:r>
            <a:r>
              <a:rPr lang="en-US" sz="2400" spc="-7" dirty="0">
                <a:latin typeface="Times New Roman"/>
                <a:cs typeface="Times New Roman"/>
              </a:rPr>
              <a:t>a</a:t>
            </a:r>
            <a:r>
              <a:rPr lang="en-US" sz="2400" spc="120" dirty="0">
                <a:latin typeface="Times New Roman"/>
                <a:cs typeface="Times New Roman"/>
              </a:rPr>
              <a:t> </a:t>
            </a:r>
            <a:r>
              <a:rPr lang="en-US" sz="2400" spc="-7" dirty="0">
                <a:latin typeface="Times New Roman"/>
                <a:cs typeface="Times New Roman"/>
              </a:rPr>
              <a:t>node</a:t>
            </a:r>
            <a:r>
              <a:rPr lang="en-US" sz="2400" spc="160" dirty="0">
                <a:latin typeface="Times New Roman"/>
                <a:cs typeface="Times New Roman"/>
              </a:rPr>
              <a:t> </a:t>
            </a:r>
            <a:r>
              <a:rPr lang="en-US" sz="2400" i="1" spc="-7" dirty="0">
                <a:latin typeface="Times New Roman"/>
                <a:cs typeface="Times New Roman"/>
              </a:rPr>
              <a:t>x</a:t>
            </a:r>
            <a:r>
              <a:rPr lang="en-US" sz="2400" i="1" spc="113" dirty="0">
                <a:latin typeface="Times New Roman"/>
                <a:cs typeface="Times New Roman"/>
              </a:rPr>
              <a:t> </a:t>
            </a:r>
            <a:r>
              <a:rPr lang="en-US" sz="2400" dirty="0">
                <a:latin typeface="Times New Roman"/>
                <a:cs typeface="Times New Roman"/>
              </a:rPr>
              <a:t>form</a:t>
            </a:r>
            <a:r>
              <a:rPr lang="en-US" sz="2400" spc="120" dirty="0">
                <a:latin typeface="Times New Roman"/>
                <a:cs typeface="Times New Roman"/>
              </a:rPr>
              <a:t> </a:t>
            </a:r>
            <a:r>
              <a:rPr lang="en-US" sz="2400" spc="-7" dirty="0" err="1">
                <a:latin typeface="Times New Roman"/>
                <a:cs typeface="Times New Roman"/>
              </a:rPr>
              <a:t>the</a:t>
            </a:r>
            <a:r>
              <a:rPr lang="en-US" sz="2400" b="1" spc="-7" dirty="0" err="1">
                <a:latin typeface="Times New Roman"/>
                <a:cs typeface="Times New Roman"/>
              </a:rPr>
              <a:t>right</a:t>
            </a:r>
            <a:r>
              <a:rPr lang="en-US" sz="2400" b="1" dirty="0">
                <a:latin typeface="Times New Roman"/>
                <a:cs typeface="Times New Roman"/>
              </a:rPr>
              <a:t> </a:t>
            </a:r>
            <a:r>
              <a:rPr lang="en-US" sz="2400" b="1" spc="-7" dirty="0">
                <a:latin typeface="Times New Roman"/>
                <a:cs typeface="Times New Roman"/>
              </a:rPr>
              <a:t>subtree </a:t>
            </a:r>
            <a:r>
              <a:rPr lang="en-US" sz="2400" dirty="0">
                <a:latin typeface="Times New Roman"/>
                <a:cs typeface="Times New Roman"/>
              </a:rPr>
              <a:t>of x</a:t>
            </a:r>
          </a:p>
          <a:p>
            <a:pPr marL="16933">
              <a:lnSpc>
                <a:spcPts val="1960"/>
              </a:lnSpc>
              <a:spcBef>
                <a:spcPts val="733"/>
              </a:spcBef>
              <a:buClr>
                <a:srgbClr val="FF00FF"/>
              </a:buClr>
              <a:tabLst>
                <a:tab pos="321725" algn="l"/>
              </a:tabLst>
            </a:pPr>
            <a:endParaRPr lang="en-US" sz="2400" dirty="0"/>
          </a:p>
        </p:txBody>
      </p:sp>
    </p:spTree>
    <p:extLst>
      <p:ext uri="{BB962C8B-B14F-4D97-AF65-F5344CB8AC3E}">
        <p14:creationId xmlns:p14="http://schemas.microsoft.com/office/powerpoint/2010/main" val="6594459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7974656-4035-3EC4-8D55-2B4A5574ECC4}"/>
              </a:ext>
            </a:extLst>
          </p:cNvPr>
          <p:cNvSpPr>
            <a:spLocks noGrp="1"/>
          </p:cNvSpPr>
          <p:nvPr>
            <p:ph type="body" idx="1"/>
          </p:nvPr>
        </p:nvSpPr>
        <p:spPr>
          <a:xfrm>
            <a:off x="623614" y="1326931"/>
            <a:ext cx="11176000" cy="8583547"/>
          </a:xfrm>
        </p:spPr>
        <p:txBody>
          <a:bodyPr/>
          <a:lstStyle/>
          <a:p>
            <a:pPr marL="16933">
              <a:lnSpc>
                <a:spcPts val="1960"/>
              </a:lnSpc>
              <a:spcBef>
                <a:spcPts val="733"/>
              </a:spcBef>
              <a:buClr>
                <a:srgbClr val="FF00FF"/>
              </a:buClr>
              <a:tabLst>
                <a:tab pos="321725" algn="l"/>
              </a:tabLst>
            </a:pPr>
            <a:r>
              <a:rPr lang="en-US" sz="2400" b="1" spc="-7" dirty="0">
                <a:solidFill>
                  <a:srgbClr val="FF0000"/>
                </a:solidFill>
                <a:latin typeface="Times New Roman"/>
                <a:cs typeface="Times New Roman"/>
              </a:rPr>
              <a:t>Parent:</a:t>
            </a:r>
            <a:r>
              <a:rPr lang="en-US" sz="2400" b="1" spc="-7" dirty="0">
                <a:latin typeface="Times New Roman"/>
                <a:cs typeface="Times New Roman"/>
              </a:rPr>
              <a:t> </a:t>
            </a:r>
            <a:r>
              <a:rPr lang="en-US" sz="2400" spc="-7" dirty="0">
                <a:latin typeface="Times New Roman"/>
                <a:cs typeface="Times New Roman"/>
              </a:rPr>
              <a:t>A node having left subtree or right subtree or both </a:t>
            </a:r>
            <a:r>
              <a:rPr lang="en-US" sz="2400" dirty="0">
                <a:latin typeface="Times New Roman"/>
                <a:cs typeface="Times New Roman"/>
              </a:rPr>
              <a:t>is </a:t>
            </a:r>
            <a:r>
              <a:rPr lang="en-US" sz="2400" spc="-7" dirty="0">
                <a:latin typeface="Times New Roman"/>
                <a:cs typeface="Times New Roman"/>
              </a:rPr>
              <a:t>said to be a </a:t>
            </a:r>
            <a:r>
              <a:rPr lang="en-US" sz="2400" dirty="0">
                <a:latin typeface="Times New Roman"/>
                <a:cs typeface="Times New Roman"/>
              </a:rPr>
              <a:t>parent </a:t>
            </a:r>
            <a:r>
              <a:rPr lang="en-US" sz="2400" spc="7" dirty="0">
                <a:latin typeface="Times New Roman"/>
                <a:cs typeface="Times New Roman"/>
              </a:rPr>
              <a:t> </a:t>
            </a:r>
            <a:r>
              <a:rPr lang="en-US" sz="2400" spc="-7" dirty="0">
                <a:latin typeface="Times New Roman"/>
                <a:cs typeface="Times New Roman"/>
              </a:rPr>
              <a:t>node for the left subtree and/or right subtree</a:t>
            </a:r>
          </a:p>
          <a:p>
            <a:pPr marL="16933">
              <a:lnSpc>
                <a:spcPts val="1960"/>
              </a:lnSpc>
              <a:spcBef>
                <a:spcPts val="733"/>
              </a:spcBef>
              <a:buClr>
                <a:srgbClr val="FF00FF"/>
              </a:buClr>
              <a:tabLst>
                <a:tab pos="321725" algn="l"/>
              </a:tabLst>
            </a:pPr>
            <a:r>
              <a:rPr lang="en-US" sz="2400" b="1" spc="-7" dirty="0">
                <a:solidFill>
                  <a:srgbClr val="FF0000"/>
                </a:solidFill>
                <a:latin typeface="Times New Roman"/>
                <a:cs typeface="Times New Roman"/>
              </a:rPr>
              <a:t>Degree</a:t>
            </a:r>
            <a:r>
              <a:rPr lang="en-US" sz="2400" b="1" spc="-7" dirty="0">
                <a:latin typeface="Times New Roman"/>
                <a:cs typeface="Times New Roman"/>
              </a:rPr>
              <a:t>:</a:t>
            </a:r>
            <a:r>
              <a:rPr lang="en-US" sz="2400" b="1" spc="7" dirty="0">
                <a:latin typeface="Times New Roman"/>
                <a:cs typeface="Times New Roman"/>
              </a:rPr>
              <a:t> </a:t>
            </a:r>
            <a:r>
              <a:rPr lang="en-US" sz="2400" spc="-7" dirty="0">
                <a:latin typeface="Times New Roman"/>
                <a:cs typeface="Times New Roman"/>
              </a:rPr>
              <a:t>The</a:t>
            </a:r>
            <a:r>
              <a:rPr lang="en-US" sz="2400" dirty="0">
                <a:latin typeface="Times New Roman"/>
                <a:cs typeface="Times New Roman"/>
              </a:rPr>
              <a:t> </a:t>
            </a:r>
            <a:r>
              <a:rPr lang="en-US" sz="2400" spc="-7" dirty="0">
                <a:latin typeface="Times New Roman"/>
                <a:cs typeface="Times New Roman"/>
              </a:rPr>
              <a:t>number</a:t>
            </a:r>
            <a:r>
              <a:rPr lang="en-US" sz="2400" dirty="0">
                <a:latin typeface="Times New Roman"/>
                <a:cs typeface="Times New Roman"/>
              </a:rPr>
              <a:t> </a:t>
            </a:r>
            <a:r>
              <a:rPr lang="en-US" sz="2400" spc="-7" dirty="0">
                <a:latin typeface="Times New Roman"/>
                <a:cs typeface="Times New Roman"/>
              </a:rPr>
              <a:t>of</a:t>
            </a:r>
            <a:r>
              <a:rPr lang="en-US" sz="2400" spc="13" dirty="0">
                <a:latin typeface="Times New Roman"/>
                <a:cs typeface="Times New Roman"/>
              </a:rPr>
              <a:t> </a:t>
            </a:r>
            <a:r>
              <a:rPr lang="en-US" sz="2400" spc="-7" dirty="0">
                <a:latin typeface="Times New Roman"/>
                <a:cs typeface="Times New Roman"/>
              </a:rPr>
              <a:t>subtrees </a:t>
            </a:r>
            <a:r>
              <a:rPr lang="en-US" sz="2400" dirty="0">
                <a:latin typeface="Times New Roman"/>
                <a:cs typeface="Times New Roman"/>
              </a:rPr>
              <a:t>of</a:t>
            </a:r>
            <a:r>
              <a:rPr lang="en-US" sz="2400" spc="-7" dirty="0">
                <a:latin typeface="Times New Roman"/>
                <a:cs typeface="Times New Roman"/>
              </a:rPr>
              <a:t> a</a:t>
            </a:r>
            <a:r>
              <a:rPr lang="en-US" sz="2400" spc="13" dirty="0">
                <a:latin typeface="Times New Roman"/>
                <a:cs typeface="Times New Roman"/>
              </a:rPr>
              <a:t> </a:t>
            </a:r>
            <a:r>
              <a:rPr lang="en-US" sz="2400" spc="-7" dirty="0">
                <a:latin typeface="Times New Roman"/>
                <a:cs typeface="Times New Roman"/>
              </a:rPr>
              <a:t>node</a:t>
            </a:r>
            <a:r>
              <a:rPr lang="en-US" sz="2400" dirty="0">
                <a:latin typeface="Times New Roman"/>
                <a:cs typeface="Times New Roman"/>
              </a:rPr>
              <a:t> is</a:t>
            </a:r>
            <a:r>
              <a:rPr lang="en-US" sz="2400" spc="-7" dirty="0">
                <a:latin typeface="Times New Roman"/>
                <a:cs typeface="Times New Roman"/>
              </a:rPr>
              <a:t> </a:t>
            </a:r>
            <a:r>
              <a:rPr lang="en-US" sz="2400" dirty="0">
                <a:latin typeface="Times New Roman"/>
                <a:cs typeface="Times New Roman"/>
              </a:rPr>
              <a:t>called </a:t>
            </a:r>
            <a:r>
              <a:rPr lang="en-US" sz="2400" spc="-7" dirty="0">
                <a:latin typeface="Times New Roman"/>
                <a:cs typeface="Times New Roman"/>
              </a:rPr>
              <a:t>its</a:t>
            </a:r>
            <a:r>
              <a:rPr lang="en-US" sz="2400" spc="13" dirty="0">
                <a:latin typeface="Times New Roman"/>
                <a:cs typeface="Times New Roman"/>
              </a:rPr>
              <a:t> </a:t>
            </a:r>
            <a:r>
              <a:rPr lang="en-US" sz="2400" i="1" spc="-7" dirty="0">
                <a:latin typeface="Times New Roman"/>
                <a:cs typeface="Times New Roman"/>
              </a:rPr>
              <a:t>degree</a:t>
            </a:r>
            <a:r>
              <a:rPr lang="en-US" sz="2400" spc="-7" dirty="0">
                <a:latin typeface="Times New Roman"/>
                <a:cs typeface="Times New Roman"/>
              </a:rPr>
              <a:t>.</a:t>
            </a:r>
          </a:p>
          <a:p>
            <a:pPr marL="16933">
              <a:lnSpc>
                <a:spcPts val="1960"/>
              </a:lnSpc>
              <a:spcBef>
                <a:spcPts val="733"/>
              </a:spcBef>
              <a:buClr>
                <a:srgbClr val="FF00FF"/>
              </a:buClr>
              <a:tabLst>
                <a:tab pos="321725" algn="l"/>
              </a:tabLst>
            </a:pPr>
            <a:r>
              <a:rPr lang="en-US" sz="2400" b="1" spc="-7" dirty="0">
                <a:solidFill>
                  <a:srgbClr val="FF0000"/>
                </a:solidFill>
                <a:latin typeface="Times New Roman"/>
                <a:cs typeface="Times New Roman"/>
              </a:rPr>
              <a:t>Leaf</a:t>
            </a:r>
            <a:r>
              <a:rPr lang="en-US" sz="2400" b="1" spc="-7" dirty="0">
                <a:latin typeface="Times New Roman"/>
                <a:cs typeface="Times New Roman"/>
              </a:rPr>
              <a:t>: </a:t>
            </a:r>
            <a:r>
              <a:rPr lang="en-US" sz="2400" spc="-7" dirty="0">
                <a:latin typeface="Times New Roman"/>
                <a:cs typeface="Times New Roman"/>
              </a:rPr>
              <a:t>A </a:t>
            </a:r>
            <a:r>
              <a:rPr lang="en-US" sz="2400" dirty="0">
                <a:latin typeface="Times New Roman"/>
                <a:cs typeface="Times New Roman"/>
              </a:rPr>
              <a:t>node </a:t>
            </a:r>
            <a:r>
              <a:rPr lang="en-US" sz="2400" spc="-7" dirty="0">
                <a:latin typeface="Times New Roman"/>
                <a:cs typeface="Times New Roman"/>
              </a:rPr>
              <a:t>in a tree that has a degree </a:t>
            </a:r>
            <a:r>
              <a:rPr lang="en-US" sz="2400" dirty="0">
                <a:latin typeface="Times New Roman"/>
                <a:cs typeface="Times New Roman"/>
              </a:rPr>
              <a:t>of zero </a:t>
            </a:r>
            <a:r>
              <a:rPr lang="en-US" sz="2400" spc="-7" dirty="0">
                <a:latin typeface="Times New Roman"/>
                <a:cs typeface="Times New Roman"/>
              </a:rPr>
              <a:t>is called a </a:t>
            </a:r>
            <a:r>
              <a:rPr lang="en-US" sz="2400" b="1" dirty="0">
                <a:latin typeface="Times New Roman"/>
                <a:cs typeface="Times New Roman"/>
              </a:rPr>
              <a:t>leaf node. </a:t>
            </a:r>
            <a:r>
              <a:rPr lang="en-US" sz="2400" spc="-7" dirty="0">
                <a:latin typeface="Times New Roman"/>
                <a:cs typeface="Times New Roman"/>
              </a:rPr>
              <a:t>In other </a:t>
            </a:r>
            <a:r>
              <a:rPr lang="en-US" sz="2400" dirty="0">
                <a:latin typeface="Times New Roman"/>
                <a:cs typeface="Times New Roman"/>
              </a:rPr>
              <a:t> </a:t>
            </a:r>
            <a:r>
              <a:rPr lang="en-US" sz="2400" spc="-7" dirty="0">
                <a:latin typeface="Times New Roman"/>
                <a:cs typeface="Times New Roman"/>
              </a:rPr>
              <a:t>words, a </a:t>
            </a:r>
            <a:r>
              <a:rPr lang="en-US" sz="2400" dirty="0">
                <a:latin typeface="Times New Roman"/>
                <a:cs typeface="Times New Roman"/>
              </a:rPr>
              <a:t>node </a:t>
            </a:r>
            <a:r>
              <a:rPr lang="en-US" sz="2400" spc="-7" dirty="0">
                <a:latin typeface="Times New Roman"/>
                <a:cs typeface="Times New Roman"/>
              </a:rPr>
              <a:t>with an empty left child and an </a:t>
            </a:r>
            <a:r>
              <a:rPr lang="en-US" sz="2400" dirty="0">
                <a:latin typeface="Times New Roman"/>
                <a:cs typeface="Times New Roman"/>
              </a:rPr>
              <a:t>empty </a:t>
            </a:r>
            <a:r>
              <a:rPr lang="en-US" sz="2400" spc="-7" dirty="0">
                <a:latin typeface="Times New Roman"/>
                <a:cs typeface="Times New Roman"/>
              </a:rPr>
              <a:t>right child </a:t>
            </a:r>
            <a:r>
              <a:rPr lang="en-US" sz="2400" dirty="0">
                <a:latin typeface="Times New Roman"/>
                <a:cs typeface="Times New Roman"/>
              </a:rPr>
              <a:t>is called </a:t>
            </a:r>
            <a:r>
              <a:rPr lang="en-US" sz="2400" spc="-7" dirty="0">
                <a:latin typeface="Times New Roman"/>
                <a:cs typeface="Times New Roman"/>
              </a:rPr>
              <a:t>a </a:t>
            </a:r>
            <a:r>
              <a:rPr lang="en-US" sz="2400" dirty="0">
                <a:latin typeface="Times New Roman"/>
                <a:cs typeface="Times New Roman"/>
              </a:rPr>
              <a:t>leaf </a:t>
            </a:r>
            <a:r>
              <a:rPr lang="en-US" sz="2400" spc="7" dirty="0">
                <a:latin typeface="Times New Roman"/>
                <a:cs typeface="Times New Roman"/>
              </a:rPr>
              <a:t> </a:t>
            </a:r>
            <a:r>
              <a:rPr lang="en-US" sz="2400" spc="-7" dirty="0">
                <a:latin typeface="Times New Roman"/>
                <a:cs typeface="Times New Roman"/>
              </a:rPr>
              <a:t>node.</a:t>
            </a:r>
          </a:p>
          <a:p>
            <a:pPr marL="16933">
              <a:lnSpc>
                <a:spcPts val="1960"/>
              </a:lnSpc>
              <a:spcBef>
                <a:spcPts val="733"/>
              </a:spcBef>
              <a:buClr>
                <a:srgbClr val="FF00FF"/>
              </a:buClr>
              <a:tabLst>
                <a:tab pos="321725" algn="l"/>
              </a:tabLst>
            </a:pPr>
            <a:r>
              <a:rPr lang="en-US" sz="2400" spc="-7" dirty="0">
                <a:solidFill>
                  <a:srgbClr val="FF0000"/>
                </a:solidFill>
                <a:latin typeface="Times New Roman"/>
                <a:cs typeface="Times New Roman"/>
              </a:rPr>
              <a:t>Internal nodes</a:t>
            </a:r>
            <a:r>
              <a:rPr lang="en-US" sz="2400" spc="-7" dirty="0">
                <a:latin typeface="Times New Roman"/>
                <a:cs typeface="Times New Roman"/>
              </a:rPr>
              <a:t>: The nodes except leaf nodes in a tree are called internal nodes.  For example,100, 50, 60 and 80 are the internal nodes</a:t>
            </a:r>
          </a:p>
          <a:p>
            <a:pPr marL="16933">
              <a:lnSpc>
                <a:spcPts val="1960"/>
              </a:lnSpc>
              <a:spcBef>
                <a:spcPts val="733"/>
              </a:spcBef>
              <a:buClr>
                <a:srgbClr val="FF00FF"/>
              </a:buClr>
              <a:tabLst>
                <a:tab pos="321725" algn="l"/>
              </a:tabLst>
            </a:pPr>
            <a:r>
              <a:rPr lang="en-US" sz="2400" b="1" spc="-7" dirty="0">
                <a:solidFill>
                  <a:srgbClr val="FF0000"/>
                </a:solidFill>
                <a:latin typeface="Times New Roman"/>
                <a:cs typeface="Times New Roman"/>
              </a:rPr>
              <a:t>External nodes</a:t>
            </a:r>
            <a:r>
              <a:rPr lang="en-US" sz="2400" b="1" spc="-7" dirty="0">
                <a:latin typeface="Times New Roman"/>
                <a:cs typeface="Times New Roman"/>
              </a:rPr>
              <a:t>: </a:t>
            </a:r>
            <a:r>
              <a:rPr lang="en-US" sz="2400" spc="-7" dirty="0">
                <a:latin typeface="Times New Roman"/>
                <a:cs typeface="Times New Roman"/>
              </a:rPr>
              <a:t>The NULL link of </a:t>
            </a:r>
            <a:r>
              <a:rPr lang="en-US" sz="2400" dirty="0">
                <a:latin typeface="Times New Roman"/>
                <a:cs typeface="Times New Roman"/>
              </a:rPr>
              <a:t>any node </a:t>
            </a:r>
            <a:r>
              <a:rPr lang="en-US" sz="2400" spc="-7" dirty="0">
                <a:latin typeface="Times New Roman"/>
                <a:cs typeface="Times New Roman"/>
              </a:rPr>
              <a:t>in a tree </a:t>
            </a:r>
            <a:r>
              <a:rPr lang="en-US" sz="2400" dirty="0">
                <a:latin typeface="Times New Roman"/>
                <a:cs typeface="Times New Roman"/>
              </a:rPr>
              <a:t>is </a:t>
            </a:r>
            <a:r>
              <a:rPr lang="en-US" sz="2400" spc="-7" dirty="0">
                <a:latin typeface="Times New Roman"/>
                <a:cs typeface="Times New Roman"/>
              </a:rPr>
              <a:t>an </a:t>
            </a:r>
            <a:r>
              <a:rPr lang="en-US" sz="2400" dirty="0">
                <a:solidFill>
                  <a:srgbClr val="FF00FF"/>
                </a:solidFill>
                <a:latin typeface="Times New Roman"/>
                <a:cs typeface="Times New Roman"/>
              </a:rPr>
              <a:t>external </a:t>
            </a:r>
            <a:r>
              <a:rPr lang="en-US" sz="2400" spc="-7" dirty="0">
                <a:solidFill>
                  <a:srgbClr val="FF00FF"/>
                </a:solidFill>
                <a:latin typeface="Times New Roman"/>
                <a:cs typeface="Times New Roman"/>
              </a:rPr>
              <a:t>node </a:t>
            </a:r>
            <a:r>
              <a:rPr lang="en-US" sz="2400" spc="-7" dirty="0">
                <a:latin typeface="Times New Roman"/>
                <a:cs typeface="Times New Roman"/>
              </a:rPr>
              <a:t>70, 35, 30 and 40 are all external </a:t>
            </a:r>
            <a:r>
              <a:rPr lang="en-US" sz="2400" dirty="0">
                <a:latin typeface="Times New Roman"/>
                <a:cs typeface="Times New Roman"/>
              </a:rPr>
              <a:t> </a:t>
            </a:r>
            <a:r>
              <a:rPr lang="en-US" sz="2400" spc="-7" dirty="0">
                <a:latin typeface="Times New Roman"/>
                <a:cs typeface="Times New Roman"/>
              </a:rPr>
              <a:t>nodes.</a:t>
            </a:r>
            <a:endParaRPr lang="en-US" sz="2400" dirty="0">
              <a:latin typeface="Times New Roman"/>
              <a:cs typeface="Times New Roman"/>
            </a:endParaRPr>
          </a:p>
          <a:p>
            <a:pPr marL="16933">
              <a:lnSpc>
                <a:spcPts val="1960"/>
              </a:lnSpc>
              <a:spcBef>
                <a:spcPts val="733"/>
              </a:spcBef>
              <a:buClr>
                <a:srgbClr val="FF00FF"/>
              </a:buClr>
              <a:tabLst>
                <a:tab pos="321725" algn="l"/>
              </a:tabLst>
            </a:pPr>
            <a:endParaRPr lang="en-US" sz="2400" spc="-7" dirty="0">
              <a:latin typeface="Times New Roman"/>
              <a:cs typeface="Times New Roman"/>
            </a:endParaRPr>
          </a:p>
          <a:p>
            <a:pPr marL="16933">
              <a:lnSpc>
                <a:spcPts val="1960"/>
              </a:lnSpc>
              <a:spcBef>
                <a:spcPts val="733"/>
              </a:spcBef>
              <a:buClr>
                <a:srgbClr val="FF00FF"/>
              </a:buClr>
              <a:tabLst>
                <a:tab pos="321725" algn="l"/>
              </a:tabLst>
            </a:pPr>
            <a:endParaRPr lang="en-US" sz="2400" spc="-7" dirty="0">
              <a:latin typeface="Times New Roman"/>
              <a:cs typeface="Times New Roman"/>
            </a:endParaRPr>
          </a:p>
          <a:p>
            <a:pPr marL="16933">
              <a:lnSpc>
                <a:spcPts val="1960"/>
              </a:lnSpc>
              <a:spcBef>
                <a:spcPts val="733"/>
              </a:spcBef>
              <a:buClr>
                <a:srgbClr val="FF00FF"/>
              </a:buClr>
              <a:tabLst>
                <a:tab pos="321725" algn="l"/>
              </a:tabLst>
            </a:pPr>
            <a:endParaRPr lang="en-US" sz="2400" spc="-7" dirty="0">
              <a:latin typeface="Times New Roman"/>
              <a:cs typeface="Times New Roman"/>
            </a:endParaRPr>
          </a:p>
          <a:p>
            <a:pPr marL="16933">
              <a:lnSpc>
                <a:spcPts val="1960"/>
              </a:lnSpc>
              <a:spcBef>
                <a:spcPts val="733"/>
              </a:spcBef>
              <a:buClr>
                <a:srgbClr val="FF00FF"/>
              </a:buClr>
              <a:tabLst>
                <a:tab pos="321725" algn="l"/>
              </a:tabLst>
            </a:pPr>
            <a:endParaRPr lang="en-US" sz="2400" dirty="0"/>
          </a:p>
        </p:txBody>
      </p:sp>
    </p:spTree>
    <p:extLst>
      <p:ext uri="{BB962C8B-B14F-4D97-AF65-F5344CB8AC3E}">
        <p14:creationId xmlns:p14="http://schemas.microsoft.com/office/powerpoint/2010/main" val="28580095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4681461D-4A36-F1C9-7350-A1D907606982}"/>
              </a:ext>
            </a:extLst>
          </p:cNvPr>
          <p:cNvPicPr>
            <a:picLocks noChangeAspect="1"/>
          </p:cNvPicPr>
          <p:nvPr/>
        </p:nvPicPr>
        <p:blipFill>
          <a:blip r:embed="rId2"/>
          <a:stretch>
            <a:fillRect/>
          </a:stretch>
        </p:blipFill>
        <p:spPr>
          <a:xfrm>
            <a:off x="1188161" y="1211974"/>
            <a:ext cx="5800725" cy="4686300"/>
          </a:xfrm>
          <a:prstGeom prst="rect">
            <a:avLst/>
          </a:prstGeom>
        </p:spPr>
      </p:pic>
    </p:spTree>
    <p:extLst>
      <p:ext uri="{BB962C8B-B14F-4D97-AF65-F5344CB8AC3E}">
        <p14:creationId xmlns:p14="http://schemas.microsoft.com/office/powerpoint/2010/main" val="21023747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3D25D-1ADA-BAD5-50A9-DBDAC1FAFB5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ED6D41E-EE2C-9D6D-E64D-338AF28B6D44}"/>
              </a:ext>
            </a:extLst>
          </p:cNvPr>
          <p:cNvSpPr>
            <a:spLocks noGrp="1"/>
          </p:cNvSpPr>
          <p:nvPr>
            <p:ph idx="1"/>
          </p:nvPr>
        </p:nvSpPr>
        <p:spPr/>
        <p:txBody>
          <a:bodyPr/>
          <a:lstStyle/>
          <a:p>
            <a:endParaRPr lang="en-US" dirty="0"/>
          </a:p>
        </p:txBody>
      </p:sp>
      <p:pic>
        <p:nvPicPr>
          <p:cNvPr id="10" name="Picture 9">
            <a:extLst>
              <a:ext uri="{FF2B5EF4-FFF2-40B4-BE49-F238E27FC236}">
                <a16:creationId xmlns:a16="http://schemas.microsoft.com/office/drawing/2014/main" id="{4681461D-4A36-F1C9-7350-A1D907606982}"/>
              </a:ext>
            </a:extLst>
          </p:cNvPr>
          <p:cNvPicPr>
            <a:picLocks noChangeAspect="1"/>
          </p:cNvPicPr>
          <p:nvPr/>
        </p:nvPicPr>
        <p:blipFill>
          <a:blip r:embed="rId2"/>
          <a:stretch>
            <a:fillRect/>
          </a:stretch>
        </p:blipFill>
        <p:spPr>
          <a:xfrm>
            <a:off x="1188161" y="1211974"/>
            <a:ext cx="5800725" cy="4686300"/>
          </a:xfrm>
          <a:prstGeom prst="rect">
            <a:avLst/>
          </a:prstGeom>
        </p:spPr>
      </p:pic>
      <p:sp>
        <p:nvSpPr>
          <p:cNvPr id="11" name="object 14">
            <a:extLst>
              <a:ext uri="{FF2B5EF4-FFF2-40B4-BE49-F238E27FC236}">
                <a16:creationId xmlns:a16="http://schemas.microsoft.com/office/drawing/2014/main" id="{ECEA3F12-CCEF-48CC-82B8-97E848491887}"/>
              </a:ext>
            </a:extLst>
          </p:cNvPr>
          <p:cNvSpPr txBox="1"/>
          <p:nvPr/>
        </p:nvSpPr>
        <p:spPr>
          <a:xfrm>
            <a:off x="8024648" y="2230602"/>
            <a:ext cx="2590800" cy="3140075"/>
          </a:xfrm>
          <a:prstGeom prst="rect">
            <a:avLst/>
          </a:prstGeom>
          <a:ln w="9535">
            <a:solidFill>
              <a:srgbClr val="000000"/>
            </a:solidFill>
          </a:ln>
        </p:spPr>
        <p:txBody>
          <a:bodyPr lIns="0" tIns="0" rIns="0" bIns="0">
            <a:spAutoFit/>
          </a:bodyPr>
          <a:lstStyle/>
          <a:p>
            <a:pPr marL="436245" indent="-344170" fontAlgn="auto">
              <a:spcBef>
                <a:spcPts val="0"/>
              </a:spcBef>
              <a:spcAft>
                <a:spcPts val="0"/>
              </a:spcAft>
              <a:buFont typeface="Calibri"/>
              <a:buAutoNum type="arabicPeriod"/>
              <a:tabLst>
                <a:tab pos="436880" algn="l"/>
              </a:tabLst>
              <a:defRPr/>
            </a:pPr>
            <a:r>
              <a:rPr b="1" dirty="0">
                <a:latin typeface="Calibri"/>
                <a:cs typeface="Calibri"/>
              </a:rPr>
              <a:t>De</a:t>
            </a:r>
            <a:r>
              <a:rPr b="1" spc="-5" dirty="0">
                <a:latin typeface="Calibri"/>
                <a:cs typeface="Calibri"/>
              </a:rPr>
              <a:t>gre</a:t>
            </a:r>
            <a:r>
              <a:rPr b="1" dirty="0">
                <a:latin typeface="Calibri"/>
                <a:cs typeface="Calibri"/>
              </a:rPr>
              <a:t>e</a:t>
            </a:r>
            <a:r>
              <a:rPr b="1" spc="-90" dirty="0">
                <a:latin typeface="Times New Roman"/>
                <a:cs typeface="Times New Roman"/>
              </a:rPr>
              <a:t> </a:t>
            </a:r>
            <a:r>
              <a:rPr b="1" dirty="0">
                <a:latin typeface="Calibri"/>
                <a:cs typeface="Calibri"/>
              </a:rPr>
              <a:t>of</a:t>
            </a:r>
            <a:r>
              <a:rPr b="1" spc="-45" dirty="0">
                <a:latin typeface="Times New Roman"/>
                <a:cs typeface="Times New Roman"/>
              </a:rPr>
              <a:t> </a:t>
            </a:r>
            <a:r>
              <a:rPr b="1" spc="-10" dirty="0">
                <a:latin typeface="Calibri"/>
                <a:cs typeface="Calibri"/>
              </a:rPr>
              <a:t>n</a:t>
            </a:r>
            <a:r>
              <a:rPr b="1" spc="-20" dirty="0">
                <a:latin typeface="Calibri"/>
                <a:cs typeface="Calibri"/>
              </a:rPr>
              <a:t>o</a:t>
            </a:r>
            <a:r>
              <a:rPr b="1" spc="-10" dirty="0">
                <a:latin typeface="Calibri"/>
                <a:cs typeface="Calibri"/>
              </a:rPr>
              <a:t>d</a:t>
            </a:r>
            <a:r>
              <a:rPr b="1" dirty="0">
                <a:latin typeface="Calibri"/>
                <a:cs typeface="Calibri"/>
              </a:rPr>
              <a:t>e</a:t>
            </a:r>
            <a:r>
              <a:rPr b="1" spc="-95" dirty="0">
                <a:latin typeface="Times New Roman"/>
                <a:cs typeface="Times New Roman"/>
              </a:rPr>
              <a:t> </a:t>
            </a:r>
            <a:r>
              <a:rPr b="1" spc="-15" dirty="0">
                <a:latin typeface="Calibri"/>
                <a:cs typeface="Calibri"/>
              </a:rPr>
              <a:t>A</a:t>
            </a:r>
            <a:r>
              <a:rPr b="1" spc="-45" dirty="0">
                <a:latin typeface="Times New Roman"/>
                <a:cs typeface="Times New Roman"/>
              </a:rPr>
              <a:t> </a:t>
            </a:r>
            <a:r>
              <a:rPr b="1" dirty="0">
                <a:latin typeface="Calibri"/>
                <a:cs typeface="Calibri"/>
              </a:rPr>
              <a:t>=</a:t>
            </a:r>
            <a:r>
              <a:rPr b="1" spc="20" dirty="0">
                <a:latin typeface="Times New Roman"/>
                <a:cs typeface="Times New Roman"/>
              </a:rPr>
              <a:t> </a:t>
            </a:r>
            <a:r>
              <a:rPr b="1" spc="-10" dirty="0">
                <a:latin typeface="Calibri"/>
                <a:cs typeface="Calibri"/>
              </a:rPr>
              <a:t>2</a:t>
            </a:r>
            <a:endParaRPr dirty="0">
              <a:latin typeface="Calibri"/>
              <a:cs typeface="Calibri"/>
            </a:endParaRPr>
          </a:p>
          <a:p>
            <a:pPr marL="436245" indent="-344170" fontAlgn="auto">
              <a:spcBef>
                <a:spcPts val="25"/>
              </a:spcBef>
              <a:spcAft>
                <a:spcPts val="0"/>
              </a:spcAft>
              <a:buFont typeface="Calibri"/>
              <a:buAutoNum type="arabicPeriod"/>
              <a:tabLst>
                <a:tab pos="436880" algn="l"/>
              </a:tabLst>
              <a:defRPr/>
            </a:pPr>
            <a:r>
              <a:rPr b="1" dirty="0">
                <a:latin typeface="Calibri"/>
                <a:cs typeface="Calibri"/>
              </a:rPr>
              <a:t>De</a:t>
            </a:r>
            <a:r>
              <a:rPr b="1" spc="-5" dirty="0">
                <a:latin typeface="Calibri"/>
                <a:cs typeface="Calibri"/>
              </a:rPr>
              <a:t>gre</a:t>
            </a:r>
            <a:r>
              <a:rPr b="1" dirty="0">
                <a:latin typeface="Calibri"/>
                <a:cs typeface="Calibri"/>
              </a:rPr>
              <a:t>e</a:t>
            </a:r>
            <a:r>
              <a:rPr b="1" spc="-90" dirty="0">
                <a:latin typeface="Times New Roman"/>
                <a:cs typeface="Times New Roman"/>
              </a:rPr>
              <a:t> </a:t>
            </a:r>
            <a:r>
              <a:rPr b="1" dirty="0">
                <a:latin typeface="Calibri"/>
                <a:cs typeface="Calibri"/>
              </a:rPr>
              <a:t>of</a:t>
            </a:r>
            <a:r>
              <a:rPr b="1" spc="-45" dirty="0">
                <a:latin typeface="Times New Roman"/>
                <a:cs typeface="Times New Roman"/>
              </a:rPr>
              <a:t> </a:t>
            </a:r>
            <a:r>
              <a:rPr b="1" spc="-10" dirty="0">
                <a:latin typeface="Calibri"/>
                <a:cs typeface="Calibri"/>
              </a:rPr>
              <a:t>n</a:t>
            </a:r>
            <a:r>
              <a:rPr b="1" spc="-20" dirty="0">
                <a:latin typeface="Calibri"/>
                <a:cs typeface="Calibri"/>
              </a:rPr>
              <a:t>o</a:t>
            </a:r>
            <a:r>
              <a:rPr b="1" spc="-10" dirty="0">
                <a:latin typeface="Calibri"/>
                <a:cs typeface="Calibri"/>
              </a:rPr>
              <a:t>d</a:t>
            </a:r>
            <a:r>
              <a:rPr b="1" dirty="0">
                <a:latin typeface="Calibri"/>
                <a:cs typeface="Calibri"/>
              </a:rPr>
              <a:t>e</a:t>
            </a:r>
            <a:r>
              <a:rPr b="1" spc="-95" dirty="0">
                <a:latin typeface="Times New Roman"/>
                <a:cs typeface="Times New Roman"/>
              </a:rPr>
              <a:t> </a:t>
            </a:r>
            <a:r>
              <a:rPr b="1" spc="-10" dirty="0">
                <a:latin typeface="Calibri"/>
                <a:cs typeface="Calibri"/>
              </a:rPr>
              <a:t>B</a:t>
            </a:r>
            <a:r>
              <a:rPr b="1" spc="-45" dirty="0">
                <a:latin typeface="Times New Roman"/>
                <a:cs typeface="Times New Roman"/>
              </a:rPr>
              <a:t> </a:t>
            </a:r>
            <a:r>
              <a:rPr b="1" dirty="0">
                <a:latin typeface="Calibri"/>
                <a:cs typeface="Calibri"/>
              </a:rPr>
              <a:t>=</a:t>
            </a:r>
            <a:r>
              <a:rPr b="1" spc="20" dirty="0">
                <a:latin typeface="Times New Roman"/>
                <a:cs typeface="Times New Roman"/>
              </a:rPr>
              <a:t> </a:t>
            </a:r>
            <a:r>
              <a:rPr b="1" spc="-10" dirty="0">
                <a:latin typeface="Calibri"/>
                <a:cs typeface="Calibri"/>
              </a:rPr>
              <a:t>3</a:t>
            </a:r>
            <a:endParaRPr dirty="0">
              <a:latin typeface="Calibri"/>
              <a:cs typeface="Calibri"/>
            </a:endParaRPr>
          </a:p>
          <a:p>
            <a:pPr marL="436245" indent="-344170" fontAlgn="auto">
              <a:spcBef>
                <a:spcPts val="25"/>
              </a:spcBef>
              <a:spcAft>
                <a:spcPts val="0"/>
              </a:spcAft>
              <a:buFont typeface="Calibri"/>
              <a:buAutoNum type="arabicPeriod"/>
              <a:tabLst>
                <a:tab pos="436880" algn="l"/>
              </a:tabLst>
              <a:defRPr/>
            </a:pPr>
            <a:r>
              <a:rPr b="1" dirty="0">
                <a:latin typeface="Calibri"/>
                <a:cs typeface="Calibri"/>
              </a:rPr>
              <a:t>De</a:t>
            </a:r>
            <a:r>
              <a:rPr b="1" spc="-5" dirty="0">
                <a:latin typeface="Calibri"/>
                <a:cs typeface="Calibri"/>
              </a:rPr>
              <a:t>gre</a:t>
            </a:r>
            <a:r>
              <a:rPr b="1" dirty="0">
                <a:latin typeface="Calibri"/>
                <a:cs typeface="Calibri"/>
              </a:rPr>
              <a:t>e</a:t>
            </a:r>
            <a:r>
              <a:rPr b="1" spc="-90" dirty="0">
                <a:latin typeface="Times New Roman"/>
                <a:cs typeface="Times New Roman"/>
              </a:rPr>
              <a:t> </a:t>
            </a:r>
            <a:r>
              <a:rPr b="1" dirty="0">
                <a:latin typeface="Calibri"/>
                <a:cs typeface="Calibri"/>
              </a:rPr>
              <a:t>of</a:t>
            </a:r>
            <a:r>
              <a:rPr b="1" spc="-45" dirty="0">
                <a:latin typeface="Times New Roman"/>
                <a:cs typeface="Times New Roman"/>
              </a:rPr>
              <a:t> </a:t>
            </a:r>
            <a:r>
              <a:rPr b="1" spc="-10" dirty="0">
                <a:latin typeface="Calibri"/>
                <a:cs typeface="Calibri"/>
              </a:rPr>
              <a:t>n</a:t>
            </a:r>
            <a:r>
              <a:rPr b="1" spc="-20" dirty="0">
                <a:latin typeface="Calibri"/>
                <a:cs typeface="Calibri"/>
              </a:rPr>
              <a:t>o</a:t>
            </a:r>
            <a:r>
              <a:rPr b="1" spc="-10" dirty="0">
                <a:latin typeface="Calibri"/>
                <a:cs typeface="Calibri"/>
              </a:rPr>
              <a:t>d</a:t>
            </a:r>
            <a:r>
              <a:rPr b="1" dirty="0">
                <a:latin typeface="Calibri"/>
                <a:cs typeface="Calibri"/>
              </a:rPr>
              <a:t>e</a:t>
            </a:r>
            <a:r>
              <a:rPr b="1" spc="-95" dirty="0">
                <a:latin typeface="Times New Roman"/>
                <a:cs typeface="Times New Roman"/>
              </a:rPr>
              <a:t> </a:t>
            </a:r>
            <a:r>
              <a:rPr b="1" dirty="0">
                <a:latin typeface="Calibri"/>
                <a:cs typeface="Calibri"/>
              </a:rPr>
              <a:t>C</a:t>
            </a:r>
            <a:r>
              <a:rPr b="1" spc="-60" dirty="0">
                <a:latin typeface="Times New Roman"/>
                <a:cs typeface="Times New Roman"/>
              </a:rPr>
              <a:t> </a:t>
            </a:r>
            <a:r>
              <a:rPr b="1" dirty="0">
                <a:latin typeface="Calibri"/>
                <a:cs typeface="Calibri"/>
              </a:rPr>
              <a:t>=</a:t>
            </a:r>
            <a:r>
              <a:rPr b="1" spc="20" dirty="0">
                <a:latin typeface="Times New Roman"/>
                <a:cs typeface="Times New Roman"/>
              </a:rPr>
              <a:t> </a:t>
            </a:r>
            <a:r>
              <a:rPr b="1" spc="-10" dirty="0">
                <a:latin typeface="Calibri"/>
                <a:cs typeface="Calibri"/>
              </a:rPr>
              <a:t>2</a:t>
            </a:r>
            <a:endParaRPr dirty="0">
              <a:latin typeface="Calibri"/>
              <a:cs typeface="Calibri"/>
            </a:endParaRPr>
          </a:p>
          <a:p>
            <a:pPr marL="436245" indent="-344170" fontAlgn="auto">
              <a:spcBef>
                <a:spcPts val="10"/>
              </a:spcBef>
              <a:spcAft>
                <a:spcPts val="0"/>
              </a:spcAft>
              <a:buFont typeface="Calibri"/>
              <a:buAutoNum type="arabicPeriod"/>
              <a:tabLst>
                <a:tab pos="436880" algn="l"/>
              </a:tabLst>
              <a:defRPr/>
            </a:pPr>
            <a:r>
              <a:rPr b="1" dirty="0">
                <a:latin typeface="Calibri"/>
                <a:cs typeface="Calibri"/>
              </a:rPr>
              <a:t>De</a:t>
            </a:r>
            <a:r>
              <a:rPr b="1" spc="-5" dirty="0">
                <a:latin typeface="Calibri"/>
                <a:cs typeface="Calibri"/>
              </a:rPr>
              <a:t>gre</a:t>
            </a:r>
            <a:r>
              <a:rPr b="1" dirty="0">
                <a:latin typeface="Calibri"/>
                <a:cs typeface="Calibri"/>
              </a:rPr>
              <a:t>e</a:t>
            </a:r>
            <a:r>
              <a:rPr b="1" spc="-90" dirty="0">
                <a:latin typeface="Times New Roman"/>
                <a:cs typeface="Times New Roman"/>
              </a:rPr>
              <a:t> </a:t>
            </a:r>
            <a:r>
              <a:rPr b="1" dirty="0">
                <a:latin typeface="Calibri"/>
                <a:cs typeface="Calibri"/>
              </a:rPr>
              <a:t>of</a:t>
            </a:r>
            <a:r>
              <a:rPr b="1" spc="-45" dirty="0">
                <a:latin typeface="Times New Roman"/>
                <a:cs typeface="Times New Roman"/>
              </a:rPr>
              <a:t> </a:t>
            </a:r>
            <a:r>
              <a:rPr b="1" spc="-10" dirty="0">
                <a:latin typeface="Calibri"/>
                <a:cs typeface="Calibri"/>
              </a:rPr>
              <a:t>n</a:t>
            </a:r>
            <a:r>
              <a:rPr b="1" spc="-20" dirty="0">
                <a:latin typeface="Calibri"/>
                <a:cs typeface="Calibri"/>
              </a:rPr>
              <a:t>o</a:t>
            </a:r>
            <a:r>
              <a:rPr b="1" spc="-10" dirty="0">
                <a:latin typeface="Calibri"/>
                <a:cs typeface="Calibri"/>
              </a:rPr>
              <a:t>d</a:t>
            </a:r>
            <a:r>
              <a:rPr b="1" dirty="0">
                <a:latin typeface="Calibri"/>
                <a:cs typeface="Calibri"/>
              </a:rPr>
              <a:t>e</a:t>
            </a:r>
            <a:r>
              <a:rPr b="1" spc="-95" dirty="0">
                <a:latin typeface="Times New Roman"/>
                <a:cs typeface="Times New Roman"/>
              </a:rPr>
              <a:t> </a:t>
            </a:r>
            <a:r>
              <a:rPr b="1" dirty="0">
                <a:latin typeface="Calibri"/>
                <a:cs typeface="Calibri"/>
              </a:rPr>
              <a:t>D</a:t>
            </a:r>
            <a:r>
              <a:rPr b="1" spc="-15" dirty="0">
                <a:latin typeface="Times New Roman"/>
                <a:cs typeface="Times New Roman"/>
              </a:rPr>
              <a:t> </a:t>
            </a:r>
            <a:r>
              <a:rPr b="1" dirty="0">
                <a:latin typeface="Calibri"/>
                <a:cs typeface="Calibri"/>
              </a:rPr>
              <a:t>=</a:t>
            </a:r>
            <a:r>
              <a:rPr b="1" spc="-55" dirty="0">
                <a:latin typeface="Times New Roman"/>
                <a:cs typeface="Times New Roman"/>
              </a:rPr>
              <a:t> </a:t>
            </a:r>
            <a:r>
              <a:rPr b="1" spc="-10" dirty="0">
                <a:latin typeface="Calibri"/>
                <a:cs typeface="Calibri"/>
              </a:rPr>
              <a:t>0</a:t>
            </a:r>
            <a:endParaRPr dirty="0">
              <a:latin typeface="Calibri"/>
              <a:cs typeface="Calibri"/>
            </a:endParaRPr>
          </a:p>
          <a:p>
            <a:pPr marL="436245" indent="-344170" fontAlgn="auto">
              <a:lnSpc>
                <a:spcPts val="2150"/>
              </a:lnSpc>
              <a:spcBef>
                <a:spcPts val="0"/>
              </a:spcBef>
              <a:spcAft>
                <a:spcPts val="0"/>
              </a:spcAft>
              <a:buFont typeface="Calibri"/>
              <a:buAutoNum type="arabicPeriod"/>
              <a:tabLst>
                <a:tab pos="436880" algn="l"/>
              </a:tabLst>
              <a:defRPr/>
            </a:pPr>
            <a:r>
              <a:rPr b="1" dirty="0">
                <a:latin typeface="Calibri"/>
                <a:cs typeface="Calibri"/>
              </a:rPr>
              <a:t>De</a:t>
            </a:r>
            <a:r>
              <a:rPr b="1" spc="-5" dirty="0">
                <a:latin typeface="Calibri"/>
                <a:cs typeface="Calibri"/>
              </a:rPr>
              <a:t>gre</a:t>
            </a:r>
            <a:r>
              <a:rPr b="1" dirty="0">
                <a:latin typeface="Calibri"/>
                <a:cs typeface="Calibri"/>
              </a:rPr>
              <a:t>e</a:t>
            </a:r>
            <a:r>
              <a:rPr b="1" spc="-90" dirty="0">
                <a:latin typeface="Times New Roman"/>
                <a:cs typeface="Times New Roman"/>
              </a:rPr>
              <a:t> </a:t>
            </a:r>
            <a:r>
              <a:rPr b="1" dirty="0">
                <a:latin typeface="Calibri"/>
                <a:cs typeface="Calibri"/>
              </a:rPr>
              <a:t>of</a:t>
            </a:r>
            <a:r>
              <a:rPr b="1" spc="-45" dirty="0">
                <a:latin typeface="Times New Roman"/>
                <a:cs typeface="Times New Roman"/>
              </a:rPr>
              <a:t> </a:t>
            </a:r>
            <a:r>
              <a:rPr b="1" spc="-10" dirty="0">
                <a:latin typeface="Calibri"/>
                <a:cs typeface="Calibri"/>
              </a:rPr>
              <a:t>n</a:t>
            </a:r>
            <a:r>
              <a:rPr b="1" spc="-20" dirty="0">
                <a:latin typeface="Calibri"/>
                <a:cs typeface="Calibri"/>
              </a:rPr>
              <a:t>o</a:t>
            </a:r>
            <a:r>
              <a:rPr b="1" spc="-10" dirty="0">
                <a:latin typeface="Calibri"/>
                <a:cs typeface="Calibri"/>
              </a:rPr>
              <a:t>d</a:t>
            </a:r>
            <a:r>
              <a:rPr b="1" dirty="0">
                <a:latin typeface="Calibri"/>
                <a:cs typeface="Calibri"/>
              </a:rPr>
              <a:t>e</a:t>
            </a:r>
            <a:r>
              <a:rPr b="1" spc="-95" dirty="0">
                <a:latin typeface="Times New Roman"/>
                <a:cs typeface="Times New Roman"/>
              </a:rPr>
              <a:t> </a:t>
            </a:r>
            <a:r>
              <a:rPr b="1" spc="-10" dirty="0">
                <a:latin typeface="Calibri"/>
                <a:cs typeface="Calibri"/>
              </a:rPr>
              <a:t>E</a:t>
            </a:r>
            <a:r>
              <a:rPr b="1" spc="-60" dirty="0">
                <a:latin typeface="Times New Roman"/>
                <a:cs typeface="Times New Roman"/>
              </a:rPr>
              <a:t> </a:t>
            </a:r>
            <a:r>
              <a:rPr b="1" dirty="0">
                <a:latin typeface="Calibri"/>
                <a:cs typeface="Calibri"/>
              </a:rPr>
              <a:t>=</a:t>
            </a:r>
            <a:r>
              <a:rPr b="1" spc="20" dirty="0">
                <a:latin typeface="Times New Roman"/>
                <a:cs typeface="Times New Roman"/>
              </a:rPr>
              <a:t> </a:t>
            </a:r>
            <a:r>
              <a:rPr b="1" spc="-10" dirty="0">
                <a:latin typeface="Calibri"/>
                <a:cs typeface="Calibri"/>
              </a:rPr>
              <a:t>2</a:t>
            </a:r>
            <a:endParaRPr dirty="0">
              <a:latin typeface="Calibri"/>
              <a:cs typeface="Calibri"/>
            </a:endParaRPr>
          </a:p>
          <a:p>
            <a:pPr marL="436245" indent="-344170" fontAlgn="auto">
              <a:lnSpc>
                <a:spcPts val="2150"/>
              </a:lnSpc>
              <a:spcBef>
                <a:spcPts val="0"/>
              </a:spcBef>
              <a:spcAft>
                <a:spcPts val="0"/>
              </a:spcAft>
              <a:buFont typeface="Calibri"/>
              <a:buAutoNum type="arabicPeriod"/>
              <a:tabLst>
                <a:tab pos="436880" algn="l"/>
              </a:tabLst>
              <a:defRPr/>
            </a:pPr>
            <a:r>
              <a:rPr b="1" dirty="0">
                <a:latin typeface="Calibri"/>
                <a:cs typeface="Calibri"/>
              </a:rPr>
              <a:t>De</a:t>
            </a:r>
            <a:r>
              <a:rPr b="1" spc="-5" dirty="0">
                <a:latin typeface="Calibri"/>
                <a:cs typeface="Calibri"/>
              </a:rPr>
              <a:t>gre</a:t>
            </a:r>
            <a:r>
              <a:rPr b="1" dirty="0">
                <a:latin typeface="Calibri"/>
                <a:cs typeface="Calibri"/>
              </a:rPr>
              <a:t>e</a:t>
            </a:r>
            <a:r>
              <a:rPr b="1" spc="-90" dirty="0">
                <a:latin typeface="Times New Roman"/>
                <a:cs typeface="Times New Roman"/>
              </a:rPr>
              <a:t> </a:t>
            </a:r>
            <a:r>
              <a:rPr b="1" dirty="0">
                <a:latin typeface="Calibri"/>
                <a:cs typeface="Calibri"/>
              </a:rPr>
              <a:t>of</a:t>
            </a:r>
            <a:r>
              <a:rPr b="1" spc="-45" dirty="0">
                <a:latin typeface="Times New Roman"/>
                <a:cs typeface="Times New Roman"/>
              </a:rPr>
              <a:t> </a:t>
            </a:r>
            <a:r>
              <a:rPr b="1" spc="-10" dirty="0">
                <a:latin typeface="Calibri"/>
                <a:cs typeface="Calibri"/>
              </a:rPr>
              <a:t>n</a:t>
            </a:r>
            <a:r>
              <a:rPr b="1" spc="-20" dirty="0">
                <a:latin typeface="Calibri"/>
                <a:cs typeface="Calibri"/>
              </a:rPr>
              <a:t>o</a:t>
            </a:r>
            <a:r>
              <a:rPr b="1" spc="-10" dirty="0">
                <a:latin typeface="Calibri"/>
                <a:cs typeface="Calibri"/>
              </a:rPr>
              <a:t>d</a:t>
            </a:r>
            <a:r>
              <a:rPr b="1" dirty="0">
                <a:latin typeface="Calibri"/>
                <a:cs typeface="Calibri"/>
              </a:rPr>
              <a:t>e</a:t>
            </a:r>
            <a:r>
              <a:rPr b="1" spc="-95" dirty="0">
                <a:latin typeface="Times New Roman"/>
                <a:cs typeface="Times New Roman"/>
              </a:rPr>
              <a:t> </a:t>
            </a:r>
            <a:r>
              <a:rPr b="1" spc="-10" dirty="0">
                <a:latin typeface="Calibri"/>
                <a:cs typeface="Calibri"/>
              </a:rPr>
              <a:t>F</a:t>
            </a:r>
            <a:r>
              <a:rPr b="1" spc="-5" dirty="0">
                <a:latin typeface="Times New Roman"/>
                <a:cs typeface="Times New Roman"/>
              </a:rPr>
              <a:t> </a:t>
            </a:r>
            <a:r>
              <a:rPr b="1" dirty="0">
                <a:latin typeface="Calibri"/>
                <a:cs typeface="Calibri"/>
              </a:rPr>
              <a:t>=</a:t>
            </a:r>
            <a:r>
              <a:rPr b="1" spc="-55" dirty="0">
                <a:latin typeface="Times New Roman"/>
                <a:cs typeface="Times New Roman"/>
              </a:rPr>
              <a:t> </a:t>
            </a:r>
            <a:r>
              <a:rPr b="1" spc="-10" dirty="0">
                <a:latin typeface="Calibri"/>
                <a:cs typeface="Calibri"/>
              </a:rPr>
              <a:t>0</a:t>
            </a:r>
            <a:endParaRPr dirty="0">
              <a:latin typeface="Calibri"/>
              <a:cs typeface="Calibri"/>
            </a:endParaRPr>
          </a:p>
          <a:p>
            <a:pPr marL="436245" indent="-344170" fontAlgn="auto">
              <a:spcBef>
                <a:spcPts val="15"/>
              </a:spcBef>
              <a:spcAft>
                <a:spcPts val="0"/>
              </a:spcAft>
              <a:buFont typeface="Calibri"/>
              <a:buAutoNum type="arabicPeriod"/>
              <a:tabLst>
                <a:tab pos="436880" algn="l"/>
              </a:tabLst>
              <a:defRPr/>
            </a:pPr>
            <a:r>
              <a:rPr b="1" dirty="0">
                <a:latin typeface="Calibri"/>
                <a:cs typeface="Calibri"/>
              </a:rPr>
              <a:t>De</a:t>
            </a:r>
            <a:r>
              <a:rPr b="1" spc="-5" dirty="0">
                <a:latin typeface="Calibri"/>
                <a:cs typeface="Calibri"/>
              </a:rPr>
              <a:t>gre</a:t>
            </a:r>
            <a:r>
              <a:rPr b="1" dirty="0">
                <a:latin typeface="Calibri"/>
                <a:cs typeface="Calibri"/>
              </a:rPr>
              <a:t>e</a:t>
            </a:r>
            <a:r>
              <a:rPr b="1" spc="-90" dirty="0">
                <a:latin typeface="Times New Roman"/>
                <a:cs typeface="Times New Roman"/>
              </a:rPr>
              <a:t> </a:t>
            </a:r>
            <a:r>
              <a:rPr b="1" dirty="0">
                <a:latin typeface="Calibri"/>
                <a:cs typeface="Calibri"/>
              </a:rPr>
              <a:t>of</a:t>
            </a:r>
            <a:r>
              <a:rPr b="1" spc="-45" dirty="0">
                <a:latin typeface="Times New Roman"/>
                <a:cs typeface="Times New Roman"/>
              </a:rPr>
              <a:t> </a:t>
            </a:r>
            <a:r>
              <a:rPr b="1" spc="-10" dirty="0">
                <a:latin typeface="Calibri"/>
                <a:cs typeface="Calibri"/>
              </a:rPr>
              <a:t>n</a:t>
            </a:r>
            <a:r>
              <a:rPr b="1" spc="-20" dirty="0">
                <a:latin typeface="Calibri"/>
                <a:cs typeface="Calibri"/>
              </a:rPr>
              <a:t>o</a:t>
            </a:r>
            <a:r>
              <a:rPr b="1" spc="-10" dirty="0">
                <a:latin typeface="Calibri"/>
                <a:cs typeface="Calibri"/>
              </a:rPr>
              <a:t>d</a:t>
            </a:r>
            <a:r>
              <a:rPr b="1" dirty="0">
                <a:latin typeface="Calibri"/>
                <a:cs typeface="Calibri"/>
              </a:rPr>
              <a:t>e</a:t>
            </a:r>
            <a:r>
              <a:rPr b="1" spc="-95" dirty="0">
                <a:latin typeface="Times New Roman"/>
                <a:cs typeface="Times New Roman"/>
              </a:rPr>
              <a:t> </a:t>
            </a:r>
            <a:r>
              <a:rPr b="1" dirty="0">
                <a:latin typeface="Calibri"/>
                <a:cs typeface="Calibri"/>
              </a:rPr>
              <a:t>G</a:t>
            </a:r>
            <a:r>
              <a:rPr b="1" spc="-25" dirty="0">
                <a:latin typeface="Times New Roman"/>
                <a:cs typeface="Times New Roman"/>
              </a:rPr>
              <a:t> </a:t>
            </a:r>
            <a:r>
              <a:rPr b="1" dirty="0">
                <a:latin typeface="Calibri"/>
                <a:cs typeface="Calibri"/>
              </a:rPr>
              <a:t>=</a:t>
            </a:r>
            <a:r>
              <a:rPr b="1" spc="20" dirty="0">
                <a:latin typeface="Times New Roman"/>
                <a:cs typeface="Times New Roman"/>
              </a:rPr>
              <a:t> </a:t>
            </a:r>
            <a:r>
              <a:rPr b="1" spc="-10" dirty="0">
                <a:latin typeface="Calibri"/>
                <a:cs typeface="Calibri"/>
              </a:rPr>
              <a:t>1</a:t>
            </a:r>
            <a:endParaRPr dirty="0">
              <a:latin typeface="Calibri"/>
              <a:cs typeface="Calibri"/>
            </a:endParaRPr>
          </a:p>
          <a:p>
            <a:pPr marL="436245" indent="-344170" fontAlgn="auto">
              <a:spcBef>
                <a:spcPts val="10"/>
              </a:spcBef>
              <a:spcAft>
                <a:spcPts val="0"/>
              </a:spcAft>
              <a:buFont typeface="Calibri"/>
              <a:buAutoNum type="arabicPeriod"/>
              <a:tabLst>
                <a:tab pos="436880" algn="l"/>
              </a:tabLst>
              <a:defRPr/>
            </a:pPr>
            <a:r>
              <a:rPr b="1" dirty="0">
                <a:latin typeface="Calibri"/>
                <a:cs typeface="Calibri"/>
              </a:rPr>
              <a:t>De</a:t>
            </a:r>
            <a:r>
              <a:rPr b="1" spc="-5" dirty="0">
                <a:latin typeface="Calibri"/>
                <a:cs typeface="Calibri"/>
              </a:rPr>
              <a:t>gre</a:t>
            </a:r>
            <a:r>
              <a:rPr b="1" dirty="0">
                <a:latin typeface="Calibri"/>
                <a:cs typeface="Calibri"/>
              </a:rPr>
              <a:t>e</a:t>
            </a:r>
            <a:r>
              <a:rPr b="1" spc="-90" dirty="0">
                <a:latin typeface="Times New Roman"/>
                <a:cs typeface="Times New Roman"/>
              </a:rPr>
              <a:t> </a:t>
            </a:r>
            <a:r>
              <a:rPr b="1" dirty="0">
                <a:latin typeface="Calibri"/>
                <a:cs typeface="Calibri"/>
              </a:rPr>
              <a:t>of</a:t>
            </a:r>
            <a:r>
              <a:rPr b="1" spc="-45" dirty="0">
                <a:latin typeface="Times New Roman"/>
                <a:cs typeface="Times New Roman"/>
              </a:rPr>
              <a:t> </a:t>
            </a:r>
            <a:r>
              <a:rPr b="1" spc="-10" dirty="0">
                <a:latin typeface="Calibri"/>
                <a:cs typeface="Calibri"/>
              </a:rPr>
              <a:t>n</a:t>
            </a:r>
            <a:r>
              <a:rPr b="1" spc="-20" dirty="0">
                <a:latin typeface="Calibri"/>
                <a:cs typeface="Calibri"/>
              </a:rPr>
              <a:t>o</a:t>
            </a:r>
            <a:r>
              <a:rPr b="1" spc="-10" dirty="0">
                <a:latin typeface="Calibri"/>
                <a:cs typeface="Calibri"/>
              </a:rPr>
              <a:t>d</a:t>
            </a:r>
            <a:r>
              <a:rPr b="1" dirty="0">
                <a:latin typeface="Calibri"/>
                <a:cs typeface="Calibri"/>
              </a:rPr>
              <a:t>e</a:t>
            </a:r>
            <a:r>
              <a:rPr b="1" spc="-95" dirty="0">
                <a:latin typeface="Times New Roman"/>
                <a:cs typeface="Times New Roman"/>
              </a:rPr>
              <a:t> </a:t>
            </a:r>
            <a:r>
              <a:rPr b="1" spc="-15" dirty="0">
                <a:latin typeface="Calibri"/>
                <a:cs typeface="Calibri"/>
              </a:rPr>
              <a:t>H</a:t>
            </a:r>
            <a:r>
              <a:rPr b="1" spc="-5" dirty="0">
                <a:latin typeface="Times New Roman"/>
                <a:cs typeface="Times New Roman"/>
              </a:rPr>
              <a:t> </a:t>
            </a:r>
            <a:r>
              <a:rPr b="1" dirty="0">
                <a:latin typeface="Calibri"/>
                <a:cs typeface="Calibri"/>
              </a:rPr>
              <a:t>=</a:t>
            </a:r>
            <a:r>
              <a:rPr b="1" spc="-55" dirty="0">
                <a:latin typeface="Times New Roman"/>
                <a:cs typeface="Times New Roman"/>
              </a:rPr>
              <a:t> </a:t>
            </a:r>
            <a:r>
              <a:rPr b="1" spc="-10" dirty="0">
                <a:latin typeface="Calibri"/>
                <a:cs typeface="Calibri"/>
              </a:rPr>
              <a:t>0</a:t>
            </a:r>
            <a:endParaRPr dirty="0">
              <a:latin typeface="Calibri"/>
              <a:cs typeface="Calibri"/>
            </a:endParaRPr>
          </a:p>
          <a:p>
            <a:pPr marL="436245" indent="-344170" fontAlgn="auto">
              <a:spcBef>
                <a:spcPts val="25"/>
              </a:spcBef>
              <a:spcAft>
                <a:spcPts val="0"/>
              </a:spcAft>
              <a:buFont typeface="Calibri"/>
              <a:buAutoNum type="arabicPeriod"/>
              <a:tabLst>
                <a:tab pos="436880" algn="l"/>
              </a:tabLst>
              <a:defRPr/>
            </a:pPr>
            <a:r>
              <a:rPr b="1" dirty="0">
                <a:latin typeface="Calibri"/>
                <a:cs typeface="Calibri"/>
              </a:rPr>
              <a:t>De</a:t>
            </a:r>
            <a:r>
              <a:rPr b="1" spc="-5" dirty="0">
                <a:latin typeface="Calibri"/>
                <a:cs typeface="Calibri"/>
              </a:rPr>
              <a:t>gre</a:t>
            </a:r>
            <a:r>
              <a:rPr b="1" dirty="0">
                <a:latin typeface="Calibri"/>
                <a:cs typeface="Calibri"/>
              </a:rPr>
              <a:t>e</a:t>
            </a:r>
            <a:r>
              <a:rPr b="1" spc="-90" dirty="0">
                <a:latin typeface="Times New Roman"/>
                <a:cs typeface="Times New Roman"/>
              </a:rPr>
              <a:t> </a:t>
            </a:r>
            <a:r>
              <a:rPr b="1" dirty="0">
                <a:latin typeface="Calibri"/>
                <a:cs typeface="Calibri"/>
              </a:rPr>
              <a:t>of</a:t>
            </a:r>
            <a:r>
              <a:rPr b="1" spc="-45" dirty="0">
                <a:latin typeface="Times New Roman"/>
                <a:cs typeface="Times New Roman"/>
              </a:rPr>
              <a:t> </a:t>
            </a:r>
            <a:r>
              <a:rPr b="1" spc="-10" dirty="0">
                <a:latin typeface="Calibri"/>
                <a:cs typeface="Calibri"/>
              </a:rPr>
              <a:t>n</a:t>
            </a:r>
            <a:r>
              <a:rPr b="1" spc="-20" dirty="0">
                <a:latin typeface="Calibri"/>
                <a:cs typeface="Calibri"/>
              </a:rPr>
              <a:t>o</a:t>
            </a:r>
            <a:r>
              <a:rPr b="1" spc="-10" dirty="0">
                <a:latin typeface="Calibri"/>
                <a:cs typeface="Calibri"/>
              </a:rPr>
              <a:t>d</a:t>
            </a:r>
            <a:r>
              <a:rPr b="1" dirty="0">
                <a:latin typeface="Calibri"/>
                <a:cs typeface="Calibri"/>
              </a:rPr>
              <a:t>e</a:t>
            </a:r>
            <a:r>
              <a:rPr b="1" spc="-95" dirty="0">
                <a:latin typeface="Times New Roman"/>
                <a:cs typeface="Times New Roman"/>
              </a:rPr>
              <a:t> </a:t>
            </a:r>
            <a:r>
              <a:rPr b="1" spc="-5" dirty="0">
                <a:latin typeface="Calibri"/>
                <a:cs typeface="Calibri"/>
              </a:rPr>
              <a:t>I</a:t>
            </a:r>
            <a:r>
              <a:rPr b="1" spc="-30" dirty="0">
                <a:latin typeface="Times New Roman"/>
                <a:cs typeface="Times New Roman"/>
              </a:rPr>
              <a:t> </a:t>
            </a:r>
            <a:r>
              <a:rPr b="1" dirty="0">
                <a:latin typeface="Calibri"/>
                <a:cs typeface="Calibri"/>
              </a:rPr>
              <a:t>=</a:t>
            </a:r>
            <a:r>
              <a:rPr b="1" spc="20" dirty="0">
                <a:latin typeface="Times New Roman"/>
                <a:cs typeface="Times New Roman"/>
              </a:rPr>
              <a:t> </a:t>
            </a:r>
            <a:r>
              <a:rPr b="1" spc="-10" dirty="0">
                <a:latin typeface="Calibri"/>
                <a:cs typeface="Calibri"/>
              </a:rPr>
              <a:t>0</a:t>
            </a:r>
            <a:endParaRPr dirty="0">
              <a:latin typeface="Calibri"/>
              <a:cs typeface="Calibri"/>
            </a:endParaRPr>
          </a:p>
          <a:p>
            <a:pPr marL="436245" indent="-344170" fontAlgn="auto">
              <a:lnSpc>
                <a:spcPts val="2150"/>
              </a:lnSpc>
              <a:spcBef>
                <a:spcPts val="0"/>
              </a:spcBef>
              <a:spcAft>
                <a:spcPts val="0"/>
              </a:spcAft>
              <a:buFont typeface="Calibri"/>
              <a:buAutoNum type="arabicPeriod"/>
              <a:tabLst>
                <a:tab pos="436880" algn="l"/>
              </a:tabLst>
              <a:defRPr/>
            </a:pPr>
            <a:r>
              <a:rPr b="1" dirty="0">
                <a:latin typeface="Calibri"/>
                <a:cs typeface="Calibri"/>
              </a:rPr>
              <a:t>De</a:t>
            </a:r>
            <a:r>
              <a:rPr b="1" spc="-5" dirty="0">
                <a:latin typeface="Calibri"/>
                <a:cs typeface="Calibri"/>
              </a:rPr>
              <a:t>gre</a:t>
            </a:r>
            <a:r>
              <a:rPr b="1" dirty="0">
                <a:latin typeface="Calibri"/>
                <a:cs typeface="Calibri"/>
              </a:rPr>
              <a:t>e</a:t>
            </a:r>
            <a:r>
              <a:rPr b="1" spc="-90" dirty="0">
                <a:latin typeface="Times New Roman"/>
                <a:cs typeface="Times New Roman"/>
              </a:rPr>
              <a:t> </a:t>
            </a:r>
            <a:r>
              <a:rPr b="1" dirty="0">
                <a:latin typeface="Calibri"/>
                <a:cs typeface="Calibri"/>
              </a:rPr>
              <a:t>of</a:t>
            </a:r>
            <a:r>
              <a:rPr b="1" spc="-45" dirty="0">
                <a:latin typeface="Times New Roman"/>
                <a:cs typeface="Times New Roman"/>
              </a:rPr>
              <a:t> </a:t>
            </a:r>
            <a:r>
              <a:rPr b="1" spc="-10" dirty="0">
                <a:latin typeface="Calibri"/>
                <a:cs typeface="Calibri"/>
              </a:rPr>
              <a:t>n</a:t>
            </a:r>
            <a:r>
              <a:rPr b="1" spc="-20" dirty="0">
                <a:latin typeface="Calibri"/>
                <a:cs typeface="Calibri"/>
              </a:rPr>
              <a:t>o</a:t>
            </a:r>
            <a:r>
              <a:rPr b="1" spc="-10" dirty="0">
                <a:latin typeface="Calibri"/>
                <a:cs typeface="Calibri"/>
              </a:rPr>
              <a:t>d</a:t>
            </a:r>
            <a:r>
              <a:rPr b="1" dirty="0">
                <a:latin typeface="Calibri"/>
                <a:cs typeface="Calibri"/>
              </a:rPr>
              <a:t>e</a:t>
            </a:r>
            <a:r>
              <a:rPr b="1" spc="-95" dirty="0">
                <a:latin typeface="Times New Roman"/>
                <a:cs typeface="Times New Roman"/>
              </a:rPr>
              <a:t> </a:t>
            </a:r>
            <a:r>
              <a:rPr b="1" dirty="0">
                <a:latin typeface="Calibri"/>
                <a:cs typeface="Calibri"/>
              </a:rPr>
              <a:t>J</a:t>
            </a:r>
            <a:r>
              <a:rPr b="1" spc="10" dirty="0">
                <a:latin typeface="Times New Roman"/>
                <a:cs typeface="Times New Roman"/>
              </a:rPr>
              <a:t> </a:t>
            </a:r>
            <a:r>
              <a:rPr b="1" dirty="0">
                <a:latin typeface="Calibri"/>
                <a:cs typeface="Calibri"/>
              </a:rPr>
              <a:t>=</a:t>
            </a:r>
            <a:r>
              <a:rPr b="1" spc="-55" dirty="0">
                <a:latin typeface="Times New Roman"/>
                <a:cs typeface="Times New Roman"/>
              </a:rPr>
              <a:t> </a:t>
            </a:r>
            <a:r>
              <a:rPr b="1" spc="-10" dirty="0">
                <a:latin typeface="Calibri"/>
                <a:cs typeface="Calibri"/>
              </a:rPr>
              <a:t>0</a:t>
            </a:r>
            <a:endParaRPr dirty="0">
              <a:latin typeface="Calibri"/>
              <a:cs typeface="Calibri"/>
            </a:endParaRPr>
          </a:p>
          <a:p>
            <a:pPr marL="436245" indent="-344170" fontAlgn="auto">
              <a:lnSpc>
                <a:spcPts val="2150"/>
              </a:lnSpc>
              <a:spcBef>
                <a:spcPts val="0"/>
              </a:spcBef>
              <a:spcAft>
                <a:spcPts val="0"/>
              </a:spcAft>
              <a:buFont typeface="Calibri"/>
              <a:buAutoNum type="arabicPeriod"/>
              <a:tabLst>
                <a:tab pos="436880" algn="l"/>
              </a:tabLst>
              <a:defRPr/>
            </a:pPr>
            <a:r>
              <a:rPr b="1" dirty="0">
                <a:latin typeface="Calibri"/>
                <a:cs typeface="Calibri"/>
              </a:rPr>
              <a:t>De</a:t>
            </a:r>
            <a:r>
              <a:rPr b="1" spc="-5" dirty="0">
                <a:latin typeface="Calibri"/>
                <a:cs typeface="Calibri"/>
              </a:rPr>
              <a:t>gre</a:t>
            </a:r>
            <a:r>
              <a:rPr b="1" dirty="0">
                <a:latin typeface="Calibri"/>
                <a:cs typeface="Calibri"/>
              </a:rPr>
              <a:t>e</a:t>
            </a:r>
            <a:r>
              <a:rPr b="1" spc="-90" dirty="0">
                <a:latin typeface="Times New Roman"/>
                <a:cs typeface="Times New Roman"/>
              </a:rPr>
              <a:t> </a:t>
            </a:r>
            <a:r>
              <a:rPr b="1" dirty="0">
                <a:latin typeface="Calibri"/>
                <a:cs typeface="Calibri"/>
              </a:rPr>
              <a:t>of</a:t>
            </a:r>
            <a:r>
              <a:rPr b="1" spc="-45" dirty="0">
                <a:latin typeface="Times New Roman"/>
                <a:cs typeface="Times New Roman"/>
              </a:rPr>
              <a:t> </a:t>
            </a:r>
            <a:r>
              <a:rPr b="1" spc="-10" dirty="0">
                <a:latin typeface="Calibri"/>
                <a:cs typeface="Calibri"/>
              </a:rPr>
              <a:t>n</a:t>
            </a:r>
            <a:r>
              <a:rPr b="1" spc="-20" dirty="0">
                <a:latin typeface="Calibri"/>
                <a:cs typeface="Calibri"/>
              </a:rPr>
              <a:t>o</a:t>
            </a:r>
            <a:r>
              <a:rPr b="1" spc="-10" dirty="0">
                <a:latin typeface="Calibri"/>
                <a:cs typeface="Calibri"/>
              </a:rPr>
              <a:t>d</a:t>
            </a:r>
            <a:r>
              <a:rPr b="1" dirty="0">
                <a:latin typeface="Calibri"/>
                <a:cs typeface="Calibri"/>
              </a:rPr>
              <a:t>e</a:t>
            </a:r>
            <a:r>
              <a:rPr b="1" spc="-95" dirty="0">
                <a:latin typeface="Times New Roman"/>
                <a:cs typeface="Times New Roman"/>
              </a:rPr>
              <a:t> </a:t>
            </a:r>
            <a:r>
              <a:rPr b="1" spc="-10" dirty="0">
                <a:latin typeface="Calibri"/>
                <a:cs typeface="Calibri"/>
              </a:rPr>
              <a:t>K</a:t>
            </a:r>
            <a:r>
              <a:rPr b="1" spc="-10" dirty="0">
                <a:latin typeface="Times New Roman"/>
                <a:cs typeface="Times New Roman"/>
              </a:rPr>
              <a:t> </a:t>
            </a:r>
            <a:r>
              <a:rPr b="1" dirty="0">
                <a:latin typeface="Calibri"/>
                <a:cs typeface="Calibri"/>
              </a:rPr>
              <a:t>=</a:t>
            </a:r>
            <a:r>
              <a:rPr b="1" spc="-55" dirty="0">
                <a:latin typeface="Times New Roman"/>
                <a:cs typeface="Times New Roman"/>
              </a:rPr>
              <a:t> </a:t>
            </a:r>
            <a:r>
              <a:rPr b="1" spc="-10" dirty="0">
                <a:latin typeface="Calibri"/>
                <a:cs typeface="Calibri"/>
              </a:rPr>
              <a:t>0</a:t>
            </a:r>
            <a:endParaRPr dirty="0">
              <a:latin typeface="Calibri"/>
              <a:cs typeface="Calibri"/>
            </a:endParaRPr>
          </a:p>
        </p:txBody>
      </p:sp>
    </p:spTree>
    <p:extLst>
      <p:ext uri="{BB962C8B-B14F-4D97-AF65-F5344CB8AC3E}">
        <p14:creationId xmlns:p14="http://schemas.microsoft.com/office/powerpoint/2010/main" val="3287487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object 2">
            <a:extLst>
              <a:ext uri="{FF2B5EF4-FFF2-40B4-BE49-F238E27FC236}">
                <a16:creationId xmlns:a16="http://schemas.microsoft.com/office/drawing/2014/main" id="{8AB1755C-08F2-0DBD-6EC3-73662D0D5C83}"/>
              </a:ext>
            </a:extLst>
          </p:cNvPr>
          <p:cNvSpPr>
            <a:spLocks noChangeArrowheads="1"/>
          </p:cNvSpPr>
          <p:nvPr/>
        </p:nvSpPr>
        <p:spPr bwMode="auto">
          <a:xfrm>
            <a:off x="4958292" y="1826416"/>
            <a:ext cx="6242051" cy="4758267"/>
          </a:xfrm>
          <a:prstGeom prst="rect">
            <a:avLst/>
          </a:pr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sz="2400"/>
          </a:p>
        </p:txBody>
      </p:sp>
      <p:sp>
        <p:nvSpPr>
          <p:cNvPr id="3" name="object 3">
            <a:extLst>
              <a:ext uri="{FF2B5EF4-FFF2-40B4-BE49-F238E27FC236}">
                <a16:creationId xmlns:a16="http://schemas.microsoft.com/office/drawing/2014/main" id="{CC785C87-35F9-1C3C-0BF1-92E595033DA2}"/>
              </a:ext>
            </a:extLst>
          </p:cNvPr>
          <p:cNvSpPr txBox="1"/>
          <p:nvPr/>
        </p:nvSpPr>
        <p:spPr>
          <a:xfrm>
            <a:off x="7969251" y="1970617"/>
            <a:ext cx="220133" cy="369332"/>
          </a:xfrm>
          <a:prstGeom prst="rect">
            <a:avLst/>
          </a:prstGeom>
        </p:spPr>
        <p:txBody>
          <a:bodyPr lIns="0" tIns="0" rIns="0" bIns="0">
            <a:spAutoFit/>
          </a:bodyPr>
          <a:lstStyle/>
          <a:p>
            <a:pPr marL="16933">
              <a:defRPr/>
            </a:pPr>
            <a:r>
              <a:rPr sz="2400" b="1" spc="-20" dirty="0">
                <a:latin typeface="Calibri"/>
                <a:cs typeface="Calibri"/>
              </a:rPr>
              <a:t>A</a:t>
            </a:r>
            <a:endParaRPr sz="2400">
              <a:latin typeface="Calibri"/>
              <a:cs typeface="Calibri"/>
            </a:endParaRPr>
          </a:p>
        </p:txBody>
      </p:sp>
      <p:sp>
        <p:nvSpPr>
          <p:cNvPr id="4" name="object 4">
            <a:extLst>
              <a:ext uri="{FF2B5EF4-FFF2-40B4-BE49-F238E27FC236}">
                <a16:creationId xmlns:a16="http://schemas.microsoft.com/office/drawing/2014/main" id="{D4A5745D-5C93-0A2B-5710-40BD12109649}"/>
              </a:ext>
            </a:extLst>
          </p:cNvPr>
          <p:cNvSpPr txBox="1"/>
          <p:nvPr/>
        </p:nvSpPr>
        <p:spPr>
          <a:xfrm>
            <a:off x="6254751" y="3244851"/>
            <a:ext cx="205316" cy="369332"/>
          </a:xfrm>
          <a:prstGeom prst="rect">
            <a:avLst/>
          </a:prstGeom>
        </p:spPr>
        <p:txBody>
          <a:bodyPr lIns="0" tIns="0" rIns="0" bIns="0">
            <a:spAutoFit/>
          </a:bodyPr>
          <a:lstStyle/>
          <a:p>
            <a:pPr marL="16933">
              <a:defRPr/>
            </a:pPr>
            <a:r>
              <a:rPr sz="2400" b="1" spc="-13" dirty="0">
                <a:latin typeface="Calibri"/>
                <a:cs typeface="Calibri"/>
              </a:rPr>
              <a:t>B</a:t>
            </a:r>
            <a:endParaRPr sz="2400">
              <a:latin typeface="Calibri"/>
              <a:cs typeface="Calibri"/>
            </a:endParaRPr>
          </a:p>
        </p:txBody>
      </p:sp>
      <p:sp>
        <p:nvSpPr>
          <p:cNvPr id="14341" name="object 5">
            <a:extLst>
              <a:ext uri="{FF2B5EF4-FFF2-40B4-BE49-F238E27FC236}">
                <a16:creationId xmlns:a16="http://schemas.microsoft.com/office/drawing/2014/main" id="{3AD37A29-7DFF-51F3-0C37-9ADF584E38F1}"/>
              </a:ext>
            </a:extLst>
          </p:cNvPr>
          <p:cNvSpPr txBox="1">
            <a:spLocks noChangeArrowheads="1"/>
          </p:cNvSpPr>
          <p:nvPr/>
        </p:nvSpPr>
        <p:spPr bwMode="auto">
          <a:xfrm>
            <a:off x="9611785" y="3263900"/>
            <a:ext cx="19684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2400" b="1">
                <a:cs typeface="Calibri" panose="020F0502020204030204" pitchFamily="34" charset="0"/>
              </a:rPr>
              <a:t>C</a:t>
            </a:r>
            <a:endParaRPr lang="en-US" altLang="en-US" sz="2400">
              <a:cs typeface="Calibri" panose="020F0502020204030204" pitchFamily="34" charset="0"/>
            </a:endParaRPr>
          </a:p>
        </p:txBody>
      </p:sp>
      <p:sp>
        <p:nvSpPr>
          <p:cNvPr id="14342" name="object 6">
            <a:extLst>
              <a:ext uri="{FF2B5EF4-FFF2-40B4-BE49-F238E27FC236}">
                <a16:creationId xmlns:a16="http://schemas.microsoft.com/office/drawing/2014/main" id="{46537397-AAAB-B941-5D04-37D52694FA47}"/>
              </a:ext>
            </a:extLst>
          </p:cNvPr>
          <p:cNvSpPr txBox="1">
            <a:spLocks noChangeArrowheads="1"/>
          </p:cNvSpPr>
          <p:nvPr/>
        </p:nvSpPr>
        <p:spPr bwMode="auto">
          <a:xfrm>
            <a:off x="5223934" y="4466167"/>
            <a:ext cx="22648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2400" b="1">
                <a:cs typeface="Calibri" panose="020F0502020204030204" pitchFamily="34" charset="0"/>
              </a:rPr>
              <a:t>D</a:t>
            </a:r>
            <a:endParaRPr lang="en-US" altLang="en-US" sz="2400">
              <a:cs typeface="Calibri" panose="020F0502020204030204" pitchFamily="34" charset="0"/>
            </a:endParaRPr>
          </a:p>
        </p:txBody>
      </p:sp>
      <p:sp>
        <p:nvSpPr>
          <p:cNvPr id="7" name="object 7">
            <a:extLst>
              <a:ext uri="{FF2B5EF4-FFF2-40B4-BE49-F238E27FC236}">
                <a16:creationId xmlns:a16="http://schemas.microsoft.com/office/drawing/2014/main" id="{932A6D99-CFD4-D7BD-EE57-D0395E1EA773}"/>
              </a:ext>
            </a:extLst>
          </p:cNvPr>
          <p:cNvSpPr txBox="1"/>
          <p:nvPr/>
        </p:nvSpPr>
        <p:spPr>
          <a:xfrm>
            <a:off x="6470652" y="4470400"/>
            <a:ext cx="182033" cy="369332"/>
          </a:xfrm>
          <a:prstGeom prst="rect">
            <a:avLst/>
          </a:prstGeom>
        </p:spPr>
        <p:txBody>
          <a:bodyPr lIns="0" tIns="0" rIns="0" bIns="0">
            <a:spAutoFit/>
          </a:bodyPr>
          <a:lstStyle/>
          <a:p>
            <a:pPr marL="16933">
              <a:defRPr/>
            </a:pPr>
            <a:r>
              <a:rPr sz="2400" b="1" spc="-13" dirty="0">
                <a:latin typeface="Calibri"/>
                <a:cs typeface="Calibri"/>
              </a:rPr>
              <a:t>E</a:t>
            </a:r>
            <a:endParaRPr sz="2400">
              <a:latin typeface="Calibri"/>
              <a:cs typeface="Calibri"/>
            </a:endParaRPr>
          </a:p>
        </p:txBody>
      </p:sp>
      <p:sp>
        <p:nvSpPr>
          <p:cNvPr id="8" name="object 8">
            <a:extLst>
              <a:ext uri="{FF2B5EF4-FFF2-40B4-BE49-F238E27FC236}">
                <a16:creationId xmlns:a16="http://schemas.microsoft.com/office/drawing/2014/main" id="{566BD68F-6BD8-1A2D-1874-8A4E835C0EC5}"/>
              </a:ext>
            </a:extLst>
          </p:cNvPr>
          <p:cNvSpPr txBox="1"/>
          <p:nvPr/>
        </p:nvSpPr>
        <p:spPr>
          <a:xfrm>
            <a:off x="7685618" y="4470400"/>
            <a:ext cx="173567" cy="369332"/>
          </a:xfrm>
          <a:prstGeom prst="rect">
            <a:avLst/>
          </a:prstGeom>
        </p:spPr>
        <p:txBody>
          <a:bodyPr lIns="0" tIns="0" rIns="0" bIns="0">
            <a:spAutoFit/>
          </a:bodyPr>
          <a:lstStyle/>
          <a:p>
            <a:pPr marL="16933">
              <a:defRPr/>
            </a:pPr>
            <a:r>
              <a:rPr sz="2400" b="1" spc="-13" dirty="0">
                <a:latin typeface="Calibri"/>
                <a:cs typeface="Calibri"/>
              </a:rPr>
              <a:t>F</a:t>
            </a:r>
            <a:endParaRPr sz="2400">
              <a:latin typeface="Calibri"/>
              <a:cs typeface="Calibri"/>
            </a:endParaRPr>
          </a:p>
        </p:txBody>
      </p:sp>
      <p:sp>
        <p:nvSpPr>
          <p:cNvPr id="14345" name="object 9">
            <a:extLst>
              <a:ext uri="{FF2B5EF4-FFF2-40B4-BE49-F238E27FC236}">
                <a16:creationId xmlns:a16="http://schemas.microsoft.com/office/drawing/2014/main" id="{715835B7-B5FE-0AF8-AE2B-DE3BDD77F5C2}"/>
              </a:ext>
            </a:extLst>
          </p:cNvPr>
          <p:cNvSpPr txBox="1">
            <a:spLocks noChangeArrowheads="1"/>
          </p:cNvSpPr>
          <p:nvPr/>
        </p:nvSpPr>
        <p:spPr bwMode="auto">
          <a:xfrm>
            <a:off x="8938684" y="4546600"/>
            <a:ext cx="2286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2400" b="1">
                <a:cs typeface="Calibri" panose="020F0502020204030204" pitchFamily="34" charset="0"/>
              </a:rPr>
              <a:t>G</a:t>
            </a:r>
            <a:endParaRPr lang="en-US" altLang="en-US" sz="2400">
              <a:cs typeface="Calibri" panose="020F0502020204030204" pitchFamily="34" charset="0"/>
            </a:endParaRPr>
          </a:p>
        </p:txBody>
      </p:sp>
      <p:sp>
        <p:nvSpPr>
          <p:cNvPr id="10" name="object 10">
            <a:extLst>
              <a:ext uri="{FF2B5EF4-FFF2-40B4-BE49-F238E27FC236}">
                <a16:creationId xmlns:a16="http://schemas.microsoft.com/office/drawing/2014/main" id="{6DA02B44-7408-3777-DFD6-05075427F468}"/>
              </a:ext>
            </a:extLst>
          </p:cNvPr>
          <p:cNvSpPr txBox="1"/>
          <p:nvPr/>
        </p:nvSpPr>
        <p:spPr>
          <a:xfrm>
            <a:off x="10524067" y="4546600"/>
            <a:ext cx="228600" cy="369332"/>
          </a:xfrm>
          <a:prstGeom prst="rect">
            <a:avLst/>
          </a:prstGeom>
        </p:spPr>
        <p:txBody>
          <a:bodyPr lIns="0" tIns="0" rIns="0" bIns="0">
            <a:spAutoFit/>
          </a:bodyPr>
          <a:lstStyle/>
          <a:p>
            <a:pPr marL="16933">
              <a:defRPr/>
            </a:pPr>
            <a:r>
              <a:rPr sz="2400" b="1" spc="-20" dirty="0">
                <a:latin typeface="Calibri"/>
                <a:cs typeface="Calibri"/>
              </a:rPr>
              <a:t>H</a:t>
            </a:r>
            <a:endParaRPr sz="2400">
              <a:latin typeface="Calibri"/>
              <a:cs typeface="Calibri"/>
            </a:endParaRPr>
          </a:p>
        </p:txBody>
      </p:sp>
      <p:sp>
        <p:nvSpPr>
          <p:cNvPr id="11" name="object 11">
            <a:extLst>
              <a:ext uri="{FF2B5EF4-FFF2-40B4-BE49-F238E27FC236}">
                <a16:creationId xmlns:a16="http://schemas.microsoft.com/office/drawing/2014/main" id="{DAF0A103-9CB8-1AC0-B070-626AB0CE0401}"/>
              </a:ext>
            </a:extLst>
          </p:cNvPr>
          <p:cNvSpPr txBox="1"/>
          <p:nvPr/>
        </p:nvSpPr>
        <p:spPr>
          <a:xfrm>
            <a:off x="5846234" y="5994400"/>
            <a:ext cx="114300" cy="369332"/>
          </a:xfrm>
          <a:prstGeom prst="rect">
            <a:avLst/>
          </a:prstGeom>
        </p:spPr>
        <p:txBody>
          <a:bodyPr lIns="0" tIns="0" rIns="0" bIns="0">
            <a:spAutoFit/>
          </a:bodyPr>
          <a:lstStyle/>
          <a:p>
            <a:pPr marL="16933">
              <a:defRPr/>
            </a:pPr>
            <a:r>
              <a:rPr sz="2400" b="1" spc="-7" dirty="0">
                <a:latin typeface="Calibri"/>
                <a:cs typeface="Calibri"/>
              </a:rPr>
              <a:t>I</a:t>
            </a:r>
            <a:endParaRPr sz="2400">
              <a:latin typeface="Calibri"/>
              <a:cs typeface="Calibri"/>
            </a:endParaRPr>
          </a:p>
        </p:txBody>
      </p:sp>
      <p:sp>
        <p:nvSpPr>
          <p:cNvPr id="14348" name="object 12">
            <a:extLst>
              <a:ext uri="{FF2B5EF4-FFF2-40B4-BE49-F238E27FC236}">
                <a16:creationId xmlns:a16="http://schemas.microsoft.com/office/drawing/2014/main" id="{AEBBCE9A-20B6-6163-0F37-4BECC70F06B7}"/>
              </a:ext>
            </a:extLst>
          </p:cNvPr>
          <p:cNvSpPr txBox="1">
            <a:spLocks noChangeArrowheads="1"/>
          </p:cNvSpPr>
          <p:nvPr/>
        </p:nvSpPr>
        <p:spPr bwMode="auto">
          <a:xfrm>
            <a:off x="7031567" y="5971117"/>
            <a:ext cx="13546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2400" b="1">
                <a:cs typeface="Calibri" panose="020F0502020204030204" pitchFamily="34" charset="0"/>
              </a:rPr>
              <a:t>J</a:t>
            </a:r>
            <a:endParaRPr lang="en-US" altLang="en-US" sz="2400">
              <a:cs typeface="Calibri" panose="020F0502020204030204" pitchFamily="34" charset="0"/>
            </a:endParaRPr>
          </a:p>
        </p:txBody>
      </p:sp>
      <p:sp>
        <p:nvSpPr>
          <p:cNvPr id="13" name="object 13">
            <a:extLst>
              <a:ext uri="{FF2B5EF4-FFF2-40B4-BE49-F238E27FC236}">
                <a16:creationId xmlns:a16="http://schemas.microsoft.com/office/drawing/2014/main" id="{D35F86B8-BE18-3005-E12D-9D24B1B304C0}"/>
              </a:ext>
            </a:extLst>
          </p:cNvPr>
          <p:cNvSpPr txBox="1"/>
          <p:nvPr/>
        </p:nvSpPr>
        <p:spPr>
          <a:xfrm>
            <a:off x="8925984" y="5971117"/>
            <a:ext cx="201083" cy="369332"/>
          </a:xfrm>
          <a:prstGeom prst="rect">
            <a:avLst/>
          </a:prstGeom>
        </p:spPr>
        <p:txBody>
          <a:bodyPr lIns="0" tIns="0" rIns="0" bIns="0">
            <a:spAutoFit/>
          </a:bodyPr>
          <a:lstStyle/>
          <a:p>
            <a:pPr marL="16933">
              <a:defRPr/>
            </a:pPr>
            <a:r>
              <a:rPr sz="2400" b="1" spc="-13" dirty="0">
                <a:latin typeface="Calibri"/>
                <a:cs typeface="Calibri"/>
              </a:rPr>
              <a:t>K</a:t>
            </a:r>
            <a:endParaRPr sz="2400">
              <a:latin typeface="Calibri"/>
              <a:cs typeface="Calibri"/>
            </a:endParaRPr>
          </a:p>
        </p:txBody>
      </p:sp>
      <p:sp>
        <p:nvSpPr>
          <p:cNvPr id="14" name="object 14">
            <a:extLst>
              <a:ext uri="{FF2B5EF4-FFF2-40B4-BE49-F238E27FC236}">
                <a16:creationId xmlns:a16="http://schemas.microsoft.com/office/drawing/2014/main" id="{F25C96F6-4C03-368D-652D-B00A74ECD212}"/>
              </a:ext>
            </a:extLst>
          </p:cNvPr>
          <p:cNvSpPr txBox="1"/>
          <p:nvPr/>
        </p:nvSpPr>
        <p:spPr>
          <a:xfrm>
            <a:off x="304800" y="812801"/>
            <a:ext cx="4572000" cy="2600712"/>
          </a:xfrm>
          <a:prstGeom prst="rect">
            <a:avLst/>
          </a:prstGeom>
          <a:ln w="9535">
            <a:solidFill>
              <a:srgbClr val="000000"/>
            </a:solidFill>
          </a:ln>
        </p:spPr>
        <p:txBody>
          <a:bodyPr lIns="0" tIns="0" rIns="0" bIns="0">
            <a:spAutoFit/>
          </a:bodyPr>
          <a:lstStyle>
            <a:lvl1pPr marL="85725">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nSpc>
                <a:spcPts val="2867"/>
              </a:lnSpc>
            </a:pPr>
            <a:r>
              <a:rPr lang="en-US" altLang="en-US" sz="2400" b="1" dirty="0">
                <a:solidFill>
                  <a:srgbClr val="FF0000"/>
                </a:solidFill>
                <a:cs typeface="Calibri" panose="020F0502020204030204" pitchFamily="34" charset="0"/>
              </a:rPr>
              <a:t>INTERNAL</a:t>
            </a:r>
            <a:r>
              <a:rPr lang="en-US" altLang="en-US" sz="2400" b="1" dirty="0">
                <a:solidFill>
                  <a:srgbClr val="FF0000"/>
                </a:solidFill>
                <a:latin typeface="Times New Roman" panose="02020603050405020304" pitchFamily="18" charset="0"/>
                <a:cs typeface="Times New Roman" panose="02020603050405020304" pitchFamily="18" charset="0"/>
              </a:rPr>
              <a:t> </a:t>
            </a:r>
            <a:r>
              <a:rPr lang="en-US" altLang="en-US" sz="2400" b="1" dirty="0">
                <a:solidFill>
                  <a:srgbClr val="FF0000"/>
                </a:solidFill>
                <a:cs typeface="Calibri" panose="020F0502020204030204" pitchFamily="34" charset="0"/>
              </a:rPr>
              <a:t>NODES</a:t>
            </a:r>
            <a:r>
              <a:rPr lang="en-US" altLang="en-US" sz="2400" b="1" dirty="0">
                <a:solidFill>
                  <a:srgbClr val="FF0000"/>
                </a:solidFill>
                <a:latin typeface="Times New Roman" panose="02020603050405020304" pitchFamily="18" charset="0"/>
                <a:cs typeface="Times New Roman" panose="02020603050405020304" pitchFamily="18" charset="0"/>
              </a:rPr>
              <a:t> </a:t>
            </a:r>
            <a:r>
              <a:rPr lang="en-US" altLang="en-US" sz="2400" b="1" dirty="0">
                <a:solidFill>
                  <a:srgbClr val="FF0000"/>
                </a:solidFill>
                <a:cs typeface="Calibri" panose="020F0502020204030204" pitchFamily="34" charset="0"/>
              </a:rPr>
              <a:t>=</a:t>
            </a:r>
            <a:endParaRPr lang="en-US" altLang="en-US" sz="2400" dirty="0">
              <a:cs typeface="Calibri" panose="020F0502020204030204" pitchFamily="34" charset="0"/>
            </a:endParaRPr>
          </a:p>
          <a:p>
            <a:pPr>
              <a:lnSpc>
                <a:spcPts val="2884"/>
              </a:lnSpc>
              <a:spcBef>
                <a:spcPts val="84"/>
              </a:spcBef>
              <a:buFont typeface="Calibri" panose="020F0502020204030204" pitchFamily="34" charset="0"/>
              <a:buAutoNum type="arabicPeriod"/>
            </a:pPr>
            <a:r>
              <a:rPr lang="en-US" altLang="en-US" sz="2400" b="1" dirty="0">
                <a:cs typeface="Calibri" panose="020F0502020204030204" pitchFamily="34" charset="0"/>
              </a:rPr>
              <a:t>The</a:t>
            </a:r>
            <a:r>
              <a:rPr lang="en-US" altLang="en-US" sz="2400" b="1" dirty="0">
                <a:latin typeface="Times New Roman" panose="02020603050405020304" pitchFamily="18" charset="0"/>
                <a:cs typeface="Times New Roman" panose="02020603050405020304" pitchFamily="18" charset="0"/>
              </a:rPr>
              <a:t> </a:t>
            </a:r>
            <a:r>
              <a:rPr lang="en-US" altLang="en-US" sz="2400" b="1" dirty="0">
                <a:cs typeface="Calibri" panose="020F0502020204030204" pitchFamily="34" charset="0"/>
              </a:rPr>
              <a:t>node</a:t>
            </a:r>
            <a:r>
              <a:rPr lang="en-US" altLang="en-US" sz="2400" b="1" dirty="0">
                <a:latin typeface="Times New Roman" panose="02020603050405020304" pitchFamily="18" charset="0"/>
                <a:cs typeface="Times New Roman" panose="02020603050405020304" pitchFamily="18" charset="0"/>
              </a:rPr>
              <a:t> </a:t>
            </a:r>
            <a:r>
              <a:rPr lang="en-US" altLang="en-US" sz="2400" b="1" dirty="0">
                <a:cs typeface="Calibri" panose="020F0502020204030204" pitchFamily="34" charset="0"/>
              </a:rPr>
              <a:t>which</a:t>
            </a:r>
            <a:r>
              <a:rPr lang="en-US" altLang="en-US" sz="2400" b="1" dirty="0">
                <a:latin typeface="Times New Roman" panose="02020603050405020304" pitchFamily="18" charset="0"/>
                <a:cs typeface="Times New Roman" panose="02020603050405020304" pitchFamily="18" charset="0"/>
              </a:rPr>
              <a:t> </a:t>
            </a:r>
            <a:r>
              <a:rPr lang="en-US" altLang="en-US" sz="2400" b="1" dirty="0">
                <a:cs typeface="Calibri" panose="020F0502020204030204" pitchFamily="34" charset="0"/>
              </a:rPr>
              <a:t>has</a:t>
            </a:r>
            <a:r>
              <a:rPr lang="en-US" altLang="en-US" sz="2400" b="1" dirty="0">
                <a:latin typeface="Times New Roman" panose="02020603050405020304" pitchFamily="18" charset="0"/>
                <a:cs typeface="Times New Roman" panose="02020603050405020304" pitchFamily="18" charset="0"/>
              </a:rPr>
              <a:t> </a:t>
            </a:r>
            <a:r>
              <a:rPr lang="en-US" altLang="en-US" sz="2400" b="1" dirty="0">
                <a:cs typeface="Calibri" panose="020F0502020204030204" pitchFamily="34" charset="0"/>
              </a:rPr>
              <a:t>at</a:t>
            </a:r>
            <a:r>
              <a:rPr lang="en-US" altLang="en-US" sz="2400" b="1" dirty="0">
                <a:latin typeface="Times New Roman" panose="02020603050405020304" pitchFamily="18" charset="0"/>
                <a:cs typeface="Times New Roman" panose="02020603050405020304" pitchFamily="18" charset="0"/>
              </a:rPr>
              <a:t> </a:t>
            </a:r>
            <a:r>
              <a:rPr lang="en-US" altLang="en-US" sz="2400" b="1" dirty="0">
                <a:cs typeface="Calibri" panose="020F0502020204030204" pitchFamily="34" charset="0"/>
              </a:rPr>
              <a:t>least</a:t>
            </a:r>
            <a:r>
              <a:rPr lang="en-US" altLang="en-US" sz="2400" b="1" dirty="0">
                <a:latin typeface="Times New Roman" panose="02020603050405020304" pitchFamily="18" charset="0"/>
                <a:cs typeface="Times New Roman" panose="02020603050405020304" pitchFamily="18" charset="0"/>
              </a:rPr>
              <a:t> </a:t>
            </a:r>
            <a:r>
              <a:rPr lang="en-US" altLang="en-US" sz="2400" b="1" dirty="0">
                <a:cs typeface="Calibri" panose="020F0502020204030204" pitchFamily="34" charset="0"/>
              </a:rPr>
              <a:t>one</a:t>
            </a:r>
            <a:r>
              <a:rPr lang="en-US" altLang="en-US" sz="2400" b="1" dirty="0">
                <a:latin typeface="Times New Roman" panose="02020603050405020304" pitchFamily="18" charset="0"/>
                <a:cs typeface="Times New Roman" panose="02020603050405020304" pitchFamily="18" charset="0"/>
              </a:rPr>
              <a:t> </a:t>
            </a:r>
            <a:r>
              <a:rPr lang="en-US" altLang="en-US" sz="2400" b="1" dirty="0">
                <a:cs typeface="Calibri" panose="020F0502020204030204" pitchFamily="34" charset="0"/>
              </a:rPr>
              <a:t>child</a:t>
            </a:r>
            <a:r>
              <a:rPr lang="en-US" altLang="en-US" sz="2400" b="1" dirty="0">
                <a:latin typeface="Times New Roman" panose="02020603050405020304" pitchFamily="18" charset="0"/>
                <a:cs typeface="Times New Roman" panose="02020603050405020304" pitchFamily="18" charset="0"/>
              </a:rPr>
              <a:t> </a:t>
            </a:r>
            <a:r>
              <a:rPr lang="en-US" altLang="en-US" sz="2400" b="1" dirty="0">
                <a:cs typeface="Calibri" panose="020F0502020204030204" pitchFamily="34" charset="0"/>
              </a:rPr>
              <a:t>is</a:t>
            </a:r>
            <a:r>
              <a:rPr lang="en-US" altLang="en-US" sz="2400" b="1" dirty="0">
                <a:latin typeface="Times New Roman" panose="02020603050405020304" pitchFamily="18" charset="0"/>
                <a:cs typeface="Times New Roman" panose="02020603050405020304" pitchFamily="18" charset="0"/>
              </a:rPr>
              <a:t> </a:t>
            </a:r>
            <a:r>
              <a:rPr lang="en-US" altLang="en-US" sz="2400" b="1" dirty="0">
                <a:cs typeface="Calibri" panose="020F0502020204030204" pitchFamily="34" charset="0"/>
              </a:rPr>
              <a:t>called</a:t>
            </a:r>
            <a:r>
              <a:rPr lang="en-US" altLang="en-US" sz="2400" b="1" dirty="0">
                <a:latin typeface="Times New Roman" panose="02020603050405020304" pitchFamily="18" charset="0"/>
                <a:cs typeface="Times New Roman" panose="02020603050405020304" pitchFamily="18" charset="0"/>
              </a:rPr>
              <a:t> </a:t>
            </a:r>
            <a:r>
              <a:rPr lang="en-US" altLang="en-US" sz="2400" b="1" dirty="0">
                <a:cs typeface="Calibri" panose="020F0502020204030204" pitchFamily="34" charset="0"/>
              </a:rPr>
              <a:t>as </a:t>
            </a:r>
            <a:r>
              <a:rPr lang="en-US" altLang="en-US" sz="2400" b="1" dirty="0">
                <a:latin typeface="Times New Roman" panose="02020603050405020304" pitchFamily="18" charset="0"/>
                <a:cs typeface="Times New Roman" panose="02020603050405020304" pitchFamily="18" charset="0"/>
              </a:rPr>
              <a:t> </a:t>
            </a:r>
            <a:r>
              <a:rPr lang="en-US" altLang="en-US" sz="2400" b="1" dirty="0">
                <a:cs typeface="Calibri" panose="020F0502020204030204" pitchFamily="34" charset="0"/>
              </a:rPr>
              <a:t>internal</a:t>
            </a:r>
            <a:r>
              <a:rPr lang="en-US" altLang="en-US" sz="2400" b="1" dirty="0">
                <a:latin typeface="Times New Roman" panose="02020603050405020304" pitchFamily="18" charset="0"/>
                <a:cs typeface="Times New Roman" panose="02020603050405020304" pitchFamily="18" charset="0"/>
              </a:rPr>
              <a:t> </a:t>
            </a:r>
            <a:r>
              <a:rPr lang="en-US" altLang="en-US" sz="2400" b="1" dirty="0">
                <a:cs typeface="Calibri" panose="020F0502020204030204" pitchFamily="34" charset="0"/>
              </a:rPr>
              <a:t>node.</a:t>
            </a:r>
            <a:endParaRPr lang="en-US" altLang="en-US" sz="2400" dirty="0">
              <a:cs typeface="Calibri" panose="020F0502020204030204" pitchFamily="34" charset="0"/>
            </a:endParaRPr>
          </a:p>
          <a:p>
            <a:pPr>
              <a:lnSpc>
                <a:spcPts val="2851"/>
              </a:lnSpc>
              <a:spcBef>
                <a:spcPts val="117"/>
              </a:spcBef>
              <a:buFont typeface="Calibri" panose="020F0502020204030204" pitchFamily="34" charset="0"/>
              <a:buAutoNum type="arabicPeriod" startAt="2"/>
            </a:pPr>
            <a:r>
              <a:rPr lang="en-US" altLang="en-US" sz="2400" b="1" dirty="0">
                <a:cs typeface="Calibri" panose="020F0502020204030204" pitchFamily="34" charset="0"/>
              </a:rPr>
              <a:t>Internal</a:t>
            </a:r>
            <a:r>
              <a:rPr lang="en-US" altLang="en-US" sz="2400" b="1" dirty="0">
                <a:latin typeface="Times New Roman" panose="02020603050405020304" pitchFamily="18" charset="0"/>
                <a:cs typeface="Times New Roman" panose="02020603050405020304" pitchFamily="18" charset="0"/>
              </a:rPr>
              <a:t> </a:t>
            </a:r>
            <a:r>
              <a:rPr lang="en-US" altLang="en-US" sz="2400" b="1" dirty="0">
                <a:cs typeface="Calibri" panose="020F0502020204030204" pitchFamily="34" charset="0"/>
              </a:rPr>
              <a:t>nodes</a:t>
            </a:r>
            <a:r>
              <a:rPr lang="en-US" altLang="en-US" sz="2400" b="1" dirty="0">
                <a:latin typeface="Times New Roman" panose="02020603050405020304" pitchFamily="18" charset="0"/>
                <a:cs typeface="Times New Roman" panose="02020603050405020304" pitchFamily="18" charset="0"/>
              </a:rPr>
              <a:t> </a:t>
            </a:r>
            <a:r>
              <a:rPr lang="en-US" altLang="en-US" sz="2400" b="1" dirty="0">
                <a:cs typeface="Calibri" panose="020F0502020204030204" pitchFamily="34" charset="0"/>
              </a:rPr>
              <a:t>are</a:t>
            </a:r>
            <a:r>
              <a:rPr lang="en-US" altLang="en-US" sz="2400" b="1" dirty="0">
                <a:latin typeface="Times New Roman" panose="02020603050405020304" pitchFamily="18" charset="0"/>
                <a:cs typeface="Times New Roman" panose="02020603050405020304" pitchFamily="18" charset="0"/>
              </a:rPr>
              <a:t> </a:t>
            </a:r>
            <a:r>
              <a:rPr lang="en-US" altLang="en-US" sz="2400" b="1" dirty="0">
                <a:cs typeface="Calibri" panose="020F0502020204030204" pitchFamily="34" charset="0"/>
              </a:rPr>
              <a:t>also</a:t>
            </a:r>
            <a:r>
              <a:rPr lang="en-US" altLang="en-US" sz="2400" b="1" dirty="0">
                <a:latin typeface="Times New Roman" panose="02020603050405020304" pitchFamily="18" charset="0"/>
                <a:cs typeface="Times New Roman" panose="02020603050405020304" pitchFamily="18" charset="0"/>
              </a:rPr>
              <a:t> </a:t>
            </a:r>
            <a:r>
              <a:rPr lang="en-US" altLang="en-US" sz="2400" b="1" dirty="0">
                <a:cs typeface="Calibri" panose="020F0502020204030204" pitchFamily="34" charset="0"/>
              </a:rPr>
              <a:t>called</a:t>
            </a:r>
            <a:r>
              <a:rPr lang="en-US" altLang="en-US" sz="2400" b="1" dirty="0">
                <a:latin typeface="Times New Roman" panose="02020603050405020304" pitchFamily="18" charset="0"/>
                <a:cs typeface="Times New Roman" panose="02020603050405020304" pitchFamily="18" charset="0"/>
              </a:rPr>
              <a:t> </a:t>
            </a:r>
            <a:r>
              <a:rPr lang="en-US" altLang="en-US" sz="2400" b="1" dirty="0">
                <a:cs typeface="Calibri" panose="020F0502020204030204" pitchFamily="34" charset="0"/>
              </a:rPr>
              <a:t>as</a:t>
            </a:r>
            <a:r>
              <a:rPr lang="en-US" altLang="en-US" sz="2400" b="1" dirty="0">
                <a:latin typeface="Times New Roman" panose="02020603050405020304" pitchFamily="18" charset="0"/>
                <a:cs typeface="Times New Roman" panose="02020603050405020304" pitchFamily="18" charset="0"/>
              </a:rPr>
              <a:t> </a:t>
            </a:r>
            <a:r>
              <a:rPr lang="en-US" altLang="en-US" sz="2400" b="1" dirty="0">
                <a:cs typeface="Calibri" panose="020F0502020204030204" pitchFamily="34" charset="0"/>
              </a:rPr>
              <a:t>non-terminal</a:t>
            </a:r>
            <a:r>
              <a:rPr lang="en-US" altLang="en-US" sz="2400" b="1" dirty="0">
                <a:latin typeface="Times New Roman" panose="02020603050405020304" pitchFamily="18" charset="0"/>
                <a:cs typeface="Times New Roman" panose="02020603050405020304" pitchFamily="18" charset="0"/>
              </a:rPr>
              <a:t> </a:t>
            </a:r>
            <a:r>
              <a:rPr lang="en-US" altLang="en-US" sz="2400" b="1" dirty="0">
                <a:cs typeface="Calibri" panose="020F0502020204030204" pitchFamily="34" charset="0"/>
              </a:rPr>
              <a:t>nodes.</a:t>
            </a:r>
            <a:endParaRPr lang="en-US" altLang="en-US" sz="2400" dirty="0">
              <a:cs typeface="Calibri" panose="020F0502020204030204" pitchFamily="34" charset="0"/>
            </a:endParaRPr>
          </a:p>
          <a:p>
            <a:pPr>
              <a:lnSpc>
                <a:spcPts val="2733"/>
              </a:lnSpc>
              <a:buFont typeface="Calibri" panose="020F0502020204030204" pitchFamily="34" charset="0"/>
              <a:buAutoNum type="arabicPeriod" startAt="2"/>
            </a:pPr>
            <a:r>
              <a:rPr lang="en-US" altLang="en-US" sz="2400" b="1" dirty="0">
                <a:cs typeface="Calibri" panose="020F0502020204030204" pitchFamily="34" charset="0"/>
              </a:rPr>
              <a:t>Every</a:t>
            </a:r>
            <a:r>
              <a:rPr lang="en-US" altLang="en-US" sz="2400" b="1" dirty="0">
                <a:latin typeface="Times New Roman" panose="02020603050405020304" pitchFamily="18" charset="0"/>
                <a:cs typeface="Times New Roman" panose="02020603050405020304" pitchFamily="18" charset="0"/>
              </a:rPr>
              <a:t> </a:t>
            </a:r>
            <a:r>
              <a:rPr lang="en-US" altLang="en-US" sz="2400" b="1" dirty="0">
                <a:cs typeface="Calibri" panose="020F0502020204030204" pitchFamily="34" charset="0"/>
              </a:rPr>
              <a:t>non-leaf</a:t>
            </a:r>
            <a:r>
              <a:rPr lang="en-US" altLang="en-US" sz="2400" b="1" dirty="0">
                <a:latin typeface="Times New Roman" panose="02020603050405020304" pitchFamily="18" charset="0"/>
                <a:cs typeface="Times New Roman" panose="02020603050405020304" pitchFamily="18" charset="0"/>
              </a:rPr>
              <a:t> </a:t>
            </a:r>
            <a:r>
              <a:rPr lang="en-US" altLang="en-US" sz="2400" b="1" dirty="0">
                <a:cs typeface="Calibri" panose="020F0502020204030204" pitchFamily="34" charset="0"/>
              </a:rPr>
              <a:t>node</a:t>
            </a:r>
            <a:r>
              <a:rPr lang="en-US" altLang="en-US" sz="2400" b="1" dirty="0">
                <a:latin typeface="Times New Roman" panose="02020603050405020304" pitchFamily="18" charset="0"/>
                <a:cs typeface="Times New Roman" panose="02020603050405020304" pitchFamily="18" charset="0"/>
              </a:rPr>
              <a:t> </a:t>
            </a:r>
            <a:r>
              <a:rPr lang="en-US" altLang="en-US" sz="2400" b="1" dirty="0">
                <a:cs typeface="Calibri" panose="020F0502020204030204" pitchFamily="34" charset="0"/>
              </a:rPr>
              <a:t>is</a:t>
            </a:r>
            <a:r>
              <a:rPr lang="en-US" altLang="en-US" sz="2400" b="1" dirty="0">
                <a:latin typeface="Times New Roman" panose="02020603050405020304" pitchFamily="18" charset="0"/>
                <a:cs typeface="Times New Roman" panose="02020603050405020304" pitchFamily="18" charset="0"/>
              </a:rPr>
              <a:t> </a:t>
            </a:r>
            <a:r>
              <a:rPr lang="en-US" altLang="en-US" sz="2400" b="1" dirty="0">
                <a:cs typeface="Calibri" panose="020F0502020204030204" pitchFamily="34" charset="0"/>
              </a:rPr>
              <a:t>an</a:t>
            </a:r>
            <a:endParaRPr lang="en-US" altLang="en-US" sz="2400" dirty="0">
              <a:cs typeface="Calibri" panose="020F0502020204030204" pitchFamily="34" charset="0"/>
            </a:endParaRPr>
          </a:p>
          <a:p>
            <a:pPr>
              <a:spcBef>
                <a:spcPts val="17"/>
              </a:spcBef>
            </a:pPr>
            <a:r>
              <a:rPr lang="en-US" altLang="en-US" sz="2400" b="1" dirty="0">
                <a:cs typeface="Calibri" panose="020F0502020204030204" pitchFamily="34" charset="0"/>
              </a:rPr>
              <a:t>internal</a:t>
            </a:r>
            <a:r>
              <a:rPr lang="en-US" altLang="en-US" sz="2400" b="1" dirty="0">
                <a:latin typeface="Times New Roman" panose="02020603050405020304" pitchFamily="18" charset="0"/>
                <a:cs typeface="Times New Roman" panose="02020603050405020304" pitchFamily="18" charset="0"/>
              </a:rPr>
              <a:t> </a:t>
            </a:r>
            <a:r>
              <a:rPr lang="en-US" altLang="en-US" sz="2400" b="1" dirty="0">
                <a:cs typeface="Calibri" panose="020F0502020204030204" pitchFamily="34" charset="0"/>
              </a:rPr>
              <a:t>node.</a:t>
            </a:r>
            <a:endParaRPr lang="en-US" altLang="en-US" sz="2400" dirty="0">
              <a:cs typeface="Calibri" panose="020F0502020204030204" pitchFamily="34" charset="0"/>
            </a:endParaRPr>
          </a:p>
        </p:txBody>
      </p:sp>
      <p:sp>
        <p:nvSpPr>
          <p:cNvPr id="15" name="object 15">
            <a:extLst>
              <a:ext uri="{FF2B5EF4-FFF2-40B4-BE49-F238E27FC236}">
                <a16:creationId xmlns:a16="http://schemas.microsoft.com/office/drawing/2014/main" id="{2EC1DD94-19A2-520A-9F79-F6F0120C3B56}"/>
              </a:ext>
            </a:extLst>
          </p:cNvPr>
          <p:cNvSpPr txBox="1"/>
          <p:nvPr/>
        </p:nvSpPr>
        <p:spPr>
          <a:xfrm>
            <a:off x="5337176" y="1206777"/>
            <a:ext cx="6096000" cy="318100"/>
          </a:xfrm>
          <a:prstGeom prst="rect">
            <a:avLst/>
          </a:prstGeom>
          <a:ln w="9535">
            <a:solidFill>
              <a:srgbClr val="000000"/>
            </a:solidFill>
          </a:ln>
        </p:spPr>
        <p:txBody>
          <a:bodyPr lIns="0" tIns="0" rIns="0" bIns="0">
            <a:spAutoFit/>
          </a:bodyPr>
          <a:lstStyle/>
          <a:p>
            <a:pPr marL="401310">
              <a:defRPr/>
            </a:pPr>
            <a:r>
              <a:rPr sz="2067" b="1" spc="-20" dirty="0">
                <a:solidFill>
                  <a:srgbClr val="FF0000"/>
                </a:solidFill>
                <a:latin typeface="Calibri"/>
                <a:cs typeface="Calibri"/>
              </a:rPr>
              <a:t>Her</a:t>
            </a:r>
            <a:r>
              <a:rPr sz="2067" b="1" spc="-13" dirty="0">
                <a:solidFill>
                  <a:srgbClr val="FF0000"/>
                </a:solidFill>
                <a:latin typeface="Calibri"/>
                <a:cs typeface="Calibri"/>
              </a:rPr>
              <a:t>e,</a:t>
            </a:r>
            <a:r>
              <a:rPr sz="2067" b="1" spc="40" dirty="0">
                <a:solidFill>
                  <a:srgbClr val="FF0000"/>
                </a:solidFill>
                <a:latin typeface="Times New Roman"/>
                <a:cs typeface="Times New Roman"/>
              </a:rPr>
              <a:t> </a:t>
            </a:r>
            <a:r>
              <a:rPr sz="2067" b="1" spc="-7" dirty="0">
                <a:solidFill>
                  <a:srgbClr val="FF0000"/>
                </a:solidFill>
                <a:latin typeface="Calibri"/>
                <a:cs typeface="Calibri"/>
              </a:rPr>
              <a:t>n</a:t>
            </a:r>
            <a:r>
              <a:rPr sz="2067" b="1" spc="-20" dirty="0">
                <a:solidFill>
                  <a:srgbClr val="FF0000"/>
                </a:solidFill>
                <a:latin typeface="Calibri"/>
                <a:cs typeface="Calibri"/>
              </a:rPr>
              <a:t>o</a:t>
            </a:r>
            <a:r>
              <a:rPr sz="2067" b="1" spc="-13" dirty="0">
                <a:solidFill>
                  <a:srgbClr val="FF0000"/>
                </a:solidFill>
                <a:latin typeface="Calibri"/>
                <a:cs typeface="Calibri"/>
              </a:rPr>
              <a:t>des</a:t>
            </a:r>
            <a:r>
              <a:rPr sz="2067" b="1" spc="47" dirty="0">
                <a:solidFill>
                  <a:srgbClr val="FF0000"/>
                </a:solidFill>
                <a:latin typeface="Times New Roman"/>
                <a:cs typeface="Times New Roman"/>
              </a:rPr>
              <a:t> </a:t>
            </a:r>
            <a:r>
              <a:rPr sz="2067" b="1" spc="-20" dirty="0">
                <a:solidFill>
                  <a:srgbClr val="FF0000"/>
                </a:solidFill>
                <a:latin typeface="Calibri"/>
                <a:cs typeface="Calibri"/>
              </a:rPr>
              <a:t>A</a:t>
            </a:r>
            <a:r>
              <a:rPr sz="2067" b="1" spc="-7" dirty="0">
                <a:solidFill>
                  <a:srgbClr val="FF0000"/>
                </a:solidFill>
                <a:latin typeface="Calibri"/>
                <a:cs typeface="Calibri"/>
              </a:rPr>
              <a:t>,</a:t>
            </a:r>
            <a:r>
              <a:rPr sz="2067" b="1" spc="53" dirty="0">
                <a:solidFill>
                  <a:srgbClr val="FF0000"/>
                </a:solidFill>
                <a:latin typeface="Times New Roman"/>
                <a:cs typeface="Times New Roman"/>
              </a:rPr>
              <a:t> </a:t>
            </a:r>
            <a:r>
              <a:rPr sz="2067" b="1" spc="-13" dirty="0">
                <a:solidFill>
                  <a:srgbClr val="FF0000"/>
                </a:solidFill>
                <a:latin typeface="Calibri"/>
                <a:cs typeface="Calibri"/>
              </a:rPr>
              <a:t>B,</a:t>
            </a:r>
            <a:r>
              <a:rPr sz="2067" b="1" spc="-53" dirty="0">
                <a:solidFill>
                  <a:srgbClr val="FF0000"/>
                </a:solidFill>
                <a:latin typeface="Times New Roman"/>
                <a:cs typeface="Times New Roman"/>
              </a:rPr>
              <a:t> </a:t>
            </a:r>
            <a:r>
              <a:rPr sz="2067" b="1" spc="-20" dirty="0">
                <a:solidFill>
                  <a:srgbClr val="FF0000"/>
                </a:solidFill>
                <a:latin typeface="Calibri"/>
                <a:cs typeface="Calibri"/>
              </a:rPr>
              <a:t>C</a:t>
            </a:r>
            <a:r>
              <a:rPr sz="2067" b="1" spc="-7" dirty="0">
                <a:solidFill>
                  <a:srgbClr val="FF0000"/>
                </a:solidFill>
                <a:latin typeface="Calibri"/>
                <a:cs typeface="Calibri"/>
              </a:rPr>
              <a:t>,</a:t>
            </a:r>
            <a:r>
              <a:rPr sz="2067" b="1" spc="-60" dirty="0">
                <a:solidFill>
                  <a:srgbClr val="FF0000"/>
                </a:solidFill>
                <a:latin typeface="Times New Roman"/>
                <a:cs typeface="Times New Roman"/>
              </a:rPr>
              <a:t> </a:t>
            </a:r>
            <a:r>
              <a:rPr sz="2067" b="1" spc="-13" dirty="0">
                <a:solidFill>
                  <a:srgbClr val="FF0000"/>
                </a:solidFill>
                <a:latin typeface="Calibri"/>
                <a:cs typeface="Calibri"/>
              </a:rPr>
              <a:t>E</a:t>
            </a:r>
            <a:r>
              <a:rPr sz="2067" b="1" spc="53" dirty="0">
                <a:solidFill>
                  <a:srgbClr val="FF0000"/>
                </a:solidFill>
                <a:latin typeface="Times New Roman"/>
                <a:cs typeface="Times New Roman"/>
              </a:rPr>
              <a:t> </a:t>
            </a:r>
            <a:r>
              <a:rPr sz="2067" b="1" spc="-13" dirty="0">
                <a:solidFill>
                  <a:srgbClr val="FF0000"/>
                </a:solidFill>
                <a:latin typeface="Calibri"/>
                <a:cs typeface="Calibri"/>
              </a:rPr>
              <a:t>a</a:t>
            </a:r>
            <a:r>
              <a:rPr sz="2067" b="1" dirty="0">
                <a:solidFill>
                  <a:srgbClr val="FF0000"/>
                </a:solidFill>
                <a:latin typeface="Calibri"/>
                <a:cs typeface="Calibri"/>
              </a:rPr>
              <a:t>n</a:t>
            </a:r>
            <a:r>
              <a:rPr sz="2067" b="1" spc="-13" dirty="0">
                <a:solidFill>
                  <a:srgbClr val="FF0000"/>
                </a:solidFill>
                <a:latin typeface="Calibri"/>
                <a:cs typeface="Calibri"/>
              </a:rPr>
              <a:t>d</a:t>
            </a:r>
            <a:r>
              <a:rPr sz="2067" b="1" spc="53" dirty="0">
                <a:solidFill>
                  <a:srgbClr val="FF0000"/>
                </a:solidFill>
                <a:latin typeface="Times New Roman"/>
                <a:cs typeface="Times New Roman"/>
              </a:rPr>
              <a:t> </a:t>
            </a:r>
            <a:r>
              <a:rPr sz="2067" b="1" spc="-13" dirty="0">
                <a:solidFill>
                  <a:srgbClr val="FF0000"/>
                </a:solidFill>
                <a:latin typeface="Calibri"/>
                <a:cs typeface="Calibri"/>
              </a:rPr>
              <a:t>G</a:t>
            </a:r>
            <a:r>
              <a:rPr sz="2067" b="1" spc="-53" dirty="0">
                <a:solidFill>
                  <a:srgbClr val="FF0000"/>
                </a:solidFill>
                <a:latin typeface="Times New Roman"/>
                <a:cs typeface="Times New Roman"/>
              </a:rPr>
              <a:t> </a:t>
            </a:r>
            <a:r>
              <a:rPr sz="2067" b="1" spc="-13" dirty="0">
                <a:solidFill>
                  <a:srgbClr val="FF0000"/>
                </a:solidFill>
                <a:latin typeface="Calibri"/>
                <a:cs typeface="Calibri"/>
              </a:rPr>
              <a:t>are</a:t>
            </a:r>
            <a:r>
              <a:rPr sz="2067" b="1" spc="127" dirty="0">
                <a:solidFill>
                  <a:srgbClr val="FF0000"/>
                </a:solidFill>
                <a:latin typeface="Times New Roman"/>
                <a:cs typeface="Times New Roman"/>
              </a:rPr>
              <a:t> </a:t>
            </a:r>
            <a:r>
              <a:rPr sz="2067" b="1" spc="-13" dirty="0">
                <a:solidFill>
                  <a:srgbClr val="FF0000"/>
                </a:solidFill>
                <a:latin typeface="Calibri"/>
                <a:cs typeface="Calibri"/>
              </a:rPr>
              <a:t>int</a:t>
            </a:r>
            <a:r>
              <a:rPr sz="2067" b="1" dirty="0">
                <a:solidFill>
                  <a:srgbClr val="FF0000"/>
                </a:solidFill>
                <a:latin typeface="Calibri"/>
                <a:cs typeface="Calibri"/>
              </a:rPr>
              <a:t>e</a:t>
            </a:r>
            <a:r>
              <a:rPr sz="2067" b="1" spc="-20" dirty="0">
                <a:solidFill>
                  <a:srgbClr val="FF0000"/>
                </a:solidFill>
                <a:latin typeface="Calibri"/>
                <a:cs typeface="Calibri"/>
              </a:rPr>
              <a:t>rna</a:t>
            </a:r>
            <a:r>
              <a:rPr sz="2067" b="1" spc="-7" dirty="0">
                <a:solidFill>
                  <a:srgbClr val="FF0000"/>
                </a:solidFill>
                <a:latin typeface="Calibri"/>
                <a:cs typeface="Calibri"/>
              </a:rPr>
              <a:t>l</a:t>
            </a:r>
            <a:r>
              <a:rPr sz="2067" b="1" spc="180" dirty="0">
                <a:solidFill>
                  <a:srgbClr val="FF0000"/>
                </a:solidFill>
                <a:latin typeface="Times New Roman"/>
                <a:cs typeface="Times New Roman"/>
              </a:rPr>
              <a:t> </a:t>
            </a:r>
            <a:r>
              <a:rPr sz="2067" b="1" spc="-13" dirty="0">
                <a:solidFill>
                  <a:srgbClr val="FF0000"/>
                </a:solidFill>
                <a:latin typeface="Calibri"/>
                <a:cs typeface="Calibri"/>
              </a:rPr>
              <a:t>n</a:t>
            </a:r>
            <a:r>
              <a:rPr sz="2067" b="1" spc="-27" dirty="0">
                <a:solidFill>
                  <a:srgbClr val="FF0000"/>
                </a:solidFill>
                <a:latin typeface="Calibri"/>
                <a:cs typeface="Calibri"/>
              </a:rPr>
              <a:t>o</a:t>
            </a:r>
            <a:r>
              <a:rPr sz="2067" b="1" spc="-13" dirty="0">
                <a:solidFill>
                  <a:srgbClr val="FF0000"/>
                </a:solidFill>
                <a:latin typeface="Calibri"/>
                <a:cs typeface="Calibri"/>
              </a:rPr>
              <a:t>d</a:t>
            </a:r>
            <a:r>
              <a:rPr sz="2067" b="1" spc="-7" dirty="0">
                <a:solidFill>
                  <a:srgbClr val="FF0000"/>
                </a:solidFill>
                <a:latin typeface="Calibri"/>
                <a:cs typeface="Calibri"/>
              </a:rPr>
              <a:t>e</a:t>
            </a:r>
            <a:r>
              <a:rPr sz="2067" b="1" spc="-27" dirty="0">
                <a:solidFill>
                  <a:srgbClr val="FF0000"/>
                </a:solidFill>
                <a:latin typeface="Calibri"/>
                <a:cs typeface="Calibri"/>
              </a:rPr>
              <a:t>s</a:t>
            </a:r>
            <a:r>
              <a:rPr sz="2067" b="1" spc="-7" dirty="0">
                <a:solidFill>
                  <a:srgbClr val="FF0000"/>
                </a:solidFill>
                <a:latin typeface="Calibri"/>
                <a:cs typeface="Calibri"/>
              </a:rPr>
              <a:t>.</a:t>
            </a:r>
            <a:endParaRPr sz="2067" dirty="0">
              <a:latin typeface="Calibri"/>
              <a:cs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object 2">
            <a:extLst>
              <a:ext uri="{FF2B5EF4-FFF2-40B4-BE49-F238E27FC236}">
                <a16:creationId xmlns:a16="http://schemas.microsoft.com/office/drawing/2014/main" id="{2B19782A-828B-0F85-966D-FB6E3A4137DA}"/>
              </a:ext>
            </a:extLst>
          </p:cNvPr>
          <p:cNvSpPr>
            <a:spLocks noChangeArrowheads="1"/>
          </p:cNvSpPr>
          <p:nvPr/>
        </p:nvSpPr>
        <p:spPr bwMode="auto">
          <a:xfrm>
            <a:off x="4859867" y="1735667"/>
            <a:ext cx="6242051" cy="4758267"/>
          </a:xfrm>
          <a:prstGeom prst="rect">
            <a:avLst/>
          </a:pr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sz="2400"/>
          </a:p>
        </p:txBody>
      </p:sp>
      <p:sp>
        <p:nvSpPr>
          <p:cNvPr id="3" name="object 3">
            <a:extLst>
              <a:ext uri="{FF2B5EF4-FFF2-40B4-BE49-F238E27FC236}">
                <a16:creationId xmlns:a16="http://schemas.microsoft.com/office/drawing/2014/main" id="{A1EFE5F4-03AC-5B8F-133D-A88EAFCED4B9}"/>
              </a:ext>
            </a:extLst>
          </p:cNvPr>
          <p:cNvSpPr txBox="1"/>
          <p:nvPr/>
        </p:nvSpPr>
        <p:spPr>
          <a:xfrm>
            <a:off x="7969251" y="1979084"/>
            <a:ext cx="220133" cy="369332"/>
          </a:xfrm>
          <a:prstGeom prst="rect">
            <a:avLst/>
          </a:prstGeom>
        </p:spPr>
        <p:txBody>
          <a:bodyPr lIns="0" tIns="0" rIns="0" bIns="0">
            <a:spAutoFit/>
          </a:bodyPr>
          <a:lstStyle/>
          <a:p>
            <a:pPr marL="16933">
              <a:defRPr/>
            </a:pPr>
            <a:r>
              <a:rPr sz="2400" b="1" spc="-20" dirty="0">
                <a:latin typeface="Calibri"/>
                <a:cs typeface="Calibri"/>
              </a:rPr>
              <a:t>A</a:t>
            </a:r>
            <a:endParaRPr sz="2400">
              <a:latin typeface="Calibri"/>
              <a:cs typeface="Calibri"/>
            </a:endParaRPr>
          </a:p>
        </p:txBody>
      </p:sp>
      <p:sp>
        <p:nvSpPr>
          <p:cNvPr id="4" name="object 4">
            <a:extLst>
              <a:ext uri="{FF2B5EF4-FFF2-40B4-BE49-F238E27FC236}">
                <a16:creationId xmlns:a16="http://schemas.microsoft.com/office/drawing/2014/main" id="{68A89FA7-6A32-47BB-E554-07C5F3FE266F}"/>
              </a:ext>
            </a:extLst>
          </p:cNvPr>
          <p:cNvSpPr txBox="1"/>
          <p:nvPr/>
        </p:nvSpPr>
        <p:spPr>
          <a:xfrm>
            <a:off x="6254751" y="3251200"/>
            <a:ext cx="205316" cy="369332"/>
          </a:xfrm>
          <a:prstGeom prst="rect">
            <a:avLst/>
          </a:prstGeom>
        </p:spPr>
        <p:txBody>
          <a:bodyPr lIns="0" tIns="0" rIns="0" bIns="0">
            <a:spAutoFit/>
          </a:bodyPr>
          <a:lstStyle/>
          <a:p>
            <a:pPr marL="16933">
              <a:defRPr/>
            </a:pPr>
            <a:r>
              <a:rPr sz="2400" b="1" spc="-13" dirty="0">
                <a:latin typeface="Calibri"/>
                <a:cs typeface="Calibri"/>
              </a:rPr>
              <a:t>B</a:t>
            </a:r>
            <a:endParaRPr sz="2400">
              <a:latin typeface="Calibri"/>
              <a:cs typeface="Calibri"/>
            </a:endParaRPr>
          </a:p>
        </p:txBody>
      </p:sp>
      <p:sp>
        <p:nvSpPr>
          <p:cNvPr id="15365" name="object 5">
            <a:extLst>
              <a:ext uri="{FF2B5EF4-FFF2-40B4-BE49-F238E27FC236}">
                <a16:creationId xmlns:a16="http://schemas.microsoft.com/office/drawing/2014/main" id="{F16D3693-D88A-01D2-A47C-67F0E4C06566}"/>
              </a:ext>
            </a:extLst>
          </p:cNvPr>
          <p:cNvSpPr txBox="1">
            <a:spLocks noChangeArrowheads="1"/>
          </p:cNvSpPr>
          <p:nvPr/>
        </p:nvSpPr>
        <p:spPr bwMode="auto">
          <a:xfrm>
            <a:off x="9611785" y="3270251"/>
            <a:ext cx="19684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2400" b="1">
                <a:cs typeface="Calibri" panose="020F0502020204030204" pitchFamily="34" charset="0"/>
              </a:rPr>
              <a:t>C</a:t>
            </a:r>
            <a:endParaRPr lang="en-US" altLang="en-US" sz="2400">
              <a:cs typeface="Calibri" panose="020F0502020204030204" pitchFamily="34" charset="0"/>
            </a:endParaRPr>
          </a:p>
        </p:txBody>
      </p:sp>
      <p:sp>
        <p:nvSpPr>
          <p:cNvPr id="15366" name="object 6">
            <a:extLst>
              <a:ext uri="{FF2B5EF4-FFF2-40B4-BE49-F238E27FC236}">
                <a16:creationId xmlns:a16="http://schemas.microsoft.com/office/drawing/2014/main" id="{DE605606-2626-74E1-60A2-92C0BA6FB74A}"/>
              </a:ext>
            </a:extLst>
          </p:cNvPr>
          <p:cNvSpPr txBox="1">
            <a:spLocks noChangeArrowheads="1"/>
          </p:cNvSpPr>
          <p:nvPr/>
        </p:nvSpPr>
        <p:spPr bwMode="auto">
          <a:xfrm>
            <a:off x="5223934" y="4472517"/>
            <a:ext cx="22648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2400" b="1">
                <a:cs typeface="Calibri" panose="020F0502020204030204" pitchFamily="34" charset="0"/>
              </a:rPr>
              <a:t>D</a:t>
            </a:r>
            <a:endParaRPr lang="en-US" altLang="en-US" sz="2400">
              <a:cs typeface="Calibri" panose="020F0502020204030204" pitchFamily="34" charset="0"/>
            </a:endParaRPr>
          </a:p>
        </p:txBody>
      </p:sp>
      <p:sp>
        <p:nvSpPr>
          <p:cNvPr id="7" name="object 7">
            <a:extLst>
              <a:ext uri="{FF2B5EF4-FFF2-40B4-BE49-F238E27FC236}">
                <a16:creationId xmlns:a16="http://schemas.microsoft.com/office/drawing/2014/main" id="{FFB4DEFD-053B-42D8-7436-E0ED0BAC7EB5}"/>
              </a:ext>
            </a:extLst>
          </p:cNvPr>
          <p:cNvSpPr txBox="1"/>
          <p:nvPr/>
        </p:nvSpPr>
        <p:spPr>
          <a:xfrm>
            <a:off x="6470652" y="4478867"/>
            <a:ext cx="182033" cy="369332"/>
          </a:xfrm>
          <a:prstGeom prst="rect">
            <a:avLst/>
          </a:prstGeom>
        </p:spPr>
        <p:txBody>
          <a:bodyPr lIns="0" tIns="0" rIns="0" bIns="0">
            <a:spAutoFit/>
          </a:bodyPr>
          <a:lstStyle/>
          <a:p>
            <a:pPr marL="16933">
              <a:defRPr/>
            </a:pPr>
            <a:r>
              <a:rPr sz="2400" b="1" spc="-13" dirty="0">
                <a:latin typeface="Calibri"/>
                <a:cs typeface="Calibri"/>
              </a:rPr>
              <a:t>E</a:t>
            </a:r>
            <a:endParaRPr sz="2400">
              <a:latin typeface="Calibri"/>
              <a:cs typeface="Calibri"/>
            </a:endParaRPr>
          </a:p>
        </p:txBody>
      </p:sp>
      <p:sp>
        <p:nvSpPr>
          <p:cNvPr id="8" name="object 8">
            <a:extLst>
              <a:ext uri="{FF2B5EF4-FFF2-40B4-BE49-F238E27FC236}">
                <a16:creationId xmlns:a16="http://schemas.microsoft.com/office/drawing/2014/main" id="{3023B26E-A61C-C40B-14AC-A5EF6238C847}"/>
              </a:ext>
            </a:extLst>
          </p:cNvPr>
          <p:cNvSpPr txBox="1"/>
          <p:nvPr/>
        </p:nvSpPr>
        <p:spPr>
          <a:xfrm>
            <a:off x="7685618" y="4478867"/>
            <a:ext cx="173567" cy="369332"/>
          </a:xfrm>
          <a:prstGeom prst="rect">
            <a:avLst/>
          </a:prstGeom>
        </p:spPr>
        <p:txBody>
          <a:bodyPr lIns="0" tIns="0" rIns="0" bIns="0">
            <a:spAutoFit/>
          </a:bodyPr>
          <a:lstStyle/>
          <a:p>
            <a:pPr marL="16933">
              <a:defRPr/>
            </a:pPr>
            <a:r>
              <a:rPr sz="2400" b="1" spc="-13" dirty="0">
                <a:latin typeface="Calibri"/>
                <a:cs typeface="Calibri"/>
              </a:rPr>
              <a:t>F</a:t>
            </a:r>
            <a:endParaRPr sz="2400">
              <a:latin typeface="Calibri"/>
              <a:cs typeface="Calibri"/>
            </a:endParaRPr>
          </a:p>
        </p:txBody>
      </p:sp>
      <p:sp>
        <p:nvSpPr>
          <p:cNvPr id="15369" name="object 9">
            <a:extLst>
              <a:ext uri="{FF2B5EF4-FFF2-40B4-BE49-F238E27FC236}">
                <a16:creationId xmlns:a16="http://schemas.microsoft.com/office/drawing/2014/main" id="{5BEEA229-B48A-561D-F5CD-65A2E0270CDB}"/>
              </a:ext>
            </a:extLst>
          </p:cNvPr>
          <p:cNvSpPr txBox="1">
            <a:spLocks noChangeArrowheads="1"/>
          </p:cNvSpPr>
          <p:nvPr/>
        </p:nvSpPr>
        <p:spPr bwMode="auto">
          <a:xfrm>
            <a:off x="8938684" y="4552951"/>
            <a:ext cx="2286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2400" b="1">
                <a:cs typeface="Calibri" panose="020F0502020204030204" pitchFamily="34" charset="0"/>
              </a:rPr>
              <a:t>G</a:t>
            </a:r>
            <a:endParaRPr lang="en-US" altLang="en-US" sz="2400">
              <a:cs typeface="Calibri" panose="020F0502020204030204" pitchFamily="34" charset="0"/>
            </a:endParaRPr>
          </a:p>
        </p:txBody>
      </p:sp>
      <p:sp>
        <p:nvSpPr>
          <p:cNvPr id="10" name="object 10">
            <a:extLst>
              <a:ext uri="{FF2B5EF4-FFF2-40B4-BE49-F238E27FC236}">
                <a16:creationId xmlns:a16="http://schemas.microsoft.com/office/drawing/2014/main" id="{14324A8A-3A1F-D61C-E996-837807B4B6FA}"/>
              </a:ext>
            </a:extLst>
          </p:cNvPr>
          <p:cNvSpPr txBox="1"/>
          <p:nvPr/>
        </p:nvSpPr>
        <p:spPr>
          <a:xfrm>
            <a:off x="10524067" y="4552951"/>
            <a:ext cx="228600" cy="369332"/>
          </a:xfrm>
          <a:prstGeom prst="rect">
            <a:avLst/>
          </a:prstGeom>
        </p:spPr>
        <p:txBody>
          <a:bodyPr lIns="0" tIns="0" rIns="0" bIns="0">
            <a:spAutoFit/>
          </a:bodyPr>
          <a:lstStyle/>
          <a:p>
            <a:pPr marL="16933">
              <a:defRPr/>
            </a:pPr>
            <a:r>
              <a:rPr sz="2400" b="1" spc="-20" dirty="0">
                <a:latin typeface="Calibri"/>
                <a:cs typeface="Calibri"/>
              </a:rPr>
              <a:t>H</a:t>
            </a:r>
            <a:endParaRPr sz="2400">
              <a:latin typeface="Calibri"/>
              <a:cs typeface="Calibri"/>
            </a:endParaRPr>
          </a:p>
        </p:txBody>
      </p:sp>
      <p:sp>
        <p:nvSpPr>
          <p:cNvPr id="11" name="object 11">
            <a:extLst>
              <a:ext uri="{FF2B5EF4-FFF2-40B4-BE49-F238E27FC236}">
                <a16:creationId xmlns:a16="http://schemas.microsoft.com/office/drawing/2014/main" id="{C6BE75A1-9D9F-75FC-BBAE-89F2617EE164}"/>
              </a:ext>
            </a:extLst>
          </p:cNvPr>
          <p:cNvSpPr txBox="1"/>
          <p:nvPr/>
        </p:nvSpPr>
        <p:spPr>
          <a:xfrm>
            <a:off x="5846234" y="6000751"/>
            <a:ext cx="114300" cy="369332"/>
          </a:xfrm>
          <a:prstGeom prst="rect">
            <a:avLst/>
          </a:prstGeom>
        </p:spPr>
        <p:txBody>
          <a:bodyPr lIns="0" tIns="0" rIns="0" bIns="0">
            <a:spAutoFit/>
          </a:bodyPr>
          <a:lstStyle/>
          <a:p>
            <a:pPr marL="16933">
              <a:defRPr/>
            </a:pPr>
            <a:r>
              <a:rPr sz="2400" b="1" spc="-7" dirty="0">
                <a:latin typeface="Calibri"/>
                <a:cs typeface="Calibri"/>
              </a:rPr>
              <a:t>I</a:t>
            </a:r>
            <a:endParaRPr sz="2400">
              <a:latin typeface="Calibri"/>
              <a:cs typeface="Calibri"/>
            </a:endParaRPr>
          </a:p>
        </p:txBody>
      </p:sp>
      <p:sp>
        <p:nvSpPr>
          <p:cNvPr id="15372" name="object 12">
            <a:extLst>
              <a:ext uri="{FF2B5EF4-FFF2-40B4-BE49-F238E27FC236}">
                <a16:creationId xmlns:a16="http://schemas.microsoft.com/office/drawing/2014/main" id="{9539D754-477D-EADA-79C8-555DB2AF6614}"/>
              </a:ext>
            </a:extLst>
          </p:cNvPr>
          <p:cNvSpPr txBox="1">
            <a:spLocks noChangeArrowheads="1"/>
          </p:cNvSpPr>
          <p:nvPr/>
        </p:nvSpPr>
        <p:spPr bwMode="auto">
          <a:xfrm>
            <a:off x="7031567" y="5979584"/>
            <a:ext cx="13546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2400" b="1">
                <a:cs typeface="Calibri" panose="020F0502020204030204" pitchFamily="34" charset="0"/>
              </a:rPr>
              <a:t>J</a:t>
            </a:r>
            <a:endParaRPr lang="en-US" altLang="en-US" sz="2400">
              <a:cs typeface="Calibri" panose="020F0502020204030204" pitchFamily="34" charset="0"/>
            </a:endParaRPr>
          </a:p>
        </p:txBody>
      </p:sp>
      <p:sp>
        <p:nvSpPr>
          <p:cNvPr id="13" name="object 13">
            <a:extLst>
              <a:ext uri="{FF2B5EF4-FFF2-40B4-BE49-F238E27FC236}">
                <a16:creationId xmlns:a16="http://schemas.microsoft.com/office/drawing/2014/main" id="{863828AC-E36D-FD17-60D4-BCA660CBBC7A}"/>
              </a:ext>
            </a:extLst>
          </p:cNvPr>
          <p:cNvSpPr txBox="1"/>
          <p:nvPr/>
        </p:nvSpPr>
        <p:spPr>
          <a:xfrm>
            <a:off x="8925984" y="5979584"/>
            <a:ext cx="201083" cy="369332"/>
          </a:xfrm>
          <a:prstGeom prst="rect">
            <a:avLst/>
          </a:prstGeom>
        </p:spPr>
        <p:txBody>
          <a:bodyPr lIns="0" tIns="0" rIns="0" bIns="0">
            <a:spAutoFit/>
          </a:bodyPr>
          <a:lstStyle/>
          <a:p>
            <a:pPr marL="16933">
              <a:defRPr/>
            </a:pPr>
            <a:r>
              <a:rPr sz="2400" b="1" spc="-13" dirty="0">
                <a:latin typeface="Calibri"/>
                <a:cs typeface="Calibri"/>
              </a:rPr>
              <a:t>K</a:t>
            </a:r>
            <a:endParaRPr sz="2400">
              <a:latin typeface="Calibri"/>
              <a:cs typeface="Calibri"/>
            </a:endParaRPr>
          </a:p>
        </p:txBody>
      </p:sp>
      <p:sp>
        <p:nvSpPr>
          <p:cNvPr id="14" name="object 14">
            <a:extLst>
              <a:ext uri="{FF2B5EF4-FFF2-40B4-BE49-F238E27FC236}">
                <a16:creationId xmlns:a16="http://schemas.microsoft.com/office/drawing/2014/main" id="{1603E4D1-9564-9F9C-F806-02ADBEC207E6}"/>
              </a:ext>
            </a:extLst>
          </p:cNvPr>
          <p:cNvSpPr txBox="1"/>
          <p:nvPr/>
        </p:nvSpPr>
        <p:spPr>
          <a:xfrm>
            <a:off x="304800" y="685801"/>
            <a:ext cx="4572000" cy="2604367"/>
          </a:xfrm>
          <a:prstGeom prst="rect">
            <a:avLst/>
          </a:prstGeom>
          <a:ln w="9535">
            <a:solidFill>
              <a:srgbClr val="000000"/>
            </a:solidFill>
          </a:ln>
        </p:spPr>
        <p:txBody>
          <a:bodyPr lIns="0" tIns="0" rIns="0" bIns="0">
            <a:spAutoFit/>
          </a:bodyPr>
          <a:lstStyle>
            <a:lvl1pPr marL="85725">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2400" b="1">
                <a:solidFill>
                  <a:srgbClr val="FF0000"/>
                </a:solidFill>
                <a:cs typeface="Calibri" panose="020F0502020204030204" pitchFamily="34" charset="0"/>
              </a:rPr>
              <a:t>LEAF</a:t>
            </a:r>
            <a:r>
              <a:rPr lang="en-US" altLang="en-US" sz="2400" b="1">
                <a:solidFill>
                  <a:srgbClr val="FF0000"/>
                </a:solidFill>
                <a:latin typeface="Times New Roman" panose="02020603050405020304" pitchFamily="18" charset="0"/>
                <a:cs typeface="Times New Roman" panose="02020603050405020304" pitchFamily="18" charset="0"/>
              </a:rPr>
              <a:t> </a:t>
            </a:r>
            <a:r>
              <a:rPr lang="en-US" altLang="en-US" sz="2400" b="1">
                <a:solidFill>
                  <a:srgbClr val="FF0000"/>
                </a:solidFill>
                <a:cs typeface="Calibri" panose="020F0502020204030204" pitchFamily="34" charset="0"/>
              </a:rPr>
              <a:t>NODE</a:t>
            </a:r>
            <a:r>
              <a:rPr lang="en-US" altLang="en-US" sz="2400" b="1">
                <a:solidFill>
                  <a:srgbClr val="FF0000"/>
                </a:solidFill>
                <a:latin typeface="Times New Roman" panose="02020603050405020304" pitchFamily="18" charset="0"/>
                <a:cs typeface="Times New Roman" panose="02020603050405020304" pitchFamily="18" charset="0"/>
              </a:rPr>
              <a:t> </a:t>
            </a:r>
            <a:r>
              <a:rPr lang="en-US" altLang="en-US" sz="2400" b="1">
                <a:solidFill>
                  <a:srgbClr val="FF0000"/>
                </a:solidFill>
                <a:cs typeface="Calibri" panose="020F0502020204030204" pitchFamily="34" charset="0"/>
              </a:rPr>
              <a:t>=</a:t>
            </a:r>
            <a:endParaRPr lang="en-US" altLang="en-US" sz="2400">
              <a:cs typeface="Calibri" panose="020F0502020204030204" pitchFamily="34" charset="0"/>
            </a:endParaRPr>
          </a:p>
          <a:p>
            <a:pPr>
              <a:spcBef>
                <a:spcPts val="67"/>
              </a:spcBef>
            </a:pPr>
            <a:endParaRPr lang="en-US" altLang="en-US" sz="2400">
              <a:latin typeface="Times New Roman" panose="02020603050405020304" pitchFamily="18" charset="0"/>
              <a:cs typeface="Times New Roman" panose="02020603050405020304" pitchFamily="18" charset="0"/>
            </a:endParaRPr>
          </a:p>
          <a:p>
            <a:pPr>
              <a:buFont typeface="Calibri" panose="020F0502020204030204" pitchFamily="34" charset="0"/>
              <a:buAutoNum type="arabicPeriod"/>
            </a:pPr>
            <a:r>
              <a:rPr lang="en-US" altLang="en-US" sz="2400" b="1">
                <a:cs typeface="Calibri" panose="020F0502020204030204" pitchFamily="34" charset="0"/>
              </a:rPr>
              <a:t>The</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node</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which</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does</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not</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have</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any</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child</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is</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called</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as</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a</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leaf</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node.</a:t>
            </a:r>
            <a:endParaRPr lang="en-US" altLang="en-US" sz="2400">
              <a:cs typeface="Calibri" panose="020F0502020204030204" pitchFamily="34" charset="0"/>
            </a:endParaRPr>
          </a:p>
          <a:p>
            <a:pPr>
              <a:spcBef>
                <a:spcPts val="17"/>
              </a:spcBef>
              <a:buFont typeface="Calibri" panose="020F0502020204030204" pitchFamily="34" charset="0"/>
              <a:buAutoNum type="arabicPeriod"/>
            </a:pPr>
            <a:r>
              <a:rPr lang="en-US" altLang="en-US" sz="2400" b="1">
                <a:cs typeface="Calibri" panose="020F0502020204030204" pitchFamily="34" charset="0"/>
              </a:rPr>
              <a:t>Leaf</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nodes</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are</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also</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called</a:t>
            </a:r>
            <a:endParaRPr lang="en-US" altLang="en-US" sz="2400">
              <a:cs typeface="Calibri" panose="020F0502020204030204" pitchFamily="34" charset="0"/>
            </a:endParaRPr>
          </a:p>
          <a:p>
            <a:pPr>
              <a:lnSpc>
                <a:spcPts val="2917"/>
              </a:lnSpc>
              <a:spcBef>
                <a:spcPts val="84"/>
              </a:spcBef>
            </a:pPr>
            <a:r>
              <a:rPr lang="en-US" altLang="en-US" sz="2400" b="1">
                <a:cs typeface="Calibri" panose="020F0502020204030204" pitchFamily="34" charset="0"/>
              </a:rPr>
              <a:t>as</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external</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nodes</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or</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terminal</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nodes.</a:t>
            </a:r>
            <a:endParaRPr lang="en-US" altLang="en-US" sz="2400">
              <a:cs typeface="Calibri" panose="020F0502020204030204" pitchFamily="34" charset="0"/>
            </a:endParaRPr>
          </a:p>
        </p:txBody>
      </p:sp>
      <p:sp>
        <p:nvSpPr>
          <p:cNvPr id="15" name="object 15">
            <a:extLst>
              <a:ext uri="{FF2B5EF4-FFF2-40B4-BE49-F238E27FC236}">
                <a16:creationId xmlns:a16="http://schemas.microsoft.com/office/drawing/2014/main" id="{FBEB2961-2743-B3AE-AB3D-6D186916414C}"/>
              </a:ext>
            </a:extLst>
          </p:cNvPr>
          <p:cNvSpPr txBox="1"/>
          <p:nvPr/>
        </p:nvSpPr>
        <p:spPr>
          <a:xfrm>
            <a:off x="5450418" y="888917"/>
            <a:ext cx="6096000" cy="318100"/>
          </a:xfrm>
          <a:prstGeom prst="rect">
            <a:avLst/>
          </a:prstGeom>
          <a:ln w="9535">
            <a:solidFill>
              <a:srgbClr val="000000"/>
            </a:solidFill>
          </a:ln>
        </p:spPr>
        <p:txBody>
          <a:bodyPr lIns="0" tIns="0" rIns="0" bIns="0">
            <a:spAutoFit/>
          </a:bodyPr>
          <a:lstStyle/>
          <a:p>
            <a:pPr marL="579952">
              <a:defRPr/>
            </a:pPr>
            <a:r>
              <a:rPr sz="2067" b="1" spc="-20" dirty="0">
                <a:solidFill>
                  <a:srgbClr val="FF0000"/>
                </a:solidFill>
                <a:latin typeface="Calibri"/>
                <a:cs typeface="Calibri"/>
              </a:rPr>
              <a:t>Her</a:t>
            </a:r>
            <a:r>
              <a:rPr sz="2067" b="1" spc="-13" dirty="0">
                <a:solidFill>
                  <a:srgbClr val="FF0000"/>
                </a:solidFill>
                <a:latin typeface="Calibri"/>
                <a:cs typeface="Calibri"/>
              </a:rPr>
              <a:t>e,</a:t>
            </a:r>
            <a:r>
              <a:rPr sz="2067" b="1" spc="27" dirty="0">
                <a:solidFill>
                  <a:srgbClr val="FF0000"/>
                </a:solidFill>
                <a:latin typeface="Times New Roman"/>
                <a:cs typeface="Times New Roman"/>
              </a:rPr>
              <a:t> </a:t>
            </a:r>
            <a:r>
              <a:rPr sz="2067" b="1" spc="-7" dirty="0">
                <a:solidFill>
                  <a:srgbClr val="FF0000"/>
                </a:solidFill>
                <a:latin typeface="Calibri"/>
                <a:cs typeface="Calibri"/>
              </a:rPr>
              <a:t>n</a:t>
            </a:r>
            <a:r>
              <a:rPr sz="2067" b="1" spc="-20" dirty="0">
                <a:solidFill>
                  <a:srgbClr val="FF0000"/>
                </a:solidFill>
                <a:latin typeface="Calibri"/>
                <a:cs typeface="Calibri"/>
              </a:rPr>
              <a:t>o</a:t>
            </a:r>
            <a:r>
              <a:rPr sz="2067" b="1" spc="-13" dirty="0">
                <a:solidFill>
                  <a:srgbClr val="FF0000"/>
                </a:solidFill>
                <a:latin typeface="Calibri"/>
                <a:cs typeface="Calibri"/>
              </a:rPr>
              <a:t>d</a:t>
            </a:r>
            <a:r>
              <a:rPr sz="2067" b="1" spc="-7" dirty="0">
                <a:solidFill>
                  <a:srgbClr val="FF0000"/>
                </a:solidFill>
                <a:latin typeface="Calibri"/>
                <a:cs typeface="Calibri"/>
              </a:rPr>
              <a:t>e</a:t>
            </a:r>
            <a:r>
              <a:rPr sz="2067" b="1" spc="-13" dirty="0">
                <a:solidFill>
                  <a:srgbClr val="FF0000"/>
                </a:solidFill>
                <a:latin typeface="Calibri"/>
                <a:cs typeface="Calibri"/>
              </a:rPr>
              <a:t>s</a:t>
            </a:r>
            <a:r>
              <a:rPr sz="2067" b="1" spc="33" dirty="0">
                <a:solidFill>
                  <a:srgbClr val="FF0000"/>
                </a:solidFill>
                <a:latin typeface="Times New Roman"/>
                <a:cs typeface="Times New Roman"/>
              </a:rPr>
              <a:t> </a:t>
            </a:r>
            <a:r>
              <a:rPr sz="2067" b="1" spc="-20" dirty="0">
                <a:solidFill>
                  <a:srgbClr val="FF0000"/>
                </a:solidFill>
                <a:latin typeface="Calibri"/>
                <a:cs typeface="Calibri"/>
              </a:rPr>
              <a:t>D</a:t>
            </a:r>
            <a:r>
              <a:rPr sz="2067" b="1" spc="-7" dirty="0">
                <a:solidFill>
                  <a:srgbClr val="FF0000"/>
                </a:solidFill>
                <a:latin typeface="Calibri"/>
                <a:cs typeface="Calibri"/>
              </a:rPr>
              <a:t>,</a:t>
            </a:r>
            <a:r>
              <a:rPr sz="2067" b="1" spc="-47" dirty="0">
                <a:solidFill>
                  <a:srgbClr val="FF0000"/>
                </a:solidFill>
                <a:latin typeface="Times New Roman"/>
                <a:cs typeface="Times New Roman"/>
              </a:rPr>
              <a:t> </a:t>
            </a:r>
            <a:r>
              <a:rPr sz="2067" b="1" spc="-13" dirty="0">
                <a:solidFill>
                  <a:srgbClr val="FF0000"/>
                </a:solidFill>
                <a:latin typeface="Calibri"/>
                <a:cs typeface="Calibri"/>
              </a:rPr>
              <a:t>I</a:t>
            </a:r>
            <a:r>
              <a:rPr sz="2067" b="1" spc="-7" dirty="0">
                <a:solidFill>
                  <a:srgbClr val="FF0000"/>
                </a:solidFill>
                <a:latin typeface="Calibri"/>
                <a:cs typeface="Calibri"/>
              </a:rPr>
              <a:t>,</a:t>
            </a:r>
            <a:r>
              <a:rPr sz="2067" b="1" spc="-60" dirty="0">
                <a:solidFill>
                  <a:srgbClr val="FF0000"/>
                </a:solidFill>
                <a:latin typeface="Times New Roman"/>
                <a:cs typeface="Times New Roman"/>
              </a:rPr>
              <a:t> </a:t>
            </a:r>
            <a:r>
              <a:rPr sz="2067" b="1" spc="-7" dirty="0">
                <a:solidFill>
                  <a:srgbClr val="FF0000"/>
                </a:solidFill>
                <a:latin typeface="Calibri"/>
                <a:cs typeface="Calibri"/>
              </a:rPr>
              <a:t>J,</a:t>
            </a:r>
            <a:r>
              <a:rPr sz="2067" b="1" spc="53" dirty="0">
                <a:solidFill>
                  <a:srgbClr val="FF0000"/>
                </a:solidFill>
                <a:latin typeface="Times New Roman"/>
                <a:cs typeface="Times New Roman"/>
              </a:rPr>
              <a:t> </a:t>
            </a:r>
            <a:r>
              <a:rPr sz="2067" b="1" spc="-20" dirty="0">
                <a:solidFill>
                  <a:srgbClr val="FF0000"/>
                </a:solidFill>
                <a:latin typeface="Calibri"/>
                <a:cs typeface="Calibri"/>
              </a:rPr>
              <a:t>F</a:t>
            </a:r>
            <a:r>
              <a:rPr sz="2067" b="1" spc="-7" dirty="0">
                <a:solidFill>
                  <a:srgbClr val="FF0000"/>
                </a:solidFill>
                <a:latin typeface="Calibri"/>
                <a:cs typeface="Calibri"/>
              </a:rPr>
              <a:t>,</a:t>
            </a:r>
            <a:r>
              <a:rPr sz="2067" b="1" spc="-60" dirty="0">
                <a:solidFill>
                  <a:srgbClr val="FF0000"/>
                </a:solidFill>
                <a:latin typeface="Times New Roman"/>
                <a:cs typeface="Times New Roman"/>
              </a:rPr>
              <a:t> </a:t>
            </a:r>
            <a:r>
              <a:rPr sz="2067" b="1" spc="-13" dirty="0">
                <a:solidFill>
                  <a:srgbClr val="FF0000"/>
                </a:solidFill>
                <a:latin typeface="Calibri"/>
                <a:cs typeface="Calibri"/>
              </a:rPr>
              <a:t>K</a:t>
            </a:r>
            <a:r>
              <a:rPr sz="2067" b="1" spc="-80" dirty="0">
                <a:solidFill>
                  <a:srgbClr val="FF0000"/>
                </a:solidFill>
                <a:latin typeface="Times New Roman"/>
                <a:cs typeface="Times New Roman"/>
              </a:rPr>
              <a:t> </a:t>
            </a:r>
            <a:r>
              <a:rPr sz="2067" b="1" spc="-13" dirty="0">
                <a:solidFill>
                  <a:srgbClr val="FF0000"/>
                </a:solidFill>
                <a:latin typeface="Calibri"/>
                <a:cs typeface="Calibri"/>
              </a:rPr>
              <a:t>and</a:t>
            </a:r>
            <a:r>
              <a:rPr sz="2067" b="1" spc="152" dirty="0">
                <a:solidFill>
                  <a:srgbClr val="FF0000"/>
                </a:solidFill>
                <a:latin typeface="Times New Roman"/>
                <a:cs typeface="Times New Roman"/>
              </a:rPr>
              <a:t> </a:t>
            </a:r>
            <a:r>
              <a:rPr sz="2067" b="1" spc="-13" dirty="0">
                <a:solidFill>
                  <a:srgbClr val="FF0000"/>
                </a:solidFill>
                <a:latin typeface="Calibri"/>
                <a:cs typeface="Calibri"/>
              </a:rPr>
              <a:t>H</a:t>
            </a:r>
            <a:r>
              <a:rPr sz="2067" b="1" spc="-47" dirty="0">
                <a:solidFill>
                  <a:srgbClr val="FF0000"/>
                </a:solidFill>
                <a:latin typeface="Times New Roman"/>
                <a:cs typeface="Times New Roman"/>
              </a:rPr>
              <a:t> </a:t>
            </a:r>
            <a:r>
              <a:rPr sz="2067" b="1" spc="-13" dirty="0">
                <a:solidFill>
                  <a:srgbClr val="FF0000"/>
                </a:solidFill>
                <a:latin typeface="Calibri"/>
                <a:cs typeface="Calibri"/>
              </a:rPr>
              <a:t>are</a:t>
            </a:r>
            <a:r>
              <a:rPr sz="2067" b="1" spc="100" dirty="0">
                <a:solidFill>
                  <a:srgbClr val="FF0000"/>
                </a:solidFill>
                <a:latin typeface="Times New Roman"/>
                <a:cs typeface="Times New Roman"/>
              </a:rPr>
              <a:t> </a:t>
            </a:r>
            <a:r>
              <a:rPr sz="2067" b="1" spc="-13" dirty="0">
                <a:solidFill>
                  <a:srgbClr val="FF0000"/>
                </a:solidFill>
                <a:latin typeface="Calibri"/>
                <a:cs typeface="Calibri"/>
              </a:rPr>
              <a:t>le</a:t>
            </a:r>
            <a:r>
              <a:rPr sz="2067" b="1" dirty="0">
                <a:solidFill>
                  <a:srgbClr val="FF0000"/>
                </a:solidFill>
                <a:latin typeface="Calibri"/>
                <a:cs typeface="Calibri"/>
              </a:rPr>
              <a:t>a</a:t>
            </a:r>
            <a:r>
              <a:rPr sz="2067" b="1" spc="-7" dirty="0">
                <a:solidFill>
                  <a:srgbClr val="FF0000"/>
                </a:solidFill>
                <a:latin typeface="Calibri"/>
                <a:cs typeface="Calibri"/>
              </a:rPr>
              <a:t>f</a:t>
            </a:r>
            <a:r>
              <a:rPr sz="2067" b="1" spc="-80" dirty="0">
                <a:solidFill>
                  <a:srgbClr val="FF0000"/>
                </a:solidFill>
                <a:latin typeface="Times New Roman"/>
                <a:cs typeface="Times New Roman"/>
              </a:rPr>
              <a:t> </a:t>
            </a:r>
            <a:r>
              <a:rPr sz="2067" b="1" spc="-13" dirty="0">
                <a:solidFill>
                  <a:srgbClr val="FF0000"/>
                </a:solidFill>
                <a:latin typeface="Calibri"/>
                <a:cs typeface="Calibri"/>
              </a:rPr>
              <a:t>n</a:t>
            </a:r>
            <a:r>
              <a:rPr sz="2067" b="1" spc="-27" dirty="0">
                <a:solidFill>
                  <a:srgbClr val="FF0000"/>
                </a:solidFill>
                <a:latin typeface="Calibri"/>
                <a:cs typeface="Calibri"/>
              </a:rPr>
              <a:t>o</a:t>
            </a:r>
            <a:r>
              <a:rPr sz="2067" b="1" spc="-13" dirty="0">
                <a:solidFill>
                  <a:srgbClr val="FF0000"/>
                </a:solidFill>
                <a:latin typeface="Calibri"/>
                <a:cs typeface="Calibri"/>
              </a:rPr>
              <a:t>d</a:t>
            </a:r>
            <a:r>
              <a:rPr sz="2067" b="1" spc="-7" dirty="0">
                <a:solidFill>
                  <a:srgbClr val="FF0000"/>
                </a:solidFill>
                <a:latin typeface="Calibri"/>
                <a:cs typeface="Calibri"/>
              </a:rPr>
              <a:t>e</a:t>
            </a:r>
            <a:r>
              <a:rPr sz="2067" b="1" spc="-27" dirty="0">
                <a:solidFill>
                  <a:srgbClr val="FF0000"/>
                </a:solidFill>
                <a:latin typeface="Calibri"/>
                <a:cs typeface="Calibri"/>
              </a:rPr>
              <a:t>s</a:t>
            </a:r>
            <a:r>
              <a:rPr sz="2067" b="1" spc="-7" dirty="0">
                <a:solidFill>
                  <a:srgbClr val="FF0000"/>
                </a:solidFill>
                <a:latin typeface="Calibri"/>
                <a:cs typeface="Calibri"/>
              </a:rPr>
              <a:t>.</a:t>
            </a:r>
            <a:endParaRPr sz="2067" dirty="0">
              <a:latin typeface="Calibri"/>
              <a:cs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0C090C9E-76A9-32BC-A025-87F0AFC71788}"/>
              </a:ext>
            </a:extLst>
          </p:cNvPr>
          <p:cNvSpPr txBox="1"/>
          <p:nvPr/>
        </p:nvSpPr>
        <p:spPr>
          <a:xfrm>
            <a:off x="7945967" y="406400"/>
            <a:ext cx="3860800" cy="369332"/>
          </a:xfrm>
          <a:prstGeom prst="rect">
            <a:avLst/>
          </a:prstGeom>
          <a:ln w="9535">
            <a:solidFill>
              <a:srgbClr val="000000"/>
            </a:solidFill>
          </a:ln>
        </p:spPr>
        <p:txBody>
          <a:bodyPr lIns="0" tIns="0" rIns="0" bIns="0">
            <a:spAutoFit/>
          </a:bodyPr>
          <a:lstStyle/>
          <a:p>
            <a:pPr marL="558786">
              <a:defRPr/>
            </a:pPr>
            <a:r>
              <a:rPr sz="2400" b="1" spc="-20" dirty="0">
                <a:solidFill>
                  <a:srgbClr val="FF0000"/>
                </a:solidFill>
                <a:latin typeface="Calibri"/>
                <a:cs typeface="Calibri"/>
              </a:rPr>
              <a:t>TE</a:t>
            </a:r>
            <a:r>
              <a:rPr sz="2400" b="1" spc="-27" dirty="0">
                <a:solidFill>
                  <a:srgbClr val="FF0000"/>
                </a:solidFill>
                <a:latin typeface="Calibri"/>
                <a:cs typeface="Calibri"/>
              </a:rPr>
              <a:t>L</a:t>
            </a:r>
            <a:r>
              <a:rPr sz="2400" b="1" spc="-13" dirty="0">
                <a:solidFill>
                  <a:srgbClr val="FF0000"/>
                </a:solidFill>
                <a:latin typeface="Calibri"/>
                <a:cs typeface="Calibri"/>
              </a:rPr>
              <a:t>L</a:t>
            </a:r>
            <a:r>
              <a:rPr sz="2400" b="1" spc="-140" dirty="0">
                <a:solidFill>
                  <a:srgbClr val="FF0000"/>
                </a:solidFill>
                <a:latin typeface="Times New Roman"/>
                <a:cs typeface="Times New Roman"/>
              </a:rPr>
              <a:t> </a:t>
            </a:r>
            <a:r>
              <a:rPr sz="2400" b="1" spc="-33" dirty="0">
                <a:solidFill>
                  <a:srgbClr val="FF0000"/>
                </a:solidFill>
                <a:latin typeface="Calibri"/>
                <a:cs typeface="Calibri"/>
              </a:rPr>
              <a:t>M</a:t>
            </a:r>
            <a:r>
              <a:rPr sz="2400" b="1" spc="-13" dirty="0">
                <a:solidFill>
                  <a:srgbClr val="FF0000"/>
                </a:solidFill>
                <a:latin typeface="Calibri"/>
                <a:cs typeface="Calibri"/>
              </a:rPr>
              <a:t>E</a:t>
            </a:r>
            <a:r>
              <a:rPr sz="2400" b="1" spc="-107" dirty="0">
                <a:solidFill>
                  <a:srgbClr val="FF0000"/>
                </a:solidFill>
                <a:latin typeface="Times New Roman"/>
                <a:cs typeface="Times New Roman"/>
              </a:rPr>
              <a:t> </a:t>
            </a:r>
            <a:r>
              <a:rPr sz="2400" b="1" spc="-20" dirty="0">
                <a:solidFill>
                  <a:srgbClr val="FF0000"/>
                </a:solidFill>
                <a:latin typeface="Calibri"/>
                <a:cs typeface="Calibri"/>
              </a:rPr>
              <a:t>YOUR</a:t>
            </a:r>
            <a:r>
              <a:rPr sz="2400" b="1" spc="7" dirty="0">
                <a:solidFill>
                  <a:srgbClr val="FF0000"/>
                </a:solidFill>
                <a:latin typeface="Times New Roman"/>
                <a:cs typeface="Times New Roman"/>
              </a:rPr>
              <a:t> </a:t>
            </a:r>
            <a:r>
              <a:rPr sz="2400" b="1" dirty="0">
                <a:solidFill>
                  <a:srgbClr val="FF0000"/>
                </a:solidFill>
                <a:latin typeface="Calibri"/>
                <a:cs typeface="Calibri"/>
              </a:rPr>
              <a:t>SC</a:t>
            </a:r>
            <a:r>
              <a:rPr sz="2400" b="1" spc="-20" dirty="0">
                <a:solidFill>
                  <a:srgbClr val="FF0000"/>
                </a:solidFill>
                <a:latin typeface="Calibri"/>
                <a:cs typeface="Calibri"/>
              </a:rPr>
              <a:t>O</a:t>
            </a:r>
            <a:r>
              <a:rPr sz="2400" b="1" spc="-33" dirty="0">
                <a:solidFill>
                  <a:srgbClr val="FF0000"/>
                </a:solidFill>
                <a:latin typeface="Calibri"/>
                <a:cs typeface="Calibri"/>
              </a:rPr>
              <a:t>R</a:t>
            </a:r>
            <a:r>
              <a:rPr sz="2400" b="1" spc="-13" dirty="0">
                <a:solidFill>
                  <a:srgbClr val="FF0000"/>
                </a:solidFill>
                <a:latin typeface="Calibri"/>
                <a:cs typeface="Calibri"/>
              </a:rPr>
              <a:t>E</a:t>
            </a:r>
            <a:endParaRPr sz="2400">
              <a:latin typeface="Calibri"/>
              <a:cs typeface="Calibri"/>
            </a:endParaRPr>
          </a:p>
        </p:txBody>
      </p:sp>
      <p:sp>
        <p:nvSpPr>
          <p:cNvPr id="7" name="object 7">
            <a:extLst>
              <a:ext uri="{FF2B5EF4-FFF2-40B4-BE49-F238E27FC236}">
                <a16:creationId xmlns:a16="http://schemas.microsoft.com/office/drawing/2014/main" id="{518EB66F-00B0-5118-E212-F1B8EDA13007}"/>
              </a:ext>
            </a:extLst>
          </p:cNvPr>
          <p:cNvSpPr txBox="1"/>
          <p:nvPr/>
        </p:nvSpPr>
        <p:spPr>
          <a:xfrm>
            <a:off x="233891" y="775732"/>
            <a:ext cx="6374343" cy="2211375"/>
          </a:xfrm>
          <a:prstGeom prst="rect">
            <a:avLst/>
          </a:prstGeom>
          <a:ln w="9535">
            <a:solidFill>
              <a:srgbClr val="000000"/>
            </a:solidFill>
          </a:ln>
        </p:spPr>
        <p:txBody>
          <a:bodyPr wrap="square" lIns="0" tIns="0" rIns="0" bIns="0">
            <a:spAutoFit/>
          </a:bodyPr>
          <a:lstStyle>
            <a:lvl1pPr marL="85725">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2000" b="1" dirty="0">
                <a:solidFill>
                  <a:srgbClr val="FF0000"/>
                </a:solidFill>
                <a:cs typeface="Calibri" panose="020F0502020204030204" pitchFamily="34" charset="0"/>
              </a:rPr>
              <a:t>HEIGHT</a:t>
            </a:r>
            <a:r>
              <a:rPr lang="en-US" altLang="en-US" sz="2000" b="1" dirty="0">
                <a:solidFill>
                  <a:srgbClr val="FF0000"/>
                </a:solidFill>
                <a:latin typeface="Times New Roman" panose="02020603050405020304" pitchFamily="18" charset="0"/>
                <a:cs typeface="Times New Roman" panose="02020603050405020304" pitchFamily="18" charset="0"/>
              </a:rPr>
              <a:t> </a:t>
            </a:r>
            <a:r>
              <a:rPr lang="en-US" altLang="en-US" sz="2000" b="1" dirty="0">
                <a:solidFill>
                  <a:srgbClr val="FF0000"/>
                </a:solidFill>
                <a:cs typeface="Calibri" panose="020F0502020204030204" pitchFamily="34" charset="0"/>
              </a:rPr>
              <a:t>=</a:t>
            </a:r>
            <a:r>
              <a:rPr lang="en-US" altLang="en-US" sz="2000" dirty="0">
                <a:cs typeface="Calibri" panose="020F0502020204030204" pitchFamily="34" charset="0"/>
              </a:rPr>
              <a:t> The height of the tree is defined as the maximum level of any  leaf in the tree. For example,</a:t>
            </a:r>
          </a:p>
          <a:p>
            <a:pPr>
              <a:lnSpc>
                <a:spcPct val="102000"/>
              </a:lnSpc>
              <a:spcBef>
                <a:spcPts val="84"/>
              </a:spcBef>
              <a:buFont typeface="Calibri" panose="020F0502020204030204" pitchFamily="34" charset="0"/>
              <a:buAutoNum type="arabicPeriod"/>
            </a:pPr>
            <a:r>
              <a:rPr lang="en-US" altLang="en-US" sz="2000" b="1" dirty="0">
                <a:cs typeface="Calibri" panose="020F0502020204030204" pitchFamily="34" charset="0"/>
              </a:rPr>
              <a:t>Total</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number</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of</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edges</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that</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lies</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on</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the</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longest</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path</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from</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any</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leaf</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node</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to</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a</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particular</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node</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is</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called</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as</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height</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of</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that</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node.</a:t>
            </a:r>
            <a:endParaRPr lang="en-US" altLang="en-US" sz="2000" dirty="0">
              <a:cs typeface="Calibri" panose="020F0502020204030204" pitchFamily="34" charset="0"/>
            </a:endParaRPr>
          </a:p>
          <a:p>
            <a:pPr>
              <a:spcBef>
                <a:spcPts val="100"/>
              </a:spcBef>
              <a:buFont typeface="Calibri" panose="020F0502020204030204" pitchFamily="34" charset="0"/>
              <a:buAutoNum type="arabicPeriod"/>
            </a:pPr>
            <a:r>
              <a:rPr lang="en-US" altLang="en-US" sz="2000" b="1" dirty="0">
                <a:cs typeface="Calibri" panose="020F0502020204030204" pitchFamily="34" charset="0"/>
              </a:rPr>
              <a:t>Height</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of</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a</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tree</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is</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the</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height</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of</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root</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node.</a:t>
            </a:r>
            <a:endParaRPr lang="en-US" altLang="en-US" sz="2000" dirty="0">
              <a:cs typeface="Calibri" panose="020F0502020204030204" pitchFamily="34" charset="0"/>
            </a:endParaRPr>
          </a:p>
          <a:p>
            <a:pPr>
              <a:spcBef>
                <a:spcPts val="133"/>
              </a:spcBef>
              <a:buFont typeface="Calibri" panose="020F0502020204030204" pitchFamily="34" charset="0"/>
              <a:buAutoNum type="arabicPeriod"/>
            </a:pPr>
            <a:r>
              <a:rPr lang="en-US" altLang="en-US" sz="2000" b="1" dirty="0">
                <a:cs typeface="Calibri" panose="020F0502020204030204" pitchFamily="34" charset="0"/>
              </a:rPr>
              <a:t>Height</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of</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all</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leaf</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nodes</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0</a:t>
            </a:r>
            <a:endParaRPr lang="en-US" altLang="en-US" sz="2000" dirty="0">
              <a:cs typeface="Calibri" panose="020F0502020204030204" pitchFamily="34" charset="0"/>
            </a:endParaRPr>
          </a:p>
        </p:txBody>
      </p:sp>
      <p:sp>
        <p:nvSpPr>
          <p:cNvPr id="16392" name="object 8">
            <a:extLst>
              <a:ext uri="{FF2B5EF4-FFF2-40B4-BE49-F238E27FC236}">
                <a16:creationId xmlns:a16="http://schemas.microsoft.com/office/drawing/2014/main" id="{F8BFCED3-1E69-0495-E779-49A542C2B1D8}"/>
              </a:ext>
            </a:extLst>
          </p:cNvPr>
          <p:cNvSpPr>
            <a:spLocks noChangeArrowheads="1"/>
          </p:cNvSpPr>
          <p:nvPr/>
        </p:nvSpPr>
        <p:spPr bwMode="auto">
          <a:xfrm>
            <a:off x="846667" y="3064933"/>
            <a:ext cx="4362451" cy="3327400"/>
          </a:xfrm>
          <a:prstGeom prst="rect">
            <a:avLst/>
          </a:pr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sz="2400"/>
          </a:p>
        </p:txBody>
      </p:sp>
      <p:sp>
        <p:nvSpPr>
          <p:cNvPr id="9" name="object 9">
            <a:extLst>
              <a:ext uri="{FF2B5EF4-FFF2-40B4-BE49-F238E27FC236}">
                <a16:creationId xmlns:a16="http://schemas.microsoft.com/office/drawing/2014/main" id="{EC4D1FAB-25CB-BC50-8779-88F54F509B85}"/>
              </a:ext>
            </a:extLst>
          </p:cNvPr>
          <p:cNvSpPr txBox="1"/>
          <p:nvPr/>
        </p:nvSpPr>
        <p:spPr>
          <a:xfrm>
            <a:off x="7812617" y="1905001"/>
            <a:ext cx="3860800" cy="4075475"/>
          </a:xfrm>
          <a:prstGeom prst="rect">
            <a:avLst/>
          </a:prstGeom>
          <a:ln w="9535">
            <a:solidFill>
              <a:srgbClr val="000000"/>
            </a:solidFill>
          </a:ln>
        </p:spPr>
        <p:txBody>
          <a:bodyPr lIns="0" tIns="0" rIns="0" bIns="0">
            <a:spAutoFit/>
          </a:bodyPr>
          <a:lstStyle/>
          <a:p>
            <a:pPr marL="581645" indent="-458882">
              <a:buFont typeface="Calibri"/>
              <a:buAutoNum type="arabicPeriod"/>
              <a:tabLst>
                <a:tab pos="582492" algn="l"/>
              </a:tabLst>
              <a:defRPr/>
            </a:pPr>
            <a:r>
              <a:rPr sz="2400" b="1" dirty="0">
                <a:latin typeface="Calibri"/>
                <a:cs typeface="Calibri"/>
              </a:rPr>
              <a:t>H</a:t>
            </a:r>
            <a:r>
              <a:rPr sz="2400" b="1" spc="7" dirty="0">
                <a:latin typeface="Calibri"/>
                <a:cs typeface="Calibri"/>
              </a:rPr>
              <a:t>e</a:t>
            </a:r>
            <a:r>
              <a:rPr sz="2400" b="1" spc="-13" dirty="0">
                <a:latin typeface="Calibri"/>
                <a:cs typeface="Calibri"/>
              </a:rPr>
              <a:t>ight</a:t>
            </a:r>
            <a:r>
              <a:rPr sz="2400" b="1" spc="-53" dirty="0">
                <a:latin typeface="Times New Roman"/>
                <a:cs typeface="Times New Roman"/>
              </a:rPr>
              <a:t> </a:t>
            </a:r>
            <a:r>
              <a:rPr sz="2400" b="1" dirty="0">
                <a:latin typeface="Calibri"/>
                <a:cs typeface="Calibri"/>
              </a:rPr>
              <a:t>of</a:t>
            </a:r>
            <a:r>
              <a:rPr sz="2400" b="1" spc="-80" dirty="0">
                <a:latin typeface="Times New Roman"/>
                <a:cs typeface="Times New Roman"/>
              </a:rPr>
              <a:t> </a:t>
            </a:r>
            <a:r>
              <a:rPr sz="2400" b="1" spc="-13" dirty="0">
                <a:latin typeface="Calibri"/>
                <a:cs typeface="Calibri"/>
              </a:rPr>
              <a:t>node</a:t>
            </a:r>
            <a:r>
              <a:rPr sz="2400" b="1" spc="-120" dirty="0">
                <a:latin typeface="Times New Roman"/>
                <a:cs typeface="Times New Roman"/>
              </a:rPr>
              <a:t> </a:t>
            </a:r>
            <a:r>
              <a:rPr sz="2400" b="1" spc="-20" dirty="0">
                <a:latin typeface="Calibri"/>
                <a:cs typeface="Calibri"/>
              </a:rPr>
              <a:t>A</a:t>
            </a:r>
            <a:r>
              <a:rPr sz="2400" b="1" spc="-60" dirty="0">
                <a:latin typeface="Times New Roman"/>
                <a:cs typeface="Times New Roman"/>
              </a:rPr>
              <a:t> </a:t>
            </a:r>
            <a:r>
              <a:rPr sz="2400" b="1" dirty="0">
                <a:latin typeface="Calibri"/>
                <a:cs typeface="Calibri"/>
              </a:rPr>
              <a:t>=</a:t>
            </a:r>
            <a:endParaRPr sz="2400">
              <a:latin typeface="Calibri"/>
              <a:cs typeface="Calibri"/>
            </a:endParaRPr>
          </a:p>
          <a:p>
            <a:pPr marL="581645" indent="-458882">
              <a:spcBef>
                <a:spcPts val="13"/>
              </a:spcBef>
              <a:buFont typeface="Calibri"/>
              <a:buAutoNum type="arabicPeriod"/>
              <a:tabLst>
                <a:tab pos="582492" algn="l"/>
              </a:tabLst>
              <a:defRPr/>
            </a:pPr>
            <a:r>
              <a:rPr sz="2400" b="1" dirty="0">
                <a:latin typeface="Calibri"/>
                <a:cs typeface="Calibri"/>
              </a:rPr>
              <a:t>H</a:t>
            </a:r>
            <a:r>
              <a:rPr sz="2400" b="1" spc="7" dirty="0">
                <a:latin typeface="Calibri"/>
                <a:cs typeface="Calibri"/>
              </a:rPr>
              <a:t>e</a:t>
            </a:r>
            <a:r>
              <a:rPr sz="2400" b="1" spc="-13" dirty="0">
                <a:latin typeface="Calibri"/>
                <a:cs typeface="Calibri"/>
              </a:rPr>
              <a:t>ight</a:t>
            </a:r>
            <a:r>
              <a:rPr sz="2400" b="1" spc="-53" dirty="0">
                <a:latin typeface="Times New Roman"/>
                <a:cs typeface="Times New Roman"/>
              </a:rPr>
              <a:t> </a:t>
            </a:r>
            <a:r>
              <a:rPr sz="2400" b="1" dirty="0">
                <a:latin typeface="Calibri"/>
                <a:cs typeface="Calibri"/>
              </a:rPr>
              <a:t>of</a:t>
            </a:r>
            <a:r>
              <a:rPr sz="2400" b="1" spc="-80" dirty="0">
                <a:latin typeface="Times New Roman"/>
                <a:cs typeface="Times New Roman"/>
              </a:rPr>
              <a:t> </a:t>
            </a:r>
            <a:r>
              <a:rPr sz="2400" b="1" spc="-13" dirty="0">
                <a:latin typeface="Calibri"/>
                <a:cs typeface="Calibri"/>
              </a:rPr>
              <a:t>n</a:t>
            </a:r>
            <a:r>
              <a:rPr sz="2400" b="1" spc="-27" dirty="0">
                <a:latin typeface="Calibri"/>
                <a:cs typeface="Calibri"/>
              </a:rPr>
              <a:t>o</a:t>
            </a:r>
            <a:r>
              <a:rPr sz="2400" b="1" spc="-13" dirty="0">
                <a:latin typeface="Calibri"/>
                <a:cs typeface="Calibri"/>
              </a:rPr>
              <a:t>d</a:t>
            </a:r>
            <a:r>
              <a:rPr sz="2400" b="1" dirty="0">
                <a:latin typeface="Calibri"/>
                <a:cs typeface="Calibri"/>
              </a:rPr>
              <a:t>e</a:t>
            </a:r>
            <a:r>
              <a:rPr sz="2400" b="1" spc="-127" dirty="0">
                <a:latin typeface="Times New Roman"/>
                <a:cs typeface="Times New Roman"/>
              </a:rPr>
              <a:t> </a:t>
            </a:r>
            <a:r>
              <a:rPr sz="2400" b="1" spc="-13" dirty="0">
                <a:latin typeface="Calibri"/>
                <a:cs typeface="Calibri"/>
              </a:rPr>
              <a:t>B</a:t>
            </a:r>
            <a:r>
              <a:rPr sz="2400" b="1" spc="-60" dirty="0">
                <a:latin typeface="Times New Roman"/>
                <a:cs typeface="Times New Roman"/>
              </a:rPr>
              <a:t> </a:t>
            </a:r>
            <a:r>
              <a:rPr sz="2400" b="1" dirty="0">
                <a:latin typeface="Calibri"/>
                <a:cs typeface="Calibri"/>
              </a:rPr>
              <a:t>=</a:t>
            </a:r>
            <a:endParaRPr sz="2400">
              <a:latin typeface="Calibri"/>
              <a:cs typeface="Calibri"/>
            </a:endParaRPr>
          </a:p>
          <a:p>
            <a:pPr marL="581645" indent="-458882">
              <a:spcBef>
                <a:spcPts val="33"/>
              </a:spcBef>
              <a:buFont typeface="Calibri"/>
              <a:buAutoNum type="arabicPeriod"/>
              <a:tabLst>
                <a:tab pos="582492" algn="l"/>
              </a:tabLst>
              <a:defRPr/>
            </a:pPr>
            <a:r>
              <a:rPr sz="2400" b="1" dirty="0">
                <a:latin typeface="Calibri"/>
                <a:cs typeface="Calibri"/>
              </a:rPr>
              <a:t>H</a:t>
            </a:r>
            <a:r>
              <a:rPr sz="2400" b="1" spc="7" dirty="0">
                <a:latin typeface="Calibri"/>
                <a:cs typeface="Calibri"/>
              </a:rPr>
              <a:t>e</a:t>
            </a:r>
            <a:r>
              <a:rPr sz="2400" b="1" spc="-13" dirty="0">
                <a:latin typeface="Calibri"/>
                <a:cs typeface="Calibri"/>
              </a:rPr>
              <a:t>ight</a:t>
            </a:r>
            <a:r>
              <a:rPr sz="2400" b="1" spc="-53" dirty="0">
                <a:latin typeface="Times New Roman"/>
                <a:cs typeface="Times New Roman"/>
              </a:rPr>
              <a:t> </a:t>
            </a:r>
            <a:r>
              <a:rPr sz="2400" b="1" dirty="0">
                <a:latin typeface="Calibri"/>
                <a:cs typeface="Calibri"/>
              </a:rPr>
              <a:t>of</a:t>
            </a:r>
            <a:r>
              <a:rPr sz="2400" b="1" spc="-80" dirty="0">
                <a:latin typeface="Times New Roman"/>
                <a:cs typeface="Times New Roman"/>
              </a:rPr>
              <a:t> </a:t>
            </a:r>
            <a:r>
              <a:rPr sz="2400" b="1" spc="-13" dirty="0">
                <a:latin typeface="Calibri"/>
                <a:cs typeface="Calibri"/>
              </a:rPr>
              <a:t>n</a:t>
            </a:r>
            <a:r>
              <a:rPr sz="2400" b="1" spc="-27" dirty="0">
                <a:latin typeface="Calibri"/>
                <a:cs typeface="Calibri"/>
              </a:rPr>
              <a:t>o</a:t>
            </a:r>
            <a:r>
              <a:rPr sz="2400" b="1" spc="-13" dirty="0">
                <a:latin typeface="Calibri"/>
                <a:cs typeface="Calibri"/>
              </a:rPr>
              <a:t>d</a:t>
            </a:r>
            <a:r>
              <a:rPr sz="2400" b="1" dirty="0">
                <a:latin typeface="Calibri"/>
                <a:cs typeface="Calibri"/>
              </a:rPr>
              <a:t>e</a:t>
            </a:r>
            <a:r>
              <a:rPr sz="2400" b="1" spc="-127" dirty="0">
                <a:latin typeface="Times New Roman"/>
                <a:cs typeface="Times New Roman"/>
              </a:rPr>
              <a:t> </a:t>
            </a:r>
            <a:r>
              <a:rPr sz="2400" b="1" dirty="0">
                <a:latin typeface="Calibri"/>
                <a:cs typeface="Calibri"/>
              </a:rPr>
              <a:t>C</a:t>
            </a:r>
            <a:r>
              <a:rPr sz="2400" b="1" spc="-80" dirty="0">
                <a:latin typeface="Times New Roman"/>
                <a:cs typeface="Times New Roman"/>
              </a:rPr>
              <a:t> </a:t>
            </a:r>
            <a:r>
              <a:rPr sz="2400" b="1" dirty="0">
                <a:latin typeface="Calibri"/>
                <a:cs typeface="Calibri"/>
              </a:rPr>
              <a:t>=</a:t>
            </a:r>
            <a:endParaRPr sz="2400">
              <a:latin typeface="Calibri"/>
              <a:cs typeface="Calibri"/>
            </a:endParaRPr>
          </a:p>
          <a:p>
            <a:pPr marL="581645" indent="-458882">
              <a:lnSpc>
                <a:spcPts val="2873"/>
              </a:lnSpc>
              <a:spcBef>
                <a:spcPts val="33"/>
              </a:spcBef>
              <a:buFont typeface="Calibri"/>
              <a:buAutoNum type="arabicPeriod"/>
              <a:tabLst>
                <a:tab pos="582492" algn="l"/>
              </a:tabLst>
              <a:defRPr/>
            </a:pPr>
            <a:r>
              <a:rPr sz="2400" b="1" dirty="0">
                <a:latin typeface="Calibri"/>
                <a:cs typeface="Calibri"/>
              </a:rPr>
              <a:t>H</a:t>
            </a:r>
            <a:r>
              <a:rPr sz="2400" b="1" spc="7" dirty="0">
                <a:latin typeface="Calibri"/>
                <a:cs typeface="Calibri"/>
              </a:rPr>
              <a:t>e</a:t>
            </a:r>
            <a:r>
              <a:rPr sz="2400" b="1" spc="-13" dirty="0">
                <a:latin typeface="Calibri"/>
                <a:cs typeface="Calibri"/>
              </a:rPr>
              <a:t>ight</a:t>
            </a:r>
            <a:r>
              <a:rPr sz="2400" b="1" spc="-53" dirty="0">
                <a:latin typeface="Times New Roman"/>
                <a:cs typeface="Times New Roman"/>
              </a:rPr>
              <a:t> </a:t>
            </a:r>
            <a:r>
              <a:rPr sz="2400" b="1" dirty="0">
                <a:latin typeface="Calibri"/>
                <a:cs typeface="Calibri"/>
              </a:rPr>
              <a:t>of</a:t>
            </a:r>
            <a:r>
              <a:rPr sz="2400" b="1" spc="-80" dirty="0">
                <a:latin typeface="Times New Roman"/>
                <a:cs typeface="Times New Roman"/>
              </a:rPr>
              <a:t> </a:t>
            </a:r>
            <a:r>
              <a:rPr sz="2400" b="1" spc="-13" dirty="0">
                <a:latin typeface="Calibri"/>
                <a:cs typeface="Calibri"/>
              </a:rPr>
              <a:t>n</a:t>
            </a:r>
            <a:r>
              <a:rPr sz="2400" b="1" spc="-27" dirty="0">
                <a:latin typeface="Calibri"/>
                <a:cs typeface="Calibri"/>
              </a:rPr>
              <a:t>o</a:t>
            </a:r>
            <a:r>
              <a:rPr sz="2400" b="1" spc="-13" dirty="0">
                <a:latin typeface="Calibri"/>
                <a:cs typeface="Calibri"/>
              </a:rPr>
              <a:t>d</a:t>
            </a:r>
            <a:r>
              <a:rPr sz="2400" b="1" dirty="0">
                <a:latin typeface="Calibri"/>
                <a:cs typeface="Calibri"/>
              </a:rPr>
              <a:t>e</a:t>
            </a:r>
            <a:r>
              <a:rPr sz="2400" b="1" spc="-127" dirty="0">
                <a:latin typeface="Times New Roman"/>
                <a:cs typeface="Times New Roman"/>
              </a:rPr>
              <a:t> </a:t>
            </a:r>
            <a:r>
              <a:rPr sz="2400" b="1" dirty="0">
                <a:latin typeface="Calibri"/>
                <a:cs typeface="Calibri"/>
              </a:rPr>
              <a:t>D</a:t>
            </a:r>
            <a:r>
              <a:rPr sz="2400" b="1" spc="-113" dirty="0">
                <a:latin typeface="Times New Roman"/>
                <a:cs typeface="Times New Roman"/>
              </a:rPr>
              <a:t> </a:t>
            </a:r>
            <a:r>
              <a:rPr sz="2400" b="1" dirty="0">
                <a:latin typeface="Calibri"/>
                <a:cs typeface="Calibri"/>
              </a:rPr>
              <a:t>=</a:t>
            </a:r>
            <a:endParaRPr sz="2400">
              <a:latin typeface="Calibri"/>
              <a:cs typeface="Calibri"/>
            </a:endParaRPr>
          </a:p>
          <a:p>
            <a:pPr marL="581645" indent="-458882">
              <a:lnSpc>
                <a:spcPts val="2867"/>
              </a:lnSpc>
              <a:buFont typeface="Calibri"/>
              <a:buAutoNum type="arabicPeriod"/>
              <a:tabLst>
                <a:tab pos="582492" algn="l"/>
              </a:tabLst>
              <a:defRPr/>
            </a:pPr>
            <a:r>
              <a:rPr sz="2400" b="1" dirty="0">
                <a:latin typeface="Calibri"/>
                <a:cs typeface="Calibri"/>
              </a:rPr>
              <a:t>H</a:t>
            </a:r>
            <a:r>
              <a:rPr sz="2400" b="1" spc="7" dirty="0">
                <a:latin typeface="Calibri"/>
                <a:cs typeface="Calibri"/>
              </a:rPr>
              <a:t>e</a:t>
            </a:r>
            <a:r>
              <a:rPr sz="2400" b="1" spc="-13" dirty="0">
                <a:latin typeface="Calibri"/>
                <a:cs typeface="Calibri"/>
              </a:rPr>
              <a:t>ight</a:t>
            </a:r>
            <a:r>
              <a:rPr sz="2400" b="1" spc="-53" dirty="0">
                <a:latin typeface="Times New Roman"/>
                <a:cs typeface="Times New Roman"/>
              </a:rPr>
              <a:t> </a:t>
            </a:r>
            <a:r>
              <a:rPr sz="2400" b="1" dirty="0">
                <a:latin typeface="Calibri"/>
                <a:cs typeface="Calibri"/>
              </a:rPr>
              <a:t>of</a:t>
            </a:r>
            <a:r>
              <a:rPr sz="2400" b="1" spc="-80" dirty="0">
                <a:latin typeface="Times New Roman"/>
                <a:cs typeface="Times New Roman"/>
              </a:rPr>
              <a:t> </a:t>
            </a:r>
            <a:r>
              <a:rPr sz="2400" b="1" spc="-13" dirty="0">
                <a:latin typeface="Calibri"/>
                <a:cs typeface="Calibri"/>
              </a:rPr>
              <a:t>n</a:t>
            </a:r>
            <a:r>
              <a:rPr sz="2400" b="1" spc="-27" dirty="0">
                <a:latin typeface="Calibri"/>
                <a:cs typeface="Calibri"/>
              </a:rPr>
              <a:t>o</a:t>
            </a:r>
            <a:r>
              <a:rPr sz="2400" b="1" spc="-13" dirty="0">
                <a:latin typeface="Calibri"/>
                <a:cs typeface="Calibri"/>
              </a:rPr>
              <a:t>d</a:t>
            </a:r>
            <a:r>
              <a:rPr sz="2400" b="1" dirty="0">
                <a:latin typeface="Calibri"/>
                <a:cs typeface="Calibri"/>
              </a:rPr>
              <a:t>e</a:t>
            </a:r>
            <a:r>
              <a:rPr sz="2400" b="1" spc="-127" dirty="0">
                <a:latin typeface="Times New Roman"/>
                <a:cs typeface="Times New Roman"/>
              </a:rPr>
              <a:t> </a:t>
            </a:r>
            <a:r>
              <a:rPr sz="2400" b="1" spc="-13" dirty="0">
                <a:latin typeface="Calibri"/>
                <a:cs typeface="Calibri"/>
              </a:rPr>
              <a:t>E</a:t>
            </a:r>
            <a:r>
              <a:rPr sz="2400" b="1" spc="-80" dirty="0">
                <a:latin typeface="Times New Roman"/>
                <a:cs typeface="Times New Roman"/>
              </a:rPr>
              <a:t> </a:t>
            </a:r>
            <a:r>
              <a:rPr sz="2400" b="1" dirty="0">
                <a:latin typeface="Calibri"/>
                <a:cs typeface="Calibri"/>
              </a:rPr>
              <a:t>=</a:t>
            </a:r>
            <a:endParaRPr sz="2400">
              <a:latin typeface="Calibri"/>
              <a:cs typeface="Calibri"/>
            </a:endParaRPr>
          </a:p>
          <a:p>
            <a:pPr marL="581645" indent="-458882">
              <a:lnSpc>
                <a:spcPts val="2873"/>
              </a:lnSpc>
              <a:buFont typeface="Calibri"/>
              <a:buAutoNum type="arabicPeriod"/>
              <a:tabLst>
                <a:tab pos="582492" algn="l"/>
              </a:tabLst>
              <a:defRPr/>
            </a:pPr>
            <a:r>
              <a:rPr sz="2400" b="1" dirty="0">
                <a:latin typeface="Calibri"/>
                <a:cs typeface="Calibri"/>
              </a:rPr>
              <a:t>H</a:t>
            </a:r>
            <a:r>
              <a:rPr sz="2400" b="1" spc="7" dirty="0">
                <a:latin typeface="Calibri"/>
                <a:cs typeface="Calibri"/>
              </a:rPr>
              <a:t>e</a:t>
            </a:r>
            <a:r>
              <a:rPr sz="2400" b="1" spc="-13" dirty="0">
                <a:latin typeface="Calibri"/>
                <a:cs typeface="Calibri"/>
              </a:rPr>
              <a:t>ight</a:t>
            </a:r>
            <a:r>
              <a:rPr sz="2400" b="1" spc="-53" dirty="0">
                <a:latin typeface="Times New Roman"/>
                <a:cs typeface="Times New Roman"/>
              </a:rPr>
              <a:t> </a:t>
            </a:r>
            <a:r>
              <a:rPr sz="2400" b="1" dirty="0">
                <a:latin typeface="Calibri"/>
                <a:cs typeface="Calibri"/>
              </a:rPr>
              <a:t>of</a:t>
            </a:r>
            <a:r>
              <a:rPr sz="2400" b="1" spc="-80" dirty="0">
                <a:latin typeface="Times New Roman"/>
                <a:cs typeface="Times New Roman"/>
              </a:rPr>
              <a:t> </a:t>
            </a:r>
            <a:r>
              <a:rPr sz="2400" b="1" spc="-13" dirty="0">
                <a:latin typeface="Calibri"/>
                <a:cs typeface="Calibri"/>
              </a:rPr>
              <a:t>node</a:t>
            </a:r>
            <a:r>
              <a:rPr sz="2400" b="1" spc="-120" dirty="0">
                <a:latin typeface="Times New Roman"/>
                <a:cs typeface="Times New Roman"/>
              </a:rPr>
              <a:t> </a:t>
            </a:r>
            <a:r>
              <a:rPr sz="2400" b="1" spc="-13" dirty="0">
                <a:latin typeface="Calibri"/>
                <a:cs typeface="Calibri"/>
              </a:rPr>
              <a:t>F</a:t>
            </a:r>
            <a:r>
              <a:rPr sz="2400" b="1" spc="-107" dirty="0">
                <a:latin typeface="Times New Roman"/>
                <a:cs typeface="Times New Roman"/>
              </a:rPr>
              <a:t> </a:t>
            </a:r>
            <a:r>
              <a:rPr sz="2400" b="1" dirty="0">
                <a:latin typeface="Calibri"/>
                <a:cs typeface="Calibri"/>
              </a:rPr>
              <a:t>=</a:t>
            </a:r>
            <a:endParaRPr sz="2400">
              <a:latin typeface="Calibri"/>
              <a:cs typeface="Calibri"/>
            </a:endParaRPr>
          </a:p>
          <a:p>
            <a:pPr marL="581645" indent="-458882">
              <a:buFont typeface="Calibri"/>
              <a:buAutoNum type="arabicPeriod"/>
              <a:tabLst>
                <a:tab pos="582492" algn="l"/>
              </a:tabLst>
              <a:defRPr/>
            </a:pPr>
            <a:r>
              <a:rPr sz="2400" b="1" dirty="0">
                <a:latin typeface="Calibri"/>
                <a:cs typeface="Calibri"/>
              </a:rPr>
              <a:t>H</a:t>
            </a:r>
            <a:r>
              <a:rPr sz="2400" b="1" spc="7" dirty="0">
                <a:latin typeface="Calibri"/>
                <a:cs typeface="Calibri"/>
              </a:rPr>
              <a:t>e</a:t>
            </a:r>
            <a:r>
              <a:rPr sz="2400" b="1" spc="-13" dirty="0">
                <a:latin typeface="Calibri"/>
                <a:cs typeface="Calibri"/>
              </a:rPr>
              <a:t>ight</a:t>
            </a:r>
            <a:r>
              <a:rPr sz="2400" b="1" spc="-53" dirty="0">
                <a:latin typeface="Times New Roman"/>
                <a:cs typeface="Times New Roman"/>
              </a:rPr>
              <a:t> </a:t>
            </a:r>
            <a:r>
              <a:rPr sz="2400" b="1" dirty="0">
                <a:latin typeface="Calibri"/>
                <a:cs typeface="Calibri"/>
              </a:rPr>
              <a:t>of</a:t>
            </a:r>
            <a:r>
              <a:rPr sz="2400" b="1" spc="-80" dirty="0">
                <a:latin typeface="Times New Roman"/>
                <a:cs typeface="Times New Roman"/>
              </a:rPr>
              <a:t> </a:t>
            </a:r>
            <a:r>
              <a:rPr sz="2400" b="1" spc="-13" dirty="0">
                <a:latin typeface="Calibri"/>
                <a:cs typeface="Calibri"/>
              </a:rPr>
              <a:t>n</a:t>
            </a:r>
            <a:r>
              <a:rPr sz="2400" b="1" spc="-27" dirty="0">
                <a:latin typeface="Calibri"/>
                <a:cs typeface="Calibri"/>
              </a:rPr>
              <a:t>o</a:t>
            </a:r>
            <a:r>
              <a:rPr sz="2400" b="1" spc="-13" dirty="0">
                <a:latin typeface="Calibri"/>
                <a:cs typeface="Calibri"/>
              </a:rPr>
              <a:t>d</a:t>
            </a:r>
            <a:r>
              <a:rPr sz="2400" b="1" dirty="0">
                <a:latin typeface="Calibri"/>
                <a:cs typeface="Calibri"/>
              </a:rPr>
              <a:t>e</a:t>
            </a:r>
            <a:r>
              <a:rPr sz="2400" b="1" spc="-127" dirty="0">
                <a:latin typeface="Times New Roman"/>
                <a:cs typeface="Times New Roman"/>
              </a:rPr>
              <a:t> </a:t>
            </a:r>
            <a:r>
              <a:rPr sz="2400" b="1" dirty="0">
                <a:latin typeface="Calibri"/>
                <a:cs typeface="Calibri"/>
              </a:rPr>
              <a:t>G</a:t>
            </a:r>
            <a:r>
              <a:rPr sz="2400" b="1" spc="-33" dirty="0">
                <a:latin typeface="Times New Roman"/>
                <a:cs typeface="Times New Roman"/>
              </a:rPr>
              <a:t> </a:t>
            </a:r>
            <a:r>
              <a:rPr sz="2400" b="1" dirty="0">
                <a:latin typeface="Calibri"/>
                <a:cs typeface="Calibri"/>
              </a:rPr>
              <a:t>=</a:t>
            </a:r>
            <a:endParaRPr sz="2400">
              <a:latin typeface="Calibri"/>
              <a:cs typeface="Calibri"/>
            </a:endParaRPr>
          </a:p>
          <a:p>
            <a:pPr marL="581645" indent="-458882">
              <a:spcBef>
                <a:spcPts val="33"/>
              </a:spcBef>
              <a:buFont typeface="Calibri"/>
              <a:buAutoNum type="arabicPeriod"/>
              <a:tabLst>
                <a:tab pos="582492" algn="l"/>
              </a:tabLst>
              <a:defRPr/>
            </a:pPr>
            <a:r>
              <a:rPr sz="2400" b="1" dirty="0">
                <a:latin typeface="Calibri"/>
                <a:cs typeface="Calibri"/>
              </a:rPr>
              <a:t>H</a:t>
            </a:r>
            <a:r>
              <a:rPr sz="2400" b="1" spc="7" dirty="0">
                <a:latin typeface="Calibri"/>
                <a:cs typeface="Calibri"/>
              </a:rPr>
              <a:t>e</a:t>
            </a:r>
            <a:r>
              <a:rPr sz="2400" b="1" spc="-13" dirty="0">
                <a:latin typeface="Calibri"/>
                <a:cs typeface="Calibri"/>
              </a:rPr>
              <a:t>ight</a:t>
            </a:r>
            <a:r>
              <a:rPr sz="2400" b="1" spc="-53" dirty="0">
                <a:latin typeface="Times New Roman"/>
                <a:cs typeface="Times New Roman"/>
              </a:rPr>
              <a:t> </a:t>
            </a:r>
            <a:r>
              <a:rPr sz="2400" b="1" dirty="0">
                <a:latin typeface="Calibri"/>
                <a:cs typeface="Calibri"/>
              </a:rPr>
              <a:t>of</a:t>
            </a:r>
            <a:r>
              <a:rPr sz="2400" b="1" spc="-80" dirty="0">
                <a:latin typeface="Times New Roman"/>
                <a:cs typeface="Times New Roman"/>
              </a:rPr>
              <a:t> </a:t>
            </a:r>
            <a:r>
              <a:rPr sz="2400" b="1" spc="-13" dirty="0">
                <a:latin typeface="Calibri"/>
                <a:cs typeface="Calibri"/>
              </a:rPr>
              <a:t>n</a:t>
            </a:r>
            <a:r>
              <a:rPr sz="2400" b="1" spc="-27" dirty="0">
                <a:latin typeface="Calibri"/>
                <a:cs typeface="Calibri"/>
              </a:rPr>
              <a:t>o</a:t>
            </a:r>
            <a:r>
              <a:rPr sz="2400" b="1" spc="-13" dirty="0">
                <a:latin typeface="Calibri"/>
                <a:cs typeface="Calibri"/>
              </a:rPr>
              <a:t>d</a:t>
            </a:r>
            <a:r>
              <a:rPr sz="2400" b="1" dirty="0">
                <a:latin typeface="Calibri"/>
                <a:cs typeface="Calibri"/>
              </a:rPr>
              <a:t>e</a:t>
            </a:r>
            <a:r>
              <a:rPr sz="2400" b="1" spc="-127" dirty="0">
                <a:latin typeface="Times New Roman"/>
                <a:cs typeface="Times New Roman"/>
              </a:rPr>
              <a:t> </a:t>
            </a:r>
            <a:r>
              <a:rPr sz="2400" b="1" spc="-20" dirty="0">
                <a:latin typeface="Calibri"/>
                <a:cs typeface="Calibri"/>
              </a:rPr>
              <a:t>H</a:t>
            </a:r>
            <a:r>
              <a:rPr sz="2400" b="1" spc="-120" dirty="0">
                <a:latin typeface="Times New Roman"/>
                <a:cs typeface="Times New Roman"/>
              </a:rPr>
              <a:t> </a:t>
            </a:r>
            <a:r>
              <a:rPr sz="2400" b="1" dirty="0">
                <a:latin typeface="Calibri"/>
                <a:cs typeface="Calibri"/>
              </a:rPr>
              <a:t>=</a:t>
            </a:r>
            <a:endParaRPr sz="2400">
              <a:latin typeface="Calibri"/>
              <a:cs typeface="Calibri"/>
            </a:endParaRPr>
          </a:p>
          <a:p>
            <a:pPr marL="581645" indent="-458882">
              <a:lnSpc>
                <a:spcPts val="2873"/>
              </a:lnSpc>
              <a:spcBef>
                <a:spcPts val="33"/>
              </a:spcBef>
              <a:buFont typeface="Calibri"/>
              <a:buAutoNum type="arabicPeriod"/>
              <a:tabLst>
                <a:tab pos="582492" algn="l"/>
              </a:tabLst>
              <a:defRPr/>
            </a:pPr>
            <a:r>
              <a:rPr sz="2400" b="1" dirty="0">
                <a:latin typeface="Calibri"/>
                <a:cs typeface="Calibri"/>
              </a:rPr>
              <a:t>H</a:t>
            </a:r>
            <a:r>
              <a:rPr sz="2400" b="1" spc="7" dirty="0">
                <a:latin typeface="Calibri"/>
                <a:cs typeface="Calibri"/>
              </a:rPr>
              <a:t>e</a:t>
            </a:r>
            <a:r>
              <a:rPr sz="2400" b="1" spc="-13" dirty="0">
                <a:latin typeface="Calibri"/>
                <a:cs typeface="Calibri"/>
              </a:rPr>
              <a:t>ight</a:t>
            </a:r>
            <a:r>
              <a:rPr sz="2400" b="1" spc="-53" dirty="0">
                <a:latin typeface="Times New Roman"/>
                <a:cs typeface="Times New Roman"/>
              </a:rPr>
              <a:t> </a:t>
            </a:r>
            <a:r>
              <a:rPr sz="2400" b="1" dirty="0">
                <a:latin typeface="Calibri"/>
                <a:cs typeface="Calibri"/>
              </a:rPr>
              <a:t>of</a:t>
            </a:r>
            <a:r>
              <a:rPr sz="2400" b="1" spc="-80" dirty="0">
                <a:latin typeface="Times New Roman"/>
                <a:cs typeface="Times New Roman"/>
              </a:rPr>
              <a:t> </a:t>
            </a:r>
            <a:r>
              <a:rPr sz="2400" b="1" spc="-13" dirty="0">
                <a:latin typeface="Calibri"/>
                <a:cs typeface="Calibri"/>
              </a:rPr>
              <a:t>n</a:t>
            </a:r>
            <a:r>
              <a:rPr sz="2400" b="1" spc="-27" dirty="0">
                <a:latin typeface="Calibri"/>
                <a:cs typeface="Calibri"/>
              </a:rPr>
              <a:t>o</a:t>
            </a:r>
            <a:r>
              <a:rPr sz="2400" b="1" spc="-13" dirty="0">
                <a:latin typeface="Calibri"/>
                <a:cs typeface="Calibri"/>
              </a:rPr>
              <a:t>d</a:t>
            </a:r>
            <a:r>
              <a:rPr sz="2400" b="1" dirty="0">
                <a:latin typeface="Calibri"/>
                <a:cs typeface="Calibri"/>
              </a:rPr>
              <a:t>e</a:t>
            </a:r>
            <a:r>
              <a:rPr sz="2400" b="1" spc="-107" dirty="0">
                <a:latin typeface="Times New Roman"/>
                <a:cs typeface="Times New Roman"/>
              </a:rPr>
              <a:t> </a:t>
            </a:r>
            <a:r>
              <a:rPr sz="2400" b="1" spc="-7" dirty="0">
                <a:latin typeface="Calibri"/>
                <a:cs typeface="Calibri"/>
              </a:rPr>
              <a:t>I</a:t>
            </a:r>
            <a:r>
              <a:rPr sz="2400" b="1" spc="-73" dirty="0">
                <a:latin typeface="Times New Roman"/>
                <a:cs typeface="Times New Roman"/>
              </a:rPr>
              <a:t> </a:t>
            </a:r>
            <a:r>
              <a:rPr sz="2400" b="1" dirty="0">
                <a:latin typeface="Calibri"/>
                <a:cs typeface="Calibri"/>
              </a:rPr>
              <a:t>=</a:t>
            </a:r>
            <a:endParaRPr sz="2400">
              <a:latin typeface="Calibri"/>
              <a:cs typeface="Calibri"/>
            </a:endParaRPr>
          </a:p>
          <a:p>
            <a:pPr marL="581645" indent="-458882">
              <a:lnSpc>
                <a:spcPts val="2873"/>
              </a:lnSpc>
              <a:buFont typeface="Calibri"/>
              <a:buAutoNum type="arabicPeriod"/>
              <a:tabLst>
                <a:tab pos="582492" algn="l"/>
              </a:tabLst>
              <a:defRPr/>
            </a:pPr>
            <a:r>
              <a:rPr sz="2400" b="1" dirty="0">
                <a:latin typeface="Calibri"/>
                <a:cs typeface="Calibri"/>
              </a:rPr>
              <a:t>H</a:t>
            </a:r>
            <a:r>
              <a:rPr sz="2400" b="1" spc="7" dirty="0">
                <a:latin typeface="Calibri"/>
                <a:cs typeface="Calibri"/>
              </a:rPr>
              <a:t>e</a:t>
            </a:r>
            <a:r>
              <a:rPr sz="2400" b="1" spc="-13" dirty="0">
                <a:latin typeface="Calibri"/>
                <a:cs typeface="Calibri"/>
              </a:rPr>
              <a:t>ight</a:t>
            </a:r>
            <a:r>
              <a:rPr sz="2400" b="1" spc="-53" dirty="0">
                <a:latin typeface="Times New Roman"/>
                <a:cs typeface="Times New Roman"/>
              </a:rPr>
              <a:t> </a:t>
            </a:r>
            <a:r>
              <a:rPr sz="2400" b="1" dirty="0">
                <a:latin typeface="Calibri"/>
                <a:cs typeface="Calibri"/>
              </a:rPr>
              <a:t>of</a:t>
            </a:r>
            <a:r>
              <a:rPr sz="2400" b="1" spc="-80" dirty="0">
                <a:latin typeface="Times New Roman"/>
                <a:cs typeface="Times New Roman"/>
              </a:rPr>
              <a:t> </a:t>
            </a:r>
            <a:r>
              <a:rPr sz="2400" b="1" spc="-13" dirty="0">
                <a:latin typeface="Calibri"/>
                <a:cs typeface="Calibri"/>
              </a:rPr>
              <a:t>n</a:t>
            </a:r>
            <a:r>
              <a:rPr sz="2400" b="1" spc="-27" dirty="0">
                <a:latin typeface="Calibri"/>
                <a:cs typeface="Calibri"/>
              </a:rPr>
              <a:t>o</a:t>
            </a:r>
            <a:r>
              <a:rPr sz="2400" b="1" spc="-13" dirty="0">
                <a:latin typeface="Calibri"/>
                <a:cs typeface="Calibri"/>
              </a:rPr>
              <a:t>d</a:t>
            </a:r>
            <a:r>
              <a:rPr sz="2400" b="1" dirty="0">
                <a:latin typeface="Calibri"/>
                <a:cs typeface="Calibri"/>
              </a:rPr>
              <a:t>e</a:t>
            </a:r>
            <a:r>
              <a:rPr sz="2400" b="1" spc="-107" dirty="0">
                <a:latin typeface="Times New Roman"/>
                <a:cs typeface="Times New Roman"/>
              </a:rPr>
              <a:t> </a:t>
            </a:r>
            <a:r>
              <a:rPr sz="2400" b="1" dirty="0">
                <a:latin typeface="Calibri"/>
                <a:cs typeface="Calibri"/>
              </a:rPr>
              <a:t>J</a:t>
            </a:r>
            <a:r>
              <a:rPr sz="2400" b="1" spc="-120" dirty="0">
                <a:latin typeface="Times New Roman"/>
                <a:cs typeface="Times New Roman"/>
              </a:rPr>
              <a:t> </a:t>
            </a:r>
            <a:r>
              <a:rPr sz="2400" b="1" dirty="0">
                <a:latin typeface="Calibri"/>
                <a:cs typeface="Calibri"/>
              </a:rPr>
              <a:t>=</a:t>
            </a:r>
            <a:endParaRPr sz="2400">
              <a:latin typeface="Calibri"/>
              <a:cs typeface="Calibri"/>
            </a:endParaRPr>
          </a:p>
          <a:p>
            <a:pPr marL="581645" indent="-458882">
              <a:buFont typeface="Calibri"/>
              <a:buAutoNum type="arabicPeriod"/>
              <a:tabLst>
                <a:tab pos="582492" algn="l"/>
              </a:tabLst>
              <a:defRPr/>
            </a:pPr>
            <a:r>
              <a:rPr sz="2400" b="1" dirty="0">
                <a:latin typeface="Calibri"/>
                <a:cs typeface="Calibri"/>
              </a:rPr>
              <a:t>H</a:t>
            </a:r>
            <a:r>
              <a:rPr sz="2400" b="1" spc="7" dirty="0">
                <a:latin typeface="Calibri"/>
                <a:cs typeface="Calibri"/>
              </a:rPr>
              <a:t>e</a:t>
            </a:r>
            <a:r>
              <a:rPr sz="2400" b="1" spc="-13" dirty="0">
                <a:latin typeface="Calibri"/>
                <a:cs typeface="Calibri"/>
              </a:rPr>
              <a:t>ight</a:t>
            </a:r>
            <a:r>
              <a:rPr sz="2400" b="1" spc="-53" dirty="0">
                <a:latin typeface="Times New Roman"/>
                <a:cs typeface="Times New Roman"/>
              </a:rPr>
              <a:t> </a:t>
            </a:r>
            <a:r>
              <a:rPr sz="2400" b="1" dirty="0">
                <a:latin typeface="Calibri"/>
                <a:cs typeface="Calibri"/>
              </a:rPr>
              <a:t>of</a:t>
            </a:r>
            <a:r>
              <a:rPr sz="2400" b="1" spc="-80" dirty="0">
                <a:latin typeface="Times New Roman"/>
                <a:cs typeface="Times New Roman"/>
              </a:rPr>
              <a:t> </a:t>
            </a:r>
            <a:r>
              <a:rPr sz="2400" b="1" spc="-13" dirty="0">
                <a:latin typeface="Calibri"/>
                <a:cs typeface="Calibri"/>
              </a:rPr>
              <a:t>n</a:t>
            </a:r>
            <a:r>
              <a:rPr sz="2400" b="1" spc="-27" dirty="0">
                <a:latin typeface="Calibri"/>
                <a:cs typeface="Calibri"/>
              </a:rPr>
              <a:t>o</a:t>
            </a:r>
            <a:r>
              <a:rPr sz="2400" b="1" spc="-13" dirty="0">
                <a:latin typeface="Calibri"/>
                <a:cs typeface="Calibri"/>
              </a:rPr>
              <a:t>d</a:t>
            </a:r>
            <a:r>
              <a:rPr sz="2400" b="1" dirty="0">
                <a:latin typeface="Calibri"/>
                <a:cs typeface="Calibri"/>
              </a:rPr>
              <a:t>e</a:t>
            </a:r>
            <a:r>
              <a:rPr sz="2400" b="1" spc="-127" dirty="0">
                <a:latin typeface="Times New Roman"/>
                <a:cs typeface="Times New Roman"/>
              </a:rPr>
              <a:t> </a:t>
            </a:r>
            <a:r>
              <a:rPr sz="2400" b="1" spc="-13" dirty="0">
                <a:latin typeface="Calibri"/>
                <a:cs typeface="Calibri"/>
              </a:rPr>
              <a:t>K</a:t>
            </a:r>
            <a:r>
              <a:rPr sz="2400" b="1" spc="-107" dirty="0">
                <a:latin typeface="Times New Roman"/>
                <a:cs typeface="Times New Roman"/>
              </a:rPr>
              <a:t> </a:t>
            </a:r>
            <a:r>
              <a:rPr sz="2400" b="1" dirty="0">
                <a:latin typeface="Calibri"/>
                <a:cs typeface="Calibri"/>
              </a:rPr>
              <a:t>=</a:t>
            </a:r>
            <a:endParaRPr sz="2400">
              <a:latin typeface="Calibri"/>
              <a:cs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a:extLst>
              <a:ext uri="{FF2B5EF4-FFF2-40B4-BE49-F238E27FC236}">
                <a16:creationId xmlns:a16="http://schemas.microsoft.com/office/drawing/2014/main" id="{9CF03ECE-E4F5-A378-322A-06FEB33D608F}"/>
              </a:ext>
            </a:extLst>
          </p:cNvPr>
          <p:cNvSpPr txBox="1"/>
          <p:nvPr/>
        </p:nvSpPr>
        <p:spPr>
          <a:xfrm>
            <a:off x="230718" y="632790"/>
            <a:ext cx="5486400" cy="2826928"/>
          </a:xfrm>
          <a:prstGeom prst="rect">
            <a:avLst/>
          </a:prstGeom>
          <a:ln w="9535">
            <a:solidFill>
              <a:srgbClr val="000000"/>
            </a:solidFill>
          </a:ln>
        </p:spPr>
        <p:txBody>
          <a:bodyPr lIns="0" tIns="0" rIns="0" bIns="0">
            <a:spAutoFit/>
          </a:bodyPr>
          <a:lstStyle>
            <a:lvl1pPr marL="85725">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2000" b="1" dirty="0">
                <a:solidFill>
                  <a:srgbClr val="FF0000"/>
                </a:solidFill>
                <a:cs typeface="Calibri" panose="020F0502020204030204" pitchFamily="34" charset="0"/>
              </a:rPr>
              <a:t>HEIGHT</a:t>
            </a:r>
            <a:r>
              <a:rPr lang="en-US" altLang="en-US" sz="2000" b="1" dirty="0">
                <a:solidFill>
                  <a:srgbClr val="FF0000"/>
                </a:solidFill>
                <a:latin typeface="Times New Roman" panose="02020603050405020304" pitchFamily="18" charset="0"/>
                <a:cs typeface="Times New Roman" panose="02020603050405020304" pitchFamily="18" charset="0"/>
              </a:rPr>
              <a:t> </a:t>
            </a:r>
            <a:r>
              <a:rPr lang="en-US" altLang="en-US" sz="2000" b="1" dirty="0">
                <a:solidFill>
                  <a:srgbClr val="FF0000"/>
                </a:solidFill>
                <a:cs typeface="Calibri" panose="020F0502020204030204" pitchFamily="34" charset="0"/>
              </a:rPr>
              <a:t>=</a:t>
            </a:r>
            <a:r>
              <a:rPr lang="en-US" altLang="en-US" sz="2000" dirty="0">
                <a:cs typeface="Calibri" panose="020F0502020204030204" pitchFamily="34" charset="0"/>
              </a:rPr>
              <a:t>Height The height of the tree is defined as the maximum level of any  leaf in the tree. For example,</a:t>
            </a:r>
          </a:p>
          <a:p>
            <a:endParaRPr lang="en-US" altLang="en-US" sz="2000" dirty="0">
              <a:cs typeface="Calibri" panose="020F0502020204030204" pitchFamily="34" charset="0"/>
            </a:endParaRPr>
          </a:p>
          <a:p>
            <a:pPr>
              <a:lnSpc>
                <a:spcPct val="102000"/>
              </a:lnSpc>
              <a:spcBef>
                <a:spcPts val="84"/>
              </a:spcBef>
              <a:buFont typeface="Calibri" panose="020F0502020204030204" pitchFamily="34" charset="0"/>
              <a:buAutoNum type="arabicPeriod"/>
            </a:pPr>
            <a:r>
              <a:rPr lang="en-US" altLang="en-US" sz="2000" b="1" dirty="0">
                <a:cs typeface="Calibri" panose="020F0502020204030204" pitchFamily="34" charset="0"/>
              </a:rPr>
              <a:t>Total</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number</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of</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edges</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that</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lies</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on</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the</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longest</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path</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from</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any</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leaf</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node</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to</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a</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particular</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node</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is</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called</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as</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height</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of</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that</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node.</a:t>
            </a:r>
            <a:endParaRPr lang="en-US" altLang="en-US" sz="2000" dirty="0">
              <a:cs typeface="Calibri" panose="020F0502020204030204" pitchFamily="34" charset="0"/>
            </a:endParaRPr>
          </a:p>
          <a:p>
            <a:pPr>
              <a:spcBef>
                <a:spcPts val="100"/>
              </a:spcBef>
              <a:buFont typeface="Calibri" panose="020F0502020204030204" pitchFamily="34" charset="0"/>
              <a:buAutoNum type="arabicPeriod"/>
            </a:pPr>
            <a:r>
              <a:rPr lang="en-US" altLang="en-US" sz="2000" b="1" dirty="0">
                <a:cs typeface="Calibri" panose="020F0502020204030204" pitchFamily="34" charset="0"/>
              </a:rPr>
              <a:t>Height</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of</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a</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tree</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is</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the</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height</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of</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root</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node.</a:t>
            </a:r>
            <a:endParaRPr lang="en-US" altLang="en-US" sz="2000" dirty="0">
              <a:cs typeface="Calibri" panose="020F0502020204030204" pitchFamily="34" charset="0"/>
            </a:endParaRPr>
          </a:p>
          <a:p>
            <a:pPr>
              <a:spcBef>
                <a:spcPts val="133"/>
              </a:spcBef>
              <a:buFont typeface="Calibri" panose="020F0502020204030204" pitchFamily="34" charset="0"/>
              <a:buAutoNum type="arabicPeriod"/>
            </a:pPr>
            <a:r>
              <a:rPr lang="en-US" altLang="en-US" sz="2000" b="1" dirty="0">
                <a:cs typeface="Calibri" panose="020F0502020204030204" pitchFamily="34" charset="0"/>
              </a:rPr>
              <a:t>Height</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of</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all</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leaf</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nodes</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0</a:t>
            </a:r>
            <a:endParaRPr lang="en-US" altLang="en-US" sz="2000" dirty="0">
              <a:cs typeface="Calibri" panose="020F0502020204030204" pitchFamily="34" charset="0"/>
            </a:endParaRPr>
          </a:p>
        </p:txBody>
      </p:sp>
      <p:sp>
        <p:nvSpPr>
          <p:cNvPr id="17416" name="object 8">
            <a:extLst>
              <a:ext uri="{FF2B5EF4-FFF2-40B4-BE49-F238E27FC236}">
                <a16:creationId xmlns:a16="http://schemas.microsoft.com/office/drawing/2014/main" id="{640AA5BC-5E08-5EE6-BD1C-914D8DFFF927}"/>
              </a:ext>
            </a:extLst>
          </p:cNvPr>
          <p:cNvSpPr>
            <a:spLocks noChangeArrowheads="1"/>
          </p:cNvSpPr>
          <p:nvPr/>
        </p:nvSpPr>
        <p:spPr bwMode="auto">
          <a:xfrm>
            <a:off x="930749" y="3632492"/>
            <a:ext cx="4362451" cy="3327400"/>
          </a:xfrm>
          <a:prstGeom prst="rect">
            <a:avLst/>
          </a:pr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sz="2400"/>
          </a:p>
        </p:txBody>
      </p:sp>
      <p:sp>
        <p:nvSpPr>
          <p:cNvPr id="9" name="object 9">
            <a:extLst>
              <a:ext uri="{FF2B5EF4-FFF2-40B4-BE49-F238E27FC236}">
                <a16:creationId xmlns:a16="http://schemas.microsoft.com/office/drawing/2014/main" id="{7BB1AAA0-0FA3-42E7-7A47-E3AF0193CA7D}"/>
              </a:ext>
            </a:extLst>
          </p:cNvPr>
          <p:cNvSpPr txBox="1"/>
          <p:nvPr/>
        </p:nvSpPr>
        <p:spPr>
          <a:xfrm>
            <a:off x="7812617" y="1905001"/>
            <a:ext cx="3860800" cy="4075475"/>
          </a:xfrm>
          <a:prstGeom prst="rect">
            <a:avLst/>
          </a:prstGeom>
          <a:ln w="9535">
            <a:solidFill>
              <a:srgbClr val="000000"/>
            </a:solidFill>
          </a:ln>
        </p:spPr>
        <p:txBody>
          <a:bodyPr lIns="0" tIns="0" rIns="0" bIns="0">
            <a:spAutoFit/>
          </a:bodyPr>
          <a:lstStyle/>
          <a:p>
            <a:pPr marL="581645" indent="-458882">
              <a:buFont typeface="Calibri"/>
              <a:buAutoNum type="arabicPeriod"/>
              <a:tabLst>
                <a:tab pos="582492" algn="l"/>
              </a:tabLst>
              <a:defRPr/>
            </a:pPr>
            <a:r>
              <a:rPr sz="2400" b="1" dirty="0">
                <a:latin typeface="Calibri"/>
                <a:cs typeface="Calibri"/>
              </a:rPr>
              <a:t>H</a:t>
            </a:r>
            <a:r>
              <a:rPr sz="2400" b="1" spc="7" dirty="0">
                <a:latin typeface="Calibri"/>
                <a:cs typeface="Calibri"/>
              </a:rPr>
              <a:t>e</a:t>
            </a:r>
            <a:r>
              <a:rPr sz="2400" b="1" spc="-13" dirty="0">
                <a:latin typeface="Calibri"/>
                <a:cs typeface="Calibri"/>
              </a:rPr>
              <a:t>ight</a:t>
            </a:r>
            <a:r>
              <a:rPr sz="2400" b="1" spc="-53" dirty="0">
                <a:latin typeface="Times New Roman"/>
                <a:cs typeface="Times New Roman"/>
              </a:rPr>
              <a:t> </a:t>
            </a:r>
            <a:r>
              <a:rPr sz="2400" b="1" dirty="0">
                <a:latin typeface="Calibri"/>
                <a:cs typeface="Calibri"/>
              </a:rPr>
              <a:t>of</a:t>
            </a:r>
            <a:r>
              <a:rPr sz="2400" b="1" spc="-80" dirty="0">
                <a:latin typeface="Times New Roman"/>
                <a:cs typeface="Times New Roman"/>
              </a:rPr>
              <a:t> </a:t>
            </a:r>
            <a:r>
              <a:rPr sz="2400" b="1" spc="-13" dirty="0">
                <a:latin typeface="Calibri"/>
                <a:cs typeface="Calibri"/>
              </a:rPr>
              <a:t>node</a:t>
            </a:r>
            <a:r>
              <a:rPr sz="2400" b="1" spc="-120" dirty="0">
                <a:latin typeface="Times New Roman"/>
                <a:cs typeface="Times New Roman"/>
              </a:rPr>
              <a:t> </a:t>
            </a:r>
            <a:r>
              <a:rPr sz="2400" b="1" spc="-20" dirty="0">
                <a:latin typeface="Calibri"/>
                <a:cs typeface="Calibri"/>
              </a:rPr>
              <a:t>A</a:t>
            </a:r>
            <a:r>
              <a:rPr sz="2400" b="1" spc="-60" dirty="0">
                <a:latin typeface="Times New Roman"/>
                <a:cs typeface="Times New Roman"/>
              </a:rPr>
              <a:t> </a:t>
            </a:r>
            <a:r>
              <a:rPr sz="2400" b="1" dirty="0">
                <a:latin typeface="Calibri"/>
                <a:cs typeface="Calibri"/>
              </a:rPr>
              <a:t>=</a:t>
            </a:r>
            <a:r>
              <a:rPr sz="2400" b="1" spc="-100" dirty="0">
                <a:latin typeface="Times New Roman"/>
                <a:cs typeface="Times New Roman"/>
              </a:rPr>
              <a:t> </a:t>
            </a:r>
            <a:r>
              <a:rPr sz="2400" b="1" spc="-13" dirty="0">
                <a:latin typeface="Calibri"/>
                <a:cs typeface="Calibri"/>
              </a:rPr>
              <a:t>3</a:t>
            </a:r>
            <a:endParaRPr sz="2400">
              <a:latin typeface="Calibri"/>
              <a:cs typeface="Calibri"/>
            </a:endParaRPr>
          </a:p>
          <a:p>
            <a:pPr marL="581645" indent="-458882">
              <a:spcBef>
                <a:spcPts val="13"/>
              </a:spcBef>
              <a:buFont typeface="Calibri"/>
              <a:buAutoNum type="arabicPeriod"/>
              <a:tabLst>
                <a:tab pos="582492" algn="l"/>
              </a:tabLst>
              <a:defRPr/>
            </a:pPr>
            <a:r>
              <a:rPr sz="2400" b="1" dirty="0">
                <a:latin typeface="Calibri"/>
                <a:cs typeface="Calibri"/>
              </a:rPr>
              <a:t>H</a:t>
            </a:r>
            <a:r>
              <a:rPr sz="2400" b="1" spc="7" dirty="0">
                <a:latin typeface="Calibri"/>
                <a:cs typeface="Calibri"/>
              </a:rPr>
              <a:t>e</a:t>
            </a:r>
            <a:r>
              <a:rPr sz="2400" b="1" spc="-13" dirty="0">
                <a:latin typeface="Calibri"/>
                <a:cs typeface="Calibri"/>
              </a:rPr>
              <a:t>ight</a:t>
            </a:r>
            <a:r>
              <a:rPr sz="2400" b="1" spc="-53" dirty="0">
                <a:latin typeface="Times New Roman"/>
                <a:cs typeface="Times New Roman"/>
              </a:rPr>
              <a:t> </a:t>
            </a:r>
            <a:r>
              <a:rPr sz="2400" b="1" dirty="0">
                <a:latin typeface="Calibri"/>
                <a:cs typeface="Calibri"/>
              </a:rPr>
              <a:t>of</a:t>
            </a:r>
            <a:r>
              <a:rPr sz="2400" b="1" spc="-80" dirty="0">
                <a:latin typeface="Times New Roman"/>
                <a:cs typeface="Times New Roman"/>
              </a:rPr>
              <a:t> </a:t>
            </a:r>
            <a:r>
              <a:rPr sz="2400" b="1" spc="-13" dirty="0">
                <a:latin typeface="Calibri"/>
                <a:cs typeface="Calibri"/>
              </a:rPr>
              <a:t>n</a:t>
            </a:r>
            <a:r>
              <a:rPr sz="2400" b="1" spc="-27" dirty="0">
                <a:latin typeface="Calibri"/>
                <a:cs typeface="Calibri"/>
              </a:rPr>
              <a:t>o</a:t>
            </a:r>
            <a:r>
              <a:rPr sz="2400" b="1" spc="-13" dirty="0">
                <a:latin typeface="Calibri"/>
                <a:cs typeface="Calibri"/>
              </a:rPr>
              <a:t>d</a:t>
            </a:r>
            <a:r>
              <a:rPr sz="2400" b="1" dirty="0">
                <a:latin typeface="Calibri"/>
                <a:cs typeface="Calibri"/>
              </a:rPr>
              <a:t>e</a:t>
            </a:r>
            <a:r>
              <a:rPr sz="2400" b="1" spc="-127" dirty="0">
                <a:latin typeface="Times New Roman"/>
                <a:cs typeface="Times New Roman"/>
              </a:rPr>
              <a:t> </a:t>
            </a:r>
            <a:r>
              <a:rPr sz="2400" b="1" spc="-13" dirty="0">
                <a:latin typeface="Calibri"/>
                <a:cs typeface="Calibri"/>
              </a:rPr>
              <a:t>B</a:t>
            </a:r>
            <a:r>
              <a:rPr sz="2400" b="1" spc="-60" dirty="0">
                <a:latin typeface="Times New Roman"/>
                <a:cs typeface="Times New Roman"/>
              </a:rPr>
              <a:t> </a:t>
            </a:r>
            <a:r>
              <a:rPr sz="2400" b="1" dirty="0">
                <a:latin typeface="Calibri"/>
                <a:cs typeface="Calibri"/>
              </a:rPr>
              <a:t>=</a:t>
            </a:r>
            <a:r>
              <a:rPr sz="2400" b="1" spc="-100" dirty="0">
                <a:latin typeface="Times New Roman"/>
                <a:cs typeface="Times New Roman"/>
              </a:rPr>
              <a:t> </a:t>
            </a:r>
            <a:r>
              <a:rPr sz="2400" b="1" spc="-13" dirty="0">
                <a:latin typeface="Calibri"/>
                <a:cs typeface="Calibri"/>
              </a:rPr>
              <a:t>2</a:t>
            </a:r>
            <a:endParaRPr sz="2400">
              <a:latin typeface="Calibri"/>
              <a:cs typeface="Calibri"/>
            </a:endParaRPr>
          </a:p>
          <a:p>
            <a:pPr marL="581645" indent="-458882">
              <a:spcBef>
                <a:spcPts val="33"/>
              </a:spcBef>
              <a:buFont typeface="Calibri"/>
              <a:buAutoNum type="arabicPeriod"/>
              <a:tabLst>
                <a:tab pos="582492" algn="l"/>
              </a:tabLst>
              <a:defRPr/>
            </a:pPr>
            <a:r>
              <a:rPr sz="2400" b="1" dirty="0">
                <a:latin typeface="Calibri"/>
                <a:cs typeface="Calibri"/>
              </a:rPr>
              <a:t>H</a:t>
            </a:r>
            <a:r>
              <a:rPr sz="2400" b="1" spc="7" dirty="0">
                <a:latin typeface="Calibri"/>
                <a:cs typeface="Calibri"/>
              </a:rPr>
              <a:t>e</a:t>
            </a:r>
            <a:r>
              <a:rPr sz="2400" b="1" spc="-13" dirty="0">
                <a:latin typeface="Calibri"/>
                <a:cs typeface="Calibri"/>
              </a:rPr>
              <a:t>ight</a:t>
            </a:r>
            <a:r>
              <a:rPr sz="2400" b="1" spc="-53" dirty="0">
                <a:latin typeface="Times New Roman"/>
                <a:cs typeface="Times New Roman"/>
              </a:rPr>
              <a:t> </a:t>
            </a:r>
            <a:r>
              <a:rPr sz="2400" b="1" dirty="0">
                <a:latin typeface="Calibri"/>
                <a:cs typeface="Calibri"/>
              </a:rPr>
              <a:t>of</a:t>
            </a:r>
            <a:r>
              <a:rPr sz="2400" b="1" spc="-80" dirty="0">
                <a:latin typeface="Times New Roman"/>
                <a:cs typeface="Times New Roman"/>
              </a:rPr>
              <a:t> </a:t>
            </a:r>
            <a:r>
              <a:rPr sz="2400" b="1" spc="-13" dirty="0">
                <a:latin typeface="Calibri"/>
                <a:cs typeface="Calibri"/>
              </a:rPr>
              <a:t>n</a:t>
            </a:r>
            <a:r>
              <a:rPr sz="2400" b="1" spc="-27" dirty="0">
                <a:latin typeface="Calibri"/>
                <a:cs typeface="Calibri"/>
              </a:rPr>
              <a:t>o</a:t>
            </a:r>
            <a:r>
              <a:rPr sz="2400" b="1" spc="-13" dirty="0">
                <a:latin typeface="Calibri"/>
                <a:cs typeface="Calibri"/>
              </a:rPr>
              <a:t>d</a:t>
            </a:r>
            <a:r>
              <a:rPr sz="2400" b="1" dirty="0">
                <a:latin typeface="Calibri"/>
                <a:cs typeface="Calibri"/>
              </a:rPr>
              <a:t>e</a:t>
            </a:r>
            <a:r>
              <a:rPr sz="2400" b="1" spc="-127" dirty="0">
                <a:latin typeface="Times New Roman"/>
                <a:cs typeface="Times New Roman"/>
              </a:rPr>
              <a:t> </a:t>
            </a:r>
            <a:r>
              <a:rPr sz="2400" b="1" dirty="0">
                <a:latin typeface="Calibri"/>
                <a:cs typeface="Calibri"/>
              </a:rPr>
              <a:t>C</a:t>
            </a:r>
            <a:r>
              <a:rPr sz="2400" b="1" spc="-80" dirty="0">
                <a:latin typeface="Times New Roman"/>
                <a:cs typeface="Times New Roman"/>
              </a:rPr>
              <a:t> </a:t>
            </a:r>
            <a:r>
              <a:rPr sz="2400" b="1" dirty="0">
                <a:latin typeface="Calibri"/>
                <a:cs typeface="Calibri"/>
              </a:rPr>
              <a:t>=</a:t>
            </a:r>
            <a:r>
              <a:rPr sz="2400" b="1" spc="-100" dirty="0">
                <a:latin typeface="Times New Roman"/>
                <a:cs typeface="Times New Roman"/>
              </a:rPr>
              <a:t> </a:t>
            </a:r>
            <a:r>
              <a:rPr sz="2400" b="1" spc="-13" dirty="0">
                <a:latin typeface="Calibri"/>
                <a:cs typeface="Calibri"/>
              </a:rPr>
              <a:t>2</a:t>
            </a:r>
            <a:endParaRPr sz="2400">
              <a:latin typeface="Calibri"/>
              <a:cs typeface="Calibri"/>
            </a:endParaRPr>
          </a:p>
          <a:p>
            <a:pPr marL="581645" indent="-458882">
              <a:lnSpc>
                <a:spcPts val="2873"/>
              </a:lnSpc>
              <a:spcBef>
                <a:spcPts val="33"/>
              </a:spcBef>
              <a:buFont typeface="Calibri"/>
              <a:buAutoNum type="arabicPeriod"/>
              <a:tabLst>
                <a:tab pos="582492" algn="l"/>
              </a:tabLst>
              <a:defRPr/>
            </a:pPr>
            <a:r>
              <a:rPr sz="2400" b="1" dirty="0">
                <a:latin typeface="Calibri"/>
                <a:cs typeface="Calibri"/>
              </a:rPr>
              <a:t>H</a:t>
            </a:r>
            <a:r>
              <a:rPr sz="2400" b="1" spc="7" dirty="0">
                <a:latin typeface="Calibri"/>
                <a:cs typeface="Calibri"/>
              </a:rPr>
              <a:t>e</a:t>
            </a:r>
            <a:r>
              <a:rPr sz="2400" b="1" spc="-13" dirty="0">
                <a:latin typeface="Calibri"/>
                <a:cs typeface="Calibri"/>
              </a:rPr>
              <a:t>ight</a:t>
            </a:r>
            <a:r>
              <a:rPr sz="2400" b="1" spc="-53" dirty="0">
                <a:latin typeface="Times New Roman"/>
                <a:cs typeface="Times New Roman"/>
              </a:rPr>
              <a:t> </a:t>
            </a:r>
            <a:r>
              <a:rPr sz="2400" b="1" dirty="0">
                <a:latin typeface="Calibri"/>
                <a:cs typeface="Calibri"/>
              </a:rPr>
              <a:t>of</a:t>
            </a:r>
            <a:r>
              <a:rPr sz="2400" b="1" spc="-80" dirty="0">
                <a:latin typeface="Times New Roman"/>
                <a:cs typeface="Times New Roman"/>
              </a:rPr>
              <a:t> </a:t>
            </a:r>
            <a:r>
              <a:rPr sz="2400" b="1" spc="-13" dirty="0">
                <a:latin typeface="Calibri"/>
                <a:cs typeface="Calibri"/>
              </a:rPr>
              <a:t>n</a:t>
            </a:r>
            <a:r>
              <a:rPr sz="2400" b="1" spc="-27" dirty="0">
                <a:latin typeface="Calibri"/>
                <a:cs typeface="Calibri"/>
              </a:rPr>
              <a:t>o</a:t>
            </a:r>
            <a:r>
              <a:rPr sz="2400" b="1" spc="-13" dirty="0">
                <a:latin typeface="Calibri"/>
                <a:cs typeface="Calibri"/>
              </a:rPr>
              <a:t>d</a:t>
            </a:r>
            <a:r>
              <a:rPr sz="2400" b="1" dirty="0">
                <a:latin typeface="Calibri"/>
                <a:cs typeface="Calibri"/>
              </a:rPr>
              <a:t>e</a:t>
            </a:r>
            <a:r>
              <a:rPr sz="2400" b="1" spc="-127" dirty="0">
                <a:latin typeface="Times New Roman"/>
                <a:cs typeface="Times New Roman"/>
              </a:rPr>
              <a:t> </a:t>
            </a:r>
            <a:r>
              <a:rPr sz="2400" b="1" dirty="0">
                <a:latin typeface="Calibri"/>
                <a:cs typeface="Calibri"/>
              </a:rPr>
              <a:t>D</a:t>
            </a:r>
            <a:r>
              <a:rPr sz="2400" b="1" spc="-113" dirty="0">
                <a:latin typeface="Times New Roman"/>
                <a:cs typeface="Times New Roman"/>
              </a:rPr>
              <a:t> </a:t>
            </a:r>
            <a:r>
              <a:rPr sz="2400" b="1" dirty="0">
                <a:latin typeface="Calibri"/>
                <a:cs typeface="Calibri"/>
              </a:rPr>
              <a:t>=</a:t>
            </a:r>
            <a:r>
              <a:rPr sz="2400" b="1" spc="7" dirty="0">
                <a:latin typeface="Times New Roman"/>
                <a:cs typeface="Times New Roman"/>
              </a:rPr>
              <a:t> </a:t>
            </a:r>
            <a:r>
              <a:rPr sz="2400" b="1" spc="-13" dirty="0">
                <a:latin typeface="Calibri"/>
                <a:cs typeface="Calibri"/>
              </a:rPr>
              <a:t>0</a:t>
            </a:r>
            <a:endParaRPr sz="2400">
              <a:latin typeface="Calibri"/>
              <a:cs typeface="Calibri"/>
            </a:endParaRPr>
          </a:p>
          <a:p>
            <a:pPr marL="581645" indent="-458882">
              <a:lnSpc>
                <a:spcPts val="2867"/>
              </a:lnSpc>
              <a:buFont typeface="Calibri"/>
              <a:buAutoNum type="arabicPeriod"/>
              <a:tabLst>
                <a:tab pos="582492" algn="l"/>
              </a:tabLst>
              <a:defRPr/>
            </a:pPr>
            <a:r>
              <a:rPr sz="2400" b="1" dirty="0">
                <a:latin typeface="Calibri"/>
                <a:cs typeface="Calibri"/>
              </a:rPr>
              <a:t>H</a:t>
            </a:r>
            <a:r>
              <a:rPr sz="2400" b="1" spc="7" dirty="0">
                <a:latin typeface="Calibri"/>
                <a:cs typeface="Calibri"/>
              </a:rPr>
              <a:t>e</a:t>
            </a:r>
            <a:r>
              <a:rPr sz="2400" b="1" spc="-13" dirty="0">
                <a:latin typeface="Calibri"/>
                <a:cs typeface="Calibri"/>
              </a:rPr>
              <a:t>ight</a:t>
            </a:r>
            <a:r>
              <a:rPr sz="2400" b="1" spc="-53" dirty="0">
                <a:latin typeface="Times New Roman"/>
                <a:cs typeface="Times New Roman"/>
              </a:rPr>
              <a:t> </a:t>
            </a:r>
            <a:r>
              <a:rPr sz="2400" b="1" dirty="0">
                <a:latin typeface="Calibri"/>
                <a:cs typeface="Calibri"/>
              </a:rPr>
              <a:t>of</a:t>
            </a:r>
            <a:r>
              <a:rPr sz="2400" b="1" spc="-80" dirty="0">
                <a:latin typeface="Times New Roman"/>
                <a:cs typeface="Times New Roman"/>
              </a:rPr>
              <a:t> </a:t>
            </a:r>
            <a:r>
              <a:rPr sz="2400" b="1" spc="-13" dirty="0">
                <a:latin typeface="Calibri"/>
                <a:cs typeface="Calibri"/>
              </a:rPr>
              <a:t>n</a:t>
            </a:r>
            <a:r>
              <a:rPr sz="2400" b="1" spc="-27" dirty="0">
                <a:latin typeface="Calibri"/>
                <a:cs typeface="Calibri"/>
              </a:rPr>
              <a:t>o</a:t>
            </a:r>
            <a:r>
              <a:rPr sz="2400" b="1" spc="-13" dirty="0">
                <a:latin typeface="Calibri"/>
                <a:cs typeface="Calibri"/>
              </a:rPr>
              <a:t>d</a:t>
            </a:r>
            <a:r>
              <a:rPr sz="2400" b="1" dirty="0">
                <a:latin typeface="Calibri"/>
                <a:cs typeface="Calibri"/>
              </a:rPr>
              <a:t>e</a:t>
            </a:r>
            <a:r>
              <a:rPr sz="2400" b="1" spc="-127" dirty="0">
                <a:latin typeface="Times New Roman"/>
                <a:cs typeface="Times New Roman"/>
              </a:rPr>
              <a:t> </a:t>
            </a:r>
            <a:r>
              <a:rPr sz="2400" b="1" spc="-13" dirty="0">
                <a:latin typeface="Calibri"/>
                <a:cs typeface="Calibri"/>
              </a:rPr>
              <a:t>E</a:t>
            </a:r>
            <a:r>
              <a:rPr sz="2400" b="1" spc="-80" dirty="0">
                <a:latin typeface="Times New Roman"/>
                <a:cs typeface="Times New Roman"/>
              </a:rPr>
              <a:t> </a:t>
            </a:r>
            <a:r>
              <a:rPr sz="2400" b="1" dirty="0">
                <a:latin typeface="Calibri"/>
                <a:cs typeface="Calibri"/>
              </a:rPr>
              <a:t>=</a:t>
            </a:r>
            <a:r>
              <a:rPr sz="2400" b="1" spc="-100" dirty="0">
                <a:latin typeface="Times New Roman"/>
                <a:cs typeface="Times New Roman"/>
              </a:rPr>
              <a:t> </a:t>
            </a:r>
            <a:r>
              <a:rPr sz="2400" b="1" spc="-13" dirty="0">
                <a:latin typeface="Calibri"/>
                <a:cs typeface="Calibri"/>
              </a:rPr>
              <a:t>1</a:t>
            </a:r>
            <a:endParaRPr sz="2400">
              <a:latin typeface="Calibri"/>
              <a:cs typeface="Calibri"/>
            </a:endParaRPr>
          </a:p>
          <a:p>
            <a:pPr marL="581645" indent="-458882">
              <a:lnSpc>
                <a:spcPts val="2873"/>
              </a:lnSpc>
              <a:buFont typeface="Calibri"/>
              <a:buAutoNum type="arabicPeriod"/>
              <a:tabLst>
                <a:tab pos="582492" algn="l"/>
              </a:tabLst>
              <a:defRPr/>
            </a:pPr>
            <a:r>
              <a:rPr sz="2400" b="1" dirty="0">
                <a:latin typeface="Calibri"/>
                <a:cs typeface="Calibri"/>
              </a:rPr>
              <a:t>H</a:t>
            </a:r>
            <a:r>
              <a:rPr sz="2400" b="1" spc="7" dirty="0">
                <a:latin typeface="Calibri"/>
                <a:cs typeface="Calibri"/>
              </a:rPr>
              <a:t>e</a:t>
            </a:r>
            <a:r>
              <a:rPr sz="2400" b="1" spc="-13" dirty="0">
                <a:latin typeface="Calibri"/>
                <a:cs typeface="Calibri"/>
              </a:rPr>
              <a:t>ight</a:t>
            </a:r>
            <a:r>
              <a:rPr sz="2400" b="1" spc="-53" dirty="0">
                <a:latin typeface="Times New Roman"/>
                <a:cs typeface="Times New Roman"/>
              </a:rPr>
              <a:t> </a:t>
            </a:r>
            <a:r>
              <a:rPr sz="2400" b="1" dirty="0">
                <a:latin typeface="Calibri"/>
                <a:cs typeface="Calibri"/>
              </a:rPr>
              <a:t>of</a:t>
            </a:r>
            <a:r>
              <a:rPr sz="2400" b="1" spc="-80" dirty="0">
                <a:latin typeface="Times New Roman"/>
                <a:cs typeface="Times New Roman"/>
              </a:rPr>
              <a:t> </a:t>
            </a:r>
            <a:r>
              <a:rPr sz="2400" b="1" spc="-13" dirty="0">
                <a:latin typeface="Calibri"/>
                <a:cs typeface="Calibri"/>
              </a:rPr>
              <a:t>node</a:t>
            </a:r>
            <a:r>
              <a:rPr sz="2400" b="1" spc="-120" dirty="0">
                <a:latin typeface="Times New Roman"/>
                <a:cs typeface="Times New Roman"/>
              </a:rPr>
              <a:t> </a:t>
            </a:r>
            <a:r>
              <a:rPr sz="2400" b="1" spc="-13" dirty="0">
                <a:latin typeface="Calibri"/>
                <a:cs typeface="Calibri"/>
              </a:rPr>
              <a:t>F</a:t>
            </a:r>
            <a:r>
              <a:rPr sz="2400" b="1" spc="-107" dirty="0">
                <a:latin typeface="Times New Roman"/>
                <a:cs typeface="Times New Roman"/>
              </a:rPr>
              <a:t> </a:t>
            </a:r>
            <a:r>
              <a:rPr sz="2400" b="1" dirty="0">
                <a:latin typeface="Calibri"/>
                <a:cs typeface="Calibri"/>
              </a:rPr>
              <a:t>=</a:t>
            </a:r>
            <a:r>
              <a:rPr sz="2400" b="1" spc="7" dirty="0">
                <a:latin typeface="Times New Roman"/>
                <a:cs typeface="Times New Roman"/>
              </a:rPr>
              <a:t> </a:t>
            </a:r>
            <a:r>
              <a:rPr sz="2400" b="1" spc="-13" dirty="0">
                <a:latin typeface="Calibri"/>
                <a:cs typeface="Calibri"/>
              </a:rPr>
              <a:t>0</a:t>
            </a:r>
            <a:endParaRPr sz="2400">
              <a:latin typeface="Calibri"/>
              <a:cs typeface="Calibri"/>
            </a:endParaRPr>
          </a:p>
          <a:p>
            <a:pPr marL="581645" indent="-458882">
              <a:buFont typeface="Calibri"/>
              <a:buAutoNum type="arabicPeriod"/>
              <a:tabLst>
                <a:tab pos="582492" algn="l"/>
              </a:tabLst>
              <a:defRPr/>
            </a:pPr>
            <a:r>
              <a:rPr sz="2400" b="1" dirty="0">
                <a:latin typeface="Calibri"/>
                <a:cs typeface="Calibri"/>
              </a:rPr>
              <a:t>H</a:t>
            </a:r>
            <a:r>
              <a:rPr sz="2400" b="1" spc="7" dirty="0">
                <a:latin typeface="Calibri"/>
                <a:cs typeface="Calibri"/>
              </a:rPr>
              <a:t>e</a:t>
            </a:r>
            <a:r>
              <a:rPr sz="2400" b="1" spc="-13" dirty="0">
                <a:latin typeface="Calibri"/>
                <a:cs typeface="Calibri"/>
              </a:rPr>
              <a:t>ight</a:t>
            </a:r>
            <a:r>
              <a:rPr sz="2400" b="1" spc="-53" dirty="0">
                <a:latin typeface="Times New Roman"/>
                <a:cs typeface="Times New Roman"/>
              </a:rPr>
              <a:t> </a:t>
            </a:r>
            <a:r>
              <a:rPr sz="2400" b="1" dirty="0">
                <a:latin typeface="Calibri"/>
                <a:cs typeface="Calibri"/>
              </a:rPr>
              <a:t>of</a:t>
            </a:r>
            <a:r>
              <a:rPr sz="2400" b="1" spc="-80" dirty="0">
                <a:latin typeface="Times New Roman"/>
                <a:cs typeface="Times New Roman"/>
              </a:rPr>
              <a:t> </a:t>
            </a:r>
            <a:r>
              <a:rPr sz="2400" b="1" spc="-13" dirty="0">
                <a:latin typeface="Calibri"/>
                <a:cs typeface="Calibri"/>
              </a:rPr>
              <a:t>n</a:t>
            </a:r>
            <a:r>
              <a:rPr sz="2400" b="1" spc="-27" dirty="0">
                <a:latin typeface="Calibri"/>
                <a:cs typeface="Calibri"/>
              </a:rPr>
              <a:t>o</a:t>
            </a:r>
            <a:r>
              <a:rPr sz="2400" b="1" spc="-13" dirty="0">
                <a:latin typeface="Calibri"/>
                <a:cs typeface="Calibri"/>
              </a:rPr>
              <a:t>d</a:t>
            </a:r>
            <a:r>
              <a:rPr sz="2400" b="1" dirty="0">
                <a:latin typeface="Calibri"/>
                <a:cs typeface="Calibri"/>
              </a:rPr>
              <a:t>e</a:t>
            </a:r>
            <a:r>
              <a:rPr sz="2400" b="1" spc="-127" dirty="0">
                <a:latin typeface="Times New Roman"/>
                <a:cs typeface="Times New Roman"/>
              </a:rPr>
              <a:t> </a:t>
            </a:r>
            <a:r>
              <a:rPr sz="2400" b="1" dirty="0">
                <a:latin typeface="Calibri"/>
                <a:cs typeface="Calibri"/>
              </a:rPr>
              <a:t>G</a:t>
            </a:r>
            <a:r>
              <a:rPr sz="2400" b="1" spc="-33" dirty="0">
                <a:latin typeface="Times New Roman"/>
                <a:cs typeface="Times New Roman"/>
              </a:rPr>
              <a:t> </a:t>
            </a:r>
            <a:r>
              <a:rPr sz="2400" b="1" dirty="0">
                <a:latin typeface="Calibri"/>
                <a:cs typeface="Calibri"/>
              </a:rPr>
              <a:t>=</a:t>
            </a:r>
            <a:r>
              <a:rPr sz="2400" b="1" spc="-100" dirty="0">
                <a:latin typeface="Times New Roman"/>
                <a:cs typeface="Times New Roman"/>
              </a:rPr>
              <a:t> </a:t>
            </a:r>
            <a:r>
              <a:rPr sz="2400" b="1" spc="-13" dirty="0">
                <a:latin typeface="Calibri"/>
                <a:cs typeface="Calibri"/>
              </a:rPr>
              <a:t>1</a:t>
            </a:r>
            <a:endParaRPr sz="2400">
              <a:latin typeface="Calibri"/>
              <a:cs typeface="Calibri"/>
            </a:endParaRPr>
          </a:p>
          <a:p>
            <a:pPr marL="581645" indent="-458882">
              <a:spcBef>
                <a:spcPts val="33"/>
              </a:spcBef>
              <a:buFont typeface="Calibri"/>
              <a:buAutoNum type="arabicPeriod"/>
              <a:tabLst>
                <a:tab pos="582492" algn="l"/>
              </a:tabLst>
              <a:defRPr/>
            </a:pPr>
            <a:r>
              <a:rPr sz="2400" b="1" dirty="0">
                <a:latin typeface="Calibri"/>
                <a:cs typeface="Calibri"/>
              </a:rPr>
              <a:t>H</a:t>
            </a:r>
            <a:r>
              <a:rPr sz="2400" b="1" spc="7" dirty="0">
                <a:latin typeface="Calibri"/>
                <a:cs typeface="Calibri"/>
              </a:rPr>
              <a:t>e</a:t>
            </a:r>
            <a:r>
              <a:rPr sz="2400" b="1" spc="-13" dirty="0">
                <a:latin typeface="Calibri"/>
                <a:cs typeface="Calibri"/>
              </a:rPr>
              <a:t>ight</a:t>
            </a:r>
            <a:r>
              <a:rPr sz="2400" b="1" spc="-53" dirty="0">
                <a:latin typeface="Times New Roman"/>
                <a:cs typeface="Times New Roman"/>
              </a:rPr>
              <a:t> </a:t>
            </a:r>
            <a:r>
              <a:rPr sz="2400" b="1" dirty="0">
                <a:latin typeface="Calibri"/>
                <a:cs typeface="Calibri"/>
              </a:rPr>
              <a:t>of</a:t>
            </a:r>
            <a:r>
              <a:rPr sz="2400" b="1" spc="-80" dirty="0">
                <a:latin typeface="Times New Roman"/>
                <a:cs typeface="Times New Roman"/>
              </a:rPr>
              <a:t> </a:t>
            </a:r>
            <a:r>
              <a:rPr sz="2400" b="1" spc="-13" dirty="0">
                <a:latin typeface="Calibri"/>
                <a:cs typeface="Calibri"/>
              </a:rPr>
              <a:t>n</a:t>
            </a:r>
            <a:r>
              <a:rPr sz="2400" b="1" spc="-27" dirty="0">
                <a:latin typeface="Calibri"/>
                <a:cs typeface="Calibri"/>
              </a:rPr>
              <a:t>o</a:t>
            </a:r>
            <a:r>
              <a:rPr sz="2400" b="1" spc="-13" dirty="0">
                <a:latin typeface="Calibri"/>
                <a:cs typeface="Calibri"/>
              </a:rPr>
              <a:t>d</a:t>
            </a:r>
            <a:r>
              <a:rPr sz="2400" b="1" dirty="0">
                <a:latin typeface="Calibri"/>
                <a:cs typeface="Calibri"/>
              </a:rPr>
              <a:t>e</a:t>
            </a:r>
            <a:r>
              <a:rPr sz="2400" b="1" spc="-127" dirty="0">
                <a:latin typeface="Times New Roman"/>
                <a:cs typeface="Times New Roman"/>
              </a:rPr>
              <a:t> </a:t>
            </a:r>
            <a:r>
              <a:rPr sz="2400" b="1" spc="-20" dirty="0">
                <a:latin typeface="Calibri"/>
                <a:cs typeface="Calibri"/>
              </a:rPr>
              <a:t>H</a:t>
            </a:r>
            <a:r>
              <a:rPr sz="2400" b="1" spc="-120" dirty="0">
                <a:latin typeface="Times New Roman"/>
                <a:cs typeface="Times New Roman"/>
              </a:rPr>
              <a:t> </a:t>
            </a:r>
            <a:r>
              <a:rPr sz="2400" b="1" dirty="0">
                <a:latin typeface="Calibri"/>
                <a:cs typeface="Calibri"/>
              </a:rPr>
              <a:t>=</a:t>
            </a:r>
            <a:r>
              <a:rPr sz="2400" b="1" spc="-7" dirty="0">
                <a:latin typeface="Times New Roman"/>
                <a:cs typeface="Times New Roman"/>
              </a:rPr>
              <a:t> </a:t>
            </a:r>
            <a:r>
              <a:rPr sz="2400" b="1" spc="-13" dirty="0">
                <a:latin typeface="Calibri"/>
                <a:cs typeface="Calibri"/>
              </a:rPr>
              <a:t>0</a:t>
            </a:r>
            <a:endParaRPr sz="2400">
              <a:latin typeface="Calibri"/>
              <a:cs typeface="Calibri"/>
            </a:endParaRPr>
          </a:p>
          <a:p>
            <a:pPr marL="581645" indent="-458882">
              <a:lnSpc>
                <a:spcPts val="2873"/>
              </a:lnSpc>
              <a:spcBef>
                <a:spcPts val="33"/>
              </a:spcBef>
              <a:buFont typeface="Calibri"/>
              <a:buAutoNum type="arabicPeriod"/>
              <a:tabLst>
                <a:tab pos="582492" algn="l"/>
              </a:tabLst>
              <a:defRPr/>
            </a:pPr>
            <a:r>
              <a:rPr sz="2400" b="1" dirty="0">
                <a:latin typeface="Calibri"/>
                <a:cs typeface="Calibri"/>
              </a:rPr>
              <a:t>H</a:t>
            </a:r>
            <a:r>
              <a:rPr sz="2400" b="1" spc="7" dirty="0">
                <a:latin typeface="Calibri"/>
                <a:cs typeface="Calibri"/>
              </a:rPr>
              <a:t>e</a:t>
            </a:r>
            <a:r>
              <a:rPr sz="2400" b="1" spc="-13" dirty="0">
                <a:latin typeface="Calibri"/>
                <a:cs typeface="Calibri"/>
              </a:rPr>
              <a:t>ight</a:t>
            </a:r>
            <a:r>
              <a:rPr sz="2400" b="1" spc="-53" dirty="0">
                <a:latin typeface="Times New Roman"/>
                <a:cs typeface="Times New Roman"/>
              </a:rPr>
              <a:t> </a:t>
            </a:r>
            <a:r>
              <a:rPr sz="2400" b="1" dirty="0">
                <a:latin typeface="Calibri"/>
                <a:cs typeface="Calibri"/>
              </a:rPr>
              <a:t>of</a:t>
            </a:r>
            <a:r>
              <a:rPr sz="2400" b="1" spc="-80" dirty="0">
                <a:latin typeface="Times New Roman"/>
                <a:cs typeface="Times New Roman"/>
              </a:rPr>
              <a:t> </a:t>
            </a:r>
            <a:r>
              <a:rPr sz="2400" b="1" spc="-13" dirty="0">
                <a:latin typeface="Calibri"/>
                <a:cs typeface="Calibri"/>
              </a:rPr>
              <a:t>n</a:t>
            </a:r>
            <a:r>
              <a:rPr sz="2400" b="1" spc="-27" dirty="0">
                <a:latin typeface="Calibri"/>
                <a:cs typeface="Calibri"/>
              </a:rPr>
              <a:t>o</a:t>
            </a:r>
            <a:r>
              <a:rPr sz="2400" b="1" spc="-13" dirty="0">
                <a:latin typeface="Calibri"/>
                <a:cs typeface="Calibri"/>
              </a:rPr>
              <a:t>d</a:t>
            </a:r>
            <a:r>
              <a:rPr sz="2400" b="1" dirty="0">
                <a:latin typeface="Calibri"/>
                <a:cs typeface="Calibri"/>
              </a:rPr>
              <a:t>e</a:t>
            </a:r>
            <a:r>
              <a:rPr sz="2400" b="1" spc="-107" dirty="0">
                <a:latin typeface="Times New Roman"/>
                <a:cs typeface="Times New Roman"/>
              </a:rPr>
              <a:t> </a:t>
            </a:r>
            <a:r>
              <a:rPr sz="2400" b="1" spc="-7" dirty="0">
                <a:latin typeface="Calibri"/>
                <a:cs typeface="Calibri"/>
              </a:rPr>
              <a:t>I</a:t>
            </a:r>
            <a:r>
              <a:rPr sz="2400" b="1" spc="-60" dirty="0">
                <a:latin typeface="Times New Roman"/>
                <a:cs typeface="Times New Roman"/>
              </a:rPr>
              <a:t> </a:t>
            </a:r>
            <a:r>
              <a:rPr sz="2400" b="1" dirty="0">
                <a:latin typeface="Calibri"/>
                <a:cs typeface="Calibri"/>
              </a:rPr>
              <a:t>=</a:t>
            </a:r>
            <a:r>
              <a:rPr sz="2400" b="1" spc="-100" dirty="0">
                <a:latin typeface="Times New Roman"/>
                <a:cs typeface="Times New Roman"/>
              </a:rPr>
              <a:t> </a:t>
            </a:r>
            <a:r>
              <a:rPr sz="2400" b="1" spc="-13" dirty="0">
                <a:latin typeface="Calibri"/>
                <a:cs typeface="Calibri"/>
              </a:rPr>
              <a:t>0</a:t>
            </a:r>
            <a:endParaRPr sz="2400">
              <a:latin typeface="Calibri"/>
              <a:cs typeface="Calibri"/>
            </a:endParaRPr>
          </a:p>
          <a:p>
            <a:pPr marL="581645" indent="-458882">
              <a:lnSpc>
                <a:spcPts val="2873"/>
              </a:lnSpc>
              <a:buFont typeface="Calibri"/>
              <a:buAutoNum type="arabicPeriod"/>
              <a:tabLst>
                <a:tab pos="582492" algn="l"/>
              </a:tabLst>
              <a:defRPr/>
            </a:pPr>
            <a:r>
              <a:rPr sz="2400" b="1" dirty="0">
                <a:latin typeface="Calibri"/>
                <a:cs typeface="Calibri"/>
              </a:rPr>
              <a:t>H</a:t>
            </a:r>
            <a:r>
              <a:rPr sz="2400" b="1" spc="7" dirty="0">
                <a:latin typeface="Calibri"/>
                <a:cs typeface="Calibri"/>
              </a:rPr>
              <a:t>e</a:t>
            </a:r>
            <a:r>
              <a:rPr sz="2400" b="1" spc="-13" dirty="0">
                <a:latin typeface="Calibri"/>
                <a:cs typeface="Calibri"/>
              </a:rPr>
              <a:t>ight</a:t>
            </a:r>
            <a:r>
              <a:rPr sz="2400" b="1" spc="-53" dirty="0">
                <a:latin typeface="Times New Roman"/>
                <a:cs typeface="Times New Roman"/>
              </a:rPr>
              <a:t> </a:t>
            </a:r>
            <a:r>
              <a:rPr sz="2400" b="1" dirty="0">
                <a:latin typeface="Calibri"/>
                <a:cs typeface="Calibri"/>
              </a:rPr>
              <a:t>of</a:t>
            </a:r>
            <a:r>
              <a:rPr sz="2400" b="1" spc="-80" dirty="0">
                <a:latin typeface="Times New Roman"/>
                <a:cs typeface="Times New Roman"/>
              </a:rPr>
              <a:t> </a:t>
            </a:r>
            <a:r>
              <a:rPr sz="2400" b="1" spc="-13" dirty="0">
                <a:latin typeface="Calibri"/>
                <a:cs typeface="Calibri"/>
              </a:rPr>
              <a:t>n</a:t>
            </a:r>
            <a:r>
              <a:rPr sz="2400" b="1" spc="-27" dirty="0">
                <a:latin typeface="Calibri"/>
                <a:cs typeface="Calibri"/>
              </a:rPr>
              <a:t>o</a:t>
            </a:r>
            <a:r>
              <a:rPr sz="2400" b="1" spc="-13" dirty="0">
                <a:latin typeface="Calibri"/>
                <a:cs typeface="Calibri"/>
              </a:rPr>
              <a:t>d</a:t>
            </a:r>
            <a:r>
              <a:rPr sz="2400" b="1" dirty="0">
                <a:latin typeface="Calibri"/>
                <a:cs typeface="Calibri"/>
              </a:rPr>
              <a:t>e</a:t>
            </a:r>
            <a:r>
              <a:rPr sz="2400" b="1" spc="-107" dirty="0">
                <a:latin typeface="Times New Roman"/>
                <a:cs typeface="Times New Roman"/>
              </a:rPr>
              <a:t> </a:t>
            </a:r>
            <a:r>
              <a:rPr sz="2400" b="1" dirty="0">
                <a:latin typeface="Calibri"/>
                <a:cs typeface="Calibri"/>
              </a:rPr>
              <a:t>J</a:t>
            </a:r>
            <a:r>
              <a:rPr sz="2400" b="1" spc="-120" dirty="0">
                <a:latin typeface="Times New Roman"/>
                <a:cs typeface="Times New Roman"/>
              </a:rPr>
              <a:t> </a:t>
            </a:r>
            <a:r>
              <a:rPr sz="2400" b="1" dirty="0">
                <a:latin typeface="Calibri"/>
                <a:cs typeface="Calibri"/>
              </a:rPr>
              <a:t>=</a:t>
            </a:r>
            <a:r>
              <a:rPr sz="2400" b="1" spc="-7" dirty="0">
                <a:latin typeface="Times New Roman"/>
                <a:cs typeface="Times New Roman"/>
              </a:rPr>
              <a:t> </a:t>
            </a:r>
            <a:r>
              <a:rPr sz="2400" b="1" spc="-13" dirty="0">
                <a:latin typeface="Calibri"/>
                <a:cs typeface="Calibri"/>
              </a:rPr>
              <a:t>0</a:t>
            </a:r>
            <a:endParaRPr sz="2400">
              <a:latin typeface="Calibri"/>
              <a:cs typeface="Calibri"/>
            </a:endParaRPr>
          </a:p>
          <a:p>
            <a:pPr marL="581645" indent="-458882">
              <a:buFont typeface="Calibri"/>
              <a:buAutoNum type="arabicPeriod"/>
              <a:tabLst>
                <a:tab pos="582492" algn="l"/>
              </a:tabLst>
              <a:defRPr/>
            </a:pPr>
            <a:r>
              <a:rPr sz="2400" b="1" dirty="0">
                <a:latin typeface="Calibri"/>
                <a:cs typeface="Calibri"/>
              </a:rPr>
              <a:t>H</a:t>
            </a:r>
            <a:r>
              <a:rPr sz="2400" b="1" spc="7" dirty="0">
                <a:latin typeface="Calibri"/>
                <a:cs typeface="Calibri"/>
              </a:rPr>
              <a:t>e</a:t>
            </a:r>
            <a:r>
              <a:rPr sz="2400" b="1" spc="-13" dirty="0">
                <a:latin typeface="Calibri"/>
                <a:cs typeface="Calibri"/>
              </a:rPr>
              <a:t>ight</a:t>
            </a:r>
            <a:r>
              <a:rPr sz="2400" b="1" spc="-53" dirty="0">
                <a:latin typeface="Times New Roman"/>
                <a:cs typeface="Times New Roman"/>
              </a:rPr>
              <a:t> </a:t>
            </a:r>
            <a:r>
              <a:rPr sz="2400" b="1" dirty="0">
                <a:latin typeface="Calibri"/>
                <a:cs typeface="Calibri"/>
              </a:rPr>
              <a:t>of</a:t>
            </a:r>
            <a:r>
              <a:rPr sz="2400" b="1" spc="-80" dirty="0">
                <a:latin typeface="Times New Roman"/>
                <a:cs typeface="Times New Roman"/>
              </a:rPr>
              <a:t> </a:t>
            </a:r>
            <a:r>
              <a:rPr sz="2400" b="1" spc="-13" dirty="0">
                <a:latin typeface="Calibri"/>
                <a:cs typeface="Calibri"/>
              </a:rPr>
              <a:t>n</a:t>
            </a:r>
            <a:r>
              <a:rPr sz="2400" b="1" spc="-27" dirty="0">
                <a:latin typeface="Calibri"/>
                <a:cs typeface="Calibri"/>
              </a:rPr>
              <a:t>o</a:t>
            </a:r>
            <a:r>
              <a:rPr sz="2400" b="1" spc="-13" dirty="0">
                <a:latin typeface="Calibri"/>
                <a:cs typeface="Calibri"/>
              </a:rPr>
              <a:t>d</a:t>
            </a:r>
            <a:r>
              <a:rPr sz="2400" b="1" dirty="0">
                <a:latin typeface="Calibri"/>
                <a:cs typeface="Calibri"/>
              </a:rPr>
              <a:t>e</a:t>
            </a:r>
            <a:r>
              <a:rPr sz="2400" b="1" spc="-127" dirty="0">
                <a:latin typeface="Times New Roman"/>
                <a:cs typeface="Times New Roman"/>
              </a:rPr>
              <a:t> </a:t>
            </a:r>
            <a:r>
              <a:rPr sz="2400" b="1" spc="-13" dirty="0">
                <a:latin typeface="Calibri"/>
                <a:cs typeface="Calibri"/>
              </a:rPr>
              <a:t>K</a:t>
            </a:r>
            <a:r>
              <a:rPr sz="2400" b="1" spc="-127" dirty="0">
                <a:latin typeface="Times New Roman"/>
                <a:cs typeface="Times New Roman"/>
              </a:rPr>
              <a:t> </a:t>
            </a:r>
            <a:r>
              <a:rPr sz="2400" b="1" dirty="0">
                <a:latin typeface="Calibri"/>
                <a:cs typeface="Calibri"/>
              </a:rPr>
              <a:t>=</a:t>
            </a:r>
            <a:r>
              <a:rPr sz="2400" b="1" spc="7" dirty="0">
                <a:latin typeface="Times New Roman"/>
                <a:cs typeface="Times New Roman"/>
              </a:rPr>
              <a:t> </a:t>
            </a:r>
            <a:r>
              <a:rPr sz="2400" b="1" spc="-13" dirty="0">
                <a:latin typeface="Calibri"/>
                <a:cs typeface="Calibri"/>
              </a:rPr>
              <a:t>0</a:t>
            </a:r>
            <a:endParaRPr sz="2400">
              <a:latin typeface="Calibri"/>
              <a:cs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object 3">
            <a:extLst>
              <a:ext uri="{FF2B5EF4-FFF2-40B4-BE49-F238E27FC236}">
                <a16:creationId xmlns:a16="http://schemas.microsoft.com/office/drawing/2014/main" id="{2E50C291-11A5-F9C0-C31F-54C723D8638A}"/>
              </a:ext>
            </a:extLst>
          </p:cNvPr>
          <p:cNvSpPr>
            <a:spLocks/>
          </p:cNvSpPr>
          <p:nvPr/>
        </p:nvSpPr>
        <p:spPr bwMode="auto">
          <a:xfrm>
            <a:off x="215900" y="302684"/>
            <a:ext cx="6096000" cy="2504016"/>
          </a:xfrm>
          <a:custGeom>
            <a:avLst/>
            <a:gdLst>
              <a:gd name="T0" fmla="*/ 0 w 4572000"/>
              <a:gd name="T1" fmla="*/ 1877699 h 1877695"/>
              <a:gd name="T2" fmla="*/ 4571999 w 4572000"/>
              <a:gd name="T3" fmla="*/ 1877699 h 1877695"/>
              <a:gd name="T4" fmla="*/ 4571999 w 4572000"/>
              <a:gd name="T5" fmla="*/ 0 h 1877695"/>
              <a:gd name="T6" fmla="*/ 0 w 4572000"/>
              <a:gd name="T7" fmla="*/ 0 h 1877695"/>
              <a:gd name="T8" fmla="*/ 0 w 4572000"/>
              <a:gd name="T9" fmla="*/ 1877699 h 1877695"/>
            </a:gdLst>
            <a:ahLst/>
            <a:cxnLst>
              <a:cxn ang="0">
                <a:pos x="T0" y="T1"/>
              </a:cxn>
              <a:cxn ang="0">
                <a:pos x="T2" y="T3"/>
              </a:cxn>
              <a:cxn ang="0">
                <a:pos x="T4" y="T5"/>
              </a:cxn>
              <a:cxn ang="0">
                <a:pos x="T6" y="T7"/>
              </a:cxn>
              <a:cxn ang="0">
                <a:pos x="T8" y="T9"/>
              </a:cxn>
            </a:cxnLst>
            <a:rect l="0" t="0" r="r" b="b"/>
            <a:pathLst>
              <a:path w="4572000" h="1877695">
                <a:moveTo>
                  <a:pt x="0" y="1877699"/>
                </a:moveTo>
                <a:lnTo>
                  <a:pt x="4571999" y="1877699"/>
                </a:lnTo>
                <a:lnTo>
                  <a:pt x="4571999" y="0"/>
                </a:lnTo>
                <a:lnTo>
                  <a:pt x="0" y="0"/>
                </a:lnTo>
                <a:lnTo>
                  <a:pt x="0" y="1877699"/>
                </a:lnTo>
                <a:close/>
              </a:path>
            </a:pathLst>
          </a:custGeom>
          <a:noFill/>
          <a:ln w="9535">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2400"/>
          </a:p>
        </p:txBody>
      </p:sp>
      <p:sp>
        <p:nvSpPr>
          <p:cNvPr id="18440" name="object 8">
            <a:extLst>
              <a:ext uri="{FF2B5EF4-FFF2-40B4-BE49-F238E27FC236}">
                <a16:creationId xmlns:a16="http://schemas.microsoft.com/office/drawing/2014/main" id="{F980B784-F487-3CCD-FB4C-1CFD95E4C43D}"/>
              </a:ext>
            </a:extLst>
          </p:cNvPr>
          <p:cNvSpPr>
            <a:spLocks/>
          </p:cNvSpPr>
          <p:nvPr/>
        </p:nvSpPr>
        <p:spPr bwMode="auto">
          <a:xfrm>
            <a:off x="215900" y="302684"/>
            <a:ext cx="6096000" cy="2504016"/>
          </a:xfrm>
          <a:custGeom>
            <a:avLst/>
            <a:gdLst>
              <a:gd name="T0" fmla="*/ 0 w 4572000"/>
              <a:gd name="T1" fmla="*/ 1877699 h 1877695"/>
              <a:gd name="T2" fmla="*/ 4571999 w 4572000"/>
              <a:gd name="T3" fmla="*/ 1877699 h 1877695"/>
              <a:gd name="T4" fmla="*/ 4571999 w 4572000"/>
              <a:gd name="T5" fmla="*/ 0 h 1877695"/>
              <a:gd name="T6" fmla="*/ 0 w 4572000"/>
              <a:gd name="T7" fmla="*/ 0 h 1877695"/>
              <a:gd name="T8" fmla="*/ 0 w 4572000"/>
              <a:gd name="T9" fmla="*/ 1877699 h 1877695"/>
            </a:gdLst>
            <a:ahLst/>
            <a:cxnLst>
              <a:cxn ang="0">
                <a:pos x="T0" y="T1"/>
              </a:cxn>
              <a:cxn ang="0">
                <a:pos x="T2" y="T3"/>
              </a:cxn>
              <a:cxn ang="0">
                <a:pos x="T4" y="T5"/>
              </a:cxn>
              <a:cxn ang="0">
                <a:pos x="T6" y="T7"/>
              </a:cxn>
              <a:cxn ang="0">
                <a:pos x="T8" y="T9"/>
              </a:cxn>
            </a:cxnLst>
            <a:rect l="0" t="0" r="r" b="b"/>
            <a:pathLst>
              <a:path w="4572000" h="1877695">
                <a:moveTo>
                  <a:pt x="0" y="1877699"/>
                </a:moveTo>
                <a:lnTo>
                  <a:pt x="4571999" y="1877699"/>
                </a:lnTo>
                <a:lnTo>
                  <a:pt x="4571999" y="0"/>
                </a:lnTo>
                <a:lnTo>
                  <a:pt x="0" y="0"/>
                </a:lnTo>
                <a:lnTo>
                  <a:pt x="0" y="1877699"/>
                </a:lnTo>
                <a:close/>
              </a:path>
            </a:pathLst>
          </a:custGeom>
          <a:noFill/>
          <a:ln w="9535">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2400"/>
          </a:p>
        </p:txBody>
      </p:sp>
      <p:sp>
        <p:nvSpPr>
          <p:cNvPr id="9" name="object 9">
            <a:extLst>
              <a:ext uri="{FF2B5EF4-FFF2-40B4-BE49-F238E27FC236}">
                <a16:creationId xmlns:a16="http://schemas.microsoft.com/office/drawing/2014/main" id="{3B46C301-EFBA-A1C3-A9F6-F115F19C6CF0}"/>
              </a:ext>
            </a:extLst>
          </p:cNvPr>
          <p:cNvSpPr txBox="1">
            <a:spLocks noGrp="1"/>
          </p:cNvSpPr>
          <p:nvPr>
            <p:ph type="title"/>
          </p:nvPr>
        </p:nvSpPr>
        <p:spPr>
          <a:xfrm>
            <a:off x="319618" y="406401"/>
            <a:ext cx="11552767" cy="369332"/>
          </a:xfrm>
        </p:spPr>
        <p:txBody>
          <a:bodyPr rtlCol="0"/>
          <a:lstStyle/>
          <a:p>
            <a:pPr marL="16933">
              <a:spcBef>
                <a:spcPts val="0"/>
              </a:spcBef>
              <a:defRPr/>
            </a:pPr>
            <a:r>
              <a:rPr sz="2400" dirty="0"/>
              <a:t>De</a:t>
            </a:r>
            <a:r>
              <a:rPr sz="2400" spc="-13" dirty="0"/>
              <a:t>p</a:t>
            </a:r>
            <a:r>
              <a:rPr sz="2400" spc="-33" dirty="0"/>
              <a:t>t</a:t>
            </a:r>
            <a:r>
              <a:rPr sz="2400" dirty="0"/>
              <a:t>h-</a:t>
            </a:r>
          </a:p>
        </p:txBody>
      </p:sp>
      <p:sp>
        <p:nvSpPr>
          <p:cNvPr id="18442" name="object 10">
            <a:extLst>
              <a:ext uri="{FF2B5EF4-FFF2-40B4-BE49-F238E27FC236}">
                <a16:creationId xmlns:a16="http://schemas.microsoft.com/office/drawing/2014/main" id="{EF9BDCC9-FD5E-B15E-6AC8-BC7C259E4A39}"/>
              </a:ext>
            </a:extLst>
          </p:cNvPr>
          <p:cNvSpPr>
            <a:spLocks/>
          </p:cNvSpPr>
          <p:nvPr/>
        </p:nvSpPr>
        <p:spPr bwMode="auto">
          <a:xfrm>
            <a:off x="336551" y="683684"/>
            <a:ext cx="874183" cy="0"/>
          </a:xfrm>
          <a:custGeom>
            <a:avLst/>
            <a:gdLst>
              <a:gd name="T0" fmla="*/ 0 w 654685"/>
              <a:gd name="T1" fmla="*/ 654106 w 654685"/>
            </a:gdLst>
            <a:ahLst/>
            <a:cxnLst>
              <a:cxn ang="0">
                <a:pos x="T0" y="0"/>
              </a:cxn>
              <a:cxn ang="0">
                <a:pos x="T1" y="0"/>
              </a:cxn>
            </a:cxnLst>
            <a:rect l="0" t="0" r="r" b="b"/>
            <a:pathLst>
              <a:path w="654685">
                <a:moveTo>
                  <a:pt x="0" y="0"/>
                </a:moveTo>
                <a:lnTo>
                  <a:pt x="654106" y="0"/>
                </a:lnTo>
              </a:path>
            </a:pathLst>
          </a:custGeom>
          <a:noFill/>
          <a:ln w="21081">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2400"/>
          </a:p>
        </p:txBody>
      </p:sp>
      <p:sp>
        <p:nvSpPr>
          <p:cNvPr id="11" name="object 11">
            <a:extLst>
              <a:ext uri="{FF2B5EF4-FFF2-40B4-BE49-F238E27FC236}">
                <a16:creationId xmlns:a16="http://schemas.microsoft.com/office/drawing/2014/main" id="{CCA46DC5-74B2-03BB-3696-D862EE65A613}"/>
              </a:ext>
            </a:extLst>
          </p:cNvPr>
          <p:cNvSpPr txBox="1"/>
          <p:nvPr/>
        </p:nvSpPr>
        <p:spPr>
          <a:xfrm>
            <a:off x="317501" y="755651"/>
            <a:ext cx="5755217" cy="2028119"/>
          </a:xfrm>
          <a:prstGeom prst="rect">
            <a:avLst/>
          </a:prstGeom>
        </p:spPr>
        <p:txBody>
          <a:bodyPr lIns="0" tIns="0" rIns="0" bIns="0">
            <a:spAutoFit/>
          </a:bodyPr>
          <a:lstStyle>
            <a:lvl1pPr marL="355600" indent="-342900">
              <a:tabLst>
                <a:tab pos="357188" algn="l"/>
              </a:tabLst>
              <a:defRPr>
                <a:solidFill>
                  <a:schemeClr val="tx1"/>
                </a:solidFill>
                <a:latin typeface="Calibri" panose="020F0502020204030204" pitchFamily="34" charset="0"/>
              </a:defRPr>
            </a:lvl1pPr>
            <a:lvl2pPr marL="742950" indent="-285750">
              <a:tabLst>
                <a:tab pos="357188" algn="l"/>
              </a:tabLst>
              <a:defRPr>
                <a:solidFill>
                  <a:schemeClr val="tx1"/>
                </a:solidFill>
                <a:latin typeface="Calibri" panose="020F0502020204030204" pitchFamily="34" charset="0"/>
              </a:defRPr>
            </a:lvl2pPr>
            <a:lvl3pPr marL="1143000" indent="-228600">
              <a:tabLst>
                <a:tab pos="357188" algn="l"/>
              </a:tabLst>
              <a:defRPr>
                <a:solidFill>
                  <a:schemeClr val="tx1"/>
                </a:solidFill>
                <a:latin typeface="Calibri" panose="020F0502020204030204" pitchFamily="34" charset="0"/>
              </a:defRPr>
            </a:lvl3pPr>
            <a:lvl4pPr marL="1600200" indent="-228600">
              <a:tabLst>
                <a:tab pos="357188" algn="l"/>
              </a:tabLst>
              <a:defRPr>
                <a:solidFill>
                  <a:schemeClr val="tx1"/>
                </a:solidFill>
                <a:latin typeface="Calibri" panose="020F0502020204030204" pitchFamily="34" charset="0"/>
              </a:defRPr>
            </a:lvl4pPr>
            <a:lvl5pPr marL="2057400" indent="-228600">
              <a:tabLst>
                <a:tab pos="357188" algn="l"/>
              </a:tabLst>
              <a:defRPr>
                <a:solidFill>
                  <a:schemeClr val="tx1"/>
                </a:solidFill>
                <a:latin typeface="Calibri" panose="020F0502020204030204" pitchFamily="34" charset="0"/>
              </a:defRPr>
            </a:lvl5pPr>
            <a:lvl6pPr marL="2514600" indent="-228600" fontAlgn="base">
              <a:spcBef>
                <a:spcPct val="0"/>
              </a:spcBef>
              <a:spcAft>
                <a:spcPct val="0"/>
              </a:spcAft>
              <a:tabLst>
                <a:tab pos="357188" algn="l"/>
              </a:tabLst>
              <a:defRPr>
                <a:solidFill>
                  <a:schemeClr val="tx1"/>
                </a:solidFill>
                <a:latin typeface="Calibri" panose="020F0502020204030204" pitchFamily="34" charset="0"/>
              </a:defRPr>
            </a:lvl6pPr>
            <a:lvl7pPr marL="2971800" indent="-228600" fontAlgn="base">
              <a:spcBef>
                <a:spcPct val="0"/>
              </a:spcBef>
              <a:spcAft>
                <a:spcPct val="0"/>
              </a:spcAft>
              <a:tabLst>
                <a:tab pos="357188" algn="l"/>
              </a:tabLst>
              <a:defRPr>
                <a:solidFill>
                  <a:schemeClr val="tx1"/>
                </a:solidFill>
                <a:latin typeface="Calibri" panose="020F0502020204030204" pitchFamily="34" charset="0"/>
              </a:defRPr>
            </a:lvl7pPr>
            <a:lvl8pPr marL="3429000" indent="-228600" fontAlgn="base">
              <a:spcBef>
                <a:spcPct val="0"/>
              </a:spcBef>
              <a:spcAft>
                <a:spcPct val="0"/>
              </a:spcAft>
              <a:tabLst>
                <a:tab pos="357188" algn="l"/>
              </a:tabLst>
              <a:defRPr>
                <a:solidFill>
                  <a:schemeClr val="tx1"/>
                </a:solidFill>
                <a:latin typeface="Calibri" panose="020F0502020204030204" pitchFamily="34" charset="0"/>
              </a:defRPr>
            </a:lvl8pPr>
            <a:lvl9pPr marL="3886200" indent="-228600" fontAlgn="base">
              <a:spcBef>
                <a:spcPct val="0"/>
              </a:spcBef>
              <a:spcAft>
                <a:spcPct val="0"/>
              </a:spcAft>
              <a:tabLst>
                <a:tab pos="357188" algn="l"/>
              </a:tabLst>
              <a:defRPr>
                <a:solidFill>
                  <a:schemeClr val="tx1"/>
                </a:solidFill>
                <a:latin typeface="Calibri" panose="020F0502020204030204" pitchFamily="34" charset="0"/>
              </a:defRPr>
            </a:lvl9pPr>
          </a:lstStyle>
          <a:p>
            <a:pPr>
              <a:lnSpc>
                <a:spcPct val="103000"/>
              </a:lnSpc>
              <a:buFont typeface="Calibri" panose="020F0502020204030204" pitchFamily="34" charset="0"/>
              <a:buAutoNum type="arabicPeriod"/>
            </a:pPr>
            <a:r>
              <a:rPr lang="en-US" altLang="en-US" sz="1867" b="1">
                <a:cs typeface="Calibri" panose="020F0502020204030204" pitchFamily="34" charset="0"/>
              </a:rPr>
              <a:t>Total</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number</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of</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edges</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from</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root</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node</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to</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a</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particular</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node</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is</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called</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as</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depth</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of</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that</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node.</a:t>
            </a:r>
            <a:endParaRPr lang="en-US" altLang="en-US" sz="1867">
              <a:cs typeface="Calibri" panose="020F0502020204030204" pitchFamily="34" charset="0"/>
            </a:endParaRPr>
          </a:p>
          <a:p>
            <a:pPr>
              <a:lnSpc>
                <a:spcPts val="2217"/>
              </a:lnSpc>
              <a:spcBef>
                <a:spcPts val="84"/>
              </a:spcBef>
              <a:buFont typeface="Calibri" panose="020F0502020204030204" pitchFamily="34" charset="0"/>
              <a:buAutoNum type="arabicPeriod"/>
            </a:pPr>
            <a:r>
              <a:rPr lang="en-US" altLang="en-US" sz="1867" b="1">
                <a:cs typeface="Calibri" panose="020F0502020204030204" pitchFamily="34" charset="0"/>
              </a:rPr>
              <a:t>Depth</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of</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a</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tree</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is</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the</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total</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number</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of</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edges</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from</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root</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node</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to</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a</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leaf</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node</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in</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the</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longest</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path.</a:t>
            </a:r>
            <a:endParaRPr lang="en-US" altLang="en-US" sz="1867">
              <a:cs typeface="Calibri" panose="020F0502020204030204" pitchFamily="34" charset="0"/>
            </a:endParaRPr>
          </a:p>
          <a:p>
            <a:pPr>
              <a:lnSpc>
                <a:spcPts val="2217"/>
              </a:lnSpc>
              <a:buFont typeface="Calibri" panose="020F0502020204030204" pitchFamily="34" charset="0"/>
              <a:buAutoNum type="arabicPeriod"/>
            </a:pPr>
            <a:r>
              <a:rPr lang="en-US" altLang="en-US" sz="1867" b="1">
                <a:cs typeface="Calibri" panose="020F0502020204030204" pitchFamily="34" charset="0"/>
              </a:rPr>
              <a:t>Depth</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of</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the</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root</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node</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0</a:t>
            </a:r>
            <a:endParaRPr lang="en-US" altLang="en-US" sz="1867">
              <a:cs typeface="Calibri" panose="020F0502020204030204" pitchFamily="34" charset="0"/>
            </a:endParaRPr>
          </a:p>
          <a:p>
            <a:pPr>
              <a:lnSpc>
                <a:spcPts val="2233"/>
              </a:lnSpc>
              <a:spcBef>
                <a:spcPts val="84"/>
              </a:spcBef>
              <a:buFont typeface="Calibri" panose="020F0502020204030204" pitchFamily="34" charset="0"/>
              <a:buAutoNum type="arabicPeriod"/>
            </a:pPr>
            <a:r>
              <a:rPr lang="en-US" altLang="en-US" sz="1867" b="1">
                <a:cs typeface="Calibri" panose="020F0502020204030204" pitchFamily="34" charset="0"/>
              </a:rPr>
              <a:t>The</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terms</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“level” and</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“depth” are</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used</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interchangeably.</a:t>
            </a:r>
            <a:endParaRPr lang="en-US" altLang="en-US" sz="1867">
              <a:cs typeface="Calibri" panose="020F0502020204030204" pitchFamily="34" charset="0"/>
            </a:endParaRPr>
          </a:p>
        </p:txBody>
      </p:sp>
      <p:sp>
        <p:nvSpPr>
          <p:cNvPr id="18444" name="object 12">
            <a:extLst>
              <a:ext uri="{FF2B5EF4-FFF2-40B4-BE49-F238E27FC236}">
                <a16:creationId xmlns:a16="http://schemas.microsoft.com/office/drawing/2014/main" id="{FFFD72B5-20AA-675D-A9DB-A2B740D58BEF}"/>
              </a:ext>
            </a:extLst>
          </p:cNvPr>
          <p:cNvSpPr>
            <a:spLocks noChangeArrowheads="1"/>
          </p:cNvSpPr>
          <p:nvPr/>
        </p:nvSpPr>
        <p:spPr bwMode="auto">
          <a:xfrm>
            <a:off x="948267" y="3445933"/>
            <a:ext cx="4362451" cy="3327400"/>
          </a:xfrm>
          <a:prstGeom prst="rect">
            <a:avLst/>
          </a:pr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sz="2400"/>
          </a:p>
        </p:txBody>
      </p:sp>
      <p:sp>
        <p:nvSpPr>
          <p:cNvPr id="13" name="object 13">
            <a:extLst>
              <a:ext uri="{FF2B5EF4-FFF2-40B4-BE49-F238E27FC236}">
                <a16:creationId xmlns:a16="http://schemas.microsoft.com/office/drawing/2014/main" id="{FF437637-8988-EE59-4CA9-AB44401B2DC7}"/>
              </a:ext>
            </a:extLst>
          </p:cNvPr>
          <p:cNvSpPr txBox="1"/>
          <p:nvPr/>
        </p:nvSpPr>
        <p:spPr>
          <a:xfrm>
            <a:off x="8229600" y="1193800"/>
            <a:ext cx="3352800" cy="4061818"/>
          </a:xfrm>
          <a:prstGeom prst="rect">
            <a:avLst/>
          </a:prstGeom>
          <a:ln w="9535">
            <a:solidFill>
              <a:srgbClr val="000000"/>
            </a:solidFill>
          </a:ln>
        </p:spPr>
        <p:txBody>
          <a:bodyPr lIns="0" tIns="0" rIns="0" bIns="0">
            <a:spAutoFit/>
          </a:bodyPr>
          <a:lstStyle/>
          <a:p>
            <a:pPr marL="582492" indent="-459729">
              <a:buFont typeface="Calibri"/>
              <a:buAutoNum type="arabicPeriod"/>
              <a:tabLst>
                <a:tab pos="583339" algn="l"/>
              </a:tabLst>
              <a:defRPr/>
            </a:pPr>
            <a:r>
              <a:rPr sz="2400" b="1" dirty="0">
                <a:latin typeface="Calibri"/>
                <a:cs typeface="Calibri"/>
              </a:rPr>
              <a:t>De</a:t>
            </a:r>
            <a:r>
              <a:rPr sz="2400" b="1" spc="-13" dirty="0">
                <a:latin typeface="Calibri"/>
                <a:cs typeface="Calibri"/>
              </a:rPr>
              <a:t>p</a:t>
            </a:r>
            <a:r>
              <a:rPr sz="2400" b="1" spc="-33" dirty="0">
                <a:latin typeface="Calibri"/>
                <a:cs typeface="Calibri"/>
              </a:rPr>
              <a:t>t</a:t>
            </a:r>
            <a:r>
              <a:rPr sz="2400" b="1" spc="-13" dirty="0">
                <a:latin typeface="Calibri"/>
                <a:cs typeface="Calibri"/>
              </a:rPr>
              <a:t>h</a:t>
            </a:r>
            <a:r>
              <a:rPr sz="2400" b="1" spc="20" dirty="0">
                <a:latin typeface="Times New Roman"/>
                <a:cs typeface="Times New Roman"/>
              </a:rPr>
              <a:t> </a:t>
            </a:r>
            <a:r>
              <a:rPr sz="2400" b="1" dirty="0">
                <a:latin typeface="Calibri"/>
                <a:cs typeface="Calibri"/>
              </a:rPr>
              <a:t>of</a:t>
            </a:r>
            <a:r>
              <a:rPr sz="2400" b="1" spc="-80" dirty="0">
                <a:latin typeface="Times New Roman"/>
                <a:cs typeface="Times New Roman"/>
              </a:rPr>
              <a:t> </a:t>
            </a:r>
            <a:r>
              <a:rPr sz="2400" b="1" spc="-13" dirty="0">
                <a:latin typeface="Calibri"/>
                <a:cs typeface="Calibri"/>
              </a:rPr>
              <a:t>n</a:t>
            </a:r>
            <a:r>
              <a:rPr sz="2400" b="1" spc="-27" dirty="0">
                <a:latin typeface="Calibri"/>
                <a:cs typeface="Calibri"/>
              </a:rPr>
              <a:t>o</a:t>
            </a:r>
            <a:r>
              <a:rPr sz="2400" b="1" spc="-13" dirty="0">
                <a:latin typeface="Calibri"/>
                <a:cs typeface="Calibri"/>
              </a:rPr>
              <a:t>d</a:t>
            </a:r>
            <a:r>
              <a:rPr sz="2400" b="1" dirty="0">
                <a:latin typeface="Calibri"/>
                <a:cs typeface="Calibri"/>
              </a:rPr>
              <a:t>e</a:t>
            </a:r>
            <a:r>
              <a:rPr sz="2400" b="1" spc="-107" dirty="0">
                <a:latin typeface="Times New Roman"/>
                <a:cs typeface="Times New Roman"/>
              </a:rPr>
              <a:t> </a:t>
            </a:r>
            <a:r>
              <a:rPr sz="2400" b="1" spc="-20" dirty="0">
                <a:latin typeface="Calibri"/>
                <a:cs typeface="Calibri"/>
              </a:rPr>
              <a:t>A</a:t>
            </a:r>
            <a:r>
              <a:rPr sz="2400" b="1" spc="-73" dirty="0">
                <a:latin typeface="Times New Roman"/>
                <a:cs typeface="Times New Roman"/>
              </a:rPr>
              <a:t> </a:t>
            </a:r>
            <a:r>
              <a:rPr sz="2400" b="1" dirty="0">
                <a:latin typeface="Calibri"/>
                <a:cs typeface="Calibri"/>
              </a:rPr>
              <a:t>=</a:t>
            </a:r>
            <a:endParaRPr sz="2400">
              <a:latin typeface="Calibri"/>
              <a:cs typeface="Calibri"/>
            </a:endParaRPr>
          </a:p>
          <a:p>
            <a:pPr marL="582492" indent="-459729">
              <a:spcBef>
                <a:spcPts val="13"/>
              </a:spcBef>
              <a:buFont typeface="Calibri"/>
              <a:buAutoNum type="arabicPeriod"/>
              <a:tabLst>
                <a:tab pos="583339" algn="l"/>
              </a:tabLst>
              <a:defRPr/>
            </a:pPr>
            <a:r>
              <a:rPr sz="2400" b="1" dirty="0">
                <a:latin typeface="Calibri"/>
                <a:cs typeface="Calibri"/>
              </a:rPr>
              <a:t>De</a:t>
            </a:r>
            <a:r>
              <a:rPr sz="2400" b="1" spc="-13" dirty="0">
                <a:latin typeface="Calibri"/>
                <a:cs typeface="Calibri"/>
              </a:rPr>
              <a:t>p</a:t>
            </a:r>
            <a:r>
              <a:rPr sz="2400" b="1" spc="-33" dirty="0">
                <a:latin typeface="Calibri"/>
                <a:cs typeface="Calibri"/>
              </a:rPr>
              <a:t>t</a:t>
            </a:r>
            <a:r>
              <a:rPr sz="2400" b="1" spc="-13" dirty="0">
                <a:latin typeface="Calibri"/>
                <a:cs typeface="Calibri"/>
              </a:rPr>
              <a:t>h</a:t>
            </a:r>
            <a:r>
              <a:rPr sz="2400" b="1" spc="7" dirty="0">
                <a:latin typeface="Times New Roman"/>
                <a:cs typeface="Times New Roman"/>
              </a:rPr>
              <a:t> </a:t>
            </a:r>
            <a:r>
              <a:rPr sz="2400" b="1" dirty="0">
                <a:latin typeface="Calibri"/>
                <a:cs typeface="Calibri"/>
              </a:rPr>
              <a:t>of</a:t>
            </a:r>
            <a:r>
              <a:rPr sz="2400" b="1" spc="-80" dirty="0">
                <a:latin typeface="Times New Roman"/>
                <a:cs typeface="Times New Roman"/>
              </a:rPr>
              <a:t> </a:t>
            </a:r>
            <a:r>
              <a:rPr sz="2400" b="1" spc="-13" dirty="0">
                <a:latin typeface="Calibri"/>
                <a:cs typeface="Calibri"/>
              </a:rPr>
              <a:t>node</a:t>
            </a:r>
            <a:r>
              <a:rPr sz="2400" b="1" spc="-120" dirty="0">
                <a:latin typeface="Times New Roman"/>
                <a:cs typeface="Times New Roman"/>
              </a:rPr>
              <a:t> </a:t>
            </a:r>
            <a:r>
              <a:rPr sz="2400" b="1" spc="-13" dirty="0">
                <a:latin typeface="Calibri"/>
                <a:cs typeface="Calibri"/>
              </a:rPr>
              <a:t>B</a:t>
            </a:r>
            <a:r>
              <a:rPr sz="2400" b="1" spc="-73" dirty="0">
                <a:latin typeface="Times New Roman"/>
                <a:cs typeface="Times New Roman"/>
              </a:rPr>
              <a:t> </a:t>
            </a:r>
            <a:r>
              <a:rPr sz="2400" b="1" dirty="0">
                <a:latin typeface="Calibri"/>
                <a:cs typeface="Calibri"/>
              </a:rPr>
              <a:t>=</a:t>
            </a:r>
            <a:endParaRPr sz="2400">
              <a:latin typeface="Calibri"/>
              <a:cs typeface="Calibri"/>
            </a:endParaRPr>
          </a:p>
          <a:p>
            <a:pPr marL="582492" indent="-459729">
              <a:spcBef>
                <a:spcPts val="33"/>
              </a:spcBef>
              <a:buFont typeface="Calibri"/>
              <a:buAutoNum type="arabicPeriod"/>
              <a:tabLst>
                <a:tab pos="583339" algn="l"/>
              </a:tabLst>
              <a:defRPr/>
            </a:pPr>
            <a:r>
              <a:rPr sz="2400" b="1" dirty="0">
                <a:latin typeface="Calibri"/>
                <a:cs typeface="Calibri"/>
              </a:rPr>
              <a:t>De</a:t>
            </a:r>
            <a:r>
              <a:rPr sz="2400" b="1" spc="-13" dirty="0">
                <a:latin typeface="Calibri"/>
                <a:cs typeface="Calibri"/>
              </a:rPr>
              <a:t>p</a:t>
            </a:r>
            <a:r>
              <a:rPr sz="2400" b="1" spc="-33" dirty="0">
                <a:latin typeface="Calibri"/>
                <a:cs typeface="Calibri"/>
              </a:rPr>
              <a:t>t</a:t>
            </a:r>
            <a:r>
              <a:rPr sz="2400" b="1" spc="-13" dirty="0">
                <a:latin typeface="Calibri"/>
                <a:cs typeface="Calibri"/>
              </a:rPr>
              <a:t>h</a:t>
            </a:r>
            <a:r>
              <a:rPr sz="2400" b="1" spc="7" dirty="0">
                <a:latin typeface="Times New Roman"/>
                <a:cs typeface="Times New Roman"/>
              </a:rPr>
              <a:t> </a:t>
            </a:r>
            <a:r>
              <a:rPr sz="2400" b="1" dirty="0">
                <a:latin typeface="Calibri"/>
                <a:cs typeface="Calibri"/>
              </a:rPr>
              <a:t>of</a:t>
            </a:r>
            <a:r>
              <a:rPr sz="2400" b="1" spc="-80" dirty="0">
                <a:latin typeface="Times New Roman"/>
                <a:cs typeface="Times New Roman"/>
              </a:rPr>
              <a:t> </a:t>
            </a:r>
            <a:r>
              <a:rPr sz="2400" b="1" spc="-13" dirty="0">
                <a:latin typeface="Calibri"/>
                <a:cs typeface="Calibri"/>
              </a:rPr>
              <a:t>node</a:t>
            </a:r>
            <a:r>
              <a:rPr sz="2400" b="1" spc="-120" dirty="0">
                <a:latin typeface="Times New Roman"/>
                <a:cs typeface="Times New Roman"/>
              </a:rPr>
              <a:t> </a:t>
            </a:r>
            <a:r>
              <a:rPr sz="2400" b="1" dirty="0">
                <a:latin typeface="Calibri"/>
                <a:cs typeface="Calibri"/>
              </a:rPr>
              <a:t>C</a:t>
            </a:r>
            <a:r>
              <a:rPr sz="2400" b="1" spc="-80" dirty="0">
                <a:latin typeface="Times New Roman"/>
                <a:cs typeface="Times New Roman"/>
              </a:rPr>
              <a:t> </a:t>
            </a:r>
            <a:r>
              <a:rPr sz="2400" b="1" dirty="0">
                <a:latin typeface="Calibri"/>
                <a:cs typeface="Calibri"/>
              </a:rPr>
              <a:t>=</a:t>
            </a:r>
            <a:endParaRPr sz="2400">
              <a:latin typeface="Calibri"/>
              <a:cs typeface="Calibri"/>
            </a:endParaRPr>
          </a:p>
          <a:p>
            <a:pPr marL="582492" indent="-459729">
              <a:lnSpc>
                <a:spcPts val="2873"/>
              </a:lnSpc>
              <a:spcBef>
                <a:spcPts val="33"/>
              </a:spcBef>
              <a:buFont typeface="Calibri"/>
              <a:buAutoNum type="arabicPeriod"/>
              <a:tabLst>
                <a:tab pos="583339" algn="l"/>
              </a:tabLst>
              <a:defRPr/>
            </a:pPr>
            <a:r>
              <a:rPr sz="2400" b="1" dirty="0">
                <a:latin typeface="Calibri"/>
                <a:cs typeface="Calibri"/>
              </a:rPr>
              <a:t>De</a:t>
            </a:r>
            <a:r>
              <a:rPr sz="2400" b="1" spc="-13" dirty="0">
                <a:latin typeface="Calibri"/>
                <a:cs typeface="Calibri"/>
              </a:rPr>
              <a:t>p</a:t>
            </a:r>
            <a:r>
              <a:rPr sz="2400" b="1" spc="-33" dirty="0">
                <a:latin typeface="Calibri"/>
                <a:cs typeface="Calibri"/>
              </a:rPr>
              <a:t>t</a:t>
            </a:r>
            <a:r>
              <a:rPr sz="2400" b="1" spc="-13" dirty="0">
                <a:latin typeface="Calibri"/>
                <a:cs typeface="Calibri"/>
              </a:rPr>
              <a:t>h</a:t>
            </a:r>
            <a:r>
              <a:rPr sz="2400" b="1" spc="7" dirty="0">
                <a:latin typeface="Times New Roman"/>
                <a:cs typeface="Times New Roman"/>
              </a:rPr>
              <a:t> </a:t>
            </a:r>
            <a:r>
              <a:rPr sz="2400" b="1" dirty="0">
                <a:latin typeface="Calibri"/>
                <a:cs typeface="Calibri"/>
              </a:rPr>
              <a:t>of</a:t>
            </a:r>
            <a:r>
              <a:rPr sz="2400" b="1" spc="-80" dirty="0">
                <a:latin typeface="Times New Roman"/>
                <a:cs typeface="Times New Roman"/>
              </a:rPr>
              <a:t> </a:t>
            </a:r>
            <a:r>
              <a:rPr sz="2400" b="1" spc="-13" dirty="0">
                <a:latin typeface="Calibri"/>
                <a:cs typeface="Calibri"/>
              </a:rPr>
              <a:t>node</a:t>
            </a:r>
            <a:r>
              <a:rPr sz="2400" b="1" spc="-133" dirty="0">
                <a:latin typeface="Times New Roman"/>
                <a:cs typeface="Times New Roman"/>
              </a:rPr>
              <a:t> </a:t>
            </a:r>
            <a:r>
              <a:rPr sz="2400" b="1" dirty="0">
                <a:latin typeface="Calibri"/>
                <a:cs typeface="Calibri"/>
              </a:rPr>
              <a:t>D</a:t>
            </a:r>
            <a:r>
              <a:rPr sz="2400" b="1" spc="-113" dirty="0">
                <a:latin typeface="Times New Roman"/>
                <a:cs typeface="Times New Roman"/>
              </a:rPr>
              <a:t> </a:t>
            </a:r>
            <a:r>
              <a:rPr sz="2400" b="1" dirty="0">
                <a:latin typeface="Calibri"/>
                <a:cs typeface="Calibri"/>
              </a:rPr>
              <a:t>=</a:t>
            </a:r>
            <a:endParaRPr sz="2400">
              <a:latin typeface="Calibri"/>
              <a:cs typeface="Calibri"/>
            </a:endParaRPr>
          </a:p>
          <a:p>
            <a:pPr marL="582492" indent="-459729">
              <a:lnSpc>
                <a:spcPts val="2867"/>
              </a:lnSpc>
              <a:buFont typeface="Calibri"/>
              <a:buAutoNum type="arabicPeriod"/>
              <a:tabLst>
                <a:tab pos="583339" algn="l"/>
              </a:tabLst>
              <a:defRPr/>
            </a:pPr>
            <a:r>
              <a:rPr sz="2400" b="1" dirty="0">
                <a:latin typeface="Calibri"/>
                <a:cs typeface="Calibri"/>
              </a:rPr>
              <a:t>De</a:t>
            </a:r>
            <a:r>
              <a:rPr sz="2400" b="1" spc="-13" dirty="0">
                <a:latin typeface="Calibri"/>
                <a:cs typeface="Calibri"/>
              </a:rPr>
              <a:t>p</a:t>
            </a:r>
            <a:r>
              <a:rPr sz="2400" b="1" spc="-33" dirty="0">
                <a:latin typeface="Calibri"/>
                <a:cs typeface="Calibri"/>
              </a:rPr>
              <a:t>t</a:t>
            </a:r>
            <a:r>
              <a:rPr sz="2400" b="1" spc="-13" dirty="0">
                <a:latin typeface="Calibri"/>
                <a:cs typeface="Calibri"/>
              </a:rPr>
              <a:t>h</a:t>
            </a:r>
            <a:r>
              <a:rPr sz="2400" b="1" spc="7" dirty="0">
                <a:latin typeface="Times New Roman"/>
                <a:cs typeface="Times New Roman"/>
              </a:rPr>
              <a:t> </a:t>
            </a:r>
            <a:r>
              <a:rPr sz="2400" b="1" dirty="0">
                <a:latin typeface="Calibri"/>
                <a:cs typeface="Calibri"/>
              </a:rPr>
              <a:t>of</a:t>
            </a:r>
            <a:r>
              <a:rPr sz="2400" b="1" spc="-80" dirty="0">
                <a:latin typeface="Times New Roman"/>
                <a:cs typeface="Times New Roman"/>
              </a:rPr>
              <a:t> </a:t>
            </a:r>
            <a:r>
              <a:rPr sz="2400" b="1" spc="-13" dirty="0">
                <a:latin typeface="Calibri"/>
                <a:cs typeface="Calibri"/>
              </a:rPr>
              <a:t>node</a:t>
            </a:r>
            <a:r>
              <a:rPr sz="2400" b="1" spc="-120" dirty="0">
                <a:latin typeface="Times New Roman"/>
                <a:cs typeface="Times New Roman"/>
              </a:rPr>
              <a:t> </a:t>
            </a:r>
            <a:r>
              <a:rPr sz="2400" b="1" spc="-13" dirty="0">
                <a:latin typeface="Calibri"/>
                <a:cs typeface="Calibri"/>
              </a:rPr>
              <a:t>E</a:t>
            </a:r>
            <a:r>
              <a:rPr sz="2400" b="1" spc="-93" dirty="0">
                <a:latin typeface="Times New Roman"/>
                <a:cs typeface="Times New Roman"/>
              </a:rPr>
              <a:t> </a:t>
            </a:r>
            <a:r>
              <a:rPr sz="2400" b="1" dirty="0">
                <a:latin typeface="Calibri"/>
                <a:cs typeface="Calibri"/>
              </a:rPr>
              <a:t>=</a:t>
            </a:r>
            <a:endParaRPr sz="2400">
              <a:latin typeface="Calibri"/>
              <a:cs typeface="Calibri"/>
            </a:endParaRPr>
          </a:p>
          <a:p>
            <a:pPr marL="582492" indent="-459729">
              <a:lnSpc>
                <a:spcPts val="2873"/>
              </a:lnSpc>
              <a:buFont typeface="Calibri"/>
              <a:buAutoNum type="arabicPeriod"/>
              <a:tabLst>
                <a:tab pos="583339" algn="l"/>
              </a:tabLst>
              <a:defRPr/>
            </a:pPr>
            <a:r>
              <a:rPr sz="2400" b="1" dirty="0">
                <a:latin typeface="Calibri"/>
                <a:cs typeface="Calibri"/>
              </a:rPr>
              <a:t>De</a:t>
            </a:r>
            <a:r>
              <a:rPr sz="2400" b="1" spc="-13" dirty="0">
                <a:latin typeface="Calibri"/>
                <a:cs typeface="Calibri"/>
              </a:rPr>
              <a:t>p</a:t>
            </a:r>
            <a:r>
              <a:rPr sz="2400" b="1" spc="-33" dirty="0">
                <a:latin typeface="Calibri"/>
                <a:cs typeface="Calibri"/>
              </a:rPr>
              <a:t>t</a:t>
            </a:r>
            <a:r>
              <a:rPr sz="2400" b="1" spc="-13" dirty="0">
                <a:latin typeface="Calibri"/>
                <a:cs typeface="Calibri"/>
              </a:rPr>
              <a:t>h</a:t>
            </a:r>
            <a:r>
              <a:rPr sz="2400" b="1" spc="20" dirty="0">
                <a:latin typeface="Times New Roman"/>
                <a:cs typeface="Times New Roman"/>
              </a:rPr>
              <a:t> </a:t>
            </a:r>
            <a:r>
              <a:rPr sz="2400" b="1" dirty="0">
                <a:latin typeface="Calibri"/>
                <a:cs typeface="Calibri"/>
              </a:rPr>
              <a:t>of</a:t>
            </a:r>
            <a:r>
              <a:rPr sz="2400" b="1" spc="-80" dirty="0">
                <a:latin typeface="Times New Roman"/>
                <a:cs typeface="Times New Roman"/>
              </a:rPr>
              <a:t> </a:t>
            </a:r>
            <a:r>
              <a:rPr sz="2400" b="1" spc="-13" dirty="0">
                <a:latin typeface="Calibri"/>
                <a:cs typeface="Calibri"/>
              </a:rPr>
              <a:t>n</a:t>
            </a:r>
            <a:r>
              <a:rPr sz="2400" b="1" spc="-27" dirty="0">
                <a:latin typeface="Calibri"/>
                <a:cs typeface="Calibri"/>
              </a:rPr>
              <a:t>o</a:t>
            </a:r>
            <a:r>
              <a:rPr sz="2400" b="1" spc="-13" dirty="0">
                <a:latin typeface="Calibri"/>
                <a:cs typeface="Calibri"/>
              </a:rPr>
              <a:t>d</a:t>
            </a:r>
            <a:r>
              <a:rPr sz="2400" b="1" dirty="0">
                <a:latin typeface="Calibri"/>
                <a:cs typeface="Calibri"/>
              </a:rPr>
              <a:t>e</a:t>
            </a:r>
            <a:r>
              <a:rPr sz="2400" b="1" spc="-107" dirty="0">
                <a:latin typeface="Times New Roman"/>
                <a:cs typeface="Times New Roman"/>
              </a:rPr>
              <a:t> </a:t>
            </a:r>
            <a:r>
              <a:rPr sz="2400" b="1" spc="-13" dirty="0">
                <a:latin typeface="Calibri"/>
                <a:cs typeface="Calibri"/>
              </a:rPr>
              <a:t>F</a:t>
            </a:r>
            <a:r>
              <a:rPr sz="2400" b="1" spc="-120" dirty="0">
                <a:latin typeface="Times New Roman"/>
                <a:cs typeface="Times New Roman"/>
              </a:rPr>
              <a:t> </a:t>
            </a:r>
            <a:r>
              <a:rPr sz="2400" b="1" dirty="0">
                <a:latin typeface="Calibri"/>
                <a:cs typeface="Calibri"/>
              </a:rPr>
              <a:t>=</a:t>
            </a:r>
            <a:endParaRPr sz="2400">
              <a:latin typeface="Calibri"/>
              <a:cs typeface="Calibri"/>
            </a:endParaRPr>
          </a:p>
          <a:p>
            <a:pPr marL="582492" indent="-459729">
              <a:buFont typeface="Calibri"/>
              <a:buAutoNum type="arabicPeriod"/>
              <a:tabLst>
                <a:tab pos="583339" algn="l"/>
              </a:tabLst>
              <a:defRPr/>
            </a:pPr>
            <a:r>
              <a:rPr sz="2400" b="1" dirty="0">
                <a:latin typeface="Calibri"/>
                <a:cs typeface="Calibri"/>
              </a:rPr>
              <a:t>De</a:t>
            </a:r>
            <a:r>
              <a:rPr sz="2400" b="1" spc="-13" dirty="0">
                <a:latin typeface="Calibri"/>
                <a:cs typeface="Calibri"/>
              </a:rPr>
              <a:t>p</a:t>
            </a:r>
            <a:r>
              <a:rPr sz="2400" b="1" spc="-33" dirty="0">
                <a:latin typeface="Calibri"/>
                <a:cs typeface="Calibri"/>
              </a:rPr>
              <a:t>t</a:t>
            </a:r>
            <a:r>
              <a:rPr sz="2400" b="1" spc="-13" dirty="0">
                <a:latin typeface="Calibri"/>
                <a:cs typeface="Calibri"/>
              </a:rPr>
              <a:t>h</a:t>
            </a:r>
            <a:r>
              <a:rPr sz="2400" b="1" spc="7" dirty="0">
                <a:latin typeface="Times New Roman"/>
                <a:cs typeface="Times New Roman"/>
              </a:rPr>
              <a:t> </a:t>
            </a:r>
            <a:r>
              <a:rPr sz="2400" b="1" dirty="0">
                <a:latin typeface="Calibri"/>
                <a:cs typeface="Calibri"/>
              </a:rPr>
              <a:t>of</a:t>
            </a:r>
            <a:r>
              <a:rPr sz="2400" b="1" spc="-80" dirty="0">
                <a:latin typeface="Times New Roman"/>
                <a:cs typeface="Times New Roman"/>
              </a:rPr>
              <a:t> </a:t>
            </a:r>
            <a:r>
              <a:rPr sz="2400" b="1" spc="-13" dirty="0">
                <a:latin typeface="Calibri"/>
                <a:cs typeface="Calibri"/>
              </a:rPr>
              <a:t>node</a:t>
            </a:r>
            <a:r>
              <a:rPr sz="2400" b="1" spc="-133" dirty="0">
                <a:latin typeface="Times New Roman"/>
                <a:cs typeface="Times New Roman"/>
              </a:rPr>
              <a:t> </a:t>
            </a:r>
            <a:r>
              <a:rPr sz="2400" b="1" dirty="0">
                <a:latin typeface="Calibri"/>
                <a:cs typeface="Calibri"/>
              </a:rPr>
              <a:t>G</a:t>
            </a:r>
            <a:r>
              <a:rPr sz="2400" b="1" spc="-133" dirty="0">
                <a:latin typeface="Times New Roman"/>
                <a:cs typeface="Times New Roman"/>
              </a:rPr>
              <a:t> </a:t>
            </a:r>
            <a:r>
              <a:rPr sz="2400" b="1" dirty="0">
                <a:latin typeface="Calibri"/>
                <a:cs typeface="Calibri"/>
              </a:rPr>
              <a:t>=</a:t>
            </a:r>
            <a:endParaRPr sz="2400">
              <a:latin typeface="Calibri"/>
              <a:cs typeface="Calibri"/>
            </a:endParaRPr>
          </a:p>
          <a:p>
            <a:pPr marL="582492" indent="-459729">
              <a:spcBef>
                <a:spcPts val="33"/>
              </a:spcBef>
              <a:buFont typeface="Calibri"/>
              <a:buAutoNum type="arabicPeriod"/>
              <a:tabLst>
                <a:tab pos="583339" algn="l"/>
              </a:tabLst>
              <a:defRPr/>
            </a:pPr>
            <a:r>
              <a:rPr sz="2400" b="1" dirty="0">
                <a:latin typeface="Calibri"/>
                <a:cs typeface="Calibri"/>
              </a:rPr>
              <a:t>De</a:t>
            </a:r>
            <a:r>
              <a:rPr sz="2400" b="1" spc="-13" dirty="0">
                <a:latin typeface="Calibri"/>
                <a:cs typeface="Calibri"/>
              </a:rPr>
              <a:t>p</a:t>
            </a:r>
            <a:r>
              <a:rPr sz="2400" b="1" spc="-33" dirty="0">
                <a:latin typeface="Calibri"/>
                <a:cs typeface="Calibri"/>
              </a:rPr>
              <a:t>t</a:t>
            </a:r>
            <a:r>
              <a:rPr sz="2400" b="1" spc="-13" dirty="0">
                <a:latin typeface="Calibri"/>
                <a:cs typeface="Calibri"/>
              </a:rPr>
              <a:t>h</a:t>
            </a:r>
            <a:r>
              <a:rPr sz="2400" b="1" spc="20" dirty="0">
                <a:latin typeface="Times New Roman"/>
                <a:cs typeface="Times New Roman"/>
              </a:rPr>
              <a:t> </a:t>
            </a:r>
            <a:r>
              <a:rPr sz="2400" b="1" dirty="0">
                <a:latin typeface="Calibri"/>
                <a:cs typeface="Calibri"/>
              </a:rPr>
              <a:t>of</a:t>
            </a:r>
            <a:r>
              <a:rPr sz="2400" b="1" spc="-80" dirty="0">
                <a:latin typeface="Times New Roman"/>
                <a:cs typeface="Times New Roman"/>
              </a:rPr>
              <a:t> </a:t>
            </a:r>
            <a:r>
              <a:rPr sz="2400" b="1" spc="-13" dirty="0">
                <a:latin typeface="Calibri"/>
                <a:cs typeface="Calibri"/>
              </a:rPr>
              <a:t>n</a:t>
            </a:r>
            <a:r>
              <a:rPr sz="2400" b="1" spc="-27" dirty="0">
                <a:latin typeface="Calibri"/>
                <a:cs typeface="Calibri"/>
              </a:rPr>
              <a:t>o</a:t>
            </a:r>
            <a:r>
              <a:rPr sz="2400" b="1" spc="-13" dirty="0">
                <a:latin typeface="Calibri"/>
                <a:cs typeface="Calibri"/>
              </a:rPr>
              <a:t>d</a:t>
            </a:r>
            <a:r>
              <a:rPr sz="2400" b="1" dirty="0">
                <a:latin typeface="Calibri"/>
                <a:cs typeface="Calibri"/>
              </a:rPr>
              <a:t>e</a:t>
            </a:r>
            <a:r>
              <a:rPr sz="2400" b="1" spc="-107" dirty="0">
                <a:latin typeface="Times New Roman"/>
                <a:cs typeface="Times New Roman"/>
              </a:rPr>
              <a:t> </a:t>
            </a:r>
            <a:r>
              <a:rPr sz="2400" b="1" spc="-20" dirty="0">
                <a:latin typeface="Calibri"/>
                <a:cs typeface="Calibri"/>
              </a:rPr>
              <a:t>H</a:t>
            </a:r>
            <a:r>
              <a:rPr sz="2400" b="1" spc="-120" dirty="0">
                <a:latin typeface="Times New Roman"/>
                <a:cs typeface="Times New Roman"/>
              </a:rPr>
              <a:t> </a:t>
            </a:r>
            <a:r>
              <a:rPr sz="2400" b="1" dirty="0">
                <a:latin typeface="Calibri"/>
                <a:cs typeface="Calibri"/>
              </a:rPr>
              <a:t>=</a:t>
            </a:r>
            <a:endParaRPr sz="2400">
              <a:latin typeface="Calibri"/>
              <a:cs typeface="Calibri"/>
            </a:endParaRPr>
          </a:p>
          <a:p>
            <a:pPr marL="582492" indent="-459729">
              <a:spcBef>
                <a:spcPts val="13"/>
              </a:spcBef>
              <a:buFont typeface="Calibri"/>
              <a:buAutoNum type="arabicPeriod"/>
              <a:tabLst>
                <a:tab pos="583339" algn="l"/>
              </a:tabLst>
              <a:defRPr/>
            </a:pPr>
            <a:r>
              <a:rPr sz="2400" b="1" dirty="0">
                <a:latin typeface="Calibri"/>
                <a:cs typeface="Calibri"/>
              </a:rPr>
              <a:t>De</a:t>
            </a:r>
            <a:r>
              <a:rPr sz="2400" b="1" spc="-13" dirty="0">
                <a:latin typeface="Calibri"/>
                <a:cs typeface="Calibri"/>
              </a:rPr>
              <a:t>p</a:t>
            </a:r>
            <a:r>
              <a:rPr sz="2400" b="1" spc="-33" dirty="0">
                <a:latin typeface="Calibri"/>
                <a:cs typeface="Calibri"/>
              </a:rPr>
              <a:t>t</a:t>
            </a:r>
            <a:r>
              <a:rPr sz="2400" b="1" spc="-13" dirty="0">
                <a:latin typeface="Calibri"/>
                <a:cs typeface="Calibri"/>
              </a:rPr>
              <a:t>h</a:t>
            </a:r>
            <a:r>
              <a:rPr sz="2400" b="1" spc="7" dirty="0">
                <a:latin typeface="Times New Roman"/>
                <a:cs typeface="Times New Roman"/>
              </a:rPr>
              <a:t> </a:t>
            </a:r>
            <a:r>
              <a:rPr sz="2400" b="1" dirty="0">
                <a:latin typeface="Calibri"/>
                <a:cs typeface="Calibri"/>
              </a:rPr>
              <a:t>of</a:t>
            </a:r>
            <a:r>
              <a:rPr sz="2400" b="1" spc="-80" dirty="0">
                <a:latin typeface="Times New Roman"/>
                <a:cs typeface="Times New Roman"/>
              </a:rPr>
              <a:t> </a:t>
            </a:r>
            <a:r>
              <a:rPr sz="2400" b="1" spc="-13" dirty="0">
                <a:latin typeface="Calibri"/>
                <a:cs typeface="Calibri"/>
              </a:rPr>
              <a:t>node</a:t>
            </a:r>
            <a:r>
              <a:rPr sz="2400" b="1" spc="-120" dirty="0">
                <a:latin typeface="Times New Roman"/>
                <a:cs typeface="Times New Roman"/>
              </a:rPr>
              <a:t> </a:t>
            </a:r>
            <a:r>
              <a:rPr sz="2400" b="1" spc="-7" dirty="0">
                <a:latin typeface="Calibri"/>
                <a:cs typeface="Calibri"/>
              </a:rPr>
              <a:t>I</a:t>
            </a:r>
            <a:r>
              <a:rPr sz="2400" b="1" spc="-152" dirty="0">
                <a:latin typeface="Times New Roman"/>
                <a:cs typeface="Times New Roman"/>
              </a:rPr>
              <a:t> </a:t>
            </a:r>
            <a:r>
              <a:rPr sz="2400" b="1" dirty="0">
                <a:latin typeface="Calibri"/>
                <a:cs typeface="Calibri"/>
              </a:rPr>
              <a:t>=</a:t>
            </a:r>
            <a:endParaRPr sz="2400">
              <a:latin typeface="Calibri"/>
              <a:cs typeface="Calibri"/>
            </a:endParaRPr>
          </a:p>
          <a:p>
            <a:pPr marL="582492" indent="-459729">
              <a:lnSpc>
                <a:spcPts val="2867"/>
              </a:lnSpc>
              <a:buFont typeface="Calibri"/>
              <a:buAutoNum type="arabicPeriod"/>
              <a:tabLst>
                <a:tab pos="583339" algn="l"/>
              </a:tabLst>
              <a:defRPr/>
            </a:pPr>
            <a:r>
              <a:rPr sz="2400" b="1" dirty="0">
                <a:latin typeface="Calibri"/>
                <a:cs typeface="Calibri"/>
              </a:rPr>
              <a:t>De</a:t>
            </a:r>
            <a:r>
              <a:rPr sz="2400" b="1" spc="-13" dirty="0">
                <a:latin typeface="Calibri"/>
                <a:cs typeface="Calibri"/>
              </a:rPr>
              <a:t>p</a:t>
            </a:r>
            <a:r>
              <a:rPr sz="2400" b="1" spc="-33" dirty="0">
                <a:latin typeface="Calibri"/>
                <a:cs typeface="Calibri"/>
              </a:rPr>
              <a:t>t</a:t>
            </a:r>
            <a:r>
              <a:rPr sz="2400" b="1" spc="-13" dirty="0">
                <a:latin typeface="Calibri"/>
                <a:cs typeface="Calibri"/>
              </a:rPr>
              <a:t>h</a:t>
            </a:r>
            <a:r>
              <a:rPr sz="2400" b="1" spc="7" dirty="0">
                <a:latin typeface="Times New Roman"/>
                <a:cs typeface="Times New Roman"/>
              </a:rPr>
              <a:t> </a:t>
            </a:r>
            <a:r>
              <a:rPr sz="2400" b="1" dirty="0">
                <a:latin typeface="Calibri"/>
                <a:cs typeface="Calibri"/>
              </a:rPr>
              <a:t>of</a:t>
            </a:r>
            <a:r>
              <a:rPr sz="2400" b="1" spc="-80" dirty="0">
                <a:latin typeface="Times New Roman"/>
                <a:cs typeface="Times New Roman"/>
              </a:rPr>
              <a:t> </a:t>
            </a:r>
            <a:r>
              <a:rPr sz="2400" b="1" spc="-13" dirty="0">
                <a:latin typeface="Calibri"/>
                <a:cs typeface="Calibri"/>
              </a:rPr>
              <a:t>node</a:t>
            </a:r>
            <a:r>
              <a:rPr sz="2400" b="1" spc="-120" dirty="0">
                <a:latin typeface="Times New Roman"/>
                <a:cs typeface="Times New Roman"/>
              </a:rPr>
              <a:t> </a:t>
            </a:r>
            <a:r>
              <a:rPr sz="2400" b="1" dirty="0">
                <a:latin typeface="Calibri"/>
                <a:cs typeface="Calibri"/>
              </a:rPr>
              <a:t>J</a:t>
            </a:r>
            <a:r>
              <a:rPr sz="2400" b="1" spc="-120" dirty="0">
                <a:latin typeface="Times New Roman"/>
                <a:cs typeface="Times New Roman"/>
              </a:rPr>
              <a:t> </a:t>
            </a:r>
            <a:r>
              <a:rPr sz="2400" b="1" dirty="0">
                <a:latin typeface="Calibri"/>
                <a:cs typeface="Calibri"/>
              </a:rPr>
              <a:t>=</a:t>
            </a:r>
            <a:endParaRPr sz="2400">
              <a:latin typeface="Calibri"/>
              <a:cs typeface="Calibri"/>
            </a:endParaRPr>
          </a:p>
          <a:p>
            <a:pPr marL="582492" indent="-459729">
              <a:lnSpc>
                <a:spcPts val="2867"/>
              </a:lnSpc>
              <a:buFont typeface="Calibri"/>
              <a:buAutoNum type="arabicPeriod"/>
              <a:tabLst>
                <a:tab pos="583339" algn="l"/>
              </a:tabLst>
              <a:defRPr/>
            </a:pPr>
            <a:r>
              <a:rPr sz="2400" b="1" dirty="0">
                <a:latin typeface="Calibri"/>
                <a:cs typeface="Calibri"/>
              </a:rPr>
              <a:t>De</a:t>
            </a:r>
            <a:r>
              <a:rPr sz="2400" b="1" spc="-13" dirty="0">
                <a:latin typeface="Calibri"/>
                <a:cs typeface="Calibri"/>
              </a:rPr>
              <a:t>p</a:t>
            </a:r>
            <a:r>
              <a:rPr sz="2400" b="1" spc="-33" dirty="0">
                <a:latin typeface="Calibri"/>
                <a:cs typeface="Calibri"/>
              </a:rPr>
              <a:t>t</a:t>
            </a:r>
            <a:r>
              <a:rPr sz="2400" b="1" spc="-13" dirty="0">
                <a:latin typeface="Calibri"/>
                <a:cs typeface="Calibri"/>
              </a:rPr>
              <a:t>h</a:t>
            </a:r>
            <a:r>
              <a:rPr sz="2400" b="1" spc="7" dirty="0">
                <a:latin typeface="Times New Roman"/>
                <a:cs typeface="Times New Roman"/>
              </a:rPr>
              <a:t> </a:t>
            </a:r>
            <a:r>
              <a:rPr sz="2400" b="1" dirty="0">
                <a:latin typeface="Calibri"/>
                <a:cs typeface="Calibri"/>
              </a:rPr>
              <a:t>of</a:t>
            </a:r>
            <a:r>
              <a:rPr sz="2400" b="1" spc="-80" dirty="0">
                <a:latin typeface="Times New Roman"/>
                <a:cs typeface="Times New Roman"/>
              </a:rPr>
              <a:t> </a:t>
            </a:r>
            <a:r>
              <a:rPr sz="2400" b="1" spc="-13" dirty="0">
                <a:latin typeface="Calibri"/>
                <a:cs typeface="Calibri"/>
              </a:rPr>
              <a:t>node</a:t>
            </a:r>
            <a:r>
              <a:rPr sz="2400" b="1" spc="-120" dirty="0">
                <a:latin typeface="Times New Roman"/>
                <a:cs typeface="Times New Roman"/>
              </a:rPr>
              <a:t> </a:t>
            </a:r>
            <a:r>
              <a:rPr sz="2400" b="1" spc="-13" dirty="0">
                <a:latin typeface="Calibri"/>
                <a:cs typeface="Calibri"/>
              </a:rPr>
              <a:t>K</a:t>
            </a:r>
            <a:r>
              <a:rPr sz="2400" b="1" spc="-140" dirty="0">
                <a:latin typeface="Times New Roman"/>
                <a:cs typeface="Times New Roman"/>
              </a:rPr>
              <a:t> </a:t>
            </a:r>
            <a:r>
              <a:rPr sz="2400" b="1" dirty="0">
                <a:latin typeface="Calibri"/>
                <a:cs typeface="Calibri"/>
              </a:rPr>
              <a:t>=</a:t>
            </a:r>
            <a:endParaRPr sz="2400">
              <a:latin typeface="Calibri"/>
              <a:cs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object 2">
            <a:extLst>
              <a:ext uri="{FF2B5EF4-FFF2-40B4-BE49-F238E27FC236}">
                <a16:creationId xmlns:a16="http://schemas.microsoft.com/office/drawing/2014/main" id="{66B09D03-0EFA-0F8F-2F3B-456EF46748DE}"/>
              </a:ext>
            </a:extLst>
          </p:cNvPr>
          <p:cNvSpPr>
            <a:spLocks/>
          </p:cNvSpPr>
          <p:nvPr/>
        </p:nvSpPr>
        <p:spPr bwMode="auto">
          <a:xfrm>
            <a:off x="203200" y="279401"/>
            <a:ext cx="6096000" cy="2504017"/>
          </a:xfrm>
          <a:custGeom>
            <a:avLst/>
            <a:gdLst>
              <a:gd name="T0" fmla="*/ 0 w 4572000"/>
              <a:gd name="T1" fmla="*/ 1877699 h 1877695"/>
              <a:gd name="T2" fmla="*/ 4571999 w 4572000"/>
              <a:gd name="T3" fmla="*/ 1877699 h 1877695"/>
              <a:gd name="T4" fmla="*/ 4571999 w 4572000"/>
              <a:gd name="T5" fmla="*/ 0 h 1877695"/>
              <a:gd name="T6" fmla="*/ 0 w 4572000"/>
              <a:gd name="T7" fmla="*/ 0 h 1877695"/>
              <a:gd name="T8" fmla="*/ 0 w 4572000"/>
              <a:gd name="T9" fmla="*/ 1877699 h 1877695"/>
            </a:gdLst>
            <a:ahLst/>
            <a:cxnLst>
              <a:cxn ang="0">
                <a:pos x="T0" y="T1"/>
              </a:cxn>
              <a:cxn ang="0">
                <a:pos x="T2" y="T3"/>
              </a:cxn>
              <a:cxn ang="0">
                <a:pos x="T4" y="T5"/>
              </a:cxn>
              <a:cxn ang="0">
                <a:pos x="T6" y="T7"/>
              </a:cxn>
              <a:cxn ang="0">
                <a:pos x="T8" y="T9"/>
              </a:cxn>
            </a:cxnLst>
            <a:rect l="0" t="0" r="r" b="b"/>
            <a:pathLst>
              <a:path w="4572000" h="1877695">
                <a:moveTo>
                  <a:pt x="0" y="1877699"/>
                </a:moveTo>
                <a:lnTo>
                  <a:pt x="4571999" y="1877699"/>
                </a:lnTo>
                <a:lnTo>
                  <a:pt x="4571999" y="0"/>
                </a:lnTo>
                <a:lnTo>
                  <a:pt x="0" y="0"/>
                </a:lnTo>
                <a:lnTo>
                  <a:pt x="0" y="1877699"/>
                </a:lnTo>
                <a:close/>
              </a:path>
            </a:pathLst>
          </a:custGeom>
          <a:noFill/>
          <a:ln w="9535">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2400"/>
          </a:p>
        </p:txBody>
      </p:sp>
      <p:sp>
        <p:nvSpPr>
          <p:cNvPr id="19463" name="object 7">
            <a:extLst>
              <a:ext uri="{FF2B5EF4-FFF2-40B4-BE49-F238E27FC236}">
                <a16:creationId xmlns:a16="http://schemas.microsoft.com/office/drawing/2014/main" id="{901011FF-EDA6-29A8-F70E-0A91732CEF06}"/>
              </a:ext>
            </a:extLst>
          </p:cNvPr>
          <p:cNvSpPr>
            <a:spLocks/>
          </p:cNvSpPr>
          <p:nvPr/>
        </p:nvSpPr>
        <p:spPr bwMode="auto">
          <a:xfrm>
            <a:off x="203200" y="279401"/>
            <a:ext cx="6096000" cy="2504017"/>
          </a:xfrm>
          <a:custGeom>
            <a:avLst/>
            <a:gdLst>
              <a:gd name="T0" fmla="*/ 0 w 4572000"/>
              <a:gd name="T1" fmla="*/ 1877699 h 1877695"/>
              <a:gd name="T2" fmla="*/ 4571999 w 4572000"/>
              <a:gd name="T3" fmla="*/ 1877699 h 1877695"/>
              <a:gd name="T4" fmla="*/ 4571999 w 4572000"/>
              <a:gd name="T5" fmla="*/ 0 h 1877695"/>
              <a:gd name="T6" fmla="*/ 0 w 4572000"/>
              <a:gd name="T7" fmla="*/ 0 h 1877695"/>
              <a:gd name="T8" fmla="*/ 0 w 4572000"/>
              <a:gd name="T9" fmla="*/ 1877699 h 1877695"/>
            </a:gdLst>
            <a:ahLst/>
            <a:cxnLst>
              <a:cxn ang="0">
                <a:pos x="T0" y="T1"/>
              </a:cxn>
              <a:cxn ang="0">
                <a:pos x="T2" y="T3"/>
              </a:cxn>
              <a:cxn ang="0">
                <a:pos x="T4" y="T5"/>
              </a:cxn>
              <a:cxn ang="0">
                <a:pos x="T6" y="T7"/>
              </a:cxn>
              <a:cxn ang="0">
                <a:pos x="T8" y="T9"/>
              </a:cxn>
            </a:cxnLst>
            <a:rect l="0" t="0" r="r" b="b"/>
            <a:pathLst>
              <a:path w="4572000" h="1877695">
                <a:moveTo>
                  <a:pt x="0" y="1877699"/>
                </a:moveTo>
                <a:lnTo>
                  <a:pt x="4571999" y="1877699"/>
                </a:lnTo>
                <a:lnTo>
                  <a:pt x="4571999" y="0"/>
                </a:lnTo>
                <a:lnTo>
                  <a:pt x="0" y="0"/>
                </a:lnTo>
                <a:lnTo>
                  <a:pt x="0" y="1877699"/>
                </a:lnTo>
                <a:close/>
              </a:path>
            </a:pathLst>
          </a:custGeom>
          <a:noFill/>
          <a:ln w="9535">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2400"/>
          </a:p>
        </p:txBody>
      </p:sp>
      <p:sp>
        <p:nvSpPr>
          <p:cNvPr id="8" name="object 8">
            <a:extLst>
              <a:ext uri="{FF2B5EF4-FFF2-40B4-BE49-F238E27FC236}">
                <a16:creationId xmlns:a16="http://schemas.microsoft.com/office/drawing/2014/main" id="{DC84BAF8-1D14-1E05-1D8E-C3907247DECD}"/>
              </a:ext>
            </a:extLst>
          </p:cNvPr>
          <p:cNvSpPr txBox="1">
            <a:spLocks noGrp="1"/>
          </p:cNvSpPr>
          <p:nvPr>
            <p:ph type="title"/>
          </p:nvPr>
        </p:nvSpPr>
        <p:spPr/>
        <p:txBody>
          <a:bodyPr rtlCol="0"/>
          <a:lstStyle/>
          <a:p>
            <a:pPr marL="4233">
              <a:spcBef>
                <a:spcPts val="0"/>
              </a:spcBef>
              <a:defRPr/>
            </a:pPr>
            <a:r>
              <a:rPr sz="2400" dirty="0"/>
              <a:t>De</a:t>
            </a:r>
            <a:r>
              <a:rPr sz="2400" spc="-13" dirty="0"/>
              <a:t>p</a:t>
            </a:r>
            <a:r>
              <a:rPr sz="2400" spc="-33" dirty="0"/>
              <a:t>t</a:t>
            </a:r>
            <a:r>
              <a:rPr sz="2400" dirty="0"/>
              <a:t>h-</a:t>
            </a:r>
          </a:p>
        </p:txBody>
      </p:sp>
      <p:sp>
        <p:nvSpPr>
          <p:cNvPr id="19465" name="object 9">
            <a:extLst>
              <a:ext uri="{FF2B5EF4-FFF2-40B4-BE49-F238E27FC236}">
                <a16:creationId xmlns:a16="http://schemas.microsoft.com/office/drawing/2014/main" id="{12414E36-8983-EDC6-4DC5-85A064F58AC9}"/>
              </a:ext>
            </a:extLst>
          </p:cNvPr>
          <p:cNvSpPr>
            <a:spLocks/>
          </p:cNvSpPr>
          <p:nvPr/>
        </p:nvSpPr>
        <p:spPr bwMode="auto">
          <a:xfrm>
            <a:off x="325967" y="660400"/>
            <a:ext cx="872067" cy="0"/>
          </a:xfrm>
          <a:custGeom>
            <a:avLst/>
            <a:gdLst>
              <a:gd name="T0" fmla="*/ 0 w 654685"/>
              <a:gd name="T1" fmla="*/ 654106 w 654685"/>
            </a:gdLst>
            <a:ahLst/>
            <a:cxnLst>
              <a:cxn ang="0">
                <a:pos x="T0" y="0"/>
              </a:cxn>
              <a:cxn ang="0">
                <a:pos x="T1" y="0"/>
              </a:cxn>
            </a:cxnLst>
            <a:rect l="0" t="0" r="r" b="b"/>
            <a:pathLst>
              <a:path w="654685">
                <a:moveTo>
                  <a:pt x="0" y="0"/>
                </a:moveTo>
                <a:lnTo>
                  <a:pt x="654106" y="0"/>
                </a:lnTo>
              </a:path>
            </a:pathLst>
          </a:custGeom>
          <a:noFill/>
          <a:ln w="21379">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2400"/>
          </a:p>
        </p:txBody>
      </p:sp>
      <p:sp>
        <p:nvSpPr>
          <p:cNvPr id="10" name="object 10">
            <a:extLst>
              <a:ext uri="{FF2B5EF4-FFF2-40B4-BE49-F238E27FC236}">
                <a16:creationId xmlns:a16="http://schemas.microsoft.com/office/drawing/2014/main" id="{5CBD4C66-BAF8-17A5-1C6C-D5593D1A6A25}"/>
              </a:ext>
            </a:extLst>
          </p:cNvPr>
          <p:cNvSpPr txBox="1"/>
          <p:nvPr/>
        </p:nvSpPr>
        <p:spPr>
          <a:xfrm>
            <a:off x="306918" y="732367"/>
            <a:ext cx="5770033" cy="2028119"/>
          </a:xfrm>
          <a:prstGeom prst="rect">
            <a:avLst/>
          </a:prstGeom>
        </p:spPr>
        <p:txBody>
          <a:bodyPr lIns="0" tIns="0" rIns="0" bIns="0">
            <a:spAutoFit/>
          </a:bodyPr>
          <a:lstStyle>
            <a:lvl1pPr marL="355600" indent="-342900">
              <a:tabLst>
                <a:tab pos="357188" algn="l"/>
              </a:tabLst>
              <a:defRPr>
                <a:solidFill>
                  <a:schemeClr val="tx1"/>
                </a:solidFill>
                <a:latin typeface="Calibri" panose="020F0502020204030204" pitchFamily="34" charset="0"/>
              </a:defRPr>
            </a:lvl1pPr>
            <a:lvl2pPr marL="742950" indent="-285750">
              <a:tabLst>
                <a:tab pos="357188" algn="l"/>
              </a:tabLst>
              <a:defRPr>
                <a:solidFill>
                  <a:schemeClr val="tx1"/>
                </a:solidFill>
                <a:latin typeface="Calibri" panose="020F0502020204030204" pitchFamily="34" charset="0"/>
              </a:defRPr>
            </a:lvl2pPr>
            <a:lvl3pPr marL="1143000" indent="-228600">
              <a:tabLst>
                <a:tab pos="357188" algn="l"/>
              </a:tabLst>
              <a:defRPr>
                <a:solidFill>
                  <a:schemeClr val="tx1"/>
                </a:solidFill>
                <a:latin typeface="Calibri" panose="020F0502020204030204" pitchFamily="34" charset="0"/>
              </a:defRPr>
            </a:lvl3pPr>
            <a:lvl4pPr marL="1600200" indent="-228600">
              <a:tabLst>
                <a:tab pos="357188" algn="l"/>
              </a:tabLst>
              <a:defRPr>
                <a:solidFill>
                  <a:schemeClr val="tx1"/>
                </a:solidFill>
                <a:latin typeface="Calibri" panose="020F0502020204030204" pitchFamily="34" charset="0"/>
              </a:defRPr>
            </a:lvl4pPr>
            <a:lvl5pPr marL="2057400" indent="-228600">
              <a:tabLst>
                <a:tab pos="357188" algn="l"/>
              </a:tabLst>
              <a:defRPr>
                <a:solidFill>
                  <a:schemeClr val="tx1"/>
                </a:solidFill>
                <a:latin typeface="Calibri" panose="020F0502020204030204" pitchFamily="34" charset="0"/>
              </a:defRPr>
            </a:lvl5pPr>
            <a:lvl6pPr marL="2514600" indent="-228600" fontAlgn="base">
              <a:spcBef>
                <a:spcPct val="0"/>
              </a:spcBef>
              <a:spcAft>
                <a:spcPct val="0"/>
              </a:spcAft>
              <a:tabLst>
                <a:tab pos="357188" algn="l"/>
              </a:tabLst>
              <a:defRPr>
                <a:solidFill>
                  <a:schemeClr val="tx1"/>
                </a:solidFill>
                <a:latin typeface="Calibri" panose="020F0502020204030204" pitchFamily="34" charset="0"/>
              </a:defRPr>
            </a:lvl6pPr>
            <a:lvl7pPr marL="2971800" indent="-228600" fontAlgn="base">
              <a:spcBef>
                <a:spcPct val="0"/>
              </a:spcBef>
              <a:spcAft>
                <a:spcPct val="0"/>
              </a:spcAft>
              <a:tabLst>
                <a:tab pos="357188" algn="l"/>
              </a:tabLst>
              <a:defRPr>
                <a:solidFill>
                  <a:schemeClr val="tx1"/>
                </a:solidFill>
                <a:latin typeface="Calibri" panose="020F0502020204030204" pitchFamily="34" charset="0"/>
              </a:defRPr>
            </a:lvl7pPr>
            <a:lvl8pPr marL="3429000" indent="-228600" fontAlgn="base">
              <a:spcBef>
                <a:spcPct val="0"/>
              </a:spcBef>
              <a:spcAft>
                <a:spcPct val="0"/>
              </a:spcAft>
              <a:tabLst>
                <a:tab pos="357188" algn="l"/>
              </a:tabLst>
              <a:defRPr>
                <a:solidFill>
                  <a:schemeClr val="tx1"/>
                </a:solidFill>
                <a:latin typeface="Calibri" panose="020F0502020204030204" pitchFamily="34" charset="0"/>
              </a:defRPr>
            </a:lvl8pPr>
            <a:lvl9pPr marL="3886200" indent="-228600" fontAlgn="base">
              <a:spcBef>
                <a:spcPct val="0"/>
              </a:spcBef>
              <a:spcAft>
                <a:spcPct val="0"/>
              </a:spcAft>
              <a:tabLst>
                <a:tab pos="357188" algn="l"/>
              </a:tabLst>
              <a:defRPr>
                <a:solidFill>
                  <a:schemeClr val="tx1"/>
                </a:solidFill>
                <a:latin typeface="Calibri" panose="020F0502020204030204" pitchFamily="34" charset="0"/>
              </a:defRPr>
            </a:lvl9pPr>
          </a:lstStyle>
          <a:p>
            <a:pPr>
              <a:lnSpc>
                <a:spcPct val="103000"/>
              </a:lnSpc>
              <a:buFont typeface="Calibri" panose="020F0502020204030204" pitchFamily="34" charset="0"/>
              <a:buAutoNum type="arabicPeriod"/>
            </a:pPr>
            <a:r>
              <a:rPr lang="en-US" altLang="en-US" sz="1867" b="1">
                <a:cs typeface="Calibri" panose="020F0502020204030204" pitchFamily="34" charset="0"/>
              </a:rPr>
              <a:t>Total</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number</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of</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edges</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from</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root</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node</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to</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a</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particular</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node</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is</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called</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as</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depth</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of</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that</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node.</a:t>
            </a:r>
            <a:endParaRPr lang="en-US" altLang="en-US" sz="1867">
              <a:cs typeface="Calibri" panose="020F0502020204030204" pitchFamily="34" charset="0"/>
            </a:endParaRPr>
          </a:p>
          <a:p>
            <a:pPr>
              <a:lnSpc>
                <a:spcPts val="2184"/>
              </a:lnSpc>
              <a:spcBef>
                <a:spcPts val="117"/>
              </a:spcBef>
              <a:buFont typeface="Calibri" panose="020F0502020204030204" pitchFamily="34" charset="0"/>
              <a:buAutoNum type="arabicPeriod"/>
            </a:pPr>
            <a:r>
              <a:rPr lang="en-US" altLang="en-US" sz="1867" b="1">
                <a:cs typeface="Calibri" panose="020F0502020204030204" pitchFamily="34" charset="0"/>
              </a:rPr>
              <a:t>Depth</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of</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a</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tree</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is</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the</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total</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number</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of</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edges</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from</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root</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node</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to</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a</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leaf</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node</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in</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the</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longest</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path.</a:t>
            </a:r>
            <a:endParaRPr lang="en-US" altLang="en-US" sz="1867">
              <a:cs typeface="Calibri" panose="020F0502020204030204" pitchFamily="34" charset="0"/>
            </a:endParaRPr>
          </a:p>
          <a:p>
            <a:pPr>
              <a:lnSpc>
                <a:spcPts val="2233"/>
              </a:lnSpc>
              <a:buFont typeface="Calibri" panose="020F0502020204030204" pitchFamily="34" charset="0"/>
              <a:buAutoNum type="arabicPeriod"/>
            </a:pPr>
            <a:r>
              <a:rPr lang="en-US" altLang="en-US" sz="1867" b="1">
                <a:cs typeface="Calibri" panose="020F0502020204030204" pitchFamily="34" charset="0"/>
              </a:rPr>
              <a:t>Depth</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of</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the</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root</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node</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0</a:t>
            </a:r>
            <a:endParaRPr lang="en-US" altLang="en-US" sz="1867">
              <a:cs typeface="Calibri" panose="020F0502020204030204" pitchFamily="34" charset="0"/>
            </a:endParaRPr>
          </a:p>
          <a:p>
            <a:pPr>
              <a:lnSpc>
                <a:spcPts val="2233"/>
              </a:lnSpc>
              <a:spcBef>
                <a:spcPts val="84"/>
              </a:spcBef>
              <a:buFont typeface="Calibri" panose="020F0502020204030204" pitchFamily="34" charset="0"/>
              <a:buAutoNum type="arabicPeriod"/>
            </a:pPr>
            <a:r>
              <a:rPr lang="en-US" altLang="en-US" sz="1867" b="1">
                <a:cs typeface="Calibri" panose="020F0502020204030204" pitchFamily="34" charset="0"/>
              </a:rPr>
              <a:t>The</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terms</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“level” and</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“depth” are</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used</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interchangeably.</a:t>
            </a:r>
            <a:endParaRPr lang="en-US" altLang="en-US" sz="1867">
              <a:cs typeface="Calibri" panose="020F0502020204030204" pitchFamily="34" charset="0"/>
            </a:endParaRPr>
          </a:p>
        </p:txBody>
      </p:sp>
      <p:sp>
        <p:nvSpPr>
          <p:cNvPr id="11" name="object 11">
            <a:extLst>
              <a:ext uri="{FF2B5EF4-FFF2-40B4-BE49-F238E27FC236}">
                <a16:creationId xmlns:a16="http://schemas.microsoft.com/office/drawing/2014/main" id="{D8180834-2559-D2AA-AFE3-39A6F4E72D13}"/>
              </a:ext>
            </a:extLst>
          </p:cNvPr>
          <p:cNvSpPr txBox="1"/>
          <p:nvPr/>
        </p:nvSpPr>
        <p:spPr>
          <a:xfrm>
            <a:off x="7721600" y="2209801"/>
            <a:ext cx="3352800" cy="4059253"/>
          </a:xfrm>
          <a:prstGeom prst="rect">
            <a:avLst/>
          </a:prstGeom>
          <a:ln w="9535">
            <a:solidFill>
              <a:srgbClr val="000000"/>
            </a:solidFill>
          </a:ln>
        </p:spPr>
        <p:txBody>
          <a:bodyPr lIns="0" tIns="0" rIns="0" bIns="0">
            <a:spAutoFit/>
          </a:bodyPr>
          <a:lstStyle/>
          <a:p>
            <a:pPr marL="581645" indent="-458882">
              <a:buFont typeface="Calibri"/>
              <a:buAutoNum type="arabicPeriod"/>
              <a:tabLst>
                <a:tab pos="582492" algn="l"/>
              </a:tabLst>
              <a:defRPr/>
            </a:pPr>
            <a:r>
              <a:rPr sz="2400" b="1" dirty="0">
                <a:latin typeface="Calibri"/>
                <a:cs typeface="Calibri"/>
              </a:rPr>
              <a:t>De</a:t>
            </a:r>
            <a:r>
              <a:rPr sz="2400" b="1" spc="-13" dirty="0">
                <a:latin typeface="Calibri"/>
                <a:cs typeface="Calibri"/>
              </a:rPr>
              <a:t>p</a:t>
            </a:r>
            <a:r>
              <a:rPr sz="2400" b="1" spc="-33" dirty="0">
                <a:latin typeface="Calibri"/>
                <a:cs typeface="Calibri"/>
              </a:rPr>
              <a:t>t</a:t>
            </a:r>
            <a:r>
              <a:rPr sz="2400" b="1" spc="-13" dirty="0">
                <a:latin typeface="Calibri"/>
                <a:cs typeface="Calibri"/>
              </a:rPr>
              <a:t>h</a:t>
            </a:r>
            <a:r>
              <a:rPr sz="2400" b="1" spc="7" dirty="0">
                <a:latin typeface="Times New Roman"/>
                <a:cs typeface="Times New Roman"/>
              </a:rPr>
              <a:t> </a:t>
            </a:r>
            <a:r>
              <a:rPr sz="2400" b="1" dirty="0">
                <a:latin typeface="Calibri"/>
                <a:cs typeface="Calibri"/>
              </a:rPr>
              <a:t>of</a:t>
            </a:r>
            <a:r>
              <a:rPr sz="2400" b="1" spc="-80" dirty="0">
                <a:latin typeface="Times New Roman"/>
                <a:cs typeface="Times New Roman"/>
              </a:rPr>
              <a:t> </a:t>
            </a:r>
            <a:r>
              <a:rPr sz="2400" b="1" spc="-13" dirty="0">
                <a:latin typeface="Calibri"/>
                <a:cs typeface="Calibri"/>
              </a:rPr>
              <a:t>node</a:t>
            </a:r>
            <a:r>
              <a:rPr sz="2400" b="1" spc="-120" dirty="0">
                <a:latin typeface="Times New Roman"/>
                <a:cs typeface="Times New Roman"/>
              </a:rPr>
              <a:t> </a:t>
            </a:r>
            <a:r>
              <a:rPr sz="2400" b="1" spc="-20" dirty="0">
                <a:latin typeface="Calibri"/>
                <a:cs typeface="Calibri"/>
              </a:rPr>
              <a:t>A</a:t>
            </a:r>
            <a:r>
              <a:rPr sz="2400" b="1" spc="-73" dirty="0">
                <a:latin typeface="Times New Roman"/>
                <a:cs typeface="Times New Roman"/>
              </a:rPr>
              <a:t> </a:t>
            </a:r>
            <a:r>
              <a:rPr sz="2400" b="1" dirty="0">
                <a:latin typeface="Calibri"/>
                <a:cs typeface="Calibri"/>
              </a:rPr>
              <a:t>=</a:t>
            </a:r>
            <a:r>
              <a:rPr sz="2400" b="1" spc="-100" dirty="0">
                <a:latin typeface="Times New Roman"/>
                <a:cs typeface="Times New Roman"/>
              </a:rPr>
              <a:t> </a:t>
            </a:r>
            <a:r>
              <a:rPr sz="2400" b="1" spc="-13" dirty="0">
                <a:latin typeface="Calibri"/>
                <a:cs typeface="Calibri"/>
              </a:rPr>
              <a:t>0</a:t>
            </a:r>
            <a:endParaRPr sz="2400">
              <a:latin typeface="Calibri"/>
              <a:cs typeface="Calibri"/>
            </a:endParaRPr>
          </a:p>
          <a:p>
            <a:pPr marL="581645" indent="-458882">
              <a:spcBef>
                <a:spcPts val="13"/>
              </a:spcBef>
              <a:buFont typeface="Calibri"/>
              <a:buAutoNum type="arabicPeriod"/>
              <a:tabLst>
                <a:tab pos="582492" algn="l"/>
              </a:tabLst>
              <a:defRPr/>
            </a:pPr>
            <a:r>
              <a:rPr sz="2400" b="1" dirty="0">
                <a:latin typeface="Calibri"/>
                <a:cs typeface="Calibri"/>
              </a:rPr>
              <a:t>De</a:t>
            </a:r>
            <a:r>
              <a:rPr sz="2400" b="1" spc="-13" dirty="0">
                <a:latin typeface="Calibri"/>
                <a:cs typeface="Calibri"/>
              </a:rPr>
              <a:t>p</a:t>
            </a:r>
            <a:r>
              <a:rPr sz="2400" b="1" spc="-33" dirty="0">
                <a:latin typeface="Calibri"/>
                <a:cs typeface="Calibri"/>
              </a:rPr>
              <a:t>t</a:t>
            </a:r>
            <a:r>
              <a:rPr sz="2400" b="1" spc="-13" dirty="0">
                <a:latin typeface="Calibri"/>
                <a:cs typeface="Calibri"/>
              </a:rPr>
              <a:t>h</a:t>
            </a:r>
            <a:r>
              <a:rPr sz="2400" b="1" spc="7" dirty="0">
                <a:latin typeface="Times New Roman"/>
                <a:cs typeface="Times New Roman"/>
              </a:rPr>
              <a:t> </a:t>
            </a:r>
            <a:r>
              <a:rPr sz="2400" b="1" dirty="0">
                <a:latin typeface="Calibri"/>
                <a:cs typeface="Calibri"/>
              </a:rPr>
              <a:t>of</a:t>
            </a:r>
            <a:r>
              <a:rPr sz="2400" b="1" spc="-80" dirty="0">
                <a:latin typeface="Times New Roman"/>
                <a:cs typeface="Times New Roman"/>
              </a:rPr>
              <a:t> </a:t>
            </a:r>
            <a:r>
              <a:rPr sz="2400" b="1" spc="-13" dirty="0">
                <a:latin typeface="Calibri"/>
                <a:cs typeface="Calibri"/>
              </a:rPr>
              <a:t>n</a:t>
            </a:r>
            <a:r>
              <a:rPr sz="2400" b="1" spc="-27" dirty="0">
                <a:latin typeface="Calibri"/>
                <a:cs typeface="Calibri"/>
              </a:rPr>
              <a:t>o</a:t>
            </a:r>
            <a:r>
              <a:rPr sz="2400" b="1" spc="-13" dirty="0">
                <a:latin typeface="Calibri"/>
                <a:cs typeface="Calibri"/>
              </a:rPr>
              <a:t>d</a:t>
            </a:r>
            <a:r>
              <a:rPr sz="2400" b="1" dirty="0">
                <a:latin typeface="Calibri"/>
                <a:cs typeface="Calibri"/>
              </a:rPr>
              <a:t>e</a:t>
            </a:r>
            <a:r>
              <a:rPr sz="2400" b="1" spc="-107" dirty="0">
                <a:latin typeface="Times New Roman"/>
                <a:cs typeface="Times New Roman"/>
              </a:rPr>
              <a:t> </a:t>
            </a:r>
            <a:r>
              <a:rPr sz="2400" b="1" spc="-13" dirty="0">
                <a:latin typeface="Calibri"/>
                <a:cs typeface="Calibri"/>
              </a:rPr>
              <a:t>B</a:t>
            </a:r>
            <a:r>
              <a:rPr sz="2400" b="1" spc="-80" dirty="0">
                <a:latin typeface="Times New Roman"/>
                <a:cs typeface="Times New Roman"/>
              </a:rPr>
              <a:t> </a:t>
            </a:r>
            <a:r>
              <a:rPr sz="2400" b="1" dirty="0">
                <a:latin typeface="Calibri"/>
                <a:cs typeface="Calibri"/>
              </a:rPr>
              <a:t>=</a:t>
            </a:r>
            <a:r>
              <a:rPr sz="2400" b="1" spc="-100" dirty="0">
                <a:latin typeface="Times New Roman"/>
                <a:cs typeface="Times New Roman"/>
              </a:rPr>
              <a:t> </a:t>
            </a:r>
            <a:r>
              <a:rPr sz="2400" b="1" spc="-13" dirty="0">
                <a:latin typeface="Calibri"/>
                <a:cs typeface="Calibri"/>
              </a:rPr>
              <a:t>1</a:t>
            </a:r>
            <a:endParaRPr sz="2400">
              <a:latin typeface="Calibri"/>
              <a:cs typeface="Calibri"/>
            </a:endParaRPr>
          </a:p>
          <a:p>
            <a:pPr marL="581645" indent="-458882">
              <a:spcBef>
                <a:spcPts val="33"/>
              </a:spcBef>
              <a:buFont typeface="Calibri"/>
              <a:buAutoNum type="arabicPeriod"/>
              <a:tabLst>
                <a:tab pos="582492" algn="l"/>
              </a:tabLst>
              <a:defRPr/>
            </a:pPr>
            <a:r>
              <a:rPr sz="2400" b="1" dirty="0">
                <a:latin typeface="Calibri"/>
                <a:cs typeface="Calibri"/>
              </a:rPr>
              <a:t>De</a:t>
            </a:r>
            <a:r>
              <a:rPr sz="2400" b="1" spc="-13" dirty="0">
                <a:latin typeface="Calibri"/>
                <a:cs typeface="Calibri"/>
              </a:rPr>
              <a:t>p</a:t>
            </a:r>
            <a:r>
              <a:rPr sz="2400" b="1" spc="-33" dirty="0">
                <a:latin typeface="Calibri"/>
                <a:cs typeface="Calibri"/>
              </a:rPr>
              <a:t>t</a:t>
            </a:r>
            <a:r>
              <a:rPr sz="2400" b="1" spc="-13" dirty="0">
                <a:latin typeface="Calibri"/>
                <a:cs typeface="Calibri"/>
              </a:rPr>
              <a:t>h</a:t>
            </a:r>
            <a:r>
              <a:rPr sz="2400" b="1" spc="7" dirty="0">
                <a:latin typeface="Times New Roman"/>
                <a:cs typeface="Times New Roman"/>
              </a:rPr>
              <a:t> </a:t>
            </a:r>
            <a:r>
              <a:rPr sz="2400" b="1" dirty="0">
                <a:latin typeface="Calibri"/>
                <a:cs typeface="Calibri"/>
              </a:rPr>
              <a:t>of</a:t>
            </a:r>
            <a:r>
              <a:rPr sz="2400" b="1" spc="-80" dirty="0">
                <a:latin typeface="Times New Roman"/>
                <a:cs typeface="Times New Roman"/>
              </a:rPr>
              <a:t> </a:t>
            </a:r>
            <a:r>
              <a:rPr sz="2400" b="1" spc="-13" dirty="0">
                <a:latin typeface="Calibri"/>
                <a:cs typeface="Calibri"/>
              </a:rPr>
              <a:t>node</a:t>
            </a:r>
            <a:r>
              <a:rPr sz="2400" b="1" spc="-120" dirty="0">
                <a:latin typeface="Times New Roman"/>
                <a:cs typeface="Times New Roman"/>
              </a:rPr>
              <a:t> </a:t>
            </a:r>
            <a:r>
              <a:rPr sz="2400" b="1" dirty="0">
                <a:latin typeface="Calibri"/>
                <a:cs typeface="Calibri"/>
              </a:rPr>
              <a:t>C</a:t>
            </a:r>
            <a:r>
              <a:rPr sz="2400" b="1" spc="-100" dirty="0">
                <a:latin typeface="Times New Roman"/>
                <a:cs typeface="Times New Roman"/>
              </a:rPr>
              <a:t> </a:t>
            </a:r>
            <a:r>
              <a:rPr sz="2400" b="1" dirty="0">
                <a:latin typeface="Calibri"/>
                <a:cs typeface="Calibri"/>
              </a:rPr>
              <a:t>=</a:t>
            </a:r>
            <a:r>
              <a:rPr sz="2400" b="1" spc="-100" dirty="0">
                <a:latin typeface="Times New Roman"/>
                <a:cs typeface="Times New Roman"/>
              </a:rPr>
              <a:t> </a:t>
            </a:r>
            <a:r>
              <a:rPr sz="2400" b="1" spc="-13" dirty="0">
                <a:latin typeface="Calibri"/>
                <a:cs typeface="Calibri"/>
              </a:rPr>
              <a:t>1</a:t>
            </a:r>
            <a:endParaRPr sz="2400">
              <a:latin typeface="Calibri"/>
              <a:cs typeface="Calibri"/>
            </a:endParaRPr>
          </a:p>
          <a:p>
            <a:pPr marL="581645" indent="-458882">
              <a:spcBef>
                <a:spcPts val="20"/>
              </a:spcBef>
              <a:buFont typeface="Calibri"/>
              <a:buAutoNum type="arabicPeriod"/>
              <a:tabLst>
                <a:tab pos="582492" algn="l"/>
              </a:tabLst>
              <a:defRPr/>
            </a:pPr>
            <a:r>
              <a:rPr sz="2400" b="1" dirty="0">
                <a:latin typeface="Calibri"/>
                <a:cs typeface="Calibri"/>
              </a:rPr>
              <a:t>De</a:t>
            </a:r>
            <a:r>
              <a:rPr sz="2400" b="1" spc="-13" dirty="0">
                <a:latin typeface="Calibri"/>
                <a:cs typeface="Calibri"/>
              </a:rPr>
              <a:t>p</a:t>
            </a:r>
            <a:r>
              <a:rPr sz="2400" b="1" spc="-33" dirty="0">
                <a:latin typeface="Calibri"/>
                <a:cs typeface="Calibri"/>
              </a:rPr>
              <a:t>t</a:t>
            </a:r>
            <a:r>
              <a:rPr sz="2400" b="1" spc="-13" dirty="0">
                <a:latin typeface="Calibri"/>
                <a:cs typeface="Calibri"/>
              </a:rPr>
              <a:t>h</a:t>
            </a:r>
            <a:r>
              <a:rPr sz="2400" b="1" spc="7" dirty="0">
                <a:latin typeface="Times New Roman"/>
                <a:cs typeface="Times New Roman"/>
              </a:rPr>
              <a:t> </a:t>
            </a:r>
            <a:r>
              <a:rPr sz="2400" b="1" dirty="0">
                <a:latin typeface="Calibri"/>
                <a:cs typeface="Calibri"/>
              </a:rPr>
              <a:t>of</a:t>
            </a:r>
            <a:r>
              <a:rPr sz="2400" b="1" spc="-80" dirty="0">
                <a:latin typeface="Times New Roman"/>
                <a:cs typeface="Times New Roman"/>
              </a:rPr>
              <a:t> </a:t>
            </a:r>
            <a:r>
              <a:rPr sz="2400" b="1" spc="-13" dirty="0">
                <a:latin typeface="Calibri"/>
                <a:cs typeface="Calibri"/>
              </a:rPr>
              <a:t>node</a:t>
            </a:r>
            <a:r>
              <a:rPr sz="2400" b="1" spc="-133" dirty="0">
                <a:latin typeface="Times New Roman"/>
                <a:cs typeface="Times New Roman"/>
              </a:rPr>
              <a:t> </a:t>
            </a:r>
            <a:r>
              <a:rPr sz="2400" b="1" dirty="0">
                <a:latin typeface="Calibri"/>
                <a:cs typeface="Calibri"/>
              </a:rPr>
              <a:t>D</a:t>
            </a:r>
            <a:r>
              <a:rPr sz="2400" b="1" spc="-113" dirty="0">
                <a:latin typeface="Times New Roman"/>
                <a:cs typeface="Times New Roman"/>
              </a:rPr>
              <a:t> </a:t>
            </a:r>
            <a:r>
              <a:rPr sz="2400" b="1" dirty="0">
                <a:latin typeface="Calibri"/>
                <a:cs typeface="Calibri"/>
              </a:rPr>
              <a:t>=</a:t>
            </a:r>
            <a:r>
              <a:rPr sz="2400" b="1" spc="-7" dirty="0">
                <a:latin typeface="Times New Roman"/>
                <a:cs typeface="Times New Roman"/>
              </a:rPr>
              <a:t> </a:t>
            </a:r>
            <a:r>
              <a:rPr sz="2400" b="1" spc="-13" dirty="0">
                <a:latin typeface="Calibri"/>
                <a:cs typeface="Calibri"/>
              </a:rPr>
              <a:t>2</a:t>
            </a:r>
            <a:endParaRPr sz="2400">
              <a:latin typeface="Calibri"/>
              <a:cs typeface="Calibri"/>
            </a:endParaRPr>
          </a:p>
          <a:p>
            <a:pPr marL="581645" indent="-458882">
              <a:lnSpc>
                <a:spcPts val="2867"/>
              </a:lnSpc>
              <a:buFont typeface="Calibri"/>
              <a:buAutoNum type="arabicPeriod"/>
              <a:tabLst>
                <a:tab pos="582492" algn="l"/>
              </a:tabLst>
              <a:defRPr/>
            </a:pPr>
            <a:r>
              <a:rPr sz="2400" b="1" dirty="0">
                <a:latin typeface="Calibri"/>
                <a:cs typeface="Calibri"/>
              </a:rPr>
              <a:t>De</a:t>
            </a:r>
            <a:r>
              <a:rPr sz="2400" b="1" spc="-13" dirty="0">
                <a:latin typeface="Calibri"/>
                <a:cs typeface="Calibri"/>
              </a:rPr>
              <a:t>p</a:t>
            </a:r>
            <a:r>
              <a:rPr sz="2400" b="1" spc="-33" dirty="0">
                <a:latin typeface="Calibri"/>
                <a:cs typeface="Calibri"/>
              </a:rPr>
              <a:t>t</a:t>
            </a:r>
            <a:r>
              <a:rPr sz="2400" b="1" spc="-13" dirty="0">
                <a:latin typeface="Calibri"/>
                <a:cs typeface="Calibri"/>
              </a:rPr>
              <a:t>h</a:t>
            </a:r>
            <a:r>
              <a:rPr sz="2400" b="1" spc="7" dirty="0">
                <a:latin typeface="Times New Roman"/>
                <a:cs typeface="Times New Roman"/>
              </a:rPr>
              <a:t> </a:t>
            </a:r>
            <a:r>
              <a:rPr sz="2400" b="1" dirty="0">
                <a:latin typeface="Calibri"/>
                <a:cs typeface="Calibri"/>
              </a:rPr>
              <a:t>of</a:t>
            </a:r>
            <a:r>
              <a:rPr sz="2400" b="1" spc="-80" dirty="0">
                <a:latin typeface="Times New Roman"/>
                <a:cs typeface="Times New Roman"/>
              </a:rPr>
              <a:t> </a:t>
            </a:r>
            <a:r>
              <a:rPr sz="2400" b="1" spc="-13" dirty="0">
                <a:latin typeface="Calibri"/>
                <a:cs typeface="Calibri"/>
              </a:rPr>
              <a:t>node</a:t>
            </a:r>
            <a:r>
              <a:rPr sz="2400" b="1" spc="-120" dirty="0">
                <a:latin typeface="Times New Roman"/>
                <a:cs typeface="Times New Roman"/>
              </a:rPr>
              <a:t> </a:t>
            </a:r>
            <a:r>
              <a:rPr sz="2400" b="1" spc="-13" dirty="0">
                <a:latin typeface="Calibri"/>
                <a:cs typeface="Calibri"/>
              </a:rPr>
              <a:t>E</a:t>
            </a:r>
            <a:r>
              <a:rPr sz="2400" b="1" spc="-107" dirty="0">
                <a:latin typeface="Times New Roman"/>
                <a:cs typeface="Times New Roman"/>
              </a:rPr>
              <a:t> </a:t>
            </a:r>
            <a:r>
              <a:rPr sz="2400" b="1" dirty="0">
                <a:latin typeface="Calibri"/>
                <a:cs typeface="Calibri"/>
              </a:rPr>
              <a:t>=</a:t>
            </a:r>
            <a:r>
              <a:rPr sz="2400" b="1" spc="-100" dirty="0">
                <a:latin typeface="Times New Roman"/>
                <a:cs typeface="Times New Roman"/>
              </a:rPr>
              <a:t> </a:t>
            </a:r>
            <a:r>
              <a:rPr sz="2400" b="1" spc="-13" dirty="0">
                <a:latin typeface="Calibri"/>
                <a:cs typeface="Calibri"/>
              </a:rPr>
              <a:t>2</a:t>
            </a:r>
            <a:endParaRPr sz="2400">
              <a:latin typeface="Calibri"/>
              <a:cs typeface="Calibri"/>
            </a:endParaRPr>
          </a:p>
          <a:p>
            <a:pPr marL="581645" indent="-458882">
              <a:lnSpc>
                <a:spcPts val="2867"/>
              </a:lnSpc>
              <a:buFont typeface="Calibri"/>
              <a:buAutoNum type="arabicPeriod"/>
              <a:tabLst>
                <a:tab pos="582492" algn="l"/>
              </a:tabLst>
              <a:defRPr/>
            </a:pPr>
            <a:r>
              <a:rPr sz="2400" b="1" dirty="0">
                <a:latin typeface="Calibri"/>
                <a:cs typeface="Calibri"/>
              </a:rPr>
              <a:t>De</a:t>
            </a:r>
            <a:r>
              <a:rPr sz="2400" b="1" spc="-13" dirty="0">
                <a:latin typeface="Calibri"/>
                <a:cs typeface="Calibri"/>
              </a:rPr>
              <a:t>p</a:t>
            </a:r>
            <a:r>
              <a:rPr sz="2400" b="1" spc="-33" dirty="0">
                <a:latin typeface="Calibri"/>
                <a:cs typeface="Calibri"/>
              </a:rPr>
              <a:t>t</a:t>
            </a:r>
            <a:r>
              <a:rPr sz="2400" b="1" spc="-13" dirty="0">
                <a:latin typeface="Calibri"/>
                <a:cs typeface="Calibri"/>
              </a:rPr>
              <a:t>h</a:t>
            </a:r>
            <a:r>
              <a:rPr sz="2400" b="1" spc="27" dirty="0">
                <a:latin typeface="Times New Roman"/>
                <a:cs typeface="Times New Roman"/>
              </a:rPr>
              <a:t> </a:t>
            </a:r>
            <a:r>
              <a:rPr sz="2400" b="1" dirty="0">
                <a:latin typeface="Calibri"/>
                <a:cs typeface="Calibri"/>
              </a:rPr>
              <a:t>of</a:t>
            </a:r>
            <a:r>
              <a:rPr sz="2400" b="1" spc="-67" dirty="0">
                <a:latin typeface="Times New Roman"/>
                <a:cs typeface="Times New Roman"/>
              </a:rPr>
              <a:t> </a:t>
            </a:r>
            <a:r>
              <a:rPr sz="2400" b="1" spc="-27" dirty="0">
                <a:latin typeface="Calibri"/>
                <a:cs typeface="Calibri"/>
              </a:rPr>
              <a:t>n</a:t>
            </a:r>
            <a:r>
              <a:rPr sz="2400" b="1" spc="-13" dirty="0">
                <a:latin typeface="Calibri"/>
                <a:cs typeface="Calibri"/>
              </a:rPr>
              <a:t>ode</a:t>
            </a:r>
            <a:r>
              <a:rPr sz="2400" b="1" spc="-120" dirty="0">
                <a:latin typeface="Times New Roman"/>
                <a:cs typeface="Times New Roman"/>
              </a:rPr>
              <a:t> </a:t>
            </a:r>
            <a:r>
              <a:rPr sz="2400" b="1" spc="-13" dirty="0">
                <a:latin typeface="Calibri"/>
                <a:cs typeface="Calibri"/>
              </a:rPr>
              <a:t>F</a:t>
            </a:r>
            <a:r>
              <a:rPr sz="2400" b="1" spc="-120" dirty="0">
                <a:latin typeface="Times New Roman"/>
                <a:cs typeface="Times New Roman"/>
              </a:rPr>
              <a:t> </a:t>
            </a:r>
            <a:r>
              <a:rPr sz="2400" b="1" dirty="0">
                <a:latin typeface="Calibri"/>
                <a:cs typeface="Calibri"/>
              </a:rPr>
              <a:t>=</a:t>
            </a:r>
            <a:r>
              <a:rPr sz="2400" b="1" spc="-7" dirty="0">
                <a:latin typeface="Times New Roman"/>
                <a:cs typeface="Times New Roman"/>
              </a:rPr>
              <a:t> </a:t>
            </a:r>
            <a:r>
              <a:rPr sz="2400" b="1" spc="-13" dirty="0">
                <a:latin typeface="Calibri"/>
                <a:cs typeface="Calibri"/>
              </a:rPr>
              <a:t>2</a:t>
            </a:r>
            <a:endParaRPr sz="2400">
              <a:latin typeface="Calibri"/>
              <a:cs typeface="Calibri"/>
            </a:endParaRPr>
          </a:p>
          <a:p>
            <a:pPr marL="581645" indent="-458882">
              <a:spcBef>
                <a:spcPts val="13"/>
              </a:spcBef>
              <a:buFont typeface="Calibri"/>
              <a:buAutoNum type="arabicPeriod"/>
              <a:tabLst>
                <a:tab pos="582492" algn="l"/>
              </a:tabLst>
              <a:defRPr/>
            </a:pPr>
            <a:r>
              <a:rPr sz="2400" b="1" dirty="0">
                <a:latin typeface="Calibri"/>
                <a:cs typeface="Calibri"/>
              </a:rPr>
              <a:t>De</a:t>
            </a:r>
            <a:r>
              <a:rPr sz="2400" b="1" spc="-13" dirty="0">
                <a:latin typeface="Calibri"/>
                <a:cs typeface="Calibri"/>
              </a:rPr>
              <a:t>p</a:t>
            </a:r>
            <a:r>
              <a:rPr sz="2400" b="1" spc="-33" dirty="0">
                <a:latin typeface="Calibri"/>
                <a:cs typeface="Calibri"/>
              </a:rPr>
              <a:t>t</a:t>
            </a:r>
            <a:r>
              <a:rPr sz="2400" b="1" spc="-13" dirty="0">
                <a:latin typeface="Calibri"/>
                <a:cs typeface="Calibri"/>
              </a:rPr>
              <a:t>h</a:t>
            </a:r>
            <a:r>
              <a:rPr sz="2400" b="1" spc="7" dirty="0">
                <a:latin typeface="Times New Roman"/>
                <a:cs typeface="Times New Roman"/>
              </a:rPr>
              <a:t> </a:t>
            </a:r>
            <a:r>
              <a:rPr sz="2400" b="1" dirty="0">
                <a:latin typeface="Calibri"/>
                <a:cs typeface="Calibri"/>
              </a:rPr>
              <a:t>of</a:t>
            </a:r>
            <a:r>
              <a:rPr sz="2400" b="1" spc="-80" dirty="0">
                <a:latin typeface="Times New Roman"/>
                <a:cs typeface="Times New Roman"/>
              </a:rPr>
              <a:t> </a:t>
            </a:r>
            <a:r>
              <a:rPr sz="2400" b="1" spc="-13" dirty="0">
                <a:latin typeface="Calibri"/>
                <a:cs typeface="Calibri"/>
              </a:rPr>
              <a:t>node</a:t>
            </a:r>
            <a:r>
              <a:rPr sz="2400" b="1" spc="-133" dirty="0">
                <a:latin typeface="Times New Roman"/>
                <a:cs typeface="Times New Roman"/>
              </a:rPr>
              <a:t> </a:t>
            </a:r>
            <a:r>
              <a:rPr sz="2400" b="1" dirty="0">
                <a:latin typeface="Calibri"/>
                <a:cs typeface="Calibri"/>
              </a:rPr>
              <a:t>G</a:t>
            </a:r>
            <a:r>
              <a:rPr sz="2400" b="1" spc="-133" dirty="0">
                <a:latin typeface="Times New Roman"/>
                <a:cs typeface="Times New Roman"/>
              </a:rPr>
              <a:t> </a:t>
            </a:r>
            <a:r>
              <a:rPr sz="2400" b="1" dirty="0">
                <a:latin typeface="Calibri"/>
                <a:cs typeface="Calibri"/>
              </a:rPr>
              <a:t>=</a:t>
            </a:r>
            <a:r>
              <a:rPr sz="2400" b="1" spc="-7" dirty="0">
                <a:latin typeface="Times New Roman"/>
                <a:cs typeface="Times New Roman"/>
              </a:rPr>
              <a:t> </a:t>
            </a:r>
            <a:r>
              <a:rPr sz="2400" b="1" spc="-13" dirty="0">
                <a:latin typeface="Calibri"/>
                <a:cs typeface="Calibri"/>
              </a:rPr>
              <a:t>2</a:t>
            </a:r>
            <a:endParaRPr sz="2400">
              <a:latin typeface="Calibri"/>
              <a:cs typeface="Calibri"/>
            </a:endParaRPr>
          </a:p>
          <a:p>
            <a:pPr marL="581645" indent="-458882">
              <a:spcBef>
                <a:spcPts val="20"/>
              </a:spcBef>
              <a:buFont typeface="Calibri"/>
              <a:buAutoNum type="arabicPeriod"/>
              <a:tabLst>
                <a:tab pos="582492" algn="l"/>
              </a:tabLst>
              <a:defRPr/>
            </a:pPr>
            <a:r>
              <a:rPr sz="2400" b="1" dirty="0">
                <a:latin typeface="Calibri"/>
                <a:cs typeface="Calibri"/>
              </a:rPr>
              <a:t>De</a:t>
            </a:r>
            <a:r>
              <a:rPr sz="2400" b="1" spc="-13" dirty="0">
                <a:latin typeface="Calibri"/>
                <a:cs typeface="Calibri"/>
              </a:rPr>
              <a:t>p</a:t>
            </a:r>
            <a:r>
              <a:rPr sz="2400" b="1" spc="-33" dirty="0">
                <a:latin typeface="Calibri"/>
                <a:cs typeface="Calibri"/>
              </a:rPr>
              <a:t>t</a:t>
            </a:r>
            <a:r>
              <a:rPr sz="2400" b="1" spc="-13" dirty="0">
                <a:latin typeface="Calibri"/>
                <a:cs typeface="Calibri"/>
              </a:rPr>
              <a:t>h</a:t>
            </a:r>
            <a:r>
              <a:rPr sz="2400" b="1" spc="7" dirty="0">
                <a:latin typeface="Times New Roman"/>
                <a:cs typeface="Times New Roman"/>
              </a:rPr>
              <a:t> </a:t>
            </a:r>
            <a:r>
              <a:rPr sz="2400" b="1" dirty="0">
                <a:latin typeface="Calibri"/>
                <a:cs typeface="Calibri"/>
              </a:rPr>
              <a:t>of</a:t>
            </a:r>
            <a:r>
              <a:rPr sz="2400" b="1" spc="-80" dirty="0">
                <a:latin typeface="Times New Roman"/>
                <a:cs typeface="Times New Roman"/>
              </a:rPr>
              <a:t> </a:t>
            </a:r>
            <a:r>
              <a:rPr sz="2400" b="1" spc="-13" dirty="0">
                <a:latin typeface="Calibri"/>
                <a:cs typeface="Calibri"/>
              </a:rPr>
              <a:t>node</a:t>
            </a:r>
            <a:r>
              <a:rPr sz="2400" b="1" spc="-133" dirty="0">
                <a:latin typeface="Times New Roman"/>
                <a:cs typeface="Times New Roman"/>
              </a:rPr>
              <a:t> </a:t>
            </a:r>
            <a:r>
              <a:rPr sz="2400" b="1" spc="-20" dirty="0">
                <a:latin typeface="Calibri"/>
                <a:cs typeface="Calibri"/>
              </a:rPr>
              <a:t>H</a:t>
            </a:r>
            <a:r>
              <a:rPr sz="2400" b="1" spc="-120" dirty="0">
                <a:latin typeface="Times New Roman"/>
                <a:cs typeface="Times New Roman"/>
              </a:rPr>
              <a:t> </a:t>
            </a:r>
            <a:r>
              <a:rPr sz="2400" b="1" dirty="0">
                <a:latin typeface="Calibri"/>
                <a:cs typeface="Calibri"/>
              </a:rPr>
              <a:t>=</a:t>
            </a:r>
            <a:r>
              <a:rPr sz="2400" b="1" spc="-7" dirty="0">
                <a:latin typeface="Times New Roman"/>
                <a:cs typeface="Times New Roman"/>
              </a:rPr>
              <a:t> </a:t>
            </a:r>
            <a:r>
              <a:rPr sz="2400" b="1" spc="-13" dirty="0">
                <a:latin typeface="Calibri"/>
                <a:cs typeface="Calibri"/>
              </a:rPr>
              <a:t>2</a:t>
            </a:r>
            <a:endParaRPr sz="2400">
              <a:latin typeface="Calibri"/>
              <a:cs typeface="Calibri"/>
            </a:endParaRPr>
          </a:p>
          <a:p>
            <a:pPr marL="581645" indent="-458882">
              <a:spcBef>
                <a:spcPts val="27"/>
              </a:spcBef>
              <a:buFont typeface="Calibri"/>
              <a:buAutoNum type="arabicPeriod"/>
              <a:tabLst>
                <a:tab pos="582492" algn="l"/>
              </a:tabLst>
              <a:defRPr/>
            </a:pPr>
            <a:r>
              <a:rPr sz="2400" b="1" dirty="0">
                <a:latin typeface="Calibri"/>
                <a:cs typeface="Calibri"/>
              </a:rPr>
              <a:t>De</a:t>
            </a:r>
            <a:r>
              <a:rPr sz="2400" b="1" spc="-13" dirty="0">
                <a:latin typeface="Calibri"/>
                <a:cs typeface="Calibri"/>
              </a:rPr>
              <a:t>p</a:t>
            </a:r>
            <a:r>
              <a:rPr sz="2400" b="1" spc="-33" dirty="0">
                <a:latin typeface="Calibri"/>
                <a:cs typeface="Calibri"/>
              </a:rPr>
              <a:t>t</a:t>
            </a:r>
            <a:r>
              <a:rPr sz="2400" b="1" spc="-13" dirty="0">
                <a:latin typeface="Calibri"/>
                <a:cs typeface="Calibri"/>
              </a:rPr>
              <a:t>h</a:t>
            </a:r>
            <a:r>
              <a:rPr sz="2400" b="1" spc="7" dirty="0">
                <a:latin typeface="Times New Roman"/>
                <a:cs typeface="Times New Roman"/>
              </a:rPr>
              <a:t> </a:t>
            </a:r>
            <a:r>
              <a:rPr sz="2400" b="1" dirty="0">
                <a:latin typeface="Calibri"/>
                <a:cs typeface="Calibri"/>
              </a:rPr>
              <a:t>of</a:t>
            </a:r>
            <a:r>
              <a:rPr sz="2400" b="1" spc="-80" dirty="0">
                <a:latin typeface="Times New Roman"/>
                <a:cs typeface="Times New Roman"/>
              </a:rPr>
              <a:t> </a:t>
            </a:r>
            <a:r>
              <a:rPr sz="2400" b="1" spc="-13" dirty="0">
                <a:latin typeface="Calibri"/>
                <a:cs typeface="Calibri"/>
              </a:rPr>
              <a:t>node</a:t>
            </a:r>
            <a:r>
              <a:rPr sz="2400" b="1" spc="-120" dirty="0">
                <a:latin typeface="Times New Roman"/>
                <a:cs typeface="Times New Roman"/>
              </a:rPr>
              <a:t> </a:t>
            </a:r>
            <a:r>
              <a:rPr sz="2400" b="1" spc="-7" dirty="0">
                <a:latin typeface="Calibri"/>
                <a:cs typeface="Calibri"/>
              </a:rPr>
              <a:t>I</a:t>
            </a:r>
            <a:r>
              <a:rPr sz="2400" b="1" spc="-173" dirty="0">
                <a:latin typeface="Times New Roman"/>
                <a:cs typeface="Times New Roman"/>
              </a:rPr>
              <a:t> </a:t>
            </a:r>
            <a:r>
              <a:rPr sz="2400" b="1" dirty="0">
                <a:latin typeface="Calibri"/>
                <a:cs typeface="Calibri"/>
              </a:rPr>
              <a:t>=</a:t>
            </a:r>
            <a:r>
              <a:rPr sz="2400" b="1" spc="-7" dirty="0">
                <a:latin typeface="Times New Roman"/>
                <a:cs typeface="Times New Roman"/>
              </a:rPr>
              <a:t> </a:t>
            </a:r>
            <a:r>
              <a:rPr sz="2400" b="1" spc="-13" dirty="0">
                <a:latin typeface="Calibri"/>
                <a:cs typeface="Calibri"/>
              </a:rPr>
              <a:t>3</a:t>
            </a:r>
            <a:endParaRPr sz="2400">
              <a:latin typeface="Calibri"/>
              <a:cs typeface="Calibri"/>
            </a:endParaRPr>
          </a:p>
          <a:p>
            <a:pPr marL="581645" indent="-458882">
              <a:lnSpc>
                <a:spcPts val="2873"/>
              </a:lnSpc>
              <a:buFont typeface="Calibri"/>
              <a:buAutoNum type="arabicPeriod"/>
              <a:tabLst>
                <a:tab pos="582492" algn="l"/>
              </a:tabLst>
              <a:defRPr/>
            </a:pPr>
            <a:r>
              <a:rPr sz="2400" b="1" dirty="0">
                <a:latin typeface="Calibri"/>
                <a:cs typeface="Calibri"/>
              </a:rPr>
              <a:t>De</a:t>
            </a:r>
            <a:r>
              <a:rPr sz="2400" b="1" spc="-13" dirty="0">
                <a:latin typeface="Calibri"/>
                <a:cs typeface="Calibri"/>
              </a:rPr>
              <a:t>p</a:t>
            </a:r>
            <a:r>
              <a:rPr sz="2400" b="1" spc="-33" dirty="0">
                <a:latin typeface="Calibri"/>
                <a:cs typeface="Calibri"/>
              </a:rPr>
              <a:t>t</a:t>
            </a:r>
            <a:r>
              <a:rPr sz="2400" b="1" spc="-13" dirty="0">
                <a:latin typeface="Calibri"/>
                <a:cs typeface="Calibri"/>
              </a:rPr>
              <a:t>h</a:t>
            </a:r>
            <a:r>
              <a:rPr sz="2400" b="1" spc="7" dirty="0">
                <a:latin typeface="Times New Roman"/>
                <a:cs typeface="Times New Roman"/>
              </a:rPr>
              <a:t> </a:t>
            </a:r>
            <a:r>
              <a:rPr sz="2400" b="1" dirty="0">
                <a:latin typeface="Calibri"/>
                <a:cs typeface="Calibri"/>
              </a:rPr>
              <a:t>of</a:t>
            </a:r>
            <a:r>
              <a:rPr sz="2400" b="1" spc="-80" dirty="0">
                <a:latin typeface="Times New Roman"/>
                <a:cs typeface="Times New Roman"/>
              </a:rPr>
              <a:t> </a:t>
            </a:r>
            <a:r>
              <a:rPr sz="2400" b="1" spc="-13" dirty="0">
                <a:latin typeface="Calibri"/>
                <a:cs typeface="Calibri"/>
              </a:rPr>
              <a:t>node</a:t>
            </a:r>
            <a:r>
              <a:rPr sz="2400" b="1" spc="-120" dirty="0">
                <a:latin typeface="Times New Roman"/>
                <a:cs typeface="Times New Roman"/>
              </a:rPr>
              <a:t> </a:t>
            </a:r>
            <a:r>
              <a:rPr sz="2400" b="1" dirty="0">
                <a:latin typeface="Calibri"/>
                <a:cs typeface="Calibri"/>
              </a:rPr>
              <a:t>J</a:t>
            </a:r>
            <a:r>
              <a:rPr sz="2400" b="1" spc="-120" dirty="0">
                <a:latin typeface="Times New Roman"/>
                <a:cs typeface="Times New Roman"/>
              </a:rPr>
              <a:t> </a:t>
            </a:r>
            <a:r>
              <a:rPr sz="2400" b="1" dirty="0">
                <a:latin typeface="Calibri"/>
                <a:cs typeface="Calibri"/>
              </a:rPr>
              <a:t>=</a:t>
            </a:r>
            <a:r>
              <a:rPr sz="2400" b="1" spc="-7" dirty="0">
                <a:latin typeface="Times New Roman"/>
                <a:cs typeface="Times New Roman"/>
              </a:rPr>
              <a:t> </a:t>
            </a:r>
            <a:r>
              <a:rPr sz="2400" b="1" spc="-13" dirty="0">
                <a:latin typeface="Calibri"/>
                <a:cs typeface="Calibri"/>
              </a:rPr>
              <a:t>3</a:t>
            </a:r>
            <a:endParaRPr sz="2400">
              <a:latin typeface="Calibri"/>
              <a:cs typeface="Calibri"/>
            </a:endParaRPr>
          </a:p>
          <a:p>
            <a:pPr marL="581645" indent="-458882">
              <a:lnSpc>
                <a:spcPts val="2873"/>
              </a:lnSpc>
              <a:buFont typeface="Calibri"/>
              <a:buAutoNum type="arabicPeriod"/>
              <a:tabLst>
                <a:tab pos="582492" algn="l"/>
              </a:tabLst>
              <a:defRPr/>
            </a:pPr>
            <a:r>
              <a:rPr sz="2400" b="1" dirty="0">
                <a:latin typeface="Calibri"/>
                <a:cs typeface="Calibri"/>
              </a:rPr>
              <a:t>De</a:t>
            </a:r>
            <a:r>
              <a:rPr sz="2400" b="1" spc="-13" dirty="0">
                <a:latin typeface="Calibri"/>
                <a:cs typeface="Calibri"/>
              </a:rPr>
              <a:t>p</a:t>
            </a:r>
            <a:r>
              <a:rPr sz="2400" b="1" spc="-33" dirty="0">
                <a:latin typeface="Calibri"/>
                <a:cs typeface="Calibri"/>
              </a:rPr>
              <a:t>t</a:t>
            </a:r>
            <a:r>
              <a:rPr sz="2400" b="1" spc="-13" dirty="0">
                <a:latin typeface="Calibri"/>
                <a:cs typeface="Calibri"/>
              </a:rPr>
              <a:t>h</a:t>
            </a:r>
            <a:r>
              <a:rPr sz="2400" b="1" spc="7" dirty="0">
                <a:latin typeface="Times New Roman"/>
                <a:cs typeface="Times New Roman"/>
              </a:rPr>
              <a:t> </a:t>
            </a:r>
            <a:r>
              <a:rPr sz="2400" b="1" dirty="0">
                <a:latin typeface="Calibri"/>
                <a:cs typeface="Calibri"/>
              </a:rPr>
              <a:t>of</a:t>
            </a:r>
            <a:r>
              <a:rPr sz="2400" b="1" spc="-80" dirty="0">
                <a:latin typeface="Times New Roman"/>
                <a:cs typeface="Times New Roman"/>
              </a:rPr>
              <a:t> </a:t>
            </a:r>
            <a:r>
              <a:rPr sz="2400" b="1" spc="-13" dirty="0">
                <a:latin typeface="Calibri"/>
                <a:cs typeface="Calibri"/>
              </a:rPr>
              <a:t>node</a:t>
            </a:r>
            <a:r>
              <a:rPr sz="2400" b="1" spc="-120" dirty="0">
                <a:latin typeface="Times New Roman"/>
                <a:cs typeface="Times New Roman"/>
              </a:rPr>
              <a:t> </a:t>
            </a:r>
            <a:r>
              <a:rPr sz="2400" b="1" spc="-13" dirty="0">
                <a:latin typeface="Calibri"/>
                <a:cs typeface="Calibri"/>
              </a:rPr>
              <a:t>K</a:t>
            </a:r>
            <a:r>
              <a:rPr sz="2400" b="1" spc="-140" dirty="0">
                <a:latin typeface="Times New Roman"/>
                <a:cs typeface="Times New Roman"/>
              </a:rPr>
              <a:t> </a:t>
            </a:r>
            <a:r>
              <a:rPr sz="2400" b="1" dirty="0">
                <a:latin typeface="Calibri"/>
                <a:cs typeface="Calibri"/>
              </a:rPr>
              <a:t>=</a:t>
            </a:r>
            <a:r>
              <a:rPr sz="2400" b="1" spc="-7" dirty="0">
                <a:latin typeface="Times New Roman"/>
                <a:cs typeface="Times New Roman"/>
              </a:rPr>
              <a:t> </a:t>
            </a:r>
            <a:r>
              <a:rPr sz="2400" b="1" spc="-13" dirty="0">
                <a:latin typeface="Calibri"/>
                <a:cs typeface="Calibri"/>
              </a:rPr>
              <a:t>3</a:t>
            </a:r>
            <a:endParaRPr sz="2400">
              <a:latin typeface="Calibri"/>
              <a:cs typeface="Calibri"/>
            </a:endParaRPr>
          </a:p>
        </p:txBody>
      </p:sp>
      <p:sp>
        <p:nvSpPr>
          <p:cNvPr id="12" name="object 12">
            <a:extLst>
              <a:ext uri="{FF2B5EF4-FFF2-40B4-BE49-F238E27FC236}">
                <a16:creationId xmlns:a16="http://schemas.microsoft.com/office/drawing/2014/main" id="{25F5C8C9-78D9-8F62-14EC-BFFC8CED23D4}"/>
              </a:ext>
            </a:extLst>
          </p:cNvPr>
          <p:cNvSpPr txBox="1"/>
          <p:nvPr/>
        </p:nvSpPr>
        <p:spPr>
          <a:xfrm>
            <a:off x="7924800" y="366184"/>
            <a:ext cx="3860800" cy="369332"/>
          </a:xfrm>
          <a:prstGeom prst="rect">
            <a:avLst/>
          </a:prstGeom>
          <a:ln w="9535">
            <a:solidFill>
              <a:srgbClr val="000000"/>
            </a:solidFill>
          </a:ln>
        </p:spPr>
        <p:txBody>
          <a:bodyPr lIns="0" tIns="0" rIns="0" bIns="0">
            <a:spAutoFit/>
          </a:bodyPr>
          <a:lstStyle/>
          <a:p>
            <a:pPr marL="557093">
              <a:defRPr/>
            </a:pPr>
            <a:r>
              <a:rPr sz="2400" b="1" spc="-20" dirty="0">
                <a:solidFill>
                  <a:srgbClr val="FF0000"/>
                </a:solidFill>
                <a:latin typeface="Calibri"/>
                <a:cs typeface="Calibri"/>
              </a:rPr>
              <a:t>TE</a:t>
            </a:r>
            <a:r>
              <a:rPr sz="2400" b="1" spc="-27" dirty="0">
                <a:solidFill>
                  <a:srgbClr val="FF0000"/>
                </a:solidFill>
                <a:latin typeface="Calibri"/>
                <a:cs typeface="Calibri"/>
              </a:rPr>
              <a:t>L</a:t>
            </a:r>
            <a:r>
              <a:rPr sz="2400" b="1" spc="-13" dirty="0">
                <a:solidFill>
                  <a:srgbClr val="FF0000"/>
                </a:solidFill>
                <a:latin typeface="Calibri"/>
                <a:cs typeface="Calibri"/>
              </a:rPr>
              <a:t>L</a:t>
            </a:r>
            <a:r>
              <a:rPr sz="2400" b="1" spc="-140" dirty="0">
                <a:solidFill>
                  <a:srgbClr val="FF0000"/>
                </a:solidFill>
                <a:latin typeface="Times New Roman"/>
                <a:cs typeface="Times New Roman"/>
              </a:rPr>
              <a:t> </a:t>
            </a:r>
            <a:r>
              <a:rPr sz="2400" b="1" spc="-33" dirty="0">
                <a:solidFill>
                  <a:srgbClr val="FF0000"/>
                </a:solidFill>
                <a:latin typeface="Calibri"/>
                <a:cs typeface="Calibri"/>
              </a:rPr>
              <a:t>M</a:t>
            </a:r>
            <a:r>
              <a:rPr sz="2400" b="1" spc="-13" dirty="0">
                <a:solidFill>
                  <a:srgbClr val="FF0000"/>
                </a:solidFill>
                <a:latin typeface="Calibri"/>
                <a:cs typeface="Calibri"/>
              </a:rPr>
              <a:t>E</a:t>
            </a:r>
            <a:r>
              <a:rPr sz="2400" b="1" spc="-107" dirty="0">
                <a:solidFill>
                  <a:srgbClr val="FF0000"/>
                </a:solidFill>
                <a:latin typeface="Times New Roman"/>
                <a:cs typeface="Times New Roman"/>
              </a:rPr>
              <a:t> </a:t>
            </a:r>
            <a:r>
              <a:rPr sz="2400" b="1" spc="-20" dirty="0">
                <a:solidFill>
                  <a:srgbClr val="FF0000"/>
                </a:solidFill>
                <a:latin typeface="Calibri"/>
                <a:cs typeface="Calibri"/>
              </a:rPr>
              <a:t>YOUR</a:t>
            </a:r>
            <a:r>
              <a:rPr sz="2400" b="1" spc="7" dirty="0">
                <a:solidFill>
                  <a:srgbClr val="FF0000"/>
                </a:solidFill>
                <a:latin typeface="Times New Roman"/>
                <a:cs typeface="Times New Roman"/>
              </a:rPr>
              <a:t> </a:t>
            </a:r>
            <a:r>
              <a:rPr sz="2400" b="1" dirty="0">
                <a:solidFill>
                  <a:srgbClr val="FF0000"/>
                </a:solidFill>
                <a:latin typeface="Calibri"/>
                <a:cs typeface="Calibri"/>
              </a:rPr>
              <a:t>SC</a:t>
            </a:r>
            <a:r>
              <a:rPr sz="2400" b="1" spc="-20" dirty="0">
                <a:solidFill>
                  <a:srgbClr val="FF0000"/>
                </a:solidFill>
                <a:latin typeface="Calibri"/>
                <a:cs typeface="Calibri"/>
              </a:rPr>
              <a:t>O</a:t>
            </a:r>
            <a:r>
              <a:rPr sz="2400" b="1" spc="-33" dirty="0">
                <a:solidFill>
                  <a:srgbClr val="FF0000"/>
                </a:solidFill>
                <a:latin typeface="Calibri"/>
                <a:cs typeface="Calibri"/>
              </a:rPr>
              <a:t>R</a:t>
            </a:r>
            <a:r>
              <a:rPr sz="2400" b="1" spc="-13" dirty="0">
                <a:solidFill>
                  <a:srgbClr val="FF0000"/>
                </a:solidFill>
                <a:latin typeface="Calibri"/>
                <a:cs typeface="Calibri"/>
              </a:rPr>
              <a:t>E</a:t>
            </a:r>
            <a:endParaRPr sz="2400">
              <a:latin typeface="Calibri"/>
              <a:cs typeface="Calibri"/>
            </a:endParaRPr>
          </a:p>
        </p:txBody>
      </p:sp>
      <p:sp>
        <p:nvSpPr>
          <p:cNvPr id="19469" name="object 13">
            <a:extLst>
              <a:ext uri="{FF2B5EF4-FFF2-40B4-BE49-F238E27FC236}">
                <a16:creationId xmlns:a16="http://schemas.microsoft.com/office/drawing/2014/main" id="{04CBB724-680D-5E57-B824-15401BB74E6A}"/>
              </a:ext>
            </a:extLst>
          </p:cNvPr>
          <p:cNvSpPr>
            <a:spLocks noChangeArrowheads="1"/>
          </p:cNvSpPr>
          <p:nvPr/>
        </p:nvSpPr>
        <p:spPr bwMode="auto">
          <a:xfrm>
            <a:off x="948267" y="3445933"/>
            <a:ext cx="4362451" cy="3327400"/>
          </a:xfrm>
          <a:prstGeom prst="rect">
            <a:avLst/>
          </a:pr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sz="24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CC59B-1FF0-6275-D3F9-5516DE218C8C}"/>
              </a:ext>
            </a:extLst>
          </p:cNvPr>
          <p:cNvSpPr>
            <a:spLocks noGrp="1"/>
          </p:cNvSpPr>
          <p:nvPr>
            <p:ph type="title"/>
          </p:nvPr>
        </p:nvSpPr>
        <p:spPr/>
        <p:txBody>
          <a:bodyPr/>
          <a:lstStyle/>
          <a:p>
            <a:br>
              <a:rPr lang="en-US" dirty="0"/>
            </a:br>
            <a:br>
              <a:rPr lang="en-US" dirty="0"/>
            </a:br>
            <a:r>
              <a:rPr lang="en-US" dirty="0"/>
              <a:t>Representation of tree  </a:t>
            </a:r>
            <a:r>
              <a:rPr lang="en-US" sz="2800" spc="-5" dirty="0">
                <a:latin typeface="Times New Roman"/>
                <a:cs typeface="Times New Roman"/>
              </a:rPr>
              <a:t>List</a:t>
            </a:r>
            <a:r>
              <a:rPr lang="en-US" sz="2800" spc="-20" dirty="0">
                <a:latin typeface="Times New Roman"/>
                <a:cs typeface="Times New Roman"/>
              </a:rPr>
              <a:t> </a:t>
            </a:r>
            <a:r>
              <a:rPr lang="en-US" sz="2800" spc="-5" dirty="0">
                <a:latin typeface="Times New Roman"/>
                <a:cs typeface="Times New Roman"/>
              </a:rPr>
              <a:t>representation</a:t>
            </a:r>
            <a:br>
              <a:rPr lang="en-US" sz="2800" dirty="0">
                <a:latin typeface="Times New Roman"/>
                <a:cs typeface="Times New Roman"/>
              </a:rPr>
            </a:br>
            <a:endParaRPr lang="en-US" dirty="0"/>
          </a:p>
        </p:txBody>
      </p:sp>
      <p:pic>
        <p:nvPicPr>
          <p:cNvPr id="6" name="Content Placeholder 5">
            <a:extLst>
              <a:ext uri="{FF2B5EF4-FFF2-40B4-BE49-F238E27FC236}">
                <a16:creationId xmlns:a16="http://schemas.microsoft.com/office/drawing/2014/main" id="{1DB4DF9A-C05A-CEAE-D7A0-262B75D7374E}"/>
              </a:ext>
            </a:extLst>
          </p:cNvPr>
          <p:cNvPicPr>
            <a:picLocks noGrp="1" noChangeAspect="1"/>
          </p:cNvPicPr>
          <p:nvPr>
            <p:ph sz="half" idx="2"/>
          </p:nvPr>
        </p:nvPicPr>
        <p:blipFill>
          <a:blip r:embed="rId2"/>
          <a:stretch>
            <a:fillRect/>
          </a:stretch>
        </p:blipFill>
        <p:spPr>
          <a:xfrm>
            <a:off x="478576" y="1896995"/>
            <a:ext cx="5617424" cy="3200522"/>
          </a:xfrm>
        </p:spPr>
      </p:pic>
      <p:sp>
        <p:nvSpPr>
          <p:cNvPr id="4" name="Content Placeholder 3">
            <a:extLst>
              <a:ext uri="{FF2B5EF4-FFF2-40B4-BE49-F238E27FC236}">
                <a16:creationId xmlns:a16="http://schemas.microsoft.com/office/drawing/2014/main" id="{1D0B92DC-5CC5-71A2-DE39-0C7D6D293DD9}"/>
              </a:ext>
            </a:extLst>
          </p:cNvPr>
          <p:cNvSpPr>
            <a:spLocks noGrp="1"/>
          </p:cNvSpPr>
          <p:nvPr>
            <p:ph sz="half" idx="3"/>
          </p:nvPr>
        </p:nvSpPr>
        <p:spPr/>
        <p:txBody>
          <a:bodyPr/>
          <a:lstStyle/>
          <a:p>
            <a:endParaRPr lang="en-US" dirty="0"/>
          </a:p>
        </p:txBody>
      </p:sp>
    </p:spTree>
    <p:extLst>
      <p:ext uri="{BB962C8B-B14F-4D97-AF65-F5344CB8AC3E}">
        <p14:creationId xmlns:p14="http://schemas.microsoft.com/office/powerpoint/2010/main" val="33011738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CC59B-1FF0-6275-D3F9-5516DE218C8C}"/>
              </a:ext>
            </a:extLst>
          </p:cNvPr>
          <p:cNvSpPr>
            <a:spLocks noGrp="1"/>
          </p:cNvSpPr>
          <p:nvPr>
            <p:ph type="title"/>
          </p:nvPr>
        </p:nvSpPr>
        <p:spPr/>
        <p:txBody>
          <a:bodyPr/>
          <a:lstStyle/>
          <a:p>
            <a:br>
              <a:rPr lang="en-US" dirty="0"/>
            </a:br>
            <a:br>
              <a:rPr lang="en-US" dirty="0"/>
            </a:br>
            <a:r>
              <a:rPr lang="en-US" dirty="0"/>
              <a:t>Representation of tree  </a:t>
            </a:r>
            <a:r>
              <a:rPr lang="en-US" sz="2800" spc="-5" dirty="0">
                <a:latin typeface="Times New Roman"/>
                <a:cs typeface="Times New Roman"/>
              </a:rPr>
              <a:t>List</a:t>
            </a:r>
            <a:r>
              <a:rPr lang="en-US" sz="2800" spc="-20" dirty="0">
                <a:latin typeface="Times New Roman"/>
                <a:cs typeface="Times New Roman"/>
              </a:rPr>
              <a:t> </a:t>
            </a:r>
            <a:r>
              <a:rPr lang="en-US" sz="2800" spc="-5" dirty="0">
                <a:latin typeface="Times New Roman"/>
                <a:cs typeface="Times New Roman"/>
              </a:rPr>
              <a:t>representation</a:t>
            </a:r>
            <a:br>
              <a:rPr lang="en-US" sz="2800" dirty="0">
                <a:latin typeface="Times New Roman"/>
                <a:cs typeface="Times New Roman"/>
              </a:rPr>
            </a:br>
            <a:endParaRPr lang="en-US" dirty="0"/>
          </a:p>
        </p:txBody>
      </p:sp>
      <p:pic>
        <p:nvPicPr>
          <p:cNvPr id="6" name="Content Placeholder 5">
            <a:extLst>
              <a:ext uri="{FF2B5EF4-FFF2-40B4-BE49-F238E27FC236}">
                <a16:creationId xmlns:a16="http://schemas.microsoft.com/office/drawing/2014/main" id="{1DB4DF9A-C05A-CEAE-D7A0-262B75D7374E}"/>
              </a:ext>
            </a:extLst>
          </p:cNvPr>
          <p:cNvPicPr>
            <a:picLocks noGrp="1" noChangeAspect="1"/>
          </p:cNvPicPr>
          <p:nvPr>
            <p:ph sz="half" idx="2"/>
          </p:nvPr>
        </p:nvPicPr>
        <p:blipFill>
          <a:blip r:embed="rId2"/>
          <a:stretch>
            <a:fillRect/>
          </a:stretch>
        </p:blipFill>
        <p:spPr>
          <a:xfrm>
            <a:off x="478576" y="1896995"/>
            <a:ext cx="5617424" cy="3200522"/>
          </a:xfrm>
        </p:spPr>
      </p:pic>
      <p:pic>
        <p:nvPicPr>
          <p:cNvPr id="5" name="Content Placeholder 4">
            <a:extLst>
              <a:ext uri="{FF2B5EF4-FFF2-40B4-BE49-F238E27FC236}">
                <a16:creationId xmlns:a16="http://schemas.microsoft.com/office/drawing/2014/main" id="{3A6E88C9-7DE0-48F9-9B9E-C3F010C16F56}"/>
              </a:ext>
            </a:extLst>
          </p:cNvPr>
          <p:cNvPicPr>
            <a:picLocks noGrp="1" noChangeAspect="1"/>
          </p:cNvPicPr>
          <p:nvPr>
            <p:ph sz="half" idx="3"/>
          </p:nvPr>
        </p:nvPicPr>
        <p:blipFill>
          <a:blip r:embed="rId3"/>
          <a:stretch>
            <a:fillRect/>
          </a:stretch>
        </p:blipFill>
        <p:spPr>
          <a:xfrm>
            <a:off x="5954740" y="2238702"/>
            <a:ext cx="4764602" cy="3300249"/>
          </a:xfrm>
        </p:spPr>
      </p:pic>
    </p:spTree>
    <p:extLst>
      <p:ext uri="{BB962C8B-B14F-4D97-AF65-F5344CB8AC3E}">
        <p14:creationId xmlns:p14="http://schemas.microsoft.com/office/powerpoint/2010/main" val="14372598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object 3">
            <a:extLst>
              <a:ext uri="{FF2B5EF4-FFF2-40B4-BE49-F238E27FC236}">
                <a16:creationId xmlns:a16="http://schemas.microsoft.com/office/drawing/2014/main" id="{89549DB7-8E1A-D4BC-9F54-58BF0CA20D0F}"/>
              </a:ext>
            </a:extLst>
          </p:cNvPr>
          <p:cNvSpPr>
            <a:spLocks noChangeArrowheads="1"/>
          </p:cNvSpPr>
          <p:nvPr/>
        </p:nvSpPr>
        <p:spPr bwMode="auto">
          <a:xfrm>
            <a:off x="5778500" y="872067"/>
            <a:ext cx="6242051" cy="4758267"/>
          </a:xfrm>
          <a:prstGeom prst="rect">
            <a:avLst/>
          </a:pr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sz="2400"/>
          </a:p>
        </p:txBody>
      </p:sp>
      <p:sp>
        <p:nvSpPr>
          <p:cNvPr id="4" name="object 4">
            <a:extLst>
              <a:ext uri="{FF2B5EF4-FFF2-40B4-BE49-F238E27FC236}">
                <a16:creationId xmlns:a16="http://schemas.microsoft.com/office/drawing/2014/main" id="{EFDF1953-AE31-2050-EE97-ADC1CAADE179}"/>
              </a:ext>
            </a:extLst>
          </p:cNvPr>
          <p:cNvSpPr txBox="1">
            <a:spLocks noGrp="1"/>
          </p:cNvSpPr>
          <p:nvPr>
            <p:ph type="title"/>
          </p:nvPr>
        </p:nvSpPr>
        <p:spPr>
          <a:xfrm>
            <a:off x="319618" y="406401"/>
            <a:ext cx="11552767" cy="410369"/>
          </a:xfrm>
        </p:spPr>
        <p:txBody>
          <a:bodyPr rtlCol="0"/>
          <a:lstStyle/>
          <a:p>
            <a:pPr marL="378451">
              <a:spcBef>
                <a:spcPts val="0"/>
              </a:spcBef>
              <a:defRPr/>
            </a:pPr>
            <a:br>
              <a:rPr lang="en-US" dirty="0"/>
            </a:br>
            <a:r>
              <a:rPr dirty="0"/>
              <a:t>B</a:t>
            </a:r>
            <a:r>
              <a:rPr spc="7" dirty="0"/>
              <a:t>I</a:t>
            </a:r>
            <a:r>
              <a:rPr dirty="0"/>
              <a:t>N</a:t>
            </a:r>
            <a:r>
              <a:rPr spc="-27" dirty="0"/>
              <a:t>A</a:t>
            </a:r>
            <a:r>
              <a:rPr dirty="0"/>
              <a:t>RY</a:t>
            </a:r>
            <a:r>
              <a:rPr spc="-160" dirty="0">
                <a:latin typeface="Times New Roman"/>
                <a:cs typeface="Times New Roman"/>
              </a:rPr>
              <a:t> </a:t>
            </a:r>
            <a:r>
              <a:rPr spc="-7" dirty="0"/>
              <a:t>TREE</a:t>
            </a:r>
          </a:p>
        </p:txBody>
      </p:sp>
      <p:sp>
        <p:nvSpPr>
          <p:cNvPr id="5" name="object 5">
            <a:extLst>
              <a:ext uri="{FF2B5EF4-FFF2-40B4-BE49-F238E27FC236}">
                <a16:creationId xmlns:a16="http://schemas.microsoft.com/office/drawing/2014/main" id="{48747657-EB5B-DCD1-9FCC-1A67B671BC21}"/>
              </a:ext>
            </a:extLst>
          </p:cNvPr>
          <p:cNvSpPr txBox="1"/>
          <p:nvPr/>
        </p:nvSpPr>
        <p:spPr>
          <a:xfrm>
            <a:off x="520700" y="1273260"/>
            <a:ext cx="5698067" cy="3825791"/>
          </a:xfrm>
          <a:prstGeom prst="rect">
            <a:avLst/>
          </a:prstGeom>
        </p:spPr>
        <p:txBody>
          <a:bodyPr lIns="0" tIns="0" rIns="0" bIns="0">
            <a:spAutoFit/>
          </a:bodyPr>
          <a:lstStyle>
            <a:lvl1pPr marL="355600" indent="-342900">
              <a:tabLst>
                <a:tab pos="355600" algn="l"/>
              </a:tabLst>
              <a:defRPr>
                <a:solidFill>
                  <a:schemeClr val="tx1"/>
                </a:solidFill>
                <a:latin typeface="Calibri" panose="020F0502020204030204" pitchFamily="34" charset="0"/>
              </a:defRPr>
            </a:lvl1pPr>
            <a:lvl2pPr marL="742950" indent="-285750">
              <a:tabLst>
                <a:tab pos="355600" algn="l"/>
              </a:tabLst>
              <a:defRPr>
                <a:solidFill>
                  <a:schemeClr val="tx1"/>
                </a:solidFill>
                <a:latin typeface="Calibri" panose="020F0502020204030204" pitchFamily="34" charset="0"/>
              </a:defRPr>
            </a:lvl2pPr>
            <a:lvl3pPr marL="1143000" indent="-228600">
              <a:tabLst>
                <a:tab pos="355600" algn="l"/>
              </a:tabLst>
              <a:defRPr>
                <a:solidFill>
                  <a:schemeClr val="tx1"/>
                </a:solidFill>
                <a:latin typeface="Calibri" panose="020F0502020204030204" pitchFamily="34" charset="0"/>
              </a:defRPr>
            </a:lvl3pPr>
            <a:lvl4pPr marL="1600200" indent="-228600">
              <a:tabLst>
                <a:tab pos="355600" algn="l"/>
              </a:tabLst>
              <a:defRPr>
                <a:solidFill>
                  <a:schemeClr val="tx1"/>
                </a:solidFill>
                <a:latin typeface="Calibri" panose="020F0502020204030204" pitchFamily="34" charset="0"/>
              </a:defRPr>
            </a:lvl4pPr>
            <a:lvl5pPr marL="2057400" indent="-228600">
              <a:tabLst>
                <a:tab pos="355600" algn="l"/>
              </a:tabLst>
              <a:defRPr>
                <a:solidFill>
                  <a:schemeClr val="tx1"/>
                </a:solidFill>
                <a:latin typeface="Calibri" panose="020F0502020204030204" pitchFamily="34" charset="0"/>
              </a:defRPr>
            </a:lvl5pPr>
            <a:lvl6pPr marL="2514600" indent="-228600" fontAlgn="base">
              <a:spcBef>
                <a:spcPct val="0"/>
              </a:spcBef>
              <a:spcAft>
                <a:spcPct val="0"/>
              </a:spcAft>
              <a:tabLst>
                <a:tab pos="355600" algn="l"/>
              </a:tabLst>
              <a:defRPr>
                <a:solidFill>
                  <a:schemeClr val="tx1"/>
                </a:solidFill>
                <a:latin typeface="Calibri" panose="020F0502020204030204" pitchFamily="34" charset="0"/>
              </a:defRPr>
            </a:lvl6pPr>
            <a:lvl7pPr marL="2971800" indent="-228600" fontAlgn="base">
              <a:spcBef>
                <a:spcPct val="0"/>
              </a:spcBef>
              <a:spcAft>
                <a:spcPct val="0"/>
              </a:spcAft>
              <a:tabLst>
                <a:tab pos="355600" algn="l"/>
              </a:tabLst>
              <a:defRPr>
                <a:solidFill>
                  <a:schemeClr val="tx1"/>
                </a:solidFill>
                <a:latin typeface="Calibri" panose="020F0502020204030204" pitchFamily="34" charset="0"/>
              </a:defRPr>
            </a:lvl7pPr>
            <a:lvl8pPr marL="3429000" indent="-228600" fontAlgn="base">
              <a:spcBef>
                <a:spcPct val="0"/>
              </a:spcBef>
              <a:spcAft>
                <a:spcPct val="0"/>
              </a:spcAft>
              <a:tabLst>
                <a:tab pos="355600" algn="l"/>
              </a:tabLst>
              <a:defRPr>
                <a:solidFill>
                  <a:schemeClr val="tx1"/>
                </a:solidFill>
                <a:latin typeface="Calibri" panose="020F0502020204030204" pitchFamily="34" charset="0"/>
              </a:defRPr>
            </a:lvl8pPr>
            <a:lvl9pPr marL="3886200" indent="-228600" fontAlgn="base">
              <a:spcBef>
                <a:spcPct val="0"/>
              </a:spcBef>
              <a:spcAft>
                <a:spcPct val="0"/>
              </a:spcAft>
              <a:tabLst>
                <a:tab pos="355600" algn="l"/>
              </a:tabLst>
              <a:defRPr>
                <a:solidFill>
                  <a:schemeClr val="tx1"/>
                </a:solidFill>
                <a:latin typeface="Calibri" panose="020F0502020204030204" pitchFamily="34" charset="0"/>
              </a:defRPr>
            </a:lvl9pPr>
          </a:lstStyle>
          <a:p>
            <a:pPr>
              <a:lnSpc>
                <a:spcPct val="103000"/>
              </a:lnSpc>
              <a:buFont typeface="Calibri" panose="020F0502020204030204" pitchFamily="34" charset="0"/>
              <a:buAutoNum type="arabicPeriod"/>
            </a:pPr>
            <a:r>
              <a:rPr lang="en-US" altLang="en-US" sz="1867" b="1" dirty="0">
                <a:cs typeface="Calibri" panose="020F0502020204030204" pitchFamily="34" charset="0"/>
              </a:rPr>
              <a:t>Binary</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tree</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is</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a</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special</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tree</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data</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structure in</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which</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each</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node</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can</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have</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at</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most</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2</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children.</a:t>
            </a:r>
            <a:endParaRPr lang="en-US" altLang="en-US" sz="1867" dirty="0">
              <a:cs typeface="Calibri" panose="020F0502020204030204" pitchFamily="34" charset="0"/>
            </a:endParaRPr>
          </a:p>
          <a:p>
            <a:pPr>
              <a:lnSpc>
                <a:spcPts val="2300"/>
              </a:lnSpc>
              <a:spcBef>
                <a:spcPts val="33"/>
              </a:spcBef>
              <a:buFont typeface="Calibri" panose="020F0502020204030204" pitchFamily="34" charset="0"/>
              <a:buAutoNum type="arabicPeriod"/>
            </a:pPr>
            <a:r>
              <a:rPr lang="en-US" altLang="en-US" sz="1867" b="1" dirty="0">
                <a:cs typeface="Calibri" panose="020F0502020204030204" pitchFamily="34" charset="0"/>
              </a:rPr>
              <a:t>Thus,</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in</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a</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binary</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tree,</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Each</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node</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has</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either</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0</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child</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or</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1</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child</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or</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2</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children.</a:t>
            </a:r>
          </a:p>
          <a:p>
            <a:pPr>
              <a:lnSpc>
                <a:spcPts val="2300"/>
              </a:lnSpc>
              <a:spcBef>
                <a:spcPts val="33"/>
              </a:spcBef>
              <a:buFont typeface="Calibri" panose="020F0502020204030204" pitchFamily="34" charset="0"/>
              <a:buAutoNum type="arabicPeriod"/>
            </a:pPr>
            <a:r>
              <a:rPr lang="en-US" altLang="en-US" sz="1867" b="1" dirty="0">
                <a:cs typeface="Calibri" panose="020F0502020204030204" pitchFamily="34" charset="0"/>
              </a:rPr>
              <a:t>Root – If tree is not empty, the first node in the tree is called root node.</a:t>
            </a:r>
          </a:p>
          <a:p>
            <a:pPr>
              <a:lnSpc>
                <a:spcPts val="2300"/>
              </a:lnSpc>
              <a:spcBef>
                <a:spcPts val="33"/>
              </a:spcBef>
              <a:buFont typeface="Calibri" panose="020F0502020204030204" pitchFamily="34" charset="0"/>
              <a:buAutoNum type="arabicPeriod"/>
            </a:pPr>
            <a:r>
              <a:rPr lang="en-US" altLang="en-US" sz="1867" b="1" dirty="0">
                <a:cs typeface="Calibri" panose="020F0502020204030204" pitchFamily="34" charset="0"/>
              </a:rPr>
              <a:t>left subtree – It is a tree which is connected to the left of root. Since this tree  comes towards left of root, it is called left subtree.</a:t>
            </a:r>
          </a:p>
          <a:p>
            <a:pPr>
              <a:lnSpc>
                <a:spcPts val="2300"/>
              </a:lnSpc>
              <a:spcBef>
                <a:spcPts val="33"/>
              </a:spcBef>
              <a:buFont typeface="Calibri" panose="020F0502020204030204" pitchFamily="34" charset="0"/>
              <a:buAutoNum type="arabicPeriod"/>
            </a:pPr>
            <a:r>
              <a:rPr lang="en-US" altLang="en-US" sz="1867" b="1" dirty="0">
                <a:cs typeface="Calibri" panose="020F0502020204030204" pitchFamily="34" charset="0"/>
              </a:rPr>
              <a:t>right subtree – It is a tree which is connected to the right of root. Since this tree  comes towards right of root, it is called right subtree.</a:t>
            </a:r>
          </a:p>
          <a:p>
            <a:pPr>
              <a:lnSpc>
                <a:spcPts val="2300"/>
              </a:lnSpc>
              <a:spcBef>
                <a:spcPts val="33"/>
              </a:spcBef>
              <a:buFont typeface="Calibri" panose="020F0502020204030204" pitchFamily="34" charset="0"/>
              <a:buAutoNum type="arabicPeriod"/>
            </a:pPr>
            <a:endParaRPr lang="en-US" altLang="en-US" sz="1867" dirty="0">
              <a:cs typeface="Calibri" panose="020F0502020204030204" pitchFamily="34" charset="0"/>
            </a:endParaRPr>
          </a:p>
        </p:txBody>
      </p:sp>
      <p:sp>
        <p:nvSpPr>
          <p:cNvPr id="6" name="object 6">
            <a:extLst>
              <a:ext uri="{FF2B5EF4-FFF2-40B4-BE49-F238E27FC236}">
                <a16:creationId xmlns:a16="http://schemas.microsoft.com/office/drawing/2014/main" id="{3FFFD479-1DA6-4F8C-F8B9-7982D1AB14C9}"/>
              </a:ext>
            </a:extLst>
          </p:cNvPr>
          <p:cNvSpPr txBox="1"/>
          <p:nvPr/>
        </p:nvSpPr>
        <p:spPr>
          <a:xfrm>
            <a:off x="8890000" y="1098551"/>
            <a:ext cx="220133" cy="369332"/>
          </a:xfrm>
          <a:prstGeom prst="rect">
            <a:avLst/>
          </a:prstGeom>
        </p:spPr>
        <p:txBody>
          <a:bodyPr lIns="0" tIns="0" rIns="0" bIns="0">
            <a:spAutoFit/>
          </a:bodyPr>
          <a:lstStyle/>
          <a:p>
            <a:pPr marL="16933">
              <a:defRPr/>
            </a:pPr>
            <a:r>
              <a:rPr sz="2400" b="1" spc="-20" dirty="0">
                <a:latin typeface="Calibri"/>
                <a:cs typeface="Calibri"/>
              </a:rPr>
              <a:t>A</a:t>
            </a:r>
            <a:endParaRPr sz="2400">
              <a:latin typeface="Calibri"/>
              <a:cs typeface="Calibri"/>
            </a:endParaRPr>
          </a:p>
        </p:txBody>
      </p:sp>
      <p:sp>
        <p:nvSpPr>
          <p:cNvPr id="7" name="object 7">
            <a:extLst>
              <a:ext uri="{FF2B5EF4-FFF2-40B4-BE49-F238E27FC236}">
                <a16:creationId xmlns:a16="http://schemas.microsoft.com/office/drawing/2014/main" id="{65E07649-8CC5-BB4F-50A4-02CD3ACD7727}"/>
              </a:ext>
            </a:extLst>
          </p:cNvPr>
          <p:cNvSpPr txBox="1"/>
          <p:nvPr/>
        </p:nvSpPr>
        <p:spPr>
          <a:xfrm>
            <a:off x="7173385" y="2370667"/>
            <a:ext cx="205316" cy="369332"/>
          </a:xfrm>
          <a:prstGeom prst="rect">
            <a:avLst/>
          </a:prstGeom>
        </p:spPr>
        <p:txBody>
          <a:bodyPr lIns="0" tIns="0" rIns="0" bIns="0">
            <a:spAutoFit/>
          </a:bodyPr>
          <a:lstStyle/>
          <a:p>
            <a:pPr marL="16933">
              <a:defRPr/>
            </a:pPr>
            <a:r>
              <a:rPr sz="2400" b="1" spc="-13" dirty="0">
                <a:latin typeface="Calibri"/>
                <a:cs typeface="Calibri"/>
              </a:rPr>
              <a:t>B</a:t>
            </a:r>
            <a:endParaRPr sz="2400">
              <a:latin typeface="Calibri"/>
              <a:cs typeface="Calibri"/>
            </a:endParaRPr>
          </a:p>
        </p:txBody>
      </p:sp>
      <p:sp>
        <p:nvSpPr>
          <p:cNvPr id="20488" name="object 8">
            <a:extLst>
              <a:ext uri="{FF2B5EF4-FFF2-40B4-BE49-F238E27FC236}">
                <a16:creationId xmlns:a16="http://schemas.microsoft.com/office/drawing/2014/main" id="{B0F5F142-6E16-5F85-55BA-3373AEE9E066}"/>
              </a:ext>
            </a:extLst>
          </p:cNvPr>
          <p:cNvSpPr txBox="1">
            <a:spLocks noChangeArrowheads="1"/>
          </p:cNvSpPr>
          <p:nvPr/>
        </p:nvSpPr>
        <p:spPr bwMode="auto">
          <a:xfrm>
            <a:off x="10530418" y="2379133"/>
            <a:ext cx="19684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2400" b="1">
                <a:cs typeface="Calibri" panose="020F0502020204030204" pitchFamily="34" charset="0"/>
              </a:rPr>
              <a:t>C</a:t>
            </a:r>
            <a:endParaRPr lang="en-US" altLang="en-US" sz="2400">
              <a:cs typeface="Calibri" panose="020F0502020204030204" pitchFamily="34" charset="0"/>
            </a:endParaRPr>
          </a:p>
        </p:txBody>
      </p:sp>
      <p:sp>
        <p:nvSpPr>
          <p:cNvPr id="20489" name="object 9">
            <a:extLst>
              <a:ext uri="{FF2B5EF4-FFF2-40B4-BE49-F238E27FC236}">
                <a16:creationId xmlns:a16="http://schemas.microsoft.com/office/drawing/2014/main" id="{E938EA94-0265-A9D2-3FBC-0814AEE1DE29}"/>
              </a:ext>
            </a:extLst>
          </p:cNvPr>
          <p:cNvSpPr txBox="1">
            <a:spLocks noChangeArrowheads="1"/>
          </p:cNvSpPr>
          <p:nvPr/>
        </p:nvSpPr>
        <p:spPr bwMode="auto">
          <a:xfrm>
            <a:off x="6144684" y="3579284"/>
            <a:ext cx="22648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2400" b="1">
                <a:cs typeface="Calibri" panose="020F0502020204030204" pitchFamily="34" charset="0"/>
              </a:rPr>
              <a:t>D</a:t>
            </a:r>
            <a:endParaRPr lang="en-US" altLang="en-US" sz="2400">
              <a:cs typeface="Calibri" panose="020F0502020204030204" pitchFamily="34" charset="0"/>
            </a:endParaRPr>
          </a:p>
        </p:txBody>
      </p:sp>
      <p:sp>
        <p:nvSpPr>
          <p:cNvPr id="10" name="object 10">
            <a:extLst>
              <a:ext uri="{FF2B5EF4-FFF2-40B4-BE49-F238E27FC236}">
                <a16:creationId xmlns:a16="http://schemas.microsoft.com/office/drawing/2014/main" id="{C5858273-27B9-4C19-0F15-E0E8AE02167A}"/>
              </a:ext>
            </a:extLst>
          </p:cNvPr>
          <p:cNvSpPr txBox="1"/>
          <p:nvPr/>
        </p:nvSpPr>
        <p:spPr>
          <a:xfrm>
            <a:off x="7391401" y="3587751"/>
            <a:ext cx="182033" cy="369332"/>
          </a:xfrm>
          <a:prstGeom prst="rect">
            <a:avLst/>
          </a:prstGeom>
        </p:spPr>
        <p:txBody>
          <a:bodyPr lIns="0" tIns="0" rIns="0" bIns="0">
            <a:spAutoFit/>
          </a:bodyPr>
          <a:lstStyle/>
          <a:p>
            <a:pPr marL="16933">
              <a:defRPr/>
            </a:pPr>
            <a:r>
              <a:rPr sz="2400" b="1" spc="-13" dirty="0">
                <a:latin typeface="Calibri"/>
                <a:cs typeface="Calibri"/>
              </a:rPr>
              <a:t>E</a:t>
            </a:r>
            <a:endParaRPr sz="2400">
              <a:latin typeface="Calibri"/>
              <a:cs typeface="Calibri"/>
            </a:endParaRPr>
          </a:p>
        </p:txBody>
      </p:sp>
      <p:sp>
        <p:nvSpPr>
          <p:cNvPr id="20491" name="object 11">
            <a:extLst>
              <a:ext uri="{FF2B5EF4-FFF2-40B4-BE49-F238E27FC236}">
                <a16:creationId xmlns:a16="http://schemas.microsoft.com/office/drawing/2014/main" id="{78F64BBD-D162-10F4-021F-5F003F6426AB}"/>
              </a:ext>
            </a:extLst>
          </p:cNvPr>
          <p:cNvSpPr txBox="1">
            <a:spLocks noChangeArrowheads="1"/>
          </p:cNvSpPr>
          <p:nvPr/>
        </p:nvSpPr>
        <p:spPr bwMode="auto">
          <a:xfrm>
            <a:off x="9855200" y="3666067"/>
            <a:ext cx="2286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2400" b="1">
                <a:cs typeface="Calibri" panose="020F0502020204030204" pitchFamily="34" charset="0"/>
              </a:rPr>
              <a:t>G</a:t>
            </a:r>
            <a:endParaRPr lang="en-US" altLang="en-US" sz="2400">
              <a:cs typeface="Calibri" panose="020F0502020204030204" pitchFamily="34" charset="0"/>
            </a:endParaRPr>
          </a:p>
        </p:txBody>
      </p:sp>
      <p:sp>
        <p:nvSpPr>
          <p:cNvPr id="12" name="object 12">
            <a:extLst>
              <a:ext uri="{FF2B5EF4-FFF2-40B4-BE49-F238E27FC236}">
                <a16:creationId xmlns:a16="http://schemas.microsoft.com/office/drawing/2014/main" id="{1F0494F5-22FB-4244-D6E8-1EA807BAEB7A}"/>
              </a:ext>
            </a:extLst>
          </p:cNvPr>
          <p:cNvSpPr txBox="1"/>
          <p:nvPr/>
        </p:nvSpPr>
        <p:spPr>
          <a:xfrm>
            <a:off x="11442700" y="3666067"/>
            <a:ext cx="228600" cy="369332"/>
          </a:xfrm>
          <a:prstGeom prst="rect">
            <a:avLst/>
          </a:prstGeom>
        </p:spPr>
        <p:txBody>
          <a:bodyPr lIns="0" tIns="0" rIns="0" bIns="0">
            <a:spAutoFit/>
          </a:bodyPr>
          <a:lstStyle/>
          <a:p>
            <a:pPr marL="16933">
              <a:defRPr/>
            </a:pPr>
            <a:r>
              <a:rPr sz="2400" b="1" spc="-20" dirty="0">
                <a:latin typeface="Calibri"/>
                <a:cs typeface="Calibri"/>
              </a:rPr>
              <a:t>H</a:t>
            </a:r>
            <a:endParaRPr sz="2400">
              <a:latin typeface="Calibri"/>
              <a:cs typeface="Calibri"/>
            </a:endParaRPr>
          </a:p>
        </p:txBody>
      </p:sp>
      <p:sp>
        <p:nvSpPr>
          <p:cNvPr id="13" name="object 13">
            <a:extLst>
              <a:ext uri="{FF2B5EF4-FFF2-40B4-BE49-F238E27FC236}">
                <a16:creationId xmlns:a16="http://schemas.microsoft.com/office/drawing/2014/main" id="{D85D7733-FFC9-9185-E658-E177C9CA88F7}"/>
              </a:ext>
            </a:extLst>
          </p:cNvPr>
          <p:cNvSpPr txBox="1"/>
          <p:nvPr/>
        </p:nvSpPr>
        <p:spPr>
          <a:xfrm>
            <a:off x="6766985" y="5099051"/>
            <a:ext cx="114300" cy="369332"/>
          </a:xfrm>
          <a:prstGeom prst="rect">
            <a:avLst/>
          </a:prstGeom>
        </p:spPr>
        <p:txBody>
          <a:bodyPr lIns="0" tIns="0" rIns="0" bIns="0">
            <a:spAutoFit/>
          </a:bodyPr>
          <a:lstStyle/>
          <a:p>
            <a:pPr marL="16933">
              <a:defRPr/>
            </a:pPr>
            <a:r>
              <a:rPr sz="2400" b="1" spc="-7" dirty="0">
                <a:latin typeface="Calibri"/>
                <a:cs typeface="Calibri"/>
              </a:rPr>
              <a:t>I</a:t>
            </a:r>
            <a:endParaRPr sz="2400">
              <a:latin typeface="Calibri"/>
              <a:cs typeface="Calibri"/>
            </a:endParaRPr>
          </a:p>
        </p:txBody>
      </p:sp>
      <p:sp>
        <p:nvSpPr>
          <p:cNvPr id="20494" name="object 14">
            <a:extLst>
              <a:ext uri="{FF2B5EF4-FFF2-40B4-BE49-F238E27FC236}">
                <a16:creationId xmlns:a16="http://schemas.microsoft.com/office/drawing/2014/main" id="{B8C2AC89-46B2-925E-FAF3-CB05CC74D984}"/>
              </a:ext>
            </a:extLst>
          </p:cNvPr>
          <p:cNvSpPr txBox="1">
            <a:spLocks noChangeArrowheads="1"/>
          </p:cNvSpPr>
          <p:nvPr/>
        </p:nvSpPr>
        <p:spPr bwMode="auto">
          <a:xfrm>
            <a:off x="7950200" y="5090584"/>
            <a:ext cx="13546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2400" b="1">
                <a:cs typeface="Calibri" panose="020F0502020204030204" pitchFamily="34" charset="0"/>
              </a:rPr>
              <a:t>J</a:t>
            </a:r>
            <a:endParaRPr lang="en-US" altLang="en-US" sz="2400">
              <a:cs typeface="Calibri" panose="020F0502020204030204" pitchFamily="34" charset="0"/>
            </a:endParaRPr>
          </a:p>
        </p:txBody>
      </p:sp>
      <p:sp>
        <p:nvSpPr>
          <p:cNvPr id="15" name="object 15">
            <a:extLst>
              <a:ext uri="{FF2B5EF4-FFF2-40B4-BE49-F238E27FC236}">
                <a16:creationId xmlns:a16="http://schemas.microsoft.com/office/drawing/2014/main" id="{BA394D81-1A13-F356-23B4-4CF8FFE958E7}"/>
              </a:ext>
            </a:extLst>
          </p:cNvPr>
          <p:cNvSpPr txBox="1"/>
          <p:nvPr/>
        </p:nvSpPr>
        <p:spPr>
          <a:xfrm>
            <a:off x="9844617" y="5090584"/>
            <a:ext cx="201083" cy="369332"/>
          </a:xfrm>
          <a:prstGeom prst="rect">
            <a:avLst/>
          </a:prstGeom>
        </p:spPr>
        <p:txBody>
          <a:bodyPr lIns="0" tIns="0" rIns="0" bIns="0">
            <a:spAutoFit/>
          </a:bodyPr>
          <a:lstStyle/>
          <a:p>
            <a:pPr marL="16933">
              <a:defRPr/>
            </a:pPr>
            <a:r>
              <a:rPr sz="2400" b="1" spc="-13" dirty="0">
                <a:latin typeface="Calibri"/>
                <a:cs typeface="Calibri"/>
              </a:rPr>
              <a:t>K</a:t>
            </a:r>
            <a:endParaRPr sz="2400">
              <a:latin typeface="Calibri"/>
              <a:cs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A20BF1-0B6A-A3D4-78C0-CAC05F7D36F1}"/>
              </a:ext>
            </a:extLst>
          </p:cNvPr>
          <p:cNvSpPr>
            <a:spLocks noGrp="1"/>
          </p:cNvSpPr>
          <p:nvPr>
            <p:ph type="title"/>
          </p:nvPr>
        </p:nvSpPr>
        <p:spPr/>
        <p:txBody>
          <a:bodyPr/>
          <a:lstStyle/>
          <a:p>
            <a:br>
              <a:rPr lang="en-US" dirty="0"/>
            </a:br>
            <a:br>
              <a:rPr lang="en-US" dirty="0"/>
            </a:br>
            <a:br>
              <a:rPr lang="en-US" dirty="0"/>
            </a:br>
            <a:endParaRPr lang="en-US" dirty="0"/>
          </a:p>
        </p:txBody>
      </p:sp>
      <p:sp>
        <p:nvSpPr>
          <p:cNvPr id="3" name="Content Placeholder 2">
            <a:extLst>
              <a:ext uri="{FF2B5EF4-FFF2-40B4-BE49-F238E27FC236}">
                <a16:creationId xmlns:a16="http://schemas.microsoft.com/office/drawing/2014/main" id="{CDB16E98-F3FB-8E24-E4B1-1E09A839F288}"/>
              </a:ext>
            </a:extLst>
          </p:cNvPr>
          <p:cNvSpPr>
            <a:spLocks noGrp="1"/>
          </p:cNvSpPr>
          <p:nvPr>
            <p:ph sz="half" idx="2"/>
          </p:nvPr>
        </p:nvSpPr>
        <p:spPr>
          <a:xfrm>
            <a:off x="617989" y="1165860"/>
            <a:ext cx="10648426" cy="4526280"/>
          </a:xfrm>
        </p:spPr>
        <p:txBody>
          <a:bodyPr/>
          <a:lstStyle/>
          <a:p>
            <a:pPr marL="0" indent="0">
              <a:buNone/>
            </a:pPr>
            <a:endParaRPr lang="en-US" sz="2800" dirty="0">
              <a:latin typeface="Times New Roman"/>
              <a:cs typeface="Times New Roman"/>
            </a:endParaRPr>
          </a:p>
          <a:p>
            <a:pPr marL="0" indent="0">
              <a:buNone/>
            </a:pPr>
            <a:r>
              <a:rPr lang="en-US" sz="2800" dirty="0">
                <a:latin typeface="Times New Roman"/>
                <a:cs typeface="Times New Roman"/>
              </a:rPr>
              <a:t>The</a:t>
            </a:r>
            <a:r>
              <a:rPr lang="en-US" sz="2800" spc="5" dirty="0">
                <a:latin typeface="Times New Roman"/>
                <a:cs typeface="Times New Roman"/>
              </a:rPr>
              <a:t> </a:t>
            </a:r>
            <a:r>
              <a:rPr lang="en-US" sz="2800" spc="-5" dirty="0">
                <a:latin typeface="Times New Roman"/>
                <a:cs typeface="Times New Roman"/>
              </a:rPr>
              <a:t>maximum</a:t>
            </a:r>
            <a:r>
              <a:rPr lang="en-US" sz="2800" spc="-10" dirty="0">
                <a:latin typeface="Times New Roman"/>
                <a:cs typeface="Times New Roman"/>
              </a:rPr>
              <a:t> </a:t>
            </a:r>
            <a:r>
              <a:rPr lang="en-US" sz="2800" spc="-5" dirty="0">
                <a:latin typeface="Times New Roman"/>
                <a:cs typeface="Times New Roman"/>
              </a:rPr>
              <a:t>number</a:t>
            </a:r>
            <a:r>
              <a:rPr lang="en-US" sz="2800" dirty="0">
                <a:latin typeface="Times New Roman"/>
                <a:cs typeface="Times New Roman"/>
              </a:rPr>
              <a:t> </a:t>
            </a:r>
            <a:r>
              <a:rPr lang="en-US" sz="2800" spc="-5" dirty="0">
                <a:latin typeface="Times New Roman"/>
                <a:cs typeface="Times New Roman"/>
              </a:rPr>
              <a:t>of</a:t>
            </a:r>
            <a:r>
              <a:rPr lang="en-US" sz="2800" spc="-10" dirty="0">
                <a:latin typeface="Times New Roman"/>
                <a:cs typeface="Times New Roman"/>
              </a:rPr>
              <a:t> </a:t>
            </a:r>
            <a:r>
              <a:rPr lang="en-US" sz="2800" dirty="0">
                <a:latin typeface="Times New Roman"/>
                <a:cs typeface="Times New Roman"/>
              </a:rPr>
              <a:t>nodes</a:t>
            </a:r>
            <a:r>
              <a:rPr lang="en-US" sz="2800" spc="-5" dirty="0">
                <a:latin typeface="Times New Roman"/>
                <a:cs typeface="Times New Roman"/>
              </a:rPr>
              <a:t> </a:t>
            </a:r>
            <a:r>
              <a:rPr lang="en-US" sz="2800" dirty="0">
                <a:latin typeface="Times New Roman"/>
                <a:cs typeface="Times New Roman"/>
              </a:rPr>
              <a:t>on</a:t>
            </a:r>
            <a:r>
              <a:rPr lang="en-US" sz="2800" spc="15" dirty="0">
                <a:latin typeface="Times New Roman"/>
                <a:cs typeface="Times New Roman"/>
              </a:rPr>
              <a:t> </a:t>
            </a:r>
            <a:r>
              <a:rPr lang="en-US" sz="2800" spc="-5" dirty="0">
                <a:latin typeface="Times New Roman"/>
                <a:cs typeface="Times New Roman"/>
              </a:rPr>
              <a:t>level</a:t>
            </a:r>
            <a:r>
              <a:rPr lang="en-US" sz="2800" spc="10" dirty="0">
                <a:latin typeface="Times New Roman"/>
                <a:cs typeface="Times New Roman"/>
              </a:rPr>
              <a:t> </a:t>
            </a:r>
            <a:r>
              <a:rPr lang="en-US" sz="2800" i="1" spc="-5" dirty="0" err="1">
                <a:latin typeface="Times New Roman"/>
                <a:cs typeface="Times New Roman"/>
              </a:rPr>
              <a:t>i</a:t>
            </a:r>
            <a:r>
              <a:rPr lang="en-US" sz="2800" i="1" spc="5" dirty="0">
                <a:latin typeface="Times New Roman"/>
                <a:cs typeface="Times New Roman"/>
              </a:rPr>
              <a:t> </a:t>
            </a:r>
            <a:r>
              <a:rPr lang="en-US" sz="2800" spc="-5" dirty="0">
                <a:latin typeface="Times New Roman"/>
                <a:cs typeface="Times New Roman"/>
              </a:rPr>
              <a:t>of</a:t>
            </a:r>
            <a:r>
              <a:rPr lang="en-US" sz="2800" spc="5" dirty="0">
                <a:latin typeface="Times New Roman"/>
                <a:cs typeface="Times New Roman"/>
              </a:rPr>
              <a:t> </a:t>
            </a:r>
            <a:r>
              <a:rPr lang="en-US" sz="2800" spc="-5" dirty="0">
                <a:latin typeface="Times New Roman"/>
                <a:cs typeface="Times New Roman"/>
              </a:rPr>
              <a:t>a </a:t>
            </a:r>
            <a:r>
              <a:rPr lang="en-US" sz="2800" dirty="0">
                <a:latin typeface="Times New Roman"/>
                <a:cs typeface="Times New Roman"/>
              </a:rPr>
              <a:t>binary</a:t>
            </a:r>
            <a:r>
              <a:rPr lang="en-US" sz="2800" spc="-10" dirty="0">
                <a:latin typeface="Times New Roman"/>
                <a:cs typeface="Times New Roman"/>
              </a:rPr>
              <a:t> </a:t>
            </a:r>
            <a:r>
              <a:rPr lang="en-US" sz="2800" spc="-5" dirty="0">
                <a:latin typeface="Times New Roman"/>
                <a:cs typeface="Times New Roman"/>
              </a:rPr>
              <a:t>tree</a:t>
            </a:r>
            <a:r>
              <a:rPr lang="en-US" sz="2800" dirty="0">
                <a:latin typeface="Times New Roman"/>
                <a:cs typeface="Times New Roman"/>
              </a:rPr>
              <a:t> </a:t>
            </a:r>
            <a:r>
              <a:rPr lang="en-US" sz="2800" spc="-5" dirty="0">
                <a:latin typeface="Times New Roman"/>
                <a:cs typeface="Times New Roman"/>
              </a:rPr>
              <a:t>=</a:t>
            </a:r>
            <a:r>
              <a:rPr lang="en-US" sz="2800" spc="10" dirty="0">
                <a:latin typeface="Times New Roman"/>
                <a:cs typeface="Times New Roman"/>
              </a:rPr>
              <a:t> </a:t>
            </a:r>
            <a:r>
              <a:rPr lang="en-US" sz="2800" dirty="0">
                <a:latin typeface="Times New Roman"/>
                <a:cs typeface="Times New Roman"/>
              </a:rPr>
              <a:t>2</a:t>
            </a:r>
            <a:r>
              <a:rPr lang="en-US" sz="2400" baseline="31250" dirty="0">
                <a:latin typeface="Times New Roman"/>
                <a:cs typeface="Times New Roman"/>
              </a:rPr>
              <a:t>i</a:t>
            </a:r>
            <a:r>
              <a:rPr lang="en-US" sz="2400" spc="352" baseline="31250" dirty="0">
                <a:latin typeface="Times New Roman"/>
                <a:cs typeface="Times New Roman"/>
              </a:rPr>
              <a:t> </a:t>
            </a:r>
            <a:r>
              <a:rPr lang="en-US" sz="2800" spc="-5" dirty="0">
                <a:latin typeface="Times New Roman"/>
                <a:cs typeface="Times New Roman"/>
              </a:rPr>
              <a:t>for</a:t>
            </a:r>
            <a:r>
              <a:rPr lang="en-US" sz="2800" spc="5" dirty="0">
                <a:latin typeface="Times New Roman"/>
                <a:cs typeface="Times New Roman"/>
              </a:rPr>
              <a:t> </a:t>
            </a:r>
            <a:r>
              <a:rPr lang="en-US" sz="2800" spc="-5" dirty="0" err="1">
                <a:latin typeface="Times New Roman"/>
                <a:cs typeface="Times New Roman"/>
              </a:rPr>
              <a:t>i</a:t>
            </a:r>
            <a:r>
              <a:rPr lang="en-US" sz="2800" dirty="0">
                <a:latin typeface="Times New Roman"/>
                <a:cs typeface="Times New Roman"/>
              </a:rPr>
              <a:t> </a:t>
            </a:r>
            <a:r>
              <a:rPr lang="en-US" sz="2800" spc="-5" dirty="0">
                <a:latin typeface="Times New Roman"/>
                <a:cs typeface="Times New Roman"/>
              </a:rPr>
              <a:t>≥ 0</a:t>
            </a:r>
          </a:p>
          <a:p>
            <a:pPr marL="0" indent="0">
              <a:buNone/>
            </a:pPr>
            <a:endParaRPr lang="en-US" sz="2800" dirty="0">
              <a:latin typeface="Times New Roman"/>
              <a:cs typeface="Times New Roman"/>
            </a:endParaRPr>
          </a:p>
          <a:p>
            <a:endParaRPr lang="en-US" dirty="0"/>
          </a:p>
        </p:txBody>
      </p:sp>
      <p:pic>
        <p:nvPicPr>
          <p:cNvPr id="6" name="Picture 5">
            <a:extLst>
              <a:ext uri="{FF2B5EF4-FFF2-40B4-BE49-F238E27FC236}">
                <a16:creationId xmlns:a16="http://schemas.microsoft.com/office/drawing/2014/main" id="{CF292716-BC0A-67CB-BDC1-59CBA4DEB343}"/>
              </a:ext>
            </a:extLst>
          </p:cNvPr>
          <p:cNvPicPr>
            <a:picLocks noChangeAspect="1"/>
          </p:cNvPicPr>
          <p:nvPr/>
        </p:nvPicPr>
        <p:blipFill>
          <a:blip r:embed="rId2"/>
          <a:stretch>
            <a:fillRect/>
          </a:stretch>
        </p:blipFill>
        <p:spPr>
          <a:xfrm>
            <a:off x="3145872" y="2163661"/>
            <a:ext cx="4699542" cy="2118646"/>
          </a:xfrm>
          <a:prstGeom prst="rect">
            <a:avLst/>
          </a:prstGeom>
        </p:spPr>
      </p:pic>
      <p:sp>
        <p:nvSpPr>
          <p:cNvPr id="8" name="TextBox 7">
            <a:extLst>
              <a:ext uri="{FF2B5EF4-FFF2-40B4-BE49-F238E27FC236}">
                <a16:creationId xmlns:a16="http://schemas.microsoft.com/office/drawing/2014/main" id="{0A4E8A60-86AE-8FDB-6CB2-B62280BF32F1}"/>
              </a:ext>
            </a:extLst>
          </p:cNvPr>
          <p:cNvSpPr txBox="1"/>
          <p:nvPr/>
        </p:nvSpPr>
        <p:spPr>
          <a:xfrm>
            <a:off x="775981" y="4370793"/>
            <a:ext cx="6199464" cy="369332"/>
          </a:xfrm>
          <a:prstGeom prst="rect">
            <a:avLst/>
          </a:prstGeom>
          <a:noFill/>
        </p:spPr>
        <p:txBody>
          <a:bodyPr wrap="square">
            <a:spAutoFit/>
          </a:bodyPr>
          <a:lstStyle/>
          <a:p>
            <a:r>
              <a:rPr lang="en-US" dirty="0"/>
              <a:t>total number of nodes in a binary tree =  </a:t>
            </a:r>
          </a:p>
        </p:txBody>
      </p:sp>
      <p:sp>
        <p:nvSpPr>
          <p:cNvPr id="9" name="object 10">
            <a:extLst>
              <a:ext uri="{FF2B5EF4-FFF2-40B4-BE49-F238E27FC236}">
                <a16:creationId xmlns:a16="http://schemas.microsoft.com/office/drawing/2014/main" id="{5BDECE99-93D1-ECBA-FFBA-57FE1BBF3961}"/>
              </a:ext>
            </a:extLst>
          </p:cNvPr>
          <p:cNvSpPr txBox="1"/>
          <p:nvPr/>
        </p:nvSpPr>
        <p:spPr>
          <a:xfrm>
            <a:off x="4803859" y="4459279"/>
            <a:ext cx="1106596" cy="192360"/>
          </a:xfrm>
          <a:prstGeom prst="rect">
            <a:avLst/>
          </a:prstGeom>
          <a:ln w="19050">
            <a:solidFill>
              <a:srgbClr val="000000"/>
            </a:solidFill>
          </a:ln>
        </p:spPr>
        <p:txBody>
          <a:bodyPr vert="horz" wrap="square" lIns="0" tIns="0" rIns="0" bIns="0" rtlCol="0">
            <a:spAutoFit/>
          </a:bodyPr>
          <a:lstStyle/>
          <a:p>
            <a:pPr marL="31115">
              <a:lnSpc>
                <a:spcPts val="1470"/>
              </a:lnSpc>
            </a:pPr>
            <a:r>
              <a:rPr sz="1875" b="1" baseline="2222" dirty="0">
                <a:latin typeface="Times New Roman"/>
                <a:cs typeface="Times New Roman"/>
              </a:rPr>
              <a:t>n</a:t>
            </a:r>
            <a:r>
              <a:rPr sz="800" b="1" dirty="0">
                <a:latin typeface="Times New Roman"/>
                <a:cs typeface="Times New Roman"/>
              </a:rPr>
              <a:t>t</a:t>
            </a:r>
            <a:r>
              <a:rPr sz="800" b="1" spc="105" dirty="0">
                <a:latin typeface="Times New Roman"/>
                <a:cs typeface="Times New Roman"/>
              </a:rPr>
              <a:t> </a:t>
            </a:r>
            <a:r>
              <a:rPr sz="1875" b="1" spc="-7" baseline="2222" dirty="0">
                <a:latin typeface="Times New Roman"/>
                <a:cs typeface="Times New Roman"/>
              </a:rPr>
              <a:t>=</a:t>
            </a:r>
            <a:r>
              <a:rPr sz="1875" b="1" spc="427" baseline="2222" dirty="0">
                <a:latin typeface="Times New Roman"/>
                <a:cs typeface="Times New Roman"/>
              </a:rPr>
              <a:t> </a:t>
            </a:r>
            <a:r>
              <a:rPr sz="1875" b="1" spc="-7" baseline="2222" dirty="0">
                <a:latin typeface="Times New Roman"/>
                <a:cs typeface="Times New Roman"/>
              </a:rPr>
              <a:t>2</a:t>
            </a:r>
            <a:r>
              <a:rPr sz="1200" b="1" spc="-7" baseline="34722" dirty="0">
                <a:latin typeface="Times New Roman"/>
                <a:cs typeface="Times New Roman"/>
              </a:rPr>
              <a:t>i+1</a:t>
            </a:r>
            <a:r>
              <a:rPr sz="1200" b="1" baseline="34722" dirty="0">
                <a:latin typeface="Times New Roman"/>
                <a:cs typeface="Times New Roman"/>
              </a:rPr>
              <a:t> </a:t>
            </a:r>
            <a:r>
              <a:rPr sz="1875" b="1" spc="-7" baseline="2222" dirty="0">
                <a:latin typeface="Times New Roman"/>
                <a:cs typeface="Times New Roman"/>
              </a:rPr>
              <a:t>–</a:t>
            </a:r>
            <a:r>
              <a:rPr sz="1875" b="1" spc="-22" baseline="2222" dirty="0">
                <a:latin typeface="Times New Roman"/>
                <a:cs typeface="Times New Roman"/>
              </a:rPr>
              <a:t> </a:t>
            </a:r>
            <a:r>
              <a:rPr sz="1875" b="1" spc="-7" baseline="2222" dirty="0">
                <a:latin typeface="Times New Roman"/>
                <a:cs typeface="Times New Roman"/>
              </a:rPr>
              <a:t>1</a:t>
            </a:r>
            <a:endParaRPr sz="1875" baseline="2222" dirty="0">
              <a:latin typeface="Times New Roman"/>
              <a:cs typeface="Times New Roman"/>
            </a:endParaRPr>
          </a:p>
        </p:txBody>
      </p:sp>
    </p:spTree>
    <p:extLst>
      <p:ext uri="{BB962C8B-B14F-4D97-AF65-F5344CB8AC3E}">
        <p14:creationId xmlns:p14="http://schemas.microsoft.com/office/powerpoint/2010/main" val="2180136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7483A5-3EFA-BBB0-0E42-0DD1161512E1}"/>
              </a:ext>
            </a:extLst>
          </p:cNvPr>
          <p:cNvSpPr>
            <a:spLocks noGrp="1"/>
          </p:cNvSpPr>
          <p:nvPr>
            <p:ph type="title"/>
          </p:nvPr>
        </p:nvSpPr>
        <p:spPr/>
        <p:txBody>
          <a:bodyPr/>
          <a:lstStyle/>
          <a:p>
            <a:endParaRPr lang="en-US"/>
          </a:p>
        </p:txBody>
      </p:sp>
      <p:pic>
        <p:nvPicPr>
          <p:cNvPr id="6" name="Content Placeholder 5">
            <a:extLst>
              <a:ext uri="{FF2B5EF4-FFF2-40B4-BE49-F238E27FC236}">
                <a16:creationId xmlns:a16="http://schemas.microsoft.com/office/drawing/2014/main" id="{43DB3C8E-8940-B3C9-731E-14497736900C}"/>
              </a:ext>
            </a:extLst>
          </p:cNvPr>
          <p:cNvPicPr>
            <a:picLocks noGrp="1" noChangeAspect="1"/>
          </p:cNvPicPr>
          <p:nvPr>
            <p:ph sz="half" idx="2"/>
          </p:nvPr>
        </p:nvPicPr>
        <p:blipFill>
          <a:blip r:embed="rId2"/>
          <a:stretch>
            <a:fillRect/>
          </a:stretch>
        </p:blipFill>
        <p:spPr>
          <a:xfrm>
            <a:off x="3572037" y="2918718"/>
            <a:ext cx="2523963" cy="1475360"/>
          </a:xfrm>
          <a:prstGeom prst="rect">
            <a:avLst/>
          </a:prstGeom>
        </p:spPr>
      </p:pic>
      <p:sp>
        <p:nvSpPr>
          <p:cNvPr id="8" name="object 12">
            <a:extLst>
              <a:ext uri="{FF2B5EF4-FFF2-40B4-BE49-F238E27FC236}">
                <a16:creationId xmlns:a16="http://schemas.microsoft.com/office/drawing/2014/main" id="{AF31AA5D-5308-37CE-4B07-0761727075B4}"/>
              </a:ext>
            </a:extLst>
          </p:cNvPr>
          <p:cNvSpPr txBox="1"/>
          <p:nvPr/>
        </p:nvSpPr>
        <p:spPr>
          <a:xfrm>
            <a:off x="1215948" y="3587622"/>
            <a:ext cx="1367790" cy="215900"/>
          </a:xfrm>
          <a:prstGeom prst="rect">
            <a:avLst/>
          </a:prstGeom>
        </p:spPr>
        <p:txBody>
          <a:bodyPr vert="horz" wrap="square" lIns="0" tIns="12065" rIns="0" bIns="0" rtlCol="0">
            <a:spAutoFit/>
          </a:bodyPr>
          <a:lstStyle/>
          <a:p>
            <a:pPr marL="12700">
              <a:lnSpc>
                <a:spcPct val="100000"/>
              </a:lnSpc>
              <a:spcBef>
                <a:spcPts val="95"/>
              </a:spcBef>
            </a:pPr>
            <a:r>
              <a:rPr sz="1250" spc="-5" dirty="0">
                <a:latin typeface="Times New Roman"/>
                <a:cs typeface="Times New Roman"/>
              </a:rPr>
              <a:t>Types</a:t>
            </a:r>
            <a:r>
              <a:rPr sz="1250" spc="-30" dirty="0">
                <a:latin typeface="Times New Roman"/>
                <a:cs typeface="Times New Roman"/>
              </a:rPr>
              <a:t> </a:t>
            </a:r>
            <a:r>
              <a:rPr sz="1250" spc="-5" dirty="0">
                <a:latin typeface="Times New Roman"/>
                <a:cs typeface="Times New Roman"/>
              </a:rPr>
              <a:t>of</a:t>
            </a:r>
            <a:r>
              <a:rPr sz="1250" spc="-20" dirty="0">
                <a:latin typeface="Times New Roman"/>
                <a:cs typeface="Times New Roman"/>
              </a:rPr>
              <a:t> </a:t>
            </a:r>
            <a:r>
              <a:rPr sz="1250" dirty="0">
                <a:latin typeface="Times New Roman"/>
                <a:cs typeface="Times New Roman"/>
              </a:rPr>
              <a:t>binary</a:t>
            </a:r>
            <a:r>
              <a:rPr sz="1250" spc="-30" dirty="0">
                <a:latin typeface="Times New Roman"/>
                <a:cs typeface="Times New Roman"/>
              </a:rPr>
              <a:t> </a:t>
            </a:r>
            <a:r>
              <a:rPr sz="1250" spc="-5" dirty="0">
                <a:latin typeface="Times New Roman"/>
                <a:cs typeface="Times New Roman"/>
              </a:rPr>
              <a:t>trees</a:t>
            </a:r>
            <a:endParaRPr sz="1250" dirty="0">
              <a:latin typeface="Times New Roman"/>
              <a:cs typeface="Times New Roman"/>
            </a:endParaRPr>
          </a:p>
        </p:txBody>
      </p:sp>
      <p:grpSp>
        <p:nvGrpSpPr>
          <p:cNvPr id="9" name="object 8">
            <a:extLst>
              <a:ext uri="{FF2B5EF4-FFF2-40B4-BE49-F238E27FC236}">
                <a16:creationId xmlns:a16="http://schemas.microsoft.com/office/drawing/2014/main" id="{62764BCD-80E3-635B-1248-259344E5802C}"/>
              </a:ext>
            </a:extLst>
          </p:cNvPr>
          <p:cNvGrpSpPr/>
          <p:nvPr/>
        </p:nvGrpSpPr>
        <p:grpSpPr>
          <a:xfrm>
            <a:off x="2721970" y="3038860"/>
            <a:ext cx="711835" cy="1235075"/>
            <a:chOff x="2695575" y="2943732"/>
            <a:chExt cx="711835" cy="1235075"/>
          </a:xfrm>
        </p:grpSpPr>
        <p:sp>
          <p:nvSpPr>
            <p:cNvPr id="10" name="object 9">
              <a:extLst>
                <a:ext uri="{FF2B5EF4-FFF2-40B4-BE49-F238E27FC236}">
                  <a16:creationId xmlns:a16="http://schemas.microsoft.com/office/drawing/2014/main" id="{AD1D6F42-BC5F-A7C8-51F6-FC9F287BB689}"/>
                </a:ext>
              </a:extLst>
            </p:cNvPr>
            <p:cNvSpPr/>
            <p:nvPr/>
          </p:nvSpPr>
          <p:spPr>
            <a:xfrm>
              <a:off x="3070859" y="2999104"/>
              <a:ext cx="0" cy="1123950"/>
            </a:xfrm>
            <a:custGeom>
              <a:avLst/>
              <a:gdLst/>
              <a:ahLst/>
              <a:cxnLst/>
              <a:rect l="l" t="t" r="r" b="b"/>
              <a:pathLst>
                <a:path h="1123950">
                  <a:moveTo>
                    <a:pt x="0" y="0"/>
                  </a:moveTo>
                  <a:lnTo>
                    <a:pt x="0" y="1123950"/>
                  </a:lnTo>
                </a:path>
              </a:pathLst>
            </a:custGeom>
            <a:ln w="19050">
              <a:solidFill>
                <a:srgbClr val="FF00FF"/>
              </a:solidFill>
            </a:ln>
          </p:spPr>
          <p:txBody>
            <a:bodyPr wrap="square" lIns="0" tIns="0" rIns="0" bIns="0" rtlCol="0"/>
            <a:lstStyle/>
            <a:p>
              <a:endParaRPr/>
            </a:p>
          </p:txBody>
        </p:sp>
        <p:sp>
          <p:nvSpPr>
            <p:cNvPr id="11" name="object 10">
              <a:extLst>
                <a:ext uri="{FF2B5EF4-FFF2-40B4-BE49-F238E27FC236}">
                  <a16:creationId xmlns:a16="http://schemas.microsoft.com/office/drawing/2014/main" id="{33E7443F-C546-0893-F0C0-4DE93BF484C6}"/>
                </a:ext>
              </a:extLst>
            </p:cNvPr>
            <p:cNvSpPr/>
            <p:nvPr/>
          </p:nvSpPr>
          <p:spPr>
            <a:xfrm>
              <a:off x="3070860" y="2943732"/>
              <a:ext cx="336550" cy="1235075"/>
            </a:xfrm>
            <a:custGeom>
              <a:avLst/>
              <a:gdLst/>
              <a:ahLst/>
              <a:cxnLst/>
              <a:rect l="l" t="t" r="r" b="b"/>
              <a:pathLst>
                <a:path w="336550" h="1235075">
                  <a:moveTo>
                    <a:pt x="336423" y="1179322"/>
                  </a:moveTo>
                  <a:lnTo>
                    <a:pt x="320103" y="1169797"/>
                  </a:lnTo>
                  <a:lnTo>
                    <a:pt x="241554" y="1123950"/>
                  </a:lnTo>
                  <a:lnTo>
                    <a:pt x="235712" y="1125474"/>
                  </a:lnTo>
                  <a:lnTo>
                    <a:pt x="230378" y="1134630"/>
                  </a:lnTo>
                  <a:lnTo>
                    <a:pt x="231902" y="1140460"/>
                  </a:lnTo>
                  <a:lnTo>
                    <a:pt x="282181" y="1169797"/>
                  </a:lnTo>
                  <a:lnTo>
                    <a:pt x="0" y="1169797"/>
                  </a:lnTo>
                  <a:lnTo>
                    <a:pt x="0" y="1188847"/>
                  </a:lnTo>
                  <a:lnTo>
                    <a:pt x="282181" y="1188847"/>
                  </a:lnTo>
                  <a:lnTo>
                    <a:pt x="231902" y="1218184"/>
                  </a:lnTo>
                  <a:lnTo>
                    <a:pt x="230378" y="1224026"/>
                  </a:lnTo>
                  <a:lnTo>
                    <a:pt x="235712" y="1233182"/>
                  </a:lnTo>
                  <a:lnTo>
                    <a:pt x="241554" y="1234706"/>
                  </a:lnTo>
                  <a:lnTo>
                    <a:pt x="320103" y="1188847"/>
                  </a:lnTo>
                  <a:lnTo>
                    <a:pt x="336423" y="1179322"/>
                  </a:lnTo>
                  <a:close/>
                </a:path>
                <a:path w="336550" h="1235075">
                  <a:moveTo>
                    <a:pt x="336423" y="884047"/>
                  </a:moveTo>
                  <a:lnTo>
                    <a:pt x="320103" y="874522"/>
                  </a:lnTo>
                  <a:lnTo>
                    <a:pt x="241554" y="828675"/>
                  </a:lnTo>
                  <a:lnTo>
                    <a:pt x="235712" y="830199"/>
                  </a:lnTo>
                  <a:lnTo>
                    <a:pt x="230378" y="839343"/>
                  </a:lnTo>
                  <a:lnTo>
                    <a:pt x="231902" y="845185"/>
                  </a:lnTo>
                  <a:lnTo>
                    <a:pt x="282181" y="874522"/>
                  </a:lnTo>
                  <a:lnTo>
                    <a:pt x="0" y="874522"/>
                  </a:lnTo>
                  <a:lnTo>
                    <a:pt x="0" y="893572"/>
                  </a:lnTo>
                  <a:lnTo>
                    <a:pt x="282181" y="893572"/>
                  </a:lnTo>
                  <a:lnTo>
                    <a:pt x="231902" y="922909"/>
                  </a:lnTo>
                  <a:lnTo>
                    <a:pt x="230378" y="928751"/>
                  </a:lnTo>
                  <a:lnTo>
                    <a:pt x="235712" y="937895"/>
                  </a:lnTo>
                  <a:lnTo>
                    <a:pt x="241554" y="939419"/>
                  </a:lnTo>
                  <a:lnTo>
                    <a:pt x="320103" y="893572"/>
                  </a:lnTo>
                  <a:lnTo>
                    <a:pt x="336423" y="884047"/>
                  </a:lnTo>
                  <a:close/>
                </a:path>
                <a:path w="336550" h="1235075">
                  <a:moveTo>
                    <a:pt x="336423" y="607822"/>
                  </a:moveTo>
                  <a:lnTo>
                    <a:pt x="320103" y="598297"/>
                  </a:lnTo>
                  <a:lnTo>
                    <a:pt x="241554" y="552450"/>
                  </a:lnTo>
                  <a:lnTo>
                    <a:pt x="235712" y="553974"/>
                  </a:lnTo>
                  <a:lnTo>
                    <a:pt x="230378" y="563118"/>
                  </a:lnTo>
                  <a:lnTo>
                    <a:pt x="231902" y="568960"/>
                  </a:lnTo>
                  <a:lnTo>
                    <a:pt x="282181" y="598297"/>
                  </a:lnTo>
                  <a:lnTo>
                    <a:pt x="2540" y="598297"/>
                  </a:lnTo>
                  <a:lnTo>
                    <a:pt x="2540" y="617347"/>
                  </a:lnTo>
                  <a:lnTo>
                    <a:pt x="282181" y="617347"/>
                  </a:lnTo>
                  <a:lnTo>
                    <a:pt x="231902" y="646684"/>
                  </a:lnTo>
                  <a:lnTo>
                    <a:pt x="230378" y="652526"/>
                  </a:lnTo>
                  <a:lnTo>
                    <a:pt x="235712" y="661670"/>
                  </a:lnTo>
                  <a:lnTo>
                    <a:pt x="241554" y="663194"/>
                  </a:lnTo>
                  <a:lnTo>
                    <a:pt x="320103" y="617347"/>
                  </a:lnTo>
                  <a:lnTo>
                    <a:pt x="336423" y="607822"/>
                  </a:lnTo>
                  <a:close/>
                </a:path>
                <a:path w="336550" h="1235075">
                  <a:moveTo>
                    <a:pt x="336423" y="341122"/>
                  </a:moveTo>
                  <a:lnTo>
                    <a:pt x="320103" y="331597"/>
                  </a:lnTo>
                  <a:lnTo>
                    <a:pt x="241554" y="285750"/>
                  </a:lnTo>
                  <a:lnTo>
                    <a:pt x="235712" y="287274"/>
                  </a:lnTo>
                  <a:lnTo>
                    <a:pt x="230378" y="296418"/>
                  </a:lnTo>
                  <a:lnTo>
                    <a:pt x="231902" y="302260"/>
                  </a:lnTo>
                  <a:lnTo>
                    <a:pt x="282181" y="331597"/>
                  </a:lnTo>
                  <a:lnTo>
                    <a:pt x="0" y="331597"/>
                  </a:lnTo>
                  <a:lnTo>
                    <a:pt x="0" y="350647"/>
                  </a:lnTo>
                  <a:lnTo>
                    <a:pt x="282181" y="350647"/>
                  </a:lnTo>
                  <a:lnTo>
                    <a:pt x="231902" y="379984"/>
                  </a:lnTo>
                  <a:lnTo>
                    <a:pt x="230378" y="385826"/>
                  </a:lnTo>
                  <a:lnTo>
                    <a:pt x="235712" y="394970"/>
                  </a:lnTo>
                  <a:lnTo>
                    <a:pt x="241554" y="396494"/>
                  </a:lnTo>
                  <a:lnTo>
                    <a:pt x="320103" y="350647"/>
                  </a:lnTo>
                  <a:lnTo>
                    <a:pt x="336423" y="341122"/>
                  </a:lnTo>
                  <a:close/>
                </a:path>
                <a:path w="336550" h="1235075">
                  <a:moveTo>
                    <a:pt x="336423" y="55372"/>
                  </a:moveTo>
                  <a:lnTo>
                    <a:pt x="320103" y="45847"/>
                  </a:lnTo>
                  <a:lnTo>
                    <a:pt x="241554" y="0"/>
                  </a:lnTo>
                  <a:lnTo>
                    <a:pt x="235712" y="1524"/>
                  </a:lnTo>
                  <a:lnTo>
                    <a:pt x="230378" y="10668"/>
                  </a:lnTo>
                  <a:lnTo>
                    <a:pt x="231902" y="16510"/>
                  </a:lnTo>
                  <a:lnTo>
                    <a:pt x="282181" y="45847"/>
                  </a:lnTo>
                  <a:lnTo>
                    <a:pt x="0" y="45847"/>
                  </a:lnTo>
                  <a:lnTo>
                    <a:pt x="0" y="64897"/>
                  </a:lnTo>
                  <a:lnTo>
                    <a:pt x="282181" y="64897"/>
                  </a:lnTo>
                  <a:lnTo>
                    <a:pt x="231902" y="94234"/>
                  </a:lnTo>
                  <a:lnTo>
                    <a:pt x="230378" y="100076"/>
                  </a:lnTo>
                  <a:lnTo>
                    <a:pt x="235712" y="109220"/>
                  </a:lnTo>
                  <a:lnTo>
                    <a:pt x="241554" y="110744"/>
                  </a:lnTo>
                  <a:lnTo>
                    <a:pt x="320103" y="64897"/>
                  </a:lnTo>
                  <a:lnTo>
                    <a:pt x="336423" y="55372"/>
                  </a:lnTo>
                  <a:close/>
                </a:path>
              </a:pathLst>
            </a:custGeom>
            <a:solidFill>
              <a:srgbClr val="FF00FF"/>
            </a:solidFill>
          </p:spPr>
          <p:txBody>
            <a:bodyPr wrap="square" lIns="0" tIns="0" rIns="0" bIns="0" rtlCol="0"/>
            <a:lstStyle/>
            <a:p>
              <a:endParaRPr>
                <a:solidFill>
                  <a:srgbClr val="FF0000"/>
                </a:solidFill>
              </a:endParaRPr>
            </a:p>
          </p:txBody>
        </p:sp>
        <p:sp>
          <p:nvSpPr>
            <p:cNvPr id="12" name="object 11">
              <a:extLst>
                <a:ext uri="{FF2B5EF4-FFF2-40B4-BE49-F238E27FC236}">
                  <a16:creationId xmlns:a16="http://schemas.microsoft.com/office/drawing/2014/main" id="{6E5861AC-D88E-46C6-4BA9-56B4470CA9BD}"/>
                </a:ext>
              </a:extLst>
            </p:cNvPr>
            <p:cNvSpPr/>
            <p:nvPr/>
          </p:nvSpPr>
          <p:spPr>
            <a:xfrm>
              <a:off x="2695575" y="3700779"/>
              <a:ext cx="377825" cy="0"/>
            </a:xfrm>
            <a:custGeom>
              <a:avLst/>
              <a:gdLst/>
              <a:ahLst/>
              <a:cxnLst/>
              <a:rect l="l" t="t" r="r" b="b"/>
              <a:pathLst>
                <a:path w="377825">
                  <a:moveTo>
                    <a:pt x="0" y="0"/>
                  </a:moveTo>
                  <a:lnTo>
                    <a:pt x="377825" y="0"/>
                  </a:lnTo>
                </a:path>
              </a:pathLst>
            </a:custGeom>
            <a:ln w="19050">
              <a:solidFill>
                <a:srgbClr val="FF33CC"/>
              </a:solidFill>
            </a:ln>
          </p:spPr>
          <p:txBody>
            <a:bodyPr wrap="square" lIns="0" tIns="0" rIns="0" bIns="0" rtlCol="0"/>
            <a:lstStyle/>
            <a:p>
              <a:endParaRPr/>
            </a:p>
          </p:txBody>
        </p:sp>
      </p:grpSp>
    </p:spTree>
    <p:extLst>
      <p:ext uri="{BB962C8B-B14F-4D97-AF65-F5344CB8AC3E}">
        <p14:creationId xmlns:p14="http://schemas.microsoft.com/office/powerpoint/2010/main" val="39154327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637D5-0288-BC3F-84AB-4BDE82869BB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327D0F4-77E3-8442-4128-E69BA720BAC5}"/>
              </a:ext>
            </a:extLst>
          </p:cNvPr>
          <p:cNvSpPr>
            <a:spLocks noGrp="1"/>
          </p:cNvSpPr>
          <p:nvPr>
            <p:ph sz="half" idx="2"/>
          </p:nvPr>
        </p:nvSpPr>
        <p:spPr>
          <a:xfrm>
            <a:off x="609599" y="1577340"/>
            <a:ext cx="11309131" cy="4526280"/>
          </a:xfrm>
        </p:spPr>
        <p:txBody>
          <a:bodyPr>
            <a:normAutofit fontScale="92500" lnSpcReduction="20000"/>
          </a:bodyPr>
          <a:lstStyle/>
          <a:p>
            <a:r>
              <a:rPr lang="en-US" dirty="0">
                <a:solidFill>
                  <a:srgbClr val="FF0000"/>
                </a:solidFill>
              </a:rPr>
              <a:t>A skewed tree </a:t>
            </a:r>
            <a:r>
              <a:rPr lang="en-US" dirty="0"/>
              <a:t>is a tree consisting of only left subtree or only right subtree. A tree with only left subtrees is called left skewed binary tree and a tree with only right subtree is called right skewed binary tree</a:t>
            </a:r>
          </a:p>
          <a:p>
            <a:r>
              <a:rPr lang="en-US" dirty="0"/>
              <a:t>A binary tree having 2i nodes in any given level </a:t>
            </a:r>
            <a:r>
              <a:rPr lang="en-US" dirty="0" err="1"/>
              <a:t>i</a:t>
            </a:r>
            <a:r>
              <a:rPr lang="en-US" dirty="0"/>
              <a:t> is called strictly binary tree. Here, every node other than the leaf node has two children. A strictly binary tree is also called </a:t>
            </a:r>
            <a:r>
              <a:rPr lang="en-US" dirty="0">
                <a:solidFill>
                  <a:srgbClr val="FF0000"/>
                </a:solidFill>
              </a:rPr>
              <a:t>full binary tree or proper binary tree</a:t>
            </a:r>
          </a:p>
          <a:p>
            <a:r>
              <a:rPr lang="en-US" dirty="0">
                <a:solidFill>
                  <a:srgbClr val="FF0000"/>
                </a:solidFill>
              </a:rPr>
              <a:t>A complete binary tree </a:t>
            </a:r>
            <a:r>
              <a:rPr lang="en-US" dirty="0"/>
              <a:t>is a binary tree in which every level, except possibly the last level is completely filled. If the nodes in the last level are not completely filled, then all the nodes in that level should be filled only from left to right</a:t>
            </a:r>
          </a:p>
          <a:p>
            <a:r>
              <a:rPr lang="en-US" b="0" i="0" dirty="0">
                <a:solidFill>
                  <a:srgbClr val="FF0000"/>
                </a:solidFill>
                <a:effectLst/>
                <a:latin typeface="Google Sans"/>
              </a:rPr>
              <a:t>An almost complete binary tree </a:t>
            </a:r>
            <a:r>
              <a:rPr lang="en-US" b="0" i="0" dirty="0">
                <a:solidFill>
                  <a:srgbClr val="1F1F1F"/>
                </a:solidFill>
                <a:effectLst/>
                <a:latin typeface="Google Sans"/>
              </a:rPr>
              <a:t>is </a:t>
            </a:r>
            <a:r>
              <a:rPr lang="en-US" b="0" i="0" dirty="0">
                <a:solidFill>
                  <a:srgbClr val="040C28"/>
                </a:solidFill>
                <a:effectLst/>
                <a:latin typeface="Google Sans"/>
              </a:rPr>
              <a:t>a special kind of binary tree where insertion takes place level by level and from left to right order at each level and the last level is not filled fully always</a:t>
            </a:r>
            <a:r>
              <a:rPr lang="en-US" b="0" i="0" dirty="0">
                <a:solidFill>
                  <a:srgbClr val="1F1F1F"/>
                </a:solidFill>
                <a:effectLst/>
                <a:latin typeface="Google Sans"/>
              </a:rPr>
              <a:t>. It also contains. nodes at each level except the last level.</a:t>
            </a:r>
            <a:endParaRPr lang="en-US" dirty="0">
              <a:solidFill>
                <a:srgbClr val="FF0000"/>
              </a:solidFill>
            </a:endParaRPr>
          </a:p>
        </p:txBody>
      </p:sp>
    </p:spTree>
    <p:extLst>
      <p:ext uri="{BB962C8B-B14F-4D97-AF65-F5344CB8AC3E}">
        <p14:creationId xmlns:p14="http://schemas.microsoft.com/office/powerpoint/2010/main" val="40189973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86589-D1CA-0723-E5D0-3E3DA90ED35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0E57CD6-ABB9-091B-C1A7-DE6272027E9D}"/>
              </a:ext>
            </a:extLst>
          </p:cNvPr>
          <p:cNvSpPr>
            <a:spLocks noGrp="1"/>
          </p:cNvSpPr>
          <p:nvPr>
            <p:ph sz="half" idx="2"/>
          </p:nvPr>
        </p:nvSpPr>
        <p:spPr/>
        <p:txBody>
          <a:bodyPr/>
          <a:lstStyle/>
          <a:p>
            <a:pPr marL="0" marR="5080" indent="0" algn="just">
              <a:lnSpc>
                <a:spcPct val="95700"/>
              </a:lnSpc>
              <a:spcBef>
                <a:spcPts val="940"/>
              </a:spcBef>
              <a:buNone/>
            </a:pPr>
            <a:r>
              <a:rPr lang="en-US" sz="2800" spc="-5" dirty="0">
                <a:latin typeface="Times New Roman"/>
                <a:cs typeface="Times New Roman"/>
              </a:rPr>
              <a:t>In general, a tree in which </a:t>
            </a:r>
            <a:r>
              <a:rPr lang="en-US" sz="2800" dirty="0">
                <a:latin typeface="Times New Roman"/>
                <a:cs typeface="Times New Roman"/>
              </a:rPr>
              <a:t>each </a:t>
            </a:r>
            <a:r>
              <a:rPr lang="en-US" sz="2800" spc="-5" dirty="0">
                <a:latin typeface="Times New Roman"/>
                <a:cs typeface="Times New Roman"/>
              </a:rPr>
              <a:t>node </a:t>
            </a:r>
            <a:r>
              <a:rPr lang="en-US" sz="2800" dirty="0">
                <a:latin typeface="Times New Roman"/>
                <a:cs typeface="Times New Roman"/>
              </a:rPr>
              <a:t>has </a:t>
            </a:r>
            <a:r>
              <a:rPr lang="en-US" sz="2800" spc="-5" dirty="0">
                <a:latin typeface="Times New Roman"/>
                <a:cs typeface="Times New Roman"/>
              </a:rPr>
              <a:t>either zero, one or two subtrees </a:t>
            </a:r>
            <a:r>
              <a:rPr lang="en-US" sz="2800" dirty="0">
                <a:latin typeface="Times New Roman"/>
                <a:cs typeface="Times New Roman"/>
              </a:rPr>
              <a:t>is </a:t>
            </a:r>
            <a:r>
              <a:rPr lang="en-US" sz="2800" spc="5" dirty="0">
                <a:latin typeface="Times New Roman"/>
                <a:cs typeface="Times New Roman"/>
              </a:rPr>
              <a:t> </a:t>
            </a:r>
            <a:r>
              <a:rPr lang="en-US" sz="2800" spc="-5" dirty="0">
                <a:latin typeface="Times New Roman"/>
                <a:cs typeface="Times New Roman"/>
              </a:rPr>
              <a:t>called a </a:t>
            </a:r>
            <a:r>
              <a:rPr lang="en-US" sz="2800" spc="-5" dirty="0">
                <a:solidFill>
                  <a:srgbClr val="FF0000"/>
                </a:solidFill>
                <a:latin typeface="Times New Roman"/>
                <a:cs typeface="Times New Roman"/>
              </a:rPr>
              <a:t>binary tree</a:t>
            </a:r>
            <a:r>
              <a:rPr lang="en-US" sz="2800" spc="-5" dirty="0">
                <a:solidFill>
                  <a:srgbClr val="FF00FF"/>
                </a:solidFill>
                <a:latin typeface="Times New Roman"/>
                <a:cs typeface="Times New Roman"/>
              </a:rPr>
              <a:t>. </a:t>
            </a:r>
            <a:r>
              <a:rPr lang="en-US" sz="2800" dirty="0">
                <a:latin typeface="Times New Roman"/>
                <a:cs typeface="Times New Roman"/>
              </a:rPr>
              <a:t>The </a:t>
            </a:r>
            <a:r>
              <a:rPr lang="en-US" sz="2800" spc="-5" dirty="0">
                <a:latin typeface="Times New Roman"/>
                <a:cs typeface="Times New Roman"/>
              </a:rPr>
              <a:t>pictorial representation of a typical node in a binary tree is </a:t>
            </a:r>
            <a:r>
              <a:rPr lang="en-US" sz="2800" dirty="0">
                <a:latin typeface="Times New Roman"/>
                <a:cs typeface="Times New Roman"/>
              </a:rPr>
              <a:t> </a:t>
            </a:r>
            <a:r>
              <a:rPr lang="en-US" sz="2800" spc="-5" dirty="0">
                <a:latin typeface="Times New Roman"/>
                <a:cs typeface="Times New Roman"/>
              </a:rPr>
              <a:t>shown</a:t>
            </a:r>
            <a:r>
              <a:rPr lang="en-US" sz="2800" spc="-10" dirty="0">
                <a:latin typeface="Times New Roman"/>
                <a:cs typeface="Times New Roman"/>
              </a:rPr>
              <a:t> </a:t>
            </a:r>
            <a:r>
              <a:rPr lang="en-US" sz="2800" spc="-5" dirty="0">
                <a:latin typeface="Times New Roman"/>
                <a:cs typeface="Times New Roman"/>
              </a:rPr>
              <a:t>below</a:t>
            </a:r>
          </a:p>
          <a:p>
            <a:pPr marL="0" marR="5080" indent="0" algn="just">
              <a:lnSpc>
                <a:spcPct val="95700"/>
              </a:lnSpc>
              <a:spcBef>
                <a:spcPts val="940"/>
              </a:spcBef>
              <a:buNone/>
            </a:pPr>
            <a:endParaRPr lang="en-US" sz="2800" dirty="0">
              <a:latin typeface="Times New Roman"/>
              <a:cs typeface="Times New Roman"/>
            </a:endParaRPr>
          </a:p>
        </p:txBody>
      </p:sp>
      <p:pic>
        <p:nvPicPr>
          <p:cNvPr id="6" name="Picture 5">
            <a:extLst>
              <a:ext uri="{FF2B5EF4-FFF2-40B4-BE49-F238E27FC236}">
                <a16:creationId xmlns:a16="http://schemas.microsoft.com/office/drawing/2014/main" id="{49BCD500-62F2-887A-13CD-772480E01F86}"/>
              </a:ext>
            </a:extLst>
          </p:cNvPr>
          <p:cNvPicPr>
            <a:picLocks noChangeAspect="1"/>
          </p:cNvPicPr>
          <p:nvPr/>
        </p:nvPicPr>
        <p:blipFill>
          <a:blip r:embed="rId2"/>
          <a:stretch>
            <a:fillRect/>
          </a:stretch>
        </p:blipFill>
        <p:spPr>
          <a:xfrm>
            <a:off x="1781614" y="4201017"/>
            <a:ext cx="6981825" cy="1819275"/>
          </a:xfrm>
          <a:prstGeom prst="rect">
            <a:avLst/>
          </a:prstGeom>
        </p:spPr>
      </p:pic>
      <p:pic>
        <p:nvPicPr>
          <p:cNvPr id="10" name="Picture 9">
            <a:extLst>
              <a:ext uri="{FF2B5EF4-FFF2-40B4-BE49-F238E27FC236}">
                <a16:creationId xmlns:a16="http://schemas.microsoft.com/office/drawing/2014/main" id="{9BBF2DB9-E5B4-C455-3D60-7EE3E7F560AB}"/>
              </a:ext>
            </a:extLst>
          </p:cNvPr>
          <p:cNvPicPr>
            <a:picLocks noChangeAspect="1"/>
          </p:cNvPicPr>
          <p:nvPr/>
        </p:nvPicPr>
        <p:blipFill>
          <a:blip r:embed="rId3"/>
          <a:stretch>
            <a:fillRect/>
          </a:stretch>
        </p:blipFill>
        <p:spPr>
          <a:xfrm>
            <a:off x="6278882" y="2049517"/>
            <a:ext cx="5478435" cy="1187834"/>
          </a:xfrm>
          <a:prstGeom prst="rect">
            <a:avLst/>
          </a:prstGeom>
        </p:spPr>
      </p:pic>
    </p:spTree>
    <p:extLst>
      <p:ext uri="{BB962C8B-B14F-4D97-AF65-F5344CB8AC3E}">
        <p14:creationId xmlns:p14="http://schemas.microsoft.com/office/powerpoint/2010/main" val="35547784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491F3-21F3-99D6-E061-2515A89ACD55}"/>
              </a:ext>
            </a:extLst>
          </p:cNvPr>
          <p:cNvSpPr>
            <a:spLocks noGrp="1"/>
          </p:cNvSpPr>
          <p:nvPr>
            <p:ph type="title"/>
          </p:nvPr>
        </p:nvSpPr>
        <p:spPr/>
        <p:txBody>
          <a:bodyPr/>
          <a:lstStyle/>
          <a:p>
            <a:pPr marL="484505" lvl="2" indent="-472440">
              <a:lnSpc>
                <a:spcPct val="100000"/>
              </a:lnSpc>
              <a:spcBef>
                <a:spcPts val="1090"/>
              </a:spcBef>
              <a:buAutoNum type="arabicPeriod"/>
              <a:tabLst>
                <a:tab pos="485140" algn="l"/>
              </a:tabLst>
            </a:pPr>
            <a:br>
              <a:rPr lang="en-US" dirty="0"/>
            </a:br>
            <a:br>
              <a:rPr lang="en-US" dirty="0"/>
            </a:br>
            <a:br>
              <a:rPr lang="en-US" dirty="0"/>
            </a:br>
            <a:br>
              <a:rPr lang="en-US" dirty="0"/>
            </a:br>
            <a:br>
              <a:rPr lang="en-US" dirty="0"/>
            </a:br>
            <a:br>
              <a:rPr lang="en-US" dirty="0"/>
            </a:br>
            <a:br>
              <a:rPr lang="en-US" dirty="0"/>
            </a:br>
            <a:br>
              <a:rPr lang="en-US" dirty="0"/>
            </a:br>
            <a:br>
              <a:rPr lang="en-US" dirty="0"/>
            </a:br>
            <a:endParaRPr lang="en-US" dirty="0"/>
          </a:p>
        </p:txBody>
      </p:sp>
      <p:sp>
        <p:nvSpPr>
          <p:cNvPr id="4" name="Content Placeholder 3">
            <a:extLst>
              <a:ext uri="{FF2B5EF4-FFF2-40B4-BE49-F238E27FC236}">
                <a16:creationId xmlns:a16="http://schemas.microsoft.com/office/drawing/2014/main" id="{3F18065D-4FA8-6577-5FE5-DA37200B83CB}"/>
              </a:ext>
            </a:extLst>
          </p:cNvPr>
          <p:cNvSpPr>
            <a:spLocks noGrp="1"/>
          </p:cNvSpPr>
          <p:nvPr>
            <p:ph sz="half" idx="3"/>
          </p:nvPr>
        </p:nvSpPr>
        <p:spPr>
          <a:xfrm>
            <a:off x="297956" y="1322752"/>
            <a:ext cx="6764995" cy="4043680"/>
          </a:xfrm>
        </p:spPr>
        <p:txBody>
          <a:bodyPr/>
          <a:lstStyle/>
          <a:p>
            <a:pPr marL="12700">
              <a:lnSpc>
                <a:spcPts val="1470"/>
              </a:lnSpc>
              <a:spcBef>
                <a:spcPts val="990"/>
              </a:spcBef>
            </a:pPr>
            <a:r>
              <a:rPr lang="en-US" sz="2000" spc="-5" dirty="0">
                <a:solidFill>
                  <a:srgbClr val="FF0000"/>
                </a:solidFill>
                <a:latin typeface="Times New Roman"/>
                <a:cs typeface="Times New Roman"/>
              </a:rPr>
              <a:t>In</a:t>
            </a:r>
            <a:r>
              <a:rPr lang="en-US" sz="2000" spc="135" dirty="0">
                <a:solidFill>
                  <a:srgbClr val="FF0000"/>
                </a:solidFill>
                <a:latin typeface="Times New Roman"/>
                <a:cs typeface="Times New Roman"/>
              </a:rPr>
              <a:t> </a:t>
            </a:r>
            <a:r>
              <a:rPr lang="en-US" sz="2000" spc="-5" dirty="0">
                <a:solidFill>
                  <a:srgbClr val="FF0000"/>
                </a:solidFill>
                <a:latin typeface="Times New Roman"/>
                <a:cs typeface="Times New Roman"/>
              </a:rPr>
              <a:t>a </a:t>
            </a:r>
            <a:r>
              <a:rPr lang="en-US" sz="2000" b="1" spc="-5" dirty="0">
                <a:solidFill>
                  <a:srgbClr val="FF0000"/>
                </a:solidFill>
                <a:latin typeface="Times New Roman"/>
                <a:cs typeface="Times New Roman"/>
              </a:rPr>
              <a:t>linked</a:t>
            </a:r>
            <a:r>
              <a:rPr lang="en-US" sz="2000" b="1" spc="5" dirty="0">
                <a:solidFill>
                  <a:srgbClr val="FF0000"/>
                </a:solidFill>
                <a:latin typeface="Times New Roman"/>
                <a:cs typeface="Times New Roman"/>
              </a:rPr>
              <a:t> </a:t>
            </a:r>
            <a:r>
              <a:rPr lang="en-US" sz="2000" spc="-5" dirty="0">
                <a:solidFill>
                  <a:srgbClr val="FF0000"/>
                </a:solidFill>
                <a:latin typeface="Times New Roman"/>
                <a:cs typeface="Times New Roman"/>
              </a:rPr>
              <a:t>representation,</a:t>
            </a:r>
            <a:r>
              <a:rPr lang="en-US" sz="2000" spc="5" dirty="0">
                <a:solidFill>
                  <a:srgbClr val="FF0000"/>
                </a:solidFill>
                <a:latin typeface="Times New Roman"/>
                <a:cs typeface="Times New Roman"/>
              </a:rPr>
              <a:t> </a:t>
            </a:r>
            <a:r>
              <a:rPr lang="en-US" sz="2000" spc="-5" dirty="0">
                <a:solidFill>
                  <a:srgbClr val="FF0000"/>
                </a:solidFill>
                <a:latin typeface="Times New Roman"/>
                <a:cs typeface="Times New Roman"/>
              </a:rPr>
              <a:t>a</a:t>
            </a:r>
            <a:r>
              <a:rPr lang="en-US" sz="2000" spc="15" dirty="0">
                <a:solidFill>
                  <a:srgbClr val="FF0000"/>
                </a:solidFill>
                <a:latin typeface="Times New Roman"/>
                <a:cs typeface="Times New Roman"/>
              </a:rPr>
              <a:t> </a:t>
            </a:r>
            <a:r>
              <a:rPr lang="en-US" sz="2000" spc="-5" dirty="0">
                <a:solidFill>
                  <a:srgbClr val="FF0000"/>
                </a:solidFill>
                <a:latin typeface="Times New Roman"/>
                <a:cs typeface="Times New Roman"/>
              </a:rPr>
              <a:t>node</a:t>
            </a:r>
            <a:r>
              <a:rPr lang="en-US" sz="2000" dirty="0">
                <a:solidFill>
                  <a:srgbClr val="FF0000"/>
                </a:solidFill>
                <a:latin typeface="Times New Roman"/>
                <a:cs typeface="Times New Roman"/>
              </a:rPr>
              <a:t> </a:t>
            </a:r>
            <a:r>
              <a:rPr lang="en-US" sz="2000" spc="-5" dirty="0">
                <a:solidFill>
                  <a:srgbClr val="FF0000"/>
                </a:solidFill>
                <a:latin typeface="Times New Roman"/>
                <a:cs typeface="Times New Roman"/>
              </a:rPr>
              <a:t>in</a:t>
            </a:r>
            <a:r>
              <a:rPr lang="en-US" sz="2000" spc="5" dirty="0">
                <a:solidFill>
                  <a:srgbClr val="FF0000"/>
                </a:solidFill>
                <a:latin typeface="Times New Roman"/>
                <a:cs typeface="Times New Roman"/>
              </a:rPr>
              <a:t> </a:t>
            </a:r>
            <a:r>
              <a:rPr lang="en-US" sz="2000" spc="-5" dirty="0">
                <a:solidFill>
                  <a:srgbClr val="FF0000"/>
                </a:solidFill>
                <a:latin typeface="Times New Roman"/>
                <a:cs typeface="Times New Roman"/>
              </a:rPr>
              <a:t>a</a:t>
            </a:r>
            <a:r>
              <a:rPr lang="en-US" sz="2000" dirty="0">
                <a:solidFill>
                  <a:srgbClr val="FF0000"/>
                </a:solidFill>
                <a:latin typeface="Times New Roman"/>
                <a:cs typeface="Times New Roman"/>
              </a:rPr>
              <a:t> </a:t>
            </a:r>
            <a:r>
              <a:rPr lang="en-US" sz="2000" spc="-5" dirty="0">
                <a:solidFill>
                  <a:srgbClr val="FF0000"/>
                </a:solidFill>
                <a:latin typeface="Times New Roman"/>
                <a:cs typeface="Times New Roman"/>
              </a:rPr>
              <a:t>tree</a:t>
            </a:r>
            <a:r>
              <a:rPr lang="en-US" sz="2000" spc="5" dirty="0">
                <a:solidFill>
                  <a:srgbClr val="FF0000"/>
                </a:solidFill>
                <a:latin typeface="Times New Roman"/>
                <a:cs typeface="Times New Roman"/>
              </a:rPr>
              <a:t> </a:t>
            </a:r>
            <a:r>
              <a:rPr lang="en-US" sz="2000" dirty="0">
                <a:solidFill>
                  <a:srgbClr val="FF0000"/>
                </a:solidFill>
                <a:latin typeface="Times New Roman"/>
                <a:cs typeface="Times New Roman"/>
              </a:rPr>
              <a:t>has</a:t>
            </a:r>
            <a:r>
              <a:rPr lang="en-US" sz="2000" spc="-5" dirty="0">
                <a:solidFill>
                  <a:srgbClr val="FF0000"/>
                </a:solidFill>
                <a:latin typeface="Times New Roman"/>
                <a:cs typeface="Times New Roman"/>
              </a:rPr>
              <a:t> three</a:t>
            </a:r>
            <a:r>
              <a:rPr lang="en-US" sz="2000" spc="15" dirty="0">
                <a:solidFill>
                  <a:srgbClr val="FF0000"/>
                </a:solidFill>
                <a:latin typeface="Times New Roman"/>
                <a:cs typeface="Times New Roman"/>
              </a:rPr>
              <a:t> </a:t>
            </a:r>
            <a:r>
              <a:rPr lang="en-US" sz="2000" spc="-5" dirty="0">
                <a:solidFill>
                  <a:srgbClr val="FF0000"/>
                </a:solidFill>
                <a:latin typeface="Times New Roman"/>
                <a:cs typeface="Times New Roman"/>
              </a:rPr>
              <a:t>fields</a:t>
            </a:r>
            <a:r>
              <a:rPr lang="en-US" sz="2000" spc="-5" dirty="0">
                <a:latin typeface="Times New Roman"/>
                <a:cs typeface="Times New Roman"/>
              </a:rPr>
              <a:t>:</a:t>
            </a:r>
            <a:endParaRPr lang="en-US" sz="2000" dirty="0">
              <a:latin typeface="Times New Roman"/>
              <a:cs typeface="Times New Roman"/>
            </a:endParaRPr>
          </a:p>
          <a:p>
            <a:pPr marL="469265" lvl="3" indent="-228600">
              <a:lnSpc>
                <a:spcPct val="100000"/>
              </a:lnSpc>
              <a:spcBef>
                <a:spcPts val="35"/>
              </a:spcBef>
              <a:buClr>
                <a:srgbClr val="FF00FF"/>
              </a:buClr>
              <a:buFont typeface="Symbol"/>
              <a:buChar char=""/>
              <a:tabLst>
                <a:tab pos="469900" algn="l"/>
              </a:tabLst>
            </a:pPr>
            <a:r>
              <a:rPr lang="en-US" sz="2000" b="1" spc="-5" dirty="0">
                <a:latin typeface="Times New Roman"/>
                <a:cs typeface="Times New Roman"/>
              </a:rPr>
              <a:t>info</a:t>
            </a:r>
            <a:r>
              <a:rPr lang="en-US" sz="2000" b="1" spc="5" dirty="0">
                <a:latin typeface="Times New Roman"/>
                <a:cs typeface="Times New Roman"/>
              </a:rPr>
              <a:t> </a:t>
            </a:r>
            <a:r>
              <a:rPr lang="en-US" sz="2000" spc="-5" dirty="0">
                <a:latin typeface="Times New Roman"/>
                <a:cs typeface="Times New Roman"/>
              </a:rPr>
              <a:t>–</a:t>
            </a:r>
            <a:r>
              <a:rPr lang="en-US" sz="2000" spc="15" dirty="0">
                <a:latin typeface="Times New Roman"/>
                <a:cs typeface="Times New Roman"/>
              </a:rPr>
              <a:t> </a:t>
            </a:r>
            <a:r>
              <a:rPr lang="en-US" sz="2000" spc="-5" dirty="0">
                <a:latin typeface="Times New Roman"/>
                <a:cs typeface="Times New Roman"/>
              </a:rPr>
              <a:t>which</a:t>
            </a:r>
            <a:r>
              <a:rPr lang="en-US" sz="2000" spc="10" dirty="0">
                <a:latin typeface="Times New Roman"/>
                <a:cs typeface="Times New Roman"/>
              </a:rPr>
              <a:t> </a:t>
            </a:r>
            <a:r>
              <a:rPr lang="en-US" sz="2000" spc="-5" dirty="0">
                <a:latin typeface="Times New Roman"/>
                <a:cs typeface="Times New Roman"/>
              </a:rPr>
              <a:t>contains </a:t>
            </a:r>
            <a:r>
              <a:rPr lang="en-US" sz="2000" dirty="0">
                <a:latin typeface="Times New Roman"/>
                <a:cs typeface="Times New Roman"/>
              </a:rPr>
              <a:t>the </a:t>
            </a:r>
            <a:r>
              <a:rPr lang="en-US" sz="2000" spc="-5" dirty="0">
                <a:latin typeface="Times New Roman"/>
                <a:cs typeface="Times New Roman"/>
              </a:rPr>
              <a:t>actual</a:t>
            </a:r>
            <a:r>
              <a:rPr lang="en-US" sz="2000" dirty="0">
                <a:latin typeface="Times New Roman"/>
                <a:cs typeface="Times New Roman"/>
              </a:rPr>
              <a:t> </a:t>
            </a:r>
            <a:r>
              <a:rPr lang="en-US" sz="2000" spc="-5" dirty="0">
                <a:latin typeface="Times New Roman"/>
                <a:cs typeface="Times New Roman"/>
              </a:rPr>
              <a:t>information</a:t>
            </a:r>
            <a:endParaRPr lang="en-US" sz="2000" dirty="0">
              <a:latin typeface="Times New Roman"/>
              <a:cs typeface="Times New Roman"/>
            </a:endParaRPr>
          </a:p>
          <a:p>
            <a:pPr marL="469265" lvl="3" indent="-228600">
              <a:lnSpc>
                <a:spcPct val="100000"/>
              </a:lnSpc>
              <a:spcBef>
                <a:spcPts val="20"/>
              </a:spcBef>
              <a:buClr>
                <a:srgbClr val="FF00FF"/>
              </a:buClr>
              <a:buFont typeface="Symbol"/>
              <a:buChar char=""/>
              <a:tabLst>
                <a:tab pos="469900" algn="l"/>
              </a:tabLst>
            </a:pPr>
            <a:r>
              <a:rPr lang="en-US" sz="2000" b="1" spc="-5" dirty="0" err="1">
                <a:latin typeface="Times New Roman"/>
                <a:cs typeface="Times New Roman"/>
              </a:rPr>
              <a:t>llink</a:t>
            </a:r>
            <a:r>
              <a:rPr lang="en-US" sz="2000" b="1" spc="-5" dirty="0">
                <a:latin typeface="Times New Roman"/>
                <a:cs typeface="Times New Roman"/>
              </a:rPr>
              <a:t> </a:t>
            </a:r>
            <a:r>
              <a:rPr lang="en-US" sz="2000" spc="-5" dirty="0">
                <a:latin typeface="Times New Roman"/>
                <a:cs typeface="Times New Roman"/>
              </a:rPr>
              <a:t>–</a:t>
            </a:r>
            <a:r>
              <a:rPr lang="en-US" sz="2000" spc="5" dirty="0">
                <a:latin typeface="Times New Roman"/>
                <a:cs typeface="Times New Roman"/>
              </a:rPr>
              <a:t> </a:t>
            </a:r>
            <a:r>
              <a:rPr lang="en-US" sz="2000" spc="-5" dirty="0">
                <a:latin typeface="Times New Roman"/>
                <a:cs typeface="Times New Roman"/>
              </a:rPr>
              <a:t>which</a:t>
            </a:r>
            <a:r>
              <a:rPr lang="en-US" sz="2000" spc="10" dirty="0">
                <a:latin typeface="Times New Roman"/>
                <a:cs typeface="Times New Roman"/>
              </a:rPr>
              <a:t> </a:t>
            </a:r>
            <a:r>
              <a:rPr lang="en-US" sz="2000" spc="-5" dirty="0">
                <a:latin typeface="Times New Roman"/>
                <a:cs typeface="Times New Roman"/>
              </a:rPr>
              <a:t>contains</a:t>
            </a:r>
            <a:r>
              <a:rPr lang="en-US" sz="2000" dirty="0">
                <a:latin typeface="Times New Roman"/>
                <a:cs typeface="Times New Roman"/>
              </a:rPr>
              <a:t> </a:t>
            </a:r>
            <a:r>
              <a:rPr lang="en-US" sz="2000" spc="-5" dirty="0">
                <a:latin typeface="Times New Roman"/>
                <a:cs typeface="Times New Roman"/>
              </a:rPr>
              <a:t>address </a:t>
            </a:r>
            <a:r>
              <a:rPr lang="en-US" sz="2000" dirty="0">
                <a:latin typeface="Times New Roman"/>
                <a:cs typeface="Times New Roman"/>
              </a:rPr>
              <a:t>of </a:t>
            </a:r>
            <a:r>
              <a:rPr lang="en-US" sz="2000" spc="-5" dirty="0">
                <a:latin typeface="Times New Roman"/>
                <a:cs typeface="Times New Roman"/>
              </a:rPr>
              <a:t>the</a:t>
            </a:r>
            <a:r>
              <a:rPr lang="en-US" sz="2000" dirty="0">
                <a:latin typeface="Times New Roman"/>
                <a:cs typeface="Times New Roman"/>
              </a:rPr>
              <a:t> </a:t>
            </a:r>
            <a:r>
              <a:rPr lang="en-US" sz="2000" spc="-5" dirty="0">
                <a:latin typeface="Times New Roman"/>
                <a:cs typeface="Times New Roman"/>
              </a:rPr>
              <a:t>left</a:t>
            </a:r>
            <a:r>
              <a:rPr lang="en-US" sz="2000" spc="20" dirty="0">
                <a:latin typeface="Times New Roman"/>
                <a:cs typeface="Times New Roman"/>
              </a:rPr>
              <a:t> </a:t>
            </a:r>
            <a:r>
              <a:rPr lang="en-US" sz="2000" spc="-5" dirty="0">
                <a:latin typeface="Times New Roman"/>
                <a:cs typeface="Times New Roman"/>
              </a:rPr>
              <a:t>subtree</a:t>
            </a:r>
            <a:endParaRPr lang="en-US" sz="2000" dirty="0">
              <a:latin typeface="Times New Roman"/>
              <a:cs typeface="Times New Roman"/>
            </a:endParaRPr>
          </a:p>
          <a:p>
            <a:pPr marL="469265" lvl="3" indent="-228600">
              <a:lnSpc>
                <a:spcPct val="100000"/>
              </a:lnSpc>
              <a:spcBef>
                <a:spcPts val="25"/>
              </a:spcBef>
              <a:buClr>
                <a:srgbClr val="FF00FF"/>
              </a:buClr>
              <a:buFont typeface="Symbol"/>
              <a:buChar char=""/>
              <a:tabLst>
                <a:tab pos="469900" algn="l"/>
              </a:tabLst>
            </a:pPr>
            <a:r>
              <a:rPr lang="en-US" sz="2000" b="1" spc="-5" dirty="0" err="1">
                <a:latin typeface="Times New Roman"/>
                <a:cs typeface="Times New Roman"/>
              </a:rPr>
              <a:t>rlink</a:t>
            </a:r>
            <a:r>
              <a:rPr lang="en-US" sz="2000" b="1" spc="310" dirty="0">
                <a:latin typeface="Times New Roman"/>
                <a:cs typeface="Times New Roman"/>
              </a:rPr>
              <a:t> </a:t>
            </a:r>
            <a:r>
              <a:rPr lang="en-US" sz="2000" spc="-5" dirty="0">
                <a:latin typeface="Times New Roman"/>
                <a:cs typeface="Times New Roman"/>
              </a:rPr>
              <a:t>–</a:t>
            </a:r>
            <a:r>
              <a:rPr lang="en-US" sz="2000" spc="5" dirty="0">
                <a:latin typeface="Times New Roman"/>
                <a:cs typeface="Times New Roman"/>
              </a:rPr>
              <a:t> </a:t>
            </a:r>
            <a:r>
              <a:rPr lang="en-US" sz="2000" spc="-5" dirty="0">
                <a:latin typeface="Times New Roman"/>
                <a:cs typeface="Times New Roman"/>
              </a:rPr>
              <a:t>contains</a:t>
            </a:r>
            <a:r>
              <a:rPr lang="en-US" sz="2000" spc="10" dirty="0">
                <a:latin typeface="Times New Roman"/>
                <a:cs typeface="Times New Roman"/>
              </a:rPr>
              <a:t> </a:t>
            </a:r>
            <a:r>
              <a:rPr lang="en-US" sz="2000" spc="-5" dirty="0">
                <a:latin typeface="Times New Roman"/>
                <a:cs typeface="Times New Roman"/>
              </a:rPr>
              <a:t>address of </a:t>
            </a:r>
            <a:r>
              <a:rPr lang="en-US" sz="2000" dirty="0">
                <a:latin typeface="Times New Roman"/>
                <a:cs typeface="Times New Roman"/>
              </a:rPr>
              <a:t>the</a:t>
            </a:r>
            <a:r>
              <a:rPr lang="en-US" sz="2000" spc="5" dirty="0">
                <a:latin typeface="Times New Roman"/>
                <a:cs typeface="Times New Roman"/>
              </a:rPr>
              <a:t> </a:t>
            </a:r>
            <a:r>
              <a:rPr lang="en-US" sz="2000" spc="-5" dirty="0">
                <a:latin typeface="Times New Roman"/>
                <a:cs typeface="Times New Roman"/>
              </a:rPr>
              <a:t>right</a:t>
            </a:r>
            <a:r>
              <a:rPr lang="en-US" sz="2000" spc="5" dirty="0">
                <a:latin typeface="Times New Roman"/>
                <a:cs typeface="Times New Roman"/>
              </a:rPr>
              <a:t> </a:t>
            </a:r>
            <a:r>
              <a:rPr lang="en-US" sz="2000" spc="-5" dirty="0">
                <a:latin typeface="Times New Roman"/>
                <a:cs typeface="Times New Roman"/>
              </a:rPr>
              <a:t>subtree.</a:t>
            </a:r>
            <a:endParaRPr lang="en-US" sz="2000" dirty="0">
              <a:latin typeface="Times New Roman"/>
              <a:cs typeface="Times New Roman"/>
            </a:endParaRPr>
          </a:p>
          <a:p>
            <a:endParaRPr lang="en-US" dirty="0"/>
          </a:p>
        </p:txBody>
      </p:sp>
      <p:sp>
        <p:nvSpPr>
          <p:cNvPr id="7" name="object 3">
            <a:extLst>
              <a:ext uri="{FF2B5EF4-FFF2-40B4-BE49-F238E27FC236}">
                <a16:creationId xmlns:a16="http://schemas.microsoft.com/office/drawing/2014/main" id="{B4BD4BA5-6214-EF46-13F0-9852FA7DEF48}"/>
              </a:ext>
            </a:extLst>
          </p:cNvPr>
          <p:cNvSpPr txBox="1"/>
          <p:nvPr/>
        </p:nvSpPr>
        <p:spPr>
          <a:xfrm>
            <a:off x="1824866" y="2903215"/>
            <a:ext cx="2179575" cy="1115049"/>
          </a:xfrm>
          <a:prstGeom prst="rect">
            <a:avLst/>
          </a:prstGeom>
        </p:spPr>
        <p:txBody>
          <a:bodyPr vert="horz" wrap="square" lIns="0" tIns="12065" rIns="0" bIns="0" rtlCol="0">
            <a:spAutoFit/>
          </a:bodyPr>
          <a:lstStyle/>
          <a:p>
            <a:pPr marL="12700">
              <a:lnSpc>
                <a:spcPts val="1490"/>
              </a:lnSpc>
              <a:spcBef>
                <a:spcPts val="95"/>
              </a:spcBef>
            </a:pPr>
            <a:r>
              <a:rPr sz="1250" b="1" spc="-5" dirty="0">
                <a:latin typeface="Times New Roman"/>
                <a:cs typeface="Times New Roman"/>
              </a:rPr>
              <a:t>struct</a:t>
            </a:r>
            <a:r>
              <a:rPr sz="1250" b="1" spc="-30" dirty="0">
                <a:latin typeface="Times New Roman"/>
                <a:cs typeface="Times New Roman"/>
              </a:rPr>
              <a:t> </a:t>
            </a:r>
            <a:r>
              <a:rPr sz="1250" spc="-5" dirty="0">
                <a:latin typeface="Times New Roman"/>
                <a:cs typeface="Times New Roman"/>
              </a:rPr>
              <a:t>node</a:t>
            </a:r>
            <a:endParaRPr sz="1250" dirty="0">
              <a:latin typeface="Times New Roman"/>
              <a:cs typeface="Times New Roman"/>
            </a:endParaRPr>
          </a:p>
          <a:p>
            <a:pPr marL="12700">
              <a:lnSpc>
                <a:spcPts val="1440"/>
              </a:lnSpc>
            </a:pPr>
            <a:r>
              <a:rPr sz="1250" b="1" spc="-5" dirty="0">
                <a:latin typeface="Times New Roman"/>
                <a:cs typeface="Times New Roman"/>
              </a:rPr>
              <a:t>{</a:t>
            </a:r>
            <a:endParaRPr sz="1250" dirty="0">
              <a:latin typeface="Times New Roman"/>
              <a:cs typeface="Times New Roman"/>
            </a:endParaRPr>
          </a:p>
          <a:p>
            <a:pPr marL="469900">
              <a:lnSpc>
                <a:spcPts val="1420"/>
              </a:lnSpc>
            </a:pPr>
            <a:r>
              <a:rPr sz="1250" b="1" spc="-5" dirty="0">
                <a:latin typeface="Times New Roman"/>
                <a:cs typeface="Times New Roman"/>
              </a:rPr>
              <a:t>int</a:t>
            </a:r>
            <a:endParaRPr sz="1250" dirty="0">
              <a:latin typeface="Times New Roman"/>
              <a:cs typeface="Times New Roman"/>
            </a:endParaRPr>
          </a:p>
          <a:p>
            <a:pPr marL="469900">
              <a:lnSpc>
                <a:spcPts val="1435"/>
              </a:lnSpc>
            </a:pPr>
            <a:r>
              <a:rPr sz="1250" b="1" spc="-5" dirty="0">
                <a:latin typeface="Times New Roman"/>
                <a:cs typeface="Times New Roman"/>
              </a:rPr>
              <a:t>struct</a:t>
            </a:r>
            <a:r>
              <a:rPr sz="1250" b="1" spc="-65" dirty="0">
                <a:latin typeface="Times New Roman"/>
                <a:cs typeface="Times New Roman"/>
              </a:rPr>
              <a:t> </a:t>
            </a:r>
            <a:r>
              <a:rPr sz="1250" spc="-5" dirty="0">
                <a:latin typeface="Times New Roman"/>
                <a:cs typeface="Times New Roman"/>
              </a:rPr>
              <a:t>node</a:t>
            </a:r>
            <a:endParaRPr sz="1250" dirty="0">
              <a:latin typeface="Times New Roman"/>
              <a:cs typeface="Times New Roman"/>
            </a:endParaRPr>
          </a:p>
          <a:p>
            <a:pPr marL="469900">
              <a:lnSpc>
                <a:spcPts val="1435"/>
              </a:lnSpc>
            </a:pPr>
            <a:r>
              <a:rPr sz="1250" b="1" spc="-5" dirty="0">
                <a:latin typeface="Times New Roman"/>
                <a:cs typeface="Times New Roman"/>
              </a:rPr>
              <a:t>struct</a:t>
            </a:r>
            <a:r>
              <a:rPr sz="1250" b="1" spc="-65" dirty="0">
                <a:latin typeface="Times New Roman"/>
                <a:cs typeface="Times New Roman"/>
              </a:rPr>
              <a:t> </a:t>
            </a:r>
            <a:r>
              <a:rPr sz="1250" spc="-5" dirty="0">
                <a:latin typeface="Times New Roman"/>
                <a:cs typeface="Times New Roman"/>
              </a:rPr>
              <a:t>node</a:t>
            </a:r>
            <a:endParaRPr sz="1250" dirty="0">
              <a:latin typeface="Times New Roman"/>
              <a:cs typeface="Times New Roman"/>
            </a:endParaRPr>
          </a:p>
          <a:p>
            <a:pPr marL="12700">
              <a:lnSpc>
                <a:spcPts val="1470"/>
              </a:lnSpc>
            </a:pPr>
            <a:r>
              <a:rPr sz="1250" b="1" spc="-5" dirty="0">
                <a:latin typeface="Times New Roman"/>
                <a:cs typeface="Times New Roman"/>
              </a:rPr>
              <a:t>}</a:t>
            </a:r>
            <a:r>
              <a:rPr sz="1250" spc="-5" dirty="0">
                <a:latin typeface="Times New Roman"/>
                <a:cs typeface="Times New Roman"/>
              </a:rPr>
              <a:t>;</a:t>
            </a:r>
            <a:endParaRPr sz="1250" dirty="0">
              <a:latin typeface="Times New Roman"/>
              <a:cs typeface="Times New Roman"/>
            </a:endParaRPr>
          </a:p>
        </p:txBody>
      </p:sp>
      <p:sp>
        <p:nvSpPr>
          <p:cNvPr id="8" name="object 4">
            <a:extLst>
              <a:ext uri="{FF2B5EF4-FFF2-40B4-BE49-F238E27FC236}">
                <a16:creationId xmlns:a16="http://schemas.microsoft.com/office/drawing/2014/main" id="{DF4B73AA-E471-8F1E-5B78-3E213D6B6D4F}"/>
              </a:ext>
            </a:extLst>
          </p:cNvPr>
          <p:cNvSpPr txBox="1"/>
          <p:nvPr/>
        </p:nvSpPr>
        <p:spPr>
          <a:xfrm>
            <a:off x="3555496" y="3251815"/>
            <a:ext cx="448945" cy="580390"/>
          </a:xfrm>
          <a:prstGeom prst="rect">
            <a:avLst/>
          </a:prstGeom>
        </p:spPr>
        <p:txBody>
          <a:bodyPr vert="horz" wrap="square" lIns="0" tIns="12065" rIns="0" bIns="0" rtlCol="0">
            <a:spAutoFit/>
          </a:bodyPr>
          <a:lstStyle/>
          <a:p>
            <a:pPr marL="12700">
              <a:lnSpc>
                <a:spcPts val="1470"/>
              </a:lnSpc>
              <a:spcBef>
                <a:spcPts val="95"/>
              </a:spcBef>
            </a:pPr>
            <a:r>
              <a:rPr sz="1250" spc="-5" dirty="0">
                <a:latin typeface="Times New Roman"/>
                <a:cs typeface="Times New Roman"/>
              </a:rPr>
              <a:t>info;</a:t>
            </a:r>
            <a:endParaRPr sz="1250" dirty="0">
              <a:latin typeface="Times New Roman"/>
              <a:cs typeface="Times New Roman"/>
            </a:endParaRPr>
          </a:p>
          <a:p>
            <a:pPr marL="12700">
              <a:lnSpc>
                <a:spcPts val="1435"/>
              </a:lnSpc>
            </a:pPr>
            <a:r>
              <a:rPr sz="1250" spc="-5" dirty="0">
                <a:latin typeface="Times New Roman"/>
                <a:cs typeface="Times New Roman"/>
              </a:rPr>
              <a:t>*llink;</a:t>
            </a:r>
            <a:endParaRPr sz="1250" dirty="0">
              <a:latin typeface="Times New Roman"/>
              <a:cs typeface="Times New Roman"/>
            </a:endParaRPr>
          </a:p>
          <a:p>
            <a:pPr marL="12700">
              <a:lnSpc>
                <a:spcPts val="1465"/>
              </a:lnSpc>
            </a:pPr>
            <a:r>
              <a:rPr sz="1250" spc="-5" dirty="0">
                <a:latin typeface="Times New Roman"/>
                <a:cs typeface="Times New Roman"/>
              </a:rPr>
              <a:t>*rlink;</a:t>
            </a:r>
            <a:endParaRPr sz="1250" dirty="0">
              <a:latin typeface="Times New Roman"/>
              <a:cs typeface="Times New Roman"/>
            </a:endParaRPr>
          </a:p>
        </p:txBody>
      </p:sp>
      <p:sp>
        <p:nvSpPr>
          <p:cNvPr id="10" name="TextBox 9">
            <a:extLst>
              <a:ext uri="{FF2B5EF4-FFF2-40B4-BE49-F238E27FC236}">
                <a16:creationId xmlns:a16="http://schemas.microsoft.com/office/drawing/2014/main" id="{BD793E4F-C956-473A-1439-B11D6340BB82}"/>
              </a:ext>
            </a:extLst>
          </p:cNvPr>
          <p:cNvSpPr txBox="1"/>
          <p:nvPr/>
        </p:nvSpPr>
        <p:spPr>
          <a:xfrm>
            <a:off x="433924" y="4180805"/>
            <a:ext cx="6243144" cy="1051570"/>
          </a:xfrm>
          <a:prstGeom prst="rect">
            <a:avLst/>
          </a:prstGeom>
          <a:noFill/>
        </p:spPr>
        <p:txBody>
          <a:bodyPr wrap="square">
            <a:spAutoFit/>
          </a:bodyPr>
          <a:lstStyle/>
          <a:p>
            <a:pPr marL="469265">
              <a:lnSpc>
                <a:spcPct val="100000"/>
              </a:lnSpc>
              <a:spcBef>
                <a:spcPts val="95"/>
              </a:spcBef>
            </a:pPr>
            <a:r>
              <a:rPr lang="en-US" sz="1800" b="1" dirty="0">
                <a:latin typeface="Times New Roman"/>
                <a:cs typeface="Times New Roman"/>
              </a:rPr>
              <a:t>typedef</a:t>
            </a:r>
            <a:r>
              <a:rPr lang="en-US" sz="1800" b="1" spc="-20" dirty="0">
                <a:latin typeface="Times New Roman"/>
                <a:cs typeface="Times New Roman"/>
              </a:rPr>
              <a:t> </a:t>
            </a:r>
            <a:r>
              <a:rPr lang="en-US" sz="1800" b="1" spc="-5" dirty="0">
                <a:latin typeface="Times New Roman"/>
                <a:cs typeface="Times New Roman"/>
              </a:rPr>
              <a:t>struct</a:t>
            </a:r>
            <a:r>
              <a:rPr lang="en-US" sz="1800" b="1" dirty="0">
                <a:latin typeface="Times New Roman"/>
                <a:cs typeface="Times New Roman"/>
              </a:rPr>
              <a:t> </a:t>
            </a:r>
            <a:r>
              <a:rPr lang="en-US" sz="1800" spc="-5" dirty="0">
                <a:latin typeface="Times New Roman"/>
                <a:cs typeface="Times New Roman"/>
              </a:rPr>
              <a:t>node*</a:t>
            </a:r>
            <a:r>
              <a:rPr lang="en-US" sz="1800" dirty="0">
                <a:latin typeface="Times New Roman"/>
                <a:cs typeface="Times New Roman"/>
              </a:rPr>
              <a:t> </a:t>
            </a:r>
            <a:r>
              <a:rPr lang="en-US" sz="1800" spc="-5" dirty="0">
                <a:latin typeface="Times New Roman"/>
                <a:cs typeface="Times New Roman"/>
              </a:rPr>
              <a:t>NODE;</a:t>
            </a:r>
            <a:endParaRPr lang="en-US" sz="1800" dirty="0">
              <a:latin typeface="Times New Roman"/>
              <a:cs typeface="Times New Roman"/>
            </a:endParaRPr>
          </a:p>
          <a:p>
            <a:pPr marL="12700">
              <a:lnSpc>
                <a:spcPct val="100000"/>
              </a:lnSpc>
              <a:spcBef>
                <a:spcPts val="1035"/>
              </a:spcBef>
            </a:pPr>
            <a:r>
              <a:rPr lang="en-US" sz="1800" spc="-5" dirty="0">
                <a:latin typeface="Times New Roman"/>
                <a:cs typeface="Times New Roman"/>
              </a:rPr>
              <a:t>The</a:t>
            </a:r>
            <a:r>
              <a:rPr lang="en-US" sz="1800" spc="5" dirty="0">
                <a:latin typeface="Times New Roman"/>
                <a:cs typeface="Times New Roman"/>
              </a:rPr>
              <a:t> </a:t>
            </a:r>
            <a:r>
              <a:rPr lang="en-US" sz="1800" spc="-5" dirty="0">
                <a:latin typeface="Times New Roman"/>
                <a:cs typeface="Times New Roman"/>
              </a:rPr>
              <a:t>pictorial</a:t>
            </a:r>
            <a:r>
              <a:rPr lang="en-US" sz="1800" spc="5" dirty="0">
                <a:latin typeface="Times New Roman"/>
                <a:cs typeface="Times New Roman"/>
              </a:rPr>
              <a:t> </a:t>
            </a:r>
            <a:r>
              <a:rPr lang="en-US" sz="1800" spc="-5" dirty="0">
                <a:latin typeface="Times New Roman"/>
                <a:cs typeface="Times New Roman"/>
              </a:rPr>
              <a:t>representation</a:t>
            </a:r>
            <a:r>
              <a:rPr lang="en-US" sz="1800" spc="5" dirty="0">
                <a:latin typeface="Times New Roman"/>
                <a:cs typeface="Times New Roman"/>
              </a:rPr>
              <a:t> </a:t>
            </a:r>
            <a:r>
              <a:rPr lang="en-US" sz="1800" spc="-5" dirty="0">
                <a:latin typeface="Times New Roman"/>
                <a:cs typeface="Times New Roman"/>
              </a:rPr>
              <a:t>of</a:t>
            </a:r>
            <a:r>
              <a:rPr lang="en-US" sz="1800" dirty="0">
                <a:latin typeface="Times New Roman"/>
                <a:cs typeface="Times New Roman"/>
              </a:rPr>
              <a:t> </a:t>
            </a:r>
            <a:r>
              <a:rPr lang="en-US" sz="1800" spc="-5" dirty="0">
                <a:latin typeface="Times New Roman"/>
                <a:cs typeface="Times New Roman"/>
              </a:rPr>
              <a:t>a</a:t>
            </a:r>
            <a:r>
              <a:rPr lang="en-US" sz="1800" spc="5" dirty="0">
                <a:latin typeface="Times New Roman"/>
                <a:cs typeface="Times New Roman"/>
              </a:rPr>
              <a:t> </a:t>
            </a:r>
            <a:r>
              <a:rPr lang="en-US" sz="1800" spc="-5" dirty="0">
                <a:latin typeface="Times New Roman"/>
                <a:cs typeface="Times New Roman"/>
              </a:rPr>
              <a:t>typical</a:t>
            </a:r>
            <a:r>
              <a:rPr lang="en-US" sz="1800" spc="5" dirty="0">
                <a:latin typeface="Times New Roman"/>
                <a:cs typeface="Times New Roman"/>
              </a:rPr>
              <a:t> </a:t>
            </a:r>
            <a:r>
              <a:rPr lang="en-US" sz="1800" spc="-5" dirty="0">
                <a:latin typeface="Times New Roman"/>
                <a:cs typeface="Times New Roman"/>
              </a:rPr>
              <a:t>node</a:t>
            </a:r>
            <a:r>
              <a:rPr lang="en-US" sz="1800" spc="20" dirty="0">
                <a:latin typeface="Times New Roman"/>
                <a:cs typeface="Times New Roman"/>
              </a:rPr>
              <a:t> </a:t>
            </a:r>
            <a:r>
              <a:rPr lang="en-US" sz="1800" spc="-5" dirty="0">
                <a:latin typeface="Times New Roman"/>
                <a:cs typeface="Times New Roman"/>
              </a:rPr>
              <a:t>in</a:t>
            </a:r>
            <a:r>
              <a:rPr lang="en-US" sz="1800" spc="20" dirty="0">
                <a:latin typeface="Times New Roman"/>
                <a:cs typeface="Times New Roman"/>
              </a:rPr>
              <a:t> </a:t>
            </a:r>
            <a:r>
              <a:rPr lang="en-US" sz="1800" spc="-5" dirty="0">
                <a:latin typeface="Times New Roman"/>
                <a:cs typeface="Times New Roman"/>
              </a:rPr>
              <a:t>a</a:t>
            </a:r>
            <a:r>
              <a:rPr lang="en-US" sz="1800" spc="5" dirty="0">
                <a:latin typeface="Times New Roman"/>
                <a:cs typeface="Times New Roman"/>
              </a:rPr>
              <a:t> </a:t>
            </a:r>
            <a:r>
              <a:rPr lang="en-US" sz="1800" spc="-5" dirty="0">
                <a:latin typeface="Times New Roman"/>
                <a:cs typeface="Times New Roman"/>
              </a:rPr>
              <a:t>binary </a:t>
            </a:r>
            <a:r>
              <a:rPr lang="en-US" sz="1800" dirty="0">
                <a:latin typeface="Times New Roman"/>
                <a:cs typeface="Times New Roman"/>
              </a:rPr>
              <a:t>tree</a:t>
            </a:r>
            <a:r>
              <a:rPr lang="en-US" sz="1800" spc="10" dirty="0">
                <a:latin typeface="Times New Roman"/>
                <a:cs typeface="Times New Roman"/>
              </a:rPr>
              <a:t> </a:t>
            </a:r>
            <a:r>
              <a:rPr lang="en-US" sz="1800" spc="-5" dirty="0">
                <a:latin typeface="Times New Roman"/>
                <a:cs typeface="Times New Roman"/>
              </a:rPr>
              <a:t>is</a:t>
            </a:r>
            <a:r>
              <a:rPr lang="en-US" sz="1800" spc="15" dirty="0">
                <a:latin typeface="Times New Roman"/>
                <a:cs typeface="Times New Roman"/>
              </a:rPr>
              <a:t> </a:t>
            </a:r>
            <a:r>
              <a:rPr lang="en-US" sz="1800" spc="-5" dirty="0">
                <a:latin typeface="Times New Roman"/>
                <a:cs typeface="Times New Roman"/>
              </a:rPr>
              <a:t>shown</a:t>
            </a:r>
            <a:r>
              <a:rPr lang="en-US" sz="1800" spc="5" dirty="0">
                <a:latin typeface="Times New Roman"/>
                <a:cs typeface="Times New Roman"/>
              </a:rPr>
              <a:t> </a:t>
            </a:r>
            <a:r>
              <a:rPr lang="en-US" sz="1800" dirty="0">
                <a:latin typeface="Times New Roman"/>
                <a:cs typeface="Times New Roman"/>
              </a:rPr>
              <a:t>below:</a:t>
            </a:r>
          </a:p>
        </p:txBody>
      </p:sp>
      <p:pic>
        <p:nvPicPr>
          <p:cNvPr id="11" name="Picture 10">
            <a:extLst>
              <a:ext uri="{FF2B5EF4-FFF2-40B4-BE49-F238E27FC236}">
                <a16:creationId xmlns:a16="http://schemas.microsoft.com/office/drawing/2014/main" id="{64C3E396-15A2-0733-1DD6-14A2991C5C63}"/>
              </a:ext>
            </a:extLst>
          </p:cNvPr>
          <p:cNvPicPr>
            <a:picLocks noChangeAspect="1"/>
          </p:cNvPicPr>
          <p:nvPr/>
        </p:nvPicPr>
        <p:blipFill>
          <a:blip r:embed="rId2"/>
          <a:stretch>
            <a:fillRect/>
          </a:stretch>
        </p:blipFill>
        <p:spPr>
          <a:xfrm>
            <a:off x="1161820" y="5721253"/>
            <a:ext cx="4387958" cy="1143383"/>
          </a:xfrm>
          <a:prstGeom prst="rect">
            <a:avLst/>
          </a:prstGeom>
        </p:spPr>
      </p:pic>
      <p:pic>
        <p:nvPicPr>
          <p:cNvPr id="12" name="Picture 11">
            <a:extLst>
              <a:ext uri="{FF2B5EF4-FFF2-40B4-BE49-F238E27FC236}">
                <a16:creationId xmlns:a16="http://schemas.microsoft.com/office/drawing/2014/main" id="{EED64956-4738-6584-4E39-0D7D49C03250}"/>
              </a:ext>
            </a:extLst>
          </p:cNvPr>
          <p:cNvPicPr>
            <a:picLocks noChangeAspect="1"/>
          </p:cNvPicPr>
          <p:nvPr/>
        </p:nvPicPr>
        <p:blipFill>
          <a:blip r:embed="rId3"/>
          <a:stretch>
            <a:fillRect/>
          </a:stretch>
        </p:blipFill>
        <p:spPr>
          <a:xfrm>
            <a:off x="6173778" y="5232375"/>
            <a:ext cx="5478435" cy="1187834"/>
          </a:xfrm>
          <a:prstGeom prst="rect">
            <a:avLst/>
          </a:prstGeom>
        </p:spPr>
      </p:pic>
    </p:spTree>
    <p:extLst>
      <p:ext uri="{BB962C8B-B14F-4D97-AF65-F5344CB8AC3E}">
        <p14:creationId xmlns:p14="http://schemas.microsoft.com/office/powerpoint/2010/main" val="3999716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91364B-6718-788E-3E16-EE82F8C0DAE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2FF5177-369E-832B-B0F0-5C06B042E828}"/>
              </a:ext>
            </a:extLst>
          </p:cNvPr>
          <p:cNvSpPr>
            <a:spLocks noGrp="1"/>
          </p:cNvSpPr>
          <p:nvPr>
            <p:ph sz="half" idx="2"/>
          </p:nvPr>
        </p:nvSpPr>
        <p:spPr/>
        <p:txBody>
          <a:bodyPr/>
          <a:lstStyle/>
          <a:p>
            <a:r>
              <a:rPr lang="en-US" dirty="0">
                <a:solidFill>
                  <a:srgbClr val="FF0000"/>
                </a:solidFill>
              </a:rPr>
              <a:t>Array representation of tree</a:t>
            </a:r>
          </a:p>
          <a:p>
            <a:endParaRPr lang="en-US" dirty="0">
              <a:solidFill>
                <a:srgbClr val="FF0000"/>
              </a:solidFill>
            </a:endParaRPr>
          </a:p>
          <a:p>
            <a:endParaRPr lang="en-US" dirty="0">
              <a:solidFill>
                <a:srgbClr val="FF0000"/>
              </a:solidFill>
            </a:endParaRPr>
          </a:p>
        </p:txBody>
      </p:sp>
      <p:pic>
        <p:nvPicPr>
          <p:cNvPr id="6" name="Picture 5">
            <a:extLst>
              <a:ext uri="{FF2B5EF4-FFF2-40B4-BE49-F238E27FC236}">
                <a16:creationId xmlns:a16="http://schemas.microsoft.com/office/drawing/2014/main" id="{20B2AB73-9BBB-C8EB-2C6E-8A21065BA996}"/>
              </a:ext>
            </a:extLst>
          </p:cNvPr>
          <p:cNvPicPr>
            <a:picLocks noChangeAspect="1"/>
          </p:cNvPicPr>
          <p:nvPr/>
        </p:nvPicPr>
        <p:blipFill>
          <a:blip r:embed="rId2"/>
          <a:stretch>
            <a:fillRect/>
          </a:stretch>
        </p:blipFill>
        <p:spPr>
          <a:xfrm>
            <a:off x="938256" y="2271433"/>
            <a:ext cx="9328298" cy="2829074"/>
          </a:xfrm>
          <a:prstGeom prst="rect">
            <a:avLst/>
          </a:prstGeom>
        </p:spPr>
      </p:pic>
    </p:spTree>
    <p:extLst>
      <p:ext uri="{BB962C8B-B14F-4D97-AF65-F5344CB8AC3E}">
        <p14:creationId xmlns:p14="http://schemas.microsoft.com/office/powerpoint/2010/main" val="19999777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93F32D-F005-20CE-CEBA-5F29F248B81C}"/>
              </a:ext>
            </a:extLst>
          </p:cNvPr>
          <p:cNvSpPr>
            <a:spLocks noGrp="1"/>
          </p:cNvSpPr>
          <p:nvPr>
            <p:ph type="title"/>
          </p:nvPr>
        </p:nvSpPr>
        <p:spPr/>
        <p:txBody>
          <a:bodyPr/>
          <a:lstStyle/>
          <a:p>
            <a:endParaRPr lang="en-US"/>
          </a:p>
        </p:txBody>
      </p:sp>
      <p:sp>
        <p:nvSpPr>
          <p:cNvPr id="6" name="TextBox 5">
            <a:extLst>
              <a:ext uri="{FF2B5EF4-FFF2-40B4-BE49-F238E27FC236}">
                <a16:creationId xmlns:a16="http://schemas.microsoft.com/office/drawing/2014/main" id="{94C3CED7-C504-DA93-0AB3-BC518FD926AB}"/>
              </a:ext>
            </a:extLst>
          </p:cNvPr>
          <p:cNvSpPr txBox="1"/>
          <p:nvPr/>
        </p:nvSpPr>
        <p:spPr>
          <a:xfrm>
            <a:off x="1415642" y="901520"/>
            <a:ext cx="6287548" cy="369332"/>
          </a:xfrm>
          <a:prstGeom prst="rect">
            <a:avLst/>
          </a:prstGeom>
          <a:noFill/>
        </p:spPr>
        <p:txBody>
          <a:bodyPr wrap="square">
            <a:spAutoFit/>
          </a:bodyPr>
          <a:lstStyle/>
          <a:p>
            <a:r>
              <a:rPr lang="en-US" sz="1800" b="1" spc="-5" dirty="0">
                <a:solidFill>
                  <a:srgbClr val="FF0000"/>
                </a:solidFill>
                <a:latin typeface="Times New Roman"/>
                <a:cs typeface="Times New Roman"/>
              </a:rPr>
              <a:t>Binary</a:t>
            </a:r>
            <a:r>
              <a:rPr lang="en-US" sz="1800" b="1" spc="-10" dirty="0">
                <a:solidFill>
                  <a:srgbClr val="FF0000"/>
                </a:solidFill>
                <a:latin typeface="Times New Roman"/>
                <a:cs typeface="Times New Roman"/>
              </a:rPr>
              <a:t> </a:t>
            </a:r>
            <a:r>
              <a:rPr lang="en-US" sz="1800" b="1" dirty="0">
                <a:solidFill>
                  <a:srgbClr val="FF0000"/>
                </a:solidFill>
                <a:latin typeface="Times New Roman"/>
                <a:cs typeface="Times New Roman"/>
              </a:rPr>
              <a:t>tree</a:t>
            </a:r>
            <a:r>
              <a:rPr lang="en-US" sz="1800" b="1" spc="-20" dirty="0">
                <a:solidFill>
                  <a:srgbClr val="FF0000"/>
                </a:solidFill>
                <a:latin typeface="Times New Roman"/>
                <a:cs typeface="Times New Roman"/>
              </a:rPr>
              <a:t> </a:t>
            </a:r>
            <a:r>
              <a:rPr lang="en-US" sz="1800" b="1" spc="-5" dirty="0">
                <a:solidFill>
                  <a:srgbClr val="FF0000"/>
                </a:solidFill>
                <a:latin typeface="Times New Roman"/>
                <a:cs typeface="Times New Roman"/>
              </a:rPr>
              <a:t>Traversals</a:t>
            </a:r>
            <a:endParaRPr lang="en-US" dirty="0">
              <a:solidFill>
                <a:srgbClr val="FF0000"/>
              </a:solidFill>
            </a:endParaRPr>
          </a:p>
        </p:txBody>
      </p:sp>
      <p:sp>
        <p:nvSpPr>
          <p:cNvPr id="7" name="object 15">
            <a:extLst>
              <a:ext uri="{FF2B5EF4-FFF2-40B4-BE49-F238E27FC236}">
                <a16:creationId xmlns:a16="http://schemas.microsoft.com/office/drawing/2014/main" id="{57988BDF-20B1-8884-1330-8AA5995EE3AA}"/>
              </a:ext>
            </a:extLst>
          </p:cNvPr>
          <p:cNvSpPr txBox="1">
            <a:spLocks noGrp="1"/>
          </p:cNvSpPr>
          <p:nvPr>
            <p:ph sz="half" idx="2"/>
          </p:nvPr>
        </p:nvSpPr>
        <p:spPr>
          <a:xfrm>
            <a:off x="609600" y="1577975"/>
            <a:ext cx="5640198" cy="1846018"/>
          </a:xfrm>
          <a:prstGeom prst="rect">
            <a:avLst/>
          </a:prstGeom>
        </p:spPr>
        <p:txBody>
          <a:bodyPr vert="horz" wrap="square" lIns="0" tIns="24765" rIns="0" bIns="0" rtlCol="0">
            <a:spAutoFit/>
          </a:bodyPr>
          <a:lstStyle/>
          <a:p>
            <a:pPr marL="62865" marR="5080" indent="-50800">
              <a:lnSpc>
                <a:spcPts val="1440"/>
              </a:lnSpc>
              <a:spcBef>
                <a:spcPts val="195"/>
              </a:spcBef>
            </a:pPr>
            <a:endParaRPr lang="en-US" sz="1250" spc="-5" dirty="0">
              <a:latin typeface="Times New Roman"/>
              <a:cs typeface="Times New Roman"/>
            </a:endParaRPr>
          </a:p>
          <a:p>
            <a:pPr marL="62865" marR="5080" indent="-50800">
              <a:lnSpc>
                <a:spcPts val="1440"/>
              </a:lnSpc>
              <a:spcBef>
                <a:spcPts val="195"/>
              </a:spcBef>
            </a:pPr>
            <a:endParaRPr lang="en-US" sz="1250" spc="-5" dirty="0">
              <a:latin typeface="Times New Roman"/>
              <a:cs typeface="Times New Roman"/>
            </a:endParaRPr>
          </a:p>
          <a:p>
            <a:pPr marL="62865" marR="5080" indent="-50800">
              <a:lnSpc>
                <a:spcPts val="1440"/>
              </a:lnSpc>
              <a:spcBef>
                <a:spcPts val="195"/>
              </a:spcBef>
            </a:pPr>
            <a:endParaRPr lang="en-US" sz="1250" spc="-5" dirty="0">
              <a:latin typeface="Times New Roman"/>
              <a:cs typeface="Times New Roman"/>
            </a:endParaRPr>
          </a:p>
          <a:p>
            <a:pPr marL="62865" marR="5080" indent="-50800">
              <a:lnSpc>
                <a:spcPts val="1440"/>
              </a:lnSpc>
              <a:spcBef>
                <a:spcPts val="195"/>
              </a:spcBef>
            </a:pPr>
            <a:endParaRPr lang="en-US" sz="1250" spc="-5" dirty="0">
              <a:latin typeface="Times New Roman"/>
              <a:cs typeface="Times New Roman"/>
            </a:endParaRPr>
          </a:p>
          <a:p>
            <a:pPr marL="62865" marR="5080" indent="-50800">
              <a:lnSpc>
                <a:spcPts val="1440"/>
              </a:lnSpc>
              <a:spcBef>
                <a:spcPts val="195"/>
              </a:spcBef>
            </a:pPr>
            <a:endParaRPr lang="en-US" sz="1250" spc="-5" dirty="0">
              <a:latin typeface="Times New Roman"/>
              <a:cs typeface="Times New Roman"/>
            </a:endParaRPr>
          </a:p>
          <a:p>
            <a:pPr marL="62865" marR="5080" indent="-50800">
              <a:lnSpc>
                <a:spcPts val="1440"/>
              </a:lnSpc>
              <a:spcBef>
                <a:spcPts val="195"/>
              </a:spcBef>
            </a:pPr>
            <a:endParaRPr lang="en-US" sz="1250" spc="-5" dirty="0">
              <a:latin typeface="Times New Roman"/>
              <a:cs typeface="Times New Roman"/>
            </a:endParaRPr>
          </a:p>
          <a:p>
            <a:pPr marL="62865" marR="5080" indent="-50800">
              <a:lnSpc>
                <a:spcPts val="1440"/>
              </a:lnSpc>
              <a:spcBef>
                <a:spcPts val="195"/>
              </a:spcBef>
            </a:pPr>
            <a:endParaRPr lang="en-US" sz="1250" spc="-5" dirty="0">
              <a:latin typeface="Times New Roman"/>
              <a:cs typeface="Times New Roman"/>
            </a:endParaRPr>
          </a:p>
          <a:p>
            <a:pPr marL="62865" marR="5080" indent="-50800">
              <a:lnSpc>
                <a:spcPts val="1440"/>
              </a:lnSpc>
              <a:spcBef>
                <a:spcPts val="195"/>
              </a:spcBef>
            </a:pPr>
            <a:endParaRPr lang="en-US" sz="1250" spc="-5" dirty="0">
              <a:latin typeface="Times New Roman"/>
              <a:cs typeface="Times New Roman"/>
            </a:endParaRPr>
          </a:p>
          <a:p>
            <a:pPr marL="12065" marR="5080" indent="0">
              <a:lnSpc>
                <a:spcPts val="1440"/>
              </a:lnSpc>
              <a:spcBef>
                <a:spcPts val="195"/>
              </a:spcBef>
              <a:buNone/>
            </a:pPr>
            <a:r>
              <a:rPr sz="1600" spc="-5" dirty="0">
                <a:latin typeface="Times New Roman"/>
                <a:cs typeface="Times New Roman"/>
              </a:rPr>
              <a:t>Binary</a:t>
            </a:r>
            <a:r>
              <a:rPr sz="1600" spc="-65" dirty="0">
                <a:latin typeface="Times New Roman"/>
                <a:cs typeface="Times New Roman"/>
              </a:rPr>
              <a:t> </a:t>
            </a:r>
            <a:r>
              <a:rPr sz="1600" spc="-5" dirty="0">
                <a:latin typeface="Times New Roman"/>
                <a:cs typeface="Times New Roman"/>
              </a:rPr>
              <a:t>tree </a:t>
            </a:r>
            <a:r>
              <a:rPr sz="1600" spc="-300" dirty="0">
                <a:latin typeface="Times New Roman"/>
                <a:cs typeface="Times New Roman"/>
              </a:rPr>
              <a:t> </a:t>
            </a:r>
            <a:r>
              <a:rPr sz="1600" spc="-5" dirty="0">
                <a:latin typeface="Times New Roman"/>
                <a:cs typeface="Times New Roman"/>
              </a:rPr>
              <a:t>traversals</a:t>
            </a:r>
            <a:endParaRPr sz="1600" dirty="0">
              <a:latin typeface="Times New Roman"/>
              <a:cs typeface="Times New Roman"/>
            </a:endParaRPr>
          </a:p>
        </p:txBody>
      </p:sp>
      <p:sp>
        <p:nvSpPr>
          <p:cNvPr id="8" name="object 11">
            <a:extLst>
              <a:ext uri="{FF2B5EF4-FFF2-40B4-BE49-F238E27FC236}">
                <a16:creationId xmlns:a16="http://schemas.microsoft.com/office/drawing/2014/main" id="{BEDF75A1-C3F2-AE3C-9585-E9435A290399}"/>
              </a:ext>
            </a:extLst>
          </p:cNvPr>
          <p:cNvSpPr txBox="1"/>
          <p:nvPr/>
        </p:nvSpPr>
        <p:spPr>
          <a:xfrm>
            <a:off x="4437095" y="2506420"/>
            <a:ext cx="2357988" cy="1573764"/>
          </a:xfrm>
          <a:prstGeom prst="rect">
            <a:avLst/>
          </a:prstGeom>
        </p:spPr>
        <p:txBody>
          <a:bodyPr vert="horz" wrap="square" lIns="0" tIns="13335" rIns="0" bIns="0" rtlCol="0">
            <a:spAutoFit/>
          </a:bodyPr>
          <a:lstStyle/>
          <a:p>
            <a:pPr marL="12700" marR="5080">
              <a:lnSpc>
                <a:spcPct val="143700"/>
              </a:lnSpc>
              <a:spcBef>
                <a:spcPts val="105"/>
              </a:spcBef>
            </a:pPr>
            <a:r>
              <a:rPr sz="2400" spc="-5" dirty="0">
                <a:latin typeface="Times New Roman"/>
                <a:cs typeface="Times New Roman"/>
              </a:rPr>
              <a:t>Preorder </a:t>
            </a:r>
            <a:r>
              <a:rPr sz="2400" dirty="0">
                <a:latin typeface="Times New Roman"/>
                <a:cs typeface="Times New Roman"/>
              </a:rPr>
              <a:t> </a:t>
            </a:r>
            <a:endParaRPr lang="en-US" sz="2400" dirty="0">
              <a:latin typeface="Times New Roman"/>
              <a:cs typeface="Times New Roman"/>
            </a:endParaRPr>
          </a:p>
          <a:p>
            <a:pPr marL="12700" marR="5080">
              <a:lnSpc>
                <a:spcPct val="143700"/>
              </a:lnSpc>
              <a:spcBef>
                <a:spcPts val="105"/>
              </a:spcBef>
            </a:pPr>
            <a:r>
              <a:rPr sz="2400" spc="-5" dirty="0" err="1">
                <a:latin typeface="Times New Roman"/>
                <a:cs typeface="Times New Roman"/>
              </a:rPr>
              <a:t>Postorder</a:t>
            </a:r>
            <a:r>
              <a:rPr sz="2400" spc="-5" dirty="0">
                <a:latin typeface="Times New Roman"/>
                <a:cs typeface="Times New Roman"/>
              </a:rPr>
              <a:t> </a:t>
            </a:r>
            <a:endParaRPr lang="en-US" sz="2400" spc="-5" dirty="0">
              <a:latin typeface="Times New Roman"/>
              <a:cs typeface="Times New Roman"/>
            </a:endParaRPr>
          </a:p>
          <a:p>
            <a:pPr marL="12700" marR="5080">
              <a:lnSpc>
                <a:spcPct val="143700"/>
              </a:lnSpc>
              <a:spcBef>
                <a:spcPts val="105"/>
              </a:spcBef>
            </a:pPr>
            <a:r>
              <a:rPr sz="2400" spc="-5" dirty="0">
                <a:latin typeface="Times New Roman"/>
                <a:cs typeface="Times New Roman"/>
              </a:rPr>
              <a:t> Inorder</a:t>
            </a:r>
            <a:endParaRPr sz="2400" dirty="0">
              <a:latin typeface="Times New Roman"/>
              <a:cs typeface="Times New Roman"/>
            </a:endParaRPr>
          </a:p>
        </p:txBody>
      </p:sp>
      <p:grpSp>
        <p:nvGrpSpPr>
          <p:cNvPr id="9" name="object 12">
            <a:extLst>
              <a:ext uri="{FF2B5EF4-FFF2-40B4-BE49-F238E27FC236}">
                <a16:creationId xmlns:a16="http://schemas.microsoft.com/office/drawing/2014/main" id="{785AD9EA-0892-A858-9DB7-491B0A69C24B}"/>
              </a:ext>
            </a:extLst>
          </p:cNvPr>
          <p:cNvGrpSpPr/>
          <p:nvPr/>
        </p:nvGrpSpPr>
        <p:grpSpPr>
          <a:xfrm>
            <a:off x="2436722" y="2655914"/>
            <a:ext cx="1875982" cy="1274775"/>
            <a:chOff x="3137535" y="2649727"/>
            <a:chExt cx="793750" cy="664210"/>
          </a:xfrm>
        </p:grpSpPr>
        <p:sp>
          <p:nvSpPr>
            <p:cNvPr id="10" name="object 13">
              <a:extLst>
                <a:ext uri="{FF2B5EF4-FFF2-40B4-BE49-F238E27FC236}">
                  <a16:creationId xmlns:a16="http://schemas.microsoft.com/office/drawing/2014/main" id="{F3C83DB8-D6FC-C20B-C008-68D31230824E}"/>
                </a:ext>
              </a:extLst>
            </p:cNvPr>
            <p:cNvSpPr/>
            <p:nvPr/>
          </p:nvSpPr>
          <p:spPr>
            <a:xfrm>
              <a:off x="3594735" y="2705099"/>
              <a:ext cx="0" cy="544195"/>
            </a:xfrm>
            <a:custGeom>
              <a:avLst/>
              <a:gdLst/>
              <a:ahLst/>
              <a:cxnLst/>
              <a:rect l="l" t="t" r="r" b="b"/>
              <a:pathLst>
                <a:path h="544194">
                  <a:moveTo>
                    <a:pt x="0" y="0"/>
                  </a:moveTo>
                  <a:lnTo>
                    <a:pt x="0" y="544194"/>
                  </a:lnTo>
                </a:path>
              </a:pathLst>
            </a:custGeom>
            <a:ln w="19050">
              <a:solidFill>
                <a:srgbClr val="FF00FF"/>
              </a:solidFill>
            </a:ln>
          </p:spPr>
          <p:txBody>
            <a:bodyPr wrap="square" lIns="0" tIns="0" rIns="0" bIns="0" rtlCol="0"/>
            <a:lstStyle/>
            <a:p>
              <a:endParaRPr/>
            </a:p>
          </p:txBody>
        </p:sp>
        <p:sp>
          <p:nvSpPr>
            <p:cNvPr id="11" name="object 14">
              <a:extLst>
                <a:ext uri="{FF2B5EF4-FFF2-40B4-BE49-F238E27FC236}">
                  <a16:creationId xmlns:a16="http://schemas.microsoft.com/office/drawing/2014/main" id="{2164AB75-9858-748A-9CFC-CDA123954EBE}"/>
                </a:ext>
              </a:extLst>
            </p:cNvPr>
            <p:cNvSpPr/>
            <p:nvPr/>
          </p:nvSpPr>
          <p:spPr>
            <a:xfrm>
              <a:off x="3137535" y="2649727"/>
              <a:ext cx="793750" cy="664210"/>
            </a:xfrm>
            <a:custGeom>
              <a:avLst/>
              <a:gdLst/>
              <a:ahLst/>
              <a:cxnLst/>
              <a:rect l="l" t="t" r="r" b="b"/>
              <a:pathLst>
                <a:path w="793750" h="664210">
                  <a:moveTo>
                    <a:pt x="793623" y="608457"/>
                  </a:moveTo>
                  <a:lnTo>
                    <a:pt x="777303" y="598932"/>
                  </a:lnTo>
                  <a:lnTo>
                    <a:pt x="698754" y="553085"/>
                  </a:lnTo>
                  <a:lnTo>
                    <a:pt x="692912" y="554609"/>
                  </a:lnTo>
                  <a:lnTo>
                    <a:pt x="687578" y="563753"/>
                  </a:lnTo>
                  <a:lnTo>
                    <a:pt x="689102" y="569595"/>
                  </a:lnTo>
                  <a:lnTo>
                    <a:pt x="739381" y="598932"/>
                  </a:lnTo>
                  <a:lnTo>
                    <a:pt x="457200" y="598932"/>
                  </a:lnTo>
                  <a:lnTo>
                    <a:pt x="457200" y="617982"/>
                  </a:lnTo>
                  <a:lnTo>
                    <a:pt x="739381" y="617982"/>
                  </a:lnTo>
                  <a:lnTo>
                    <a:pt x="689102" y="647319"/>
                  </a:lnTo>
                  <a:lnTo>
                    <a:pt x="687578" y="653161"/>
                  </a:lnTo>
                  <a:lnTo>
                    <a:pt x="692912" y="662305"/>
                  </a:lnTo>
                  <a:lnTo>
                    <a:pt x="698754" y="663829"/>
                  </a:lnTo>
                  <a:lnTo>
                    <a:pt x="777303" y="617982"/>
                  </a:lnTo>
                  <a:lnTo>
                    <a:pt x="793623" y="608457"/>
                  </a:lnTo>
                  <a:close/>
                </a:path>
                <a:path w="793750" h="664210">
                  <a:moveTo>
                    <a:pt x="793623" y="341122"/>
                  </a:moveTo>
                  <a:lnTo>
                    <a:pt x="777303" y="331597"/>
                  </a:lnTo>
                  <a:lnTo>
                    <a:pt x="698754" y="285750"/>
                  </a:lnTo>
                  <a:lnTo>
                    <a:pt x="692912" y="287274"/>
                  </a:lnTo>
                  <a:lnTo>
                    <a:pt x="687578" y="296418"/>
                  </a:lnTo>
                  <a:lnTo>
                    <a:pt x="689102" y="302260"/>
                  </a:lnTo>
                  <a:lnTo>
                    <a:pt x="739381" y="331597"/>
                  </a:lnTo>
                  <a:lnTo>
                    <a:pt x="0" y="331597"/>
                  </a:lnTo>
                  <a:lnTo>
                    <a:pt x="0" y="350647"/>
                  </a:lnTo>
                  <a:lnTo>
                    <a:pt x="739381" y="350647"/>
                  </a:lnTo>
                  <a:lnTo>
                    <a:pt x="689102" y="379984"/>
                  </a:lnTo>
                  <a:lnTo>
                    <a:pt x="687578" y="385826"/>
                  </a:lnTo>
                  <a:lnTo>
                    <a:pt x="692912" y="394970"/>
                  </a:lnTo>
                  <a:lnTo>
                    <a:pt x="698754" y="396494"/>
                  </a:lnTo>
                  <a:lnTo>
                    <a:pt x="777303" y="350647"/>
                  </a:lnTo>
                  <a:lnTo>
                    <a:pt x="793623" y="341122"/>
                  </a:lnTo>
                  <a:close/>
                </a:path>
                <a:path w="793750" h="664210">
                  <a:moveTo>
                    <a:pt x="793623" y="55372"/>
                  </a:moveTo>
                  <a:lnTo>
                    <a:pt x="777303" y="45847"/>
                  </a:lnTo>
                  <a:lnTo>
                    <a:pt x="698754" y="0"/>
                  </a:lnTo>
                  <a:lnTo>
                    <a:pt x="692912" y="1524"/>
                  </a:lnTo>
                  <a:lnTo>
                    <a:pt x="687578" y="10668"/>
                  </a:lnTo>
                  <a:lnTo>
                    <a:pt x="689102" y="16510"/>
                  </a:lnTo>
                  <a:lnTo>
                    <a:pt x="739381" y="45847"/>
                  </a:lnTo>
                  <a:lnTo>
                    <a:pt x="457200" y="45847"/>
                  </a:lnTo>
                  <a:lnTo>
                    <a:pt x="457200" y="64897"/>
                  </a:lnTo>
                  <a:lnTo>
                    <a:pt x="739381" y="64897"/>
                  </a:lnTo>
                  <a:lnTo>
                    <a:pt x="689102" y="94234"/>
                  </a:lnTo>
                  <a:lnTo>
                    <a:pt x="687578" y="100076"/>
                  </a:lnTo>
                  <a:lnTo>
                    <a:pt x="692912" y="109220"/>
                  </a:lnTo>
                  <a:lnTo>
                    <a:pt x="698754" y="110744"/>
                  </a:lnTo>
                  <a:lnTo>
                    <a:pt x="777303" y="64897"/>
                  </a:lnTo>
                  <a:lnTo>
                    <a:pt x="793623" y="55372"/>
                  </a:lnTo>
                  <a:close/>
                </a:path>
              </a:pathLst>
            </a:custGeom>
            <a:solidFill>
              <a:srgbClr val="FF00FF"/>
            </a:solidFill>
          </p:spPr>
          <p:txBody>
            <a:bodyPr wrap="square" lIns="0" tIns="0" rIns="0" bIns="0" rtlCol="0"/>
            <a:lstStyle/>
            <a:p>
              <a:endParaRPr/>
            </a:p>
          </p:txBody>
        </p:sp>
      </p:grpSp>
    </p:spTree>
    <p:extLst>
      <p:ext uri="{BB962C8B-B14F-4D97-AF65-F5344CB8AC3E}">
        <p14:creationId xmlns:p14="http://schemas.microsoft.com/office/powerpoint/2010/main" val="40091413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5E9AA7-46D1-998D-8A99-4DBC5FFC7F3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3EAE80D-91F6-2114-65E0-F05C7F653E9C}"/>
              </a:ext>
            </a:extLst>
          </p:cNvPr>
          <p:cNvSpPr>
            <a:spLocks noGrp="1"/>
          </p:cNvSpPr>
          <p:nvPr>
            <p:ph sz="half" idx="2"/>
          </p:nvPr>
        </p:nvSpPr>
        <p:spPr/>
        <p:txBody>
          <a:bodyPr/>
          <a:lstStyle/>
          <a:p>
            <a:endParaRPr lang="en-US" dirty="0"/>
          </a:p>
          <a:p>
            <a:endParaRPr lang="en-US" dirty="0"/>
          </a:p>
          <a:p>
            <a:endParaRPr lang="en-US" dirty="0"/>
          </a:p>
        </p:txBody>
      </p:sp>
      <p:sp>
        <p:nvSpPr>
          <p:cNvPr id="6" name="TextBox 5">
            <a:extLst>
              <a:ext uri="{FF2B5EF4-FFF2-40B4-BE49-F238E27FC236}">
                <a16:creationId xmlns:a16="http://schemas.microsoft.com/office/drawing/2014/main" id="{33038763-AFEC-CA3F-04BE-0368A19C2660}"/>
              </a:ext>
            </a:extLst>
          </p:cNvPr>
          <p:cNvSpPr txBox="1"/>
          <p:nvPr/>
        </p:nvSpPr>
        <p:spPr>
          <a:xfrm>
            <a:off x="903913" y="947686"/>
            <a:ext cx="6287548" cy="646331"/>
          </a:xfrm>
          <a:prstGeom prst="rect">
            <a:avLst/>
          </a:prstGeom>
          <a:noFill/>
        </p:spPr>
        <p:txBody>
          <a:bodyPr wrap="square">
            <a:spAutoFit/>
          </a:bodyPr>
          <a:lstStyle/>
          <a:p>
            <a:r>
              <a:rPr lang="en-US" sz="1800" spc="-5" dirty="0">
                <a:latin typeface="Times New Roman"/>
                <a:cs typeface="Times New Roman"/>
              </a:rPr>
              <a:t>The</a:t>
            </a:r>
            <a:r>
              <a:rPr lang="en-US" sz="1800" spc="285" dirty="0">
                <a:latin typeface="Times New Roman"/>
                <a:cs typeface="Times New Roman"/>
              </a:rPr>
              <a:t> </a:t>
            </a:r>
            <a:r>
              <a:rPr lang="en-US" sz="1800" spc="-5" dirty="0">
                <a:solidFill>
                  <a:srgbClr val="FF0000"/>
                </a:solidFill>
                <a:latin typeface="Times New Roman"/>
                <a:cs typeface="Times New Roman"/>
              </a:rPr>
              <a:t>preorder</a:t>
            </a:r>
            <a:r>
              <a:rPr lang="en-US" sz="1800" spc="290" dirty="0">
                <a:solidFill>
                  <a:srgbClr val="FF0000"/>
                </a:solidFill>
                <a:latin typeface="Times New Roman"/>
                <a:cs typeface="Times New Roman"/>
              </a:rPr>
              <a:t> </a:t>
            </a:r>
            <a:r>
              <a:rPr lang="en-US" sz="1800" spc="-5" dirty="0">
                <a:solidFill>
                  <a:srgbClr val="FF0000"/>
                </a:solidFill>
                <a:latin typeface="Times New Roman"/>
                <a:cs typeface="Times New Roman"/>
              </a:rPr>
              <a:t>traversal</a:t>
            </a:r>
            <a:r>
              <a:rPr lang="en-US" sz="1800" spc="290" dirty="0">
                <a:solidFill>
                  <a:srgbClr val="FF0000"/>
                </a:solidFill>
                <a:latin typeface="Times New Roman"/>
                <a:cs typeface="Times New Roman"/>
              </a:rPr>
              <a:t> </a:t>
            </a:r>
            <a:r>
              <a:rPr lang="en-US" sz="1800" spc="-5" dirty="0">
                <a:latin typeface="Times New Roman"/>
                <a:cs typeface="Times New Roman"/>
              </a:rPr>
              <a:t>of</a:t>
            </a:r>
            <a:r>
              <a:rPr lang="en-US" sz="1800" spc="270" dirty="0">
                <a:latin typeface="Times New Roman"/>
                <a:cs typeface="Times New Roman"/>
              </a:rPr>
              <a:t> </a:t>
            </a:r>
            <a:r>
              <a:rPr lang="en-US" sz="1800" spc="-5" dirty="0">
                <a:latin typeface="Times New Roman"/>
                <a:cs typeface="Times New Roman"/>
              </a:rPr>
              <a:t>a</a:t>
            </a:r>
            <a:r>
              <a:rPr lang="en-US" sz="1800" spc="280" dirty="0">
                <a:latin typeface="Times New Roman"/>
                <a:cs typeface="Times New Roman"/>
              </a:rPr>
              <a:t> </a:t>
            </a:r>
            <a:r>
              <a:rPr lang="en-US" sz="1800" dirty="0">
                <a:latin typeface="Times New Roman"/>
                <a:cs typeface="Times New Roman"/>
              </a:rPr>
              <a:t>binary</a:t>
            </a:r>
            <a:r>
              <a:rPr lang="en-US" sz="1800" spc="270" dirty="0">
                <a:latin typeface="Times New Roman"/>
                <a:cs typeface="Times New Roman"/>
              </a:rPr>
              <a:t> </a:t>
            </a:r>
            <a:r>
              <a:rPr lang="en-US" sz="1800" spc="-5" dirty="0">
                <a:latin typeface="Times New Roman"/>
                <a:cs typeface="Times New Roman"/>
              </a:rPr>
              <a:t>tree</a:t>
            </a:r>
            <a:r>
              <a:rPr lang="en-US" sz="1800" spc="275" dirty="0">
                <a:latin typeface="Times New Roman"/>
                <a:cs typeface="Times New Roman"/>
              </a:rPr>
              <a:t> </a:t>
            </a:r>
            <a:r>
              <a:rPr lang="en-US" sz="1800" dirty="0">
                <a:latin typeface="Times New Roman"/>
                <a:cs typeface="Times New Roman"/>
              </a:rPr>
              <a:t>can</a:t>
            </a:r>
            <a:r>
              <a:rPr lang="en-US" sz="1800" spc="285" dirty="0">
                <a:latin typeface="Times New Roman"/>
                <a:cs typeface="Times New Roman"/>
              </a:rPr>
              <a:t> </a:t>
            </a:r>
            <a:r>
              <a:rPr lang="en-US" sz="1800" spc="-5" dirty="0">
                <a:latin typeface="Times New Roman"/>
                <a:cs typeface="Times New Roman"/>
              </a:rPr>
              <a:t>be</a:t>
            </a:r>
            <a:r>
              <a:rPr lang="en-US" sz="1800" spc="280" dirty="0">
                <a:latin typeface="Times New Roman"/>
                <a:cs typeface="Times New Roman"/>
              </a:rPr>
              <a:t> </a:t>
            </a:r>
            <a:r>
              <a:rPr lang="en-US" sz="1800" spc="-5" dirty="0">
                <a:latin typeface="Times New Roman"/>
                <a:cs typeface="Times New Roman"/>
              </a:rPr>
              <a:t>recursively</a:t>
            </a:r>
            <a:r>
              <a:rPr lang="en-US" sz="1800" spc="270" dirty="0">
                <a:latin typeface="Times New Roman"/>
                <a:cs typeface="Times New Roman"/>
              </a:rPr>
              <a:t> </a:t>
            </a:r>
            <a:r>
              <a:rPr lang="en-US" sz="1800" spc="-5" dirty="0">
                <a:latin typeface="Times New Roman"/>
                <a:cs typeface="Times New Roman"/>
              </a:rPr>
              <a:t>defined</a:t>
            </a:r>
            <a:r>
              <a:rPr lang="en-US" sz="1800" spc="280" dirty="0">
                <a:latin typeface="Times New Roman"/>
                <a:cs typeface="Times New Roman"/>
              </a:rPr>
              <a:t> </a:t>
            </a:r>
            <a:r>
              <a:rPr lang="en-US" sz="1800" spc="-5" dirty="0">
                <a:latin typeface="Times New Roman"/>
                <a:cs typeface="Times New Roman"/>
              </a:rPr>
              <a:t>as </a:t>
            </a:r>
            <a:r>
              <a:rPr lang="en-US" sz="1800" spc="-295" dirty="0">
                <a:latin typeface="Times New Roman"/>
                <a:cs typeface="Times New Roman"/>
              </a:rPr>
              <a:t> </a:t>
            </a:r>
            <a:r>
              <a:rPr lang="en-US" sz="1800" spc="-5" dirty="0">
                <a:latin typeface="Times New Roman"/>
                <a:cs typeface="Times New Roman"/>
              </a:rPr>
              <a:t>follows:</a:t>
            </a:r>
            <a:endParaRPr lang="en-US" dirty="0"/>
          </a:p>
        </p:txBody>
      </p:sp>
      <p:sp>
        <p:nvSpPr>
          <p:cNvPr id="7" name="object 4">
            <a:extLst>
              <a:ext uri="{FF2B5EF4-FFF2-40B4-BE49-F238E27FC236}">
                <a16:creationId xmlns:a16="http://schemas.microsoft.com/office/drawing/2014/main" id="{F14BB178-7C40-857F-C99E-1875BAC3424A}"/>
              </a:ext>
            </a:extLst>
          </p:cNvPr>
          <p:cNvSpPr txBox="1"/>
          <p:nvPr/>
        </p:nvSpPr>
        <p:spPr>
          <a:xfrm>
            <a:off x="1207530" y="2223671"/>
            <a:ext cx="4807376" cy="1034707"/>
          </a:xfrm>
          <a:prstGeom prst="rect">
            <a:avLst/>
          </a:prstGeom>
        </p:spPr>
        <p:txBody>
          <a:bodyPr vert="horz" wrap="square" lIns="0" tIns="0" rIns="0" bIns="0" rtlCol="0">
            <a:spAutoFit/>
          </a:bodyPr>
          <a:lstStyle/>
          <a:p>
            <a:pPr marL="240665" indent="-228600">
              <a:lnSpc>
                <a:spcPts val="1580"/>
              </a:lnSpc>
              <a:buClr>
                <a:srgbClr val="FF00FF"/>
              </a:buClr>
              <a:buSzPct val="112000"/>
              <a:buFont typeface="Times New Roman"/>
              <a:buAutoNum type="arabicPeriod"/>
              <a:tabLst>
                <a:tab pos="241300" algn="l"/>
              </a:tabLst>
            </a:pPr>
            <a:r>
              <a:rPr sz="2000" spc="-5" dirty="0">
                <a:latin typeface="Times New Roman"/>
                <a:cs typeface="Times New Roman"/>
              </a:rPr>
              <a:t>Process</a:t>
            </a:r>
            <a:r>
              <a:rPr sz="2000" spc="-20" dirty="0">
                <a:latin typeface="Times New Roman"/>
                <a:cs typeface="Times New Roman"/>
              </a:rPr>
              <a:t> </a:t>
            </a:r>
            <a:r>
              <a:rPr sz="2000" dirty="0">
                <a:latin typeface="Times New Roman"/>
                <a:cs typeface="Times New Roman"/>
              </a:rPr>
              <a:t>the</a:t>
            </a:r>
            <a:r>
              <a:rPr sz="2000" spc="-10" dirty="0">
                <a:latin typeface="Times New Roman"/>
                <a:cs typeface="Times New Roman"/>
              </a:rPr>
              <a:t> </a:t>
            </a:r>
            <a:r>
              <a:rPr sz="2000" spc="-5" dirty="0">
                <a:latin typeface="Times New Roman"/>
                <a:cs typeface="Times New Roman"/>
              </a:rPr>
              <a:t>root</a:t>
            </a:r>
            <a:r>
              <a:rPr sz="2000" dirty="0">
                <a:latin typeface="Times New Roman"/>
                <a:cs typeface="Times New Roman"/>
              </a:rPr>
              <a:t> </a:t>
            </a:r>
            <a:r>
              <a:rPr sz="2000" b="1" spc="-5" dirty="0">
                <a:latin typeface="Times New Roman"/>
                <a:cs typeface="Times New Roman"/>
              </a:rPr>
              <a:t>N</a:t>
            </a:r>
            <a:r>
              <a:rPr sz="2000" spc="-5" dirty="0">
                <a:latin typeface="Times New Roman"/>
                <a:cs typeface="Times New Roman"/>
              </a:rPr>
              <a:t>ode</a:t>
            </a:r>
            <a:r>
              <a:rPr sz="2000" spc="-10" dirty="0">
                <a:latin typeface="Times New Roman"/>
                <a:cs typeface="Times New Roman"/>
              </a:rPr>
              <a:t> </a:t>
            </a:r>
            <a:r>
              <a:rPr sz="2000" b="1" dirty="0">
                <a:latin typeface="Times New Roman"/>
                <a:cs typeface="Times New Roman"/>
              </a:rPr>
              <a:t>[N]</a:t>
            </a:r>
            <a:endParaRPr lang="en-US" sz="2000" b="1" dirty="0">
              <a:latin typeface="Times New Roman"/>
              <a:cs typeface="Times New Roman"/>
            </a:endParaRPr>
          </a:p>
          <a:p>
            <a:pPr marL="240665" indent="-228600">
              <a:lnSpc>
                <a:spcPts val="1580"/>
              </a:lnSpc>
              <a:buClr>
                <a:srgbClr val="FF00FF"/>
              </a:buClr>
              <a:buSzPct val="112000"/>
              <a:buFont typeface="Times New Roman"/>
              <a:buAutoNum type="arabicPeriod"/>
              <a:tabLst>
                <a:tab pos="241300" algn="l"/>
              </a:tabLst>
            </a:pPr>
            <a:endParaRPr sz="2000" dirty="0">
              <a:latin typeface="Times New Roman"/>
              <a:cs typeface="Times New Roman"/>
            </a:endParaRPr>
          </a:p>
          <a:p>
            <a:pPr marL="240665" indent="-228600">
              <a:lnSpc>
                <a:spcPts val="1580"/>
              </a:lnSpc>
              <a:buClr>
                <a:srgbClr val="FF00FF"/>
              </a:buClr>
              <a:buSzPct val="112000"/>
              <a:buFont typeface="Times New Roman"/>
              <a:buAutoNum type="arabicPeriod"/>
              <a:tabLst>
                <a:tab pos="241300" algn="l"/>
              </a:tabLst>
            </a:pPr>
            <a:r>
              <a:rPr sz="2000" spc="-5" dirty="0">
                <a:latin typeface="Times New Roman"/>
                <a:cs typeface="Times New Roman"/>
              </a:rPr>
              <a:t>Traverse the</a:t>
            </a:r>
            <a:r>
              <a:rPr sz="2000" dirty="0">
                <a:latin typeface="Times New Roman"/>
                <a:cs typeface="Times New Roman"/>
              </a:rPr>
              <a:t> </a:t>
            </a:r>
            <a:r>
              <a:rPr sz="2000" b="1" spc="-5" dirty="0">
                <a:latin typeface="Times New Roman"/>
                <a:cs typeface="Times New Roman"/>
              </a:rPr>
              <a:t>L</a:t>
            </a:r>
            <a:r>
              <a:rPr sz="2000" spc="-5" dirty="0">
                <a:latin typeface="Times New Roman"/>
                <a:cs typeface="Times New Roman"/>
              </a:rPr>
              <a:t>eft</a:t>
            </a:r>
            <a:r>
              <a:rPr sz="2000" spc="15" dirty="0">
                <a:latin typeface="Times New Roman"/>
                <a:cs typeface="Times New Roman"/>
              </a:rPr>
              <a:t> </a:t>
            </a:r>
            <a:r>
              <a:rPr sz="2000" spc="-5" dirty="0">
                <a:latin typeface="Times New Roman"/>
                <a:cs typeface="Times New Roman"/>
              </a:rPr>
              <a:t>subtree</a:t>
            </a:r>
            <a:r>
              <a:rPr sz="2000" dirty="0">
                <a:latin typeface="Times New Roman"/>
                <a:cs typeface="Times New Roman"/>
              </a:rPr>
              <a:t> </a:t>
            </a:r>
            <a:r>
              <a:rPr sz="2000" spc="-5" dirty="0">
                <a:latin typeface="Times New Roman"/>
                <a:cs typeface="Times New Roman"/>
              </a:rPr>
              <a:t>in</a:t>
            </a:r>
            <a:r>
              <a:rPr sz="2000" dirty="0">
                <a:latin typeface="Times New Roman"/>
                <a:cs typeface="Times New Roman"/>
              </a:rPr>
              <a:t> </a:t>
            </a:r>
            <a:r>
              <a:rPr sz="2000" spc="-5" dirty="0">
                <a:latin typeface="Times New Roman"/>
                <a:cs typeface="Times New Roman"/>
              </a:rPr>
              <a:t>preorder</a:t>
            </a:r>
            <a:r>
              <a:rPr sz="2000" b="1" spc="-5" dirty="0">
                <a:latin typeface="Times New Roman"/>
                <a:cs typeface="Times New Roman"/>
              </a:rPr>
              <a:t>[L]</a:t>
            </a:r>
            <a:endParaRPr lang="en-US" sz="2000" b="1" spc="-5" dirty="0">
              <a:latin typeface="Times New Roman"/>
              <a:cs typeface="Times New Roman"/>
            </a:endParaRPr>
          </a:p>
          <a:p>
            <a:pPr marL="240665" indent="-228600">
              <a:lnSpc>
                <a:spcPts val="1580"/>
              </a:lnSpc>
              <a:buClr>
                <a:srgbClr val="FF00FF"/>
              </a:buClr>
              <a:buSzPct val="112000"/>
              <a:buFont typeface="Times New Roman"/>
              <a:buAutoNum type="arabicPeriod"/>
              <a:tabLst>
                <a:tab pos="241300" algn="l"/>
              </a:tabLst>
            </a:pPr>
            <a:endParaRPr sz="2000" dirty="0">
              <a:latin typeface="Times New Roman"/>
              <a:cs typeface="Times New Roman"/>
            </a:endParaRPr>
          </a:p>
          <a:p>
            <a:pPr marL="240665" indent="-228600">
              <a:lnSpc>
                <a:spcPts val="1625"/>
              </a:lnSpc>
              <a:buClr>
                <a:srgbClr val="FF00FF"/>
              </a:buClr>
              <a:buSzPct val="112000"/>
              <a:buFont typeface="Times New Roman"/>
              <a:buAutoNum type="arabicPeriod"/>
              <a:tabLst>
                <a:tab pos="241300" algn="l"/>
              </a:tabLst>
            </a:pPr>
            <a:r>
              <a:rPr sz="2000" spc="-5" dirty="0">
                <a:latin typeface="Times New Roman"/>
                <a:cs typeface="Times New Roman"/>
              </a:rPr>
              <a:t>Traverse</a:t>
            </a:r>
            <a:r>
              <a:rPr sz="2000" dirty="0">
                <a:latin typeface="Times New Roman"/>
                <a:cs typeface="Times New Roman"/>
              </a:rPr>
              <a:t> </a:t>
            </a:r>
            <a:r>
              <a:rPr sz="2000" spc="-5" dirty="0">
                <a:latin typeface="Times New Roman"/>
                <a:cs typeface="Times New Roman"/>
              </a:rPr>
              <a:t>the</a:t>
            </a:r>
            <a:r>
              <a:rPr sz="2000" dirty="0">
                <a:latin typeface="Times New Roman"/>
                <a:cs typeface="Times New Roman"/>
              </a:rPr>
              <a:t> </a:t>
            </a:r>
            <a:r>
              <a:rPr sz="2000" b="1" spc="-5" dirty="0">
                <a:latin typeface="Times New Roman"/>
                <a:cs typeface="Times New Roman"/>
              </a:rPr>
              <a:t>R</a:t>
            </a:r>
            <a:r>
              <a:rPr sz="2000" spc="-5" dirty="0">
                <a:latin typeface="Times New Roman"/>
                <a:cs typeface="Times New Roman"/>
              </a:rPr>
              <a:t>ight</a:t>
            </a:r>
            <a:r>
              <a:rPr sz="2000" spc="15" dirty="0">
                <a:latin typeface="Times New Roman"/>
                <a:cs typeface="Times New Roman"/>
              </a:rPr>
              <a:t> </a:t>
            </a:r>
            <a:r>
              <a:rPr sz="2000" spc="-5" dirty="0">
                <a:latin typeface="Times New Roman"/>
                <a:cs typeface="Times New Roman"/>
              </a:rPr>
              <a:t>subtree</a:t>
            </a:r>
            <a:r>
              <a:rPr sz="2000" dirty="0">
                <a:latin typeface="Times New Roman"/>
                <a:cs typeface="Times New Roman"/>
              </a:rPr>
              <a:t> </a:t>
            </a:r>
            <a:r>
              <a:rPr sz="2000" spc="-5" dirty="0">
                <a:latin typeface="Times New Roman"/>
                <a:cs typeface="Times New Roman"/>
              </a:rPr>
              <a:t>in</a:t>
            </a:r>
            <a:r>
              <a:rPr sz="2000" dirty="0">
                <a:latin typeface="Times New Roman"/>
                <a:cs typeface="Times New Roman"/>
              </a:rPr>
              <a:t> </a:t>
            </a:r>
            <a:r>
              <a:rPr sz="2000" spc="-5" dirty="0">
                <a:latin typeface="Times New Roman"/>
                <a:cs typeface="Times New Roman"/>
              </a:rPr>
              <a:t>preorder</a:t>
            </a:r>
            <a:r>
              <a:rPr sz="2000" spc="10" dirty="0">
                <a:latin typeface="Times New Roman"/>
                <a:cs typeface="Times New Roman"/>
              </a:rPr>
              <a:t> </a:t>
            </a:r>
            <a:r>
              <a:rPr sz="2000" b="1" spc="-5" dirty="0">
                <a:latin typeface="Times New Roman"/>
                <a:cs typeface="Times New Roman"/>
              </a:rPr>
              <a:t>[R]</a:t>
            </a:r>
            <a:endParaRPr sz="2000" dirty="0">
              <a:latin typeface="Times New Roman"/>
              <a:cs typeface="Times New Roman"/>
            </a:endParaRPr>
          </a:p>
        </p:txBody>
      </p:sp>
      <p:pic>
        <p:nvPicPr>
          <p:cNvPr id="14" name="Picture 13">
            <a:extLst>
              <a:ext uri="{FF2B5EF4-FFF2-40B4-BE49-F238E27FC236}">
                <a16:creationId xmlns:a16="http://schemas.microsoft.com/office/drawing/2014/main" id="{43EF4E3C-5D29-CC60-17B6-03B621776A84}"/>
              </a:ext>
            </a:extLst>
          </p:cNvPr>
          <p:cNvPicPr>
            <a:picLocks noChangeAspect="1"/>
          </p:cNvPicPr>
          <p:nvPr/>
        </p:nvPicPr>
        <p:blipFill>
          <a:blip r:embed="rId2"/>
          <a:stretch>
            <a:fillRect/>
          </a:stretch>
        </p:blipFill>
        <p:spPr>
          <a:xfrm>
            <a:off x="7485774" y="1594017"/>
            <a:ext cx="3114675" cy="2486025"/>
          </a:xfrm>
          <a:prstGeom prst="rect">
            <a:avLst/>
          </a:prstGeom>
        </p:spPr>
      </p:pic>
    </p:spTree>
    <p:extLst>
      <p:ext uri="{BB962C8B-B14F-4D97-AF65-F5344CB8AC3E}">
        <p14:creationId xmlns:p14="http://schemas.microsoft.com/office/powerpoint/2010/main" val="19215298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53FC09-4B7A-97A0-4E88-7103014E41C3}"/>
              </a:ext>
            </a:extLst>
          </p:cNvPr>
          <p:cNvSpPr>
            <a:spLocks noGrp="1"/>
          </p:cNvSpPr>
          <p:nvPr>
            <p:ph type="title"/>
          </p:nvPr>
        </p:nvSpPr>
        <p:spPr/>
        <p:txBody>
          <a:bodyPr/>
          <a:lstStyle/>
          <a:p>
            <a:endParaRPr lang="en-US"/>
          </a:p>
        </p:txBody>
      </p:sp>
      <p:sp>
        <p:nvSpPr>
          <p:cNvPr id="8" name="TextBox 7">
            <a:extLst>
              <a:ext uri="{FF2B5EF4-FFF2-40B4-BE49-F238E27FC236}">
                <a16:creationId xmlns:a16="http://schemas.microsoft.com/office/drawing/2014/main" id="{8EE7ABF6-C01D-3DF7-E6BA-988CA4CAE24E}"/>
              </a:ext>
            </a:extLst>
          </p:cNvPr>
          <p:cNvSpPr txBox="1"/>
          <p:nvPr/>
        </p:nvSpPr>
        <p:spPr>
          <a:xfrm>
            <a:off x="954248" y="1958235"/>
            <a:ext cx="6287548" cy="2031325"/>
          </a:xfrm>
          <a:prstGeom prst="rect">
            <a:avLst/>
          </a:prstGeom>
          <a:noFill/>
        </p:spPr>
        <p:txBody>
          <a:bodyPr wrap="square">
            <a:spAutoFit/>
          </a:bodyPr>
          <a:lstStyle/>
          <a:p>
            <a:r>
              <a:rPr lang="en-US" dirty="0"/>
              <a:t>void preorder(NODE root)</a:t>
            </a:r>
          </a:p>
          <a:p>
            <a:r>
              <a:rPr lang="en-US" dirty="0"/>
              <a:t>{</a:t>
            </a:r>
          </a:p>
          <a:p>
            <a:r>
              <a:rPr lang="en-US" dirty="0"/>
              <a:t>if ( root == NULL ) return;</a:t>
            </a:r>
          </a:p>
          <a:p>
            <a:r>
              <a:rPr lang="en-US" dirty="0"/>
              <a:t> </a:t>
            </a:r>
            <a:r>
              <a:rPr lang="en-US" dirty="0" err="1"/>
              <a:t>printf</a:t>
            </a:r>
            <a:r>
              <a:rPr lang="en-US" dirty="0"/>
              <a:t>("%d ",root-&gt;info); /* visit the node */</a:t>
            </a:r>
          </a:p>
          <a:p>
            <a:r>
              <a:rPr lang="en-US" dirty="0"/>
              <a:t> preorder(root-&gt;</a:t>
            </a:r>
            <a:r>
              <a:rPr lang="en-US" dirty="0" err="1"/>
              <a:t>llink</a:t>
            </a:r>
            <a:r>
              <a:rPr lang="en-US" dirty="0"/>
              <a:t>); /* visit left subtree in preorder*/</a:t>
            </a:r>
          </a:p>
          <a:p>
            <a:r>
              <a:rPr lang="en-US" dirty="0"/>
              <a:t> preorder(root-&gt;</a:t>
            </a:r>
            <a:r>
              <a:rPr lang="en-US" dirty="0" err="1"/>
              <a:t>rlink</a:t>
            </a:r>
            <a:r>
              <a:rPr lang="en-US" dirty="0"/>
              <a:t>); /* visit right subtree in preorder*/</a:t>
            </a:r>
          </a:p>
          <a:p>
            <a:r>
              <a:rPr lang="en-US" dirty="0"/>
              <a:t>}</a:t>
            </a:r>
          </a:p>
        </p:txBody>
      </p:sp>
    </p:spTree>
    <p:extLst>
      <p:ext uri="{BB962C8B-B14F-4D97-AF65-F5344CB8AC3E}">
        <p14:creationId xmlns:p14="http://schemas.microsoft.com/office/powerpoint/2010/main" val="9615440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7F7CE5-6E66-5EC6-C56F-FCC75A3F742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EFB96B7-769C-1C13-80D3-22ED280EFEB8}"/>
              </a:ext>
            </a:extLst>
          </p:cNvPr>
          <p:cNvSpPr>
            <a:spLocks noGrp="1"/>
          </p:cNvSpPr>
          <p:nvPr>
            <p:ph sz="half" idx="2"/>
          </p:nvPr>
        </p:nvSpPr>
        <p:spPr>
          <a:xfrm>
            <a:off x="1154885" y="1820621"/>
            <a:ext cx="5303520" cy="4526280"/>
          </a:xfrm>
        </p:spPr>
        <p:txBody>
          <a:bodyPr/>
          <a:lstStyle/>
          <a:p>
            <a:r>
              <a:rPr lang="en-US" dirty="0"/>
              <a:t>Traverse the Left subtree in </a:t>
            </a:r>
            <a:r>
              <a:rPr lang="en-US" dirty="0" err="1"/>
              <a:t>postorder</a:t>
            </a:r>
            <a:r>
              <a:rPr lang="en-US" dirty="0"/>
              <a:t> [L]</a:t>
            </a:r>
          </a:p>
          <a:p>
            <a:r>
              <a:rPr lang="en-US" dirty="0"/>
              <a:t>Traverse the Right subtree in </a:t>
            </a:r>
            <a:r>
              <a:rPr lang="en-US" dirty="0" err="1"/>
              <a:t>postorder</a:t>
            </a:r>
            <a:r>
              <a:rPr lang="en-US" dirty="0"/>
              <a:t> [R]</a:t>
            </a:r>
          </a:p>
          <a:p>
            <a:r>
              <a:rPr lang="en-US" dirty="0"/>
              <a:t>Process the root Node [N]</a:t>
            </a:r>
          </a:p>
          <a:p>
            <a:endParaRPr lang="en-US" dirty="0"/>
          </a:p>
        </p:txBody>
      </p:sp>
      <p:sp>
        <p:nvSpPr>
          <p:cNvPr id="6" name="TextBox 5">
            <a:extLst>
              <a:ext uri="{FF2B5EF4-FFF2-40B4-BE49-F238E27FC236}">
                <a16:creationId xmlns:a16="http://schemas.microsoft.com/office/drawing/2014/main" id="{07636297-BEA6-0BB4-CEAD-7024C225262B}"/>
              </a:ext>
            </a:extLst>
          </p:cNvPr>
          <p:cNvSpPr txBox="1"/>
          <p:nvPr/>
        </p:nvSpPr>
        <p:spPr>
          <a:xfrm>
            <a:off x="971025" y="947686"/>
            <a:ext cx="8214920" cy="830997"/>
          </a:xfrm>
          <a:prstGeom prst="rect">
            <a:avLst/>
          </a:prstGeom>
          <a:noFill/>
        </p:spPr>
        <p:txBody>
          <a:bodyPr wrap="square">
            <a:spAutoFit/>
          </a:bodyPr>
          <a:lstStyle/>
          <a:p>
            <a:r>
              <a:rPr lang="en-US" sz="2400" spc="-5" dirty="0">
                <a:solidFill>
                  <a:srgbClr val="FF0000"/>
                </a:solidFill>
                <a:latin typeface="Times New Roman"/>
                <a:cs typeface="Times New Roman"/>
              </a:rPr>
              <a:t>The</a:t>
            </a:r>
            <a:r>
              <a:rPr lang="en-US" sz="2400" dirty="0">
                <a:solidFill>
                  <a:srgbClr val="FF0000"/>
                </a:solidFill>
                <a:latin typeface="Times New Roman"/>
                <a:cs typeface="Times New Roman"/>
              </a:rPr>
              <a:t> </a:t>
            </a:r>
            <a:r>
              <a:rPr lang="en-US" sz="2400" spc="-5" dirty="0" err="1">
                <a:solidFill>
                  <a:srgbClr val="FF0000"/>
                </a:solidFill>
                <a:latin typeface="Times New Roman"/>
                <a:cs typeface="Times New Roman"/>
              </a:rPr>
              <a:t>postorder</a:t>
            </a:r>
            <a:r>
              <a:rPr lang="en-US" sz="2400" spc="15" dirty="0">
                <a:solidFill>
                  <a:srgbClr val="FF0000"/>
                </a:solidFill>
                <a:latin typeface="Times New Roman"/>
                <a:cs typeface="Times New Roman"/>
              </a:rPr>
              <a:t> </a:t>
            </a:r>
            <a:r>
              <a:rPr lang="en-US" sz="2400" spc="-5" dirty="0">
                <a:solidFill>
                  <a:srgbClr val="FF0000"/>
                </a:solidFill>
                <a:latin typeface="Times New Roman"/>
                <a:cs typeface="Times New Roman"/>
              </a:rPr>
              <a:t>traversal</a:t>
            </a:r>
            <a:r>
              <a:rPr lang="en-US" sz="2400" spc="5" dirty="0">
                <a:solidFill>
                  <a:srgbClr val="FF0000"/>
                </a:solidFill>
                <a:latin typeface="Times New Roman"/>
                <a:cs typeface="Times New Roman"/>
              </a:rPr>
              <a:t> </a:t>
            </a:r>
            <a:r>
              <a:rPr lang="en-US" sz="2400" spc="-5" dirty="0">
                <a:latin typeface="Times New Roman"/>
                <a:cs typeface="Times New Roman"/>
              </a:rPr>
              <a:t>of</a:t>
            </a:r>
            <a:r>
              <a:rPr lang="en-US" sz="2400" spc="10" dirty="0">
                <a:latin typeface="Times New Roman"/>
                <a:cs typeface="Times New Roman"/>
              </a:rPr>
              <a:t> </a:t>
            </a:r>
            <a:r>
              <a:rPr lang="en-US" sz="2400" spc="-5" dirty="0">
                <a:latin typeface="Times New Roman"/>
                <a:cs typeface="Times New Roman"/>
              </a:rPr>
              <a:t>a</a:t>
            </a:r>
            <a:r>
              <a:rPr lang="en-US" sz="2400" dirty="0">
                <a:latin typeface="Times New Roman"/>
                <a:cs typeface="Times New Roman"/>
              </a:rPr>
              <a:t> binary</a:t>
            </a:r>
            <a:r>
              <a:rPr lang="en-US" sz="2400" spc="-5" dirty="0">
                <a:latin typeface="Times New Roman"/>
                <a:cs typeface="Times New Roman"/>
              </a:rPr>
              <a:t> </a:t>
            </a:r>
            <a:r>
              <a:rPr lang="en-US" sz="2400" dirty="0">
                <a:latin typeface="Times New Roman"/>
                <a:cs typeface="Times New Roman"/>
              </a:rPr>
              <a:t>tree </a:t>
            </a:r>
            <a:r>
              <a:rPr lang="en-US" sz="2400" spc="-5" dirty="0">
                <a:latin typeface="Times New Roman"/>
                <a:cs typeface="Times New Roman"/>
              </a:rPr>
              <a:t>can</a:t>
            </a:r>
            <a:r>
              <a:rPr lang="en-US" sz="2400" spc="5" dirty="0">
                <a:latin typeface="Times New Roman"/>
                <a:cs typeface="Times New Roman"/>
              </a:rPr>
              <a:t> </a:t>
            </a:r>
            <a:r>
              <a:rPr lang="en-US" sz="2400" spc="-5" dirty="0">
                <a:latin typeface="Times New Roman"/>
                <a:cs typeface="Times New Roman"/>
              </a:rPr>
              <a:t>be</a:t>
            </a:r>
            <a:r>
              <a:rPr lang="en-US" sz="2400" dirty="0">
                <a:latin typeface="Times New Roman"/>
                <a:cs typeface="Times New Roman"/>
              </a:rPr>
              <a:t> recursively</a:t>
            </a:r>
            <a:r>
              <a:rPr lang="en-US" sz="2400" spc="-10" dirty="0">
                <a:latin typeface="Times New Roman"/>
                <a:cs typeface="Times New Roman"/>
              </a:rPr>
              <a:t> </a:t>
            </a:r>
            <a:r>
              <a:rPr lang="en-US" sz="2400" spc="-5" dirty="0">
                <a:latin typeface="Times New Roman"/>
                <a:cs typeface="Times New Roman"/>
              </a:rPr>
              <a:t>defined</a:t>
            </a:r>
            <a:r>
              <a:rPr lang="en-US" sz="2400" spc="15" dirty="0">
                <a:latin typeface="Times New Roman"/>
                <a:cs typeface="Times New Roman"/>
              </a:rPr>
              <a:t> </a:t>
            </a:r>
            <a:r>
              <a:rPr lang="en-US" sz="2400" spc="-5" dirty="0">
                <a:latin typeface="Times New Roman"/>
                <a:cs typeface="Times New Roman"/>
              </a:rPr>
              <a:t>as </a:t>
            </a:r>
            <a:r>
              <a:rPr lang="en-US" sz="2400" spc="-300" dirty="0">
                <a:latin typeface="Times New Roman"/>
                <a:cs typeface="Times New Roman"/>
              </a:rPr>
              <a:t> </a:t>
            </a:r>
            <a:r>
              <a:rPr lang="en-US" sz="2400" spc="-5" dirty="0">
                <a:latin typeface="Times New Roman"/>
                <a:cs typeface="Times New Roman"/>
              </a:rPr>
              <a:t>follows:</a:t>
            </a:r>
            <a:endParaRPr lang="en-US" sz="2400" dirty="0"/>
          </a:p>
        </p:txBody>
      </p:sp>
      <p:pic>
        <p:nvPicPr>
          <p:cNvPr id="7" name="Picture 6">
            <a:extLst>
              <a:ext uri="{FF2B5EF4-FFF2-40B4-BE49-F238E27FC236}">
                <a16:creationId xmlns:a16="http://schemas.microsoft.com/office/drawing/2014/main" id="{A93D48C0-7A41-4DBC-99E6-0B43BFEA6961}"/>
              </a:ext>
            </a:extLst>
          </p:cNvPr>
          <p:cNvPicPr>
            <a:picLocks noChangeAspect="1"/>
          </p:cNvPicPr>
          <p:nvPr/>
        </p:nvPicPr>
        <p:blipFill>
          <a:blip r:embed="rId2"/>
          <a:stretch>
            <a:fillRect/>
          </a:stretch>
        </p:blipFill>
        <p:spPr>
          <a:xfrm>
            <a:off x="7368329" y="1820621"/>
            <a:ext cx="3114675" cy="2486025"/>
          </a:xfrm>
          <a:prstGeom prst="rect">
            <a:avLst/>
          </a:prstGeom>
        </p:spPr>
      </p:pic>
    </p:spTree>
    <p:extLst>
      <p:ext uri="{BB962C8B-B14F-4D97-AF65-F5344CB8AC3E}">
        <p14:creationId xmlns:p14="http://schemas.microsoft.com/office/powerpoint/2010/main" val="23640555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B2889-E636-59C3-19C3-C55852A80D4A}"/>
              </a:ext>
            </a:extLst>
          </p:cNvPr>
          <p:cNvSpPr>
            <a:spLocks noGrp="1"/>
          </p:cNvSpPr>
          <p:nvPr>
            <p:ph type="title"/>
          </p:nvPr>
        </p:nvSpPr>
        <p:spPr/>
        <p:txBody>
          <a:bodyPr/>
          <a:lstStyle/>
          <a:p>
            <a:endParaRPr lang="en-US"/>
          </a:p>
        </p:txBody>
      </p:sp>
      <p:pic>
        <p:nvPicPr>
          <p:cNvPr id="6" name="Content Placeholder 5">
            <a:extLst>
              <a:ext uri="{FF2B5EF4-FFF2-40B4-BE49-F238E27FC236}">
                <a16:creationId xmlns:a16="http://schemas.microsoft.com/office/drawing/2014/main" id="{C9BF6F6E-41D4-6246-AA09-FD9152046077}"/>
              </a:ext>
            </a:extLst>
          </p:cNvPr>
          <p:cNvPicPr>
            <a:picLocks noGrp="1" noChangeAspect="1"/>
          </p:cNvPicPr>
          <p:nvPr>
            <p:ph sz="half" idx="2"/>
          </p:nvPr>
        </p:nvPicPr>
        <p:blipFill>
          <a:blip r:embed="rId2"/>
          <a:stretch>
            <a:fillRect/>
          </a:stretch>
        </p:blipFill>
        <p:spPr>
          <a:xfrm>
            <a:off x="2495973" y="2022886"/>
            <a:ext cx="4078975" cy="2599448"/>
          </a:xfrm>
          <a:prstGeom prst="rect">
            <a:avLst/>
          </a:prstGeom>
        </p:spPr>
      </p:pic>
    </p:spTree>
    <p:extLst>
      <p:ext uri="{BB962C8B-B14F-4D97-AF65-F5344CB8AC3E}">
        <p14:creationId xmlns:p14="http://schemas.microsoft.com/office/powerpoint/2010/main" val="22949859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7F7CE5-6E66-5EC6-C56F-FCC75A3F742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EFB96B7-769C-1C13-80D3-22ED280EFEB8}"/>
              </a:ext>
            </a:extLst>
          </p:cNvPr>
          <p:cNvSpPr>
            <a:spLocks noGrp="1"/>
          </p:cNvSpPr>
          <p:nvPr>
            <p:ph sz="half" idx="2"/>
          </p:nvPr>
        </p:nvSpPr>
        <p:spPr>
          <a:xfrm>
            <a:off x="1154885" y="1820621"/>
            <a:ext cx="5303520" cy="4526280"/>
          </a:xfrm>
        </p:spPr>
        <p:txBody>
          <a:bodyPr/>
          <a:lstStyle/>
          <a:p>
            <a:r>
              <a:rPr lang="en-US" dirty="0"/>
              <a:t>Traverse the Left subtree in </a:t>
            </a:r>
            <a:r>
              <a:rPr lang="en-US" dirty="0" err="1"/>
              <a:t>postorder</a:t>
            </a:r>
            <a:r>
              <a:rPr lang="en-US" dirty="0"/>
              <a:t> [L]</a:t>
            </a:r>
          </a:p>
          <a:p>
            <a:r>
              <a:rPr lang="en-US" dirty="0"/>
              <a:t>Process the root Node [N]</a:t>
            </a:r>
          </a:p>
          <a:p>
            <a:r>
              <a:rPr lang="en-US" dirty="0"/>
              <a:t>Traverse the Right subtree in </a:t>
            </a:r>
            <a:r>
              <a:rPr lang="en-US" dirty="0" err="1"/>
              <a:t>postorder</a:t>
            </a:r>
            <a:r>
              <a:rPr lang="en-US" dirty="0"/>
              <a:t> [R]</a:t>
            </a:r>
          </a:p>
          <a:p>
            <a:endParaRPr lang="en-US" dirty="0"/>
          </a:p>
        </p:txBody>
      </p:sp>
      <p:sp>
        <p:nvSpPr>
          <p:cNvPr id="6" name="TextBox 5">
            <a:extLst>
              <a:ext uri="{FF2B5EF4-FFF2-40B4-BE49-F238E27FC236}">
                <a16:creationId xmlns:a16="http://schemas.microsoft.com/office/drawing/2014/main" id="{07636297-BEA6-0BB4-CEAD-7024C225262B}"/>
              </a:ext>
            </a:extLst>
          </p:cNvPr>
          <p:cNvSpPr txBox="1"/>
          <p:nvPr/>
        </p:nvSpPr>
        <p:spPr>
          <a:xfrm>
            <a:off x="971025" y="947686"/>
            <a:ext cx="8214920" cy="830997"/>
          </a:xfrm>
          <a:prstGeom prst="rect">
            <a:avLst/>
          </a:prstGeom>
          <a:noFill/>
        </p:spPr>
        <p:txBody>
          <a:bodyPr wrap="square">
            <a:spAutoFit/>
          </a:bodyPr>
          <a:lstStyle/>
          <a:p>
            <a:r>
              <a:rPr lang="en-US" sz="2400" spc="-5" dirty="0">
                <a:latin typeface="Times New Roman"/>
                <a:cs typeface="Times New Roman"/>
              </a:rPr>
              <a:t>The</a:t>
            </a:r>
            <a:r>
              <a:rPr lang="en-US" sz="2400" spc="5" dirty="0">
                <a:latin typeface="Times New Roman"/>
                <a:cs typeface="Times New Roman"/>
              </a:rPr>
              <a:t> </a:t>
            </a:r>
            <a:r>
              <a:rPr lang="en-US" sz="2400" spc="-5" dirty="0" err="1">
                <a:solidFill>
                  <a:srgbClr val="FF0000"/>
                </a:solidFill>
                <a:latin typeface="Times New Roman"/>
                <a:cs typeface="Times New Roman"/>
              </a:rPr>
              <a:t>inorder</a:t>
            </a:r>
            <a:r>
              <a:rPr lang="en-US" sz="2400" dirty="0">
                <a:solidFill>
                  <a:srgbClr val="FF0000"/>
                </a:solidFill>
                <a:latin typeface="Times New Roman"/>
                <a:cs typeface="Times New Roman"/>
              </a:rPr>
              <a:t> </a:t>
            </a:r>
            <a:r>
              <a:rPr lang="en-US" sz="2400" spc="-5" dirty="0">
                <a:solidFill>
                  <a:srgbClr val="FF0000"/>
                </a:solidFill>
                <a:latin typeface="Times New Roman"/>
                <a:cs typeface="Times New Roman"/>
              </a:rPr>
              <a:t>traversal</a:t>
            </a:r>
            <a:r>
              <a:rPr lang="en-US" sz="2400" spc="10" dirty="0">
                <a:solidFill>
                  <a:srgbClr val="FF0000"/>
                </a:solidFill>
                <a:latin typeface="Times New Roman"/>
                <a:cs typeface="Times New Roman"/>
              </a:rPr>
              <a:t> </a:t>
            </a:r>
            <a:r>
              <a:rPr lang="en-US" sz="2400" spc="-5" dirty="0">
                <a:latin typeface="Times New Roman"/>
                <a:cs typeface="Times New Roman"/>
              </a:rPr>
              <a:t>of</a:t>
            </a:r>
            <a:r>
              <a:rPr lang="en-US" sz="2400" spc="5" dirty="0">
                <a:latin typeface="Times New Roman"/>
                <a:cs typeface="Times New Roman"/>
              </a:rPr>
              <a:t> </a:t>
            </a:r>
            <a:r>
              <a:rPr lang="en-US" sz="2400" spc="-5" dirty="0">
                <a:latin typeface="Times New Roman"/>
                <a:cs typeface="Times New Roman"/>
              </a:rPr>
              <a:t>a</a:t>
            </a:r>
            <a:r>
              <a:rPr lang="en-US" sz="2400" spc="5" dirty="0">
                <a:latin typeface="Times New Roman"/>
                <a:cs typeface="Times New Roman"/>
              </a:rPr>
              <a:t> </a:t>
            </a:r>
            <a:r>
              <a:rPr lang="en-US" sz="2400" dirty="0">
                <a:latin typeface="Times New Roman"/>
                <a:cs typeface="Times New Roman"/>
              </a:rPr>
              <a:t>binary</a:t>
            </a:r>
            <a:r>
              <a:rPr lang="en-US" sz="2400" spc="-5" dirty="0">
                <a:latin typeface="Times New Roman"/>
                <a:cs typeface="Times New Roman"/>
              </a:rPr>
              <a:t> tree</a:t>
            </a:r>
            <a:r>
              <a:rPr lang="en-US" sz="2400" spc="10" dirty="0">
                <a:latin typeface="Times New Roman"/>
                <a:cs typeface="Times New Roman"/>
              </a:rPr>
              <a:t> </a:t>
            </a:r>
            <a:r>
              <a:rPr lang="en-US" sz="2400" spc="-5" dirty="0">
                <a:latin typeface="Times New Roman"/>
                <a:cs typeface="Times New Roman"/>
              </a:rPr>
              <a:t>can</a:t>
            </a:r>
            <a:r>
              <a:rPr lang="en-US" sz="2400" spc="5" dirty="0">
                <a:latin typeface="Times New Roman"/>
                <a:cs typeface="Times New Roman"/>
              </a:rPr>
              <a:t> </a:t>
            </a:r>
            <a:r>
              <a:rPr lang="en-US" sz="2400" spc="-5" dirty="0">
                <a:latin typeface="Times New Roman"/>
                <a:cs typeface="Times New Roman"/>
              </a:rPr>
              <a:t>be</a:t>
            </a:r>
            <a:r>
              <a:rPr lang="en-US" sz="2400" dirty="0">
                <a:latin typeface="Times New Roman"/>
                <a:cs typeface="Times New Roman"/>
              </a:rPr>
              <a:t> recursively</a:t>
            </a:r>
            <a:r>
              <a:rPr lang="en-US" sz="2400" spc="-5" dirty="0">
                <a:latin typeface="Times New Roman"/>
                <a:cs typeface="Times New Roman"/>
              </a:rPr>
              <a:t> defined</a:t>
            </a:r>
            <a:r>
              <a:rPr lang="en-US" sz="2400" dirty="0">
                <a:latin typeface="Times New Roman"/>
                <a:cs typeface="Times New Roman"/>
              </a:rPr>
              <a:t> </a:t>
            </a:r>
            <a:r>
              <a:rPr lang="en-US" sz="2400" spc="-5" dirty="0">
                <a:latin typeface="Times New Roman"/>
                <a:cs typeface="Times New Roman"/>
              </a:rPr>
              <a:t>as </a:t>
            </a:r>
            <a:r>
              <a:rPr lang="en-US" sz="2400" spc="-295" dirty="0">
                <a:latin typeface="Times New Roman"/>
                <a:cs typeface="Times New Roman"/>
              </a:rPr>
              <a:t> </a:t>
            </a:r>
            <a:r>
              <a:rPr lang="en-US" sz="2400" spc="-5" dirty="0">
                <a:latin typeface="Times New Roman"/>
                <a:cs typeface="Times New Roman"/>
              </a:rPr>
              <a:t>follows: :</a:t>
            </a:r>
            <a:endParaRPr lang="en-US" sz="2400" dirty="0"/>
          </a:p>
        </p:txBody>
      </p:sp>
      <p:pic>
        <p:nvPicPr>
          <p:cNvPr id="7" name="Picture 6">
            <a:extLst>
              <a:ext uri="{FF2B5EF4-FFF2-40B4-BE49-F238E27FC236}">
                <a16:creationId xmlns:a16="http://schemas.microsoft.com/office/drawing/2014/main" id="{A93D48C0-7A41-4DBC-99E6-0B43BFEA6961}"/>
              </a:ext>
            </a:extLst>
          </p:cNvPr>
          <p:cNvPicPr>
            <a:picLocks noChangeAspect="1"/>
          </p:cNvPicPr>
          <p:nvPr/>
        </p:nvPicPr>
        <p:blipFill>
          <a:blip r:embed="rId2"/>
          <a:stretch>
            <a:fillRect/>
          </a:stretch>
        </p:blipFill>
        <p:spPr>
          <a:xfrm>
            <a:off x="7368329" y="1820621"/>
            <a:ext cx="3114675" cy="2486025"/>
          </a:xfrm>
          <a:prstGeom prst="rect">
            <a:avLst/>
          </a:prstGeom>
        </p:spPr>
      </p:pic>
    </p:spTree>
    <p:extLst>
      <p:ext uri="{BB962C8B-B14F-4D97-AF65-F5344CB8AC3E}">
        <p14:creationId xmlns:p14="http://schemas.microsoft.com/office/powerpoint/2010/main" val="13896178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314B20-F0BC-6C55-6176-05968F3B537E}"/>
              </a:ext>
            </a:extLst>
          </p:cNvPr>
          <p:cNvSpPr>
            <a:spLocks noGrp="1"/>
          </p:cNvSpPr>
          <p:nvPr>
            <p:ph type="title"/>
          </p:nvPr>
        </p:nvSpPr>
        <p:spPr/>
        <p:txBody>
          <a:bodyPr/>
          <a:lstStyle/>
          <a:p>
            <a:endParaRPr lang="en-US"/>
          </a:p>
        </p:txBody>
      </p:sp>
      <p:sp>
        <p:nvSpPr>
          <p:cNvPr id="6" name="TextBox 5">
            <a:extLst>
              <a:ext uri="{FF2B5EF4-FFF2-40B4-BE49-F238E27FC236}">
                <a16:creationId xmlns:a16="http://schemas.microsoft.com/office/drawing/2014/main" id="{45AF9302-299F-8ADC-7CD9-3BDE9D3C0FE5}"/>
              </a:ext>
            </a:extLst>
          </p:cNvPr>
          <p:cNvSpPr txBox="1"/>
          <p:nvPr/>
        </p:nvSpPr>
        <p:spPr>
          <a:xfrm>
            <a:off x="1684089" y="2232635"/>
            <a:ext cx="6520343" cy="1768689"/>
          </a:xfrm>
          <a:prstGeom prst="rect">
            <a:avLst/>
          </a:prstGeom>
          <a:noFill/>
        </p:spPr>
        <p:txBody>
          <a:bodyPr wrap="square">
            <a:spAutoFit/>
          </a:bodyPr>
          <a:lstStyle/>
          <a:p>
            <a:pPr marL="12700">
              <a:lnSpc>
                <a:spcPts val="1480"/>
              </a:lnSpc>
              <a:spcBef>
                <a:spcPts val="95"/>
              </a:spcBef>
            </a:pPr>
            <a:r>
              <a:rPr lang="en-US" sz="1800" b="1" spc="-5" dirty="0">
                <a:latin typeface="Times New Roman"/>
                <a:cs typeface="Times New Roman"/>
              </a:rPr>
              <a:t>void</a:t>
            </a:r>
            <a:r>
              <a:rPr lang="en-US" sz="1800" b="1" spc="-10" dirty="0">
                <a:latin typeface="Times New Roman"/>
                <a:cs typeface="Times New Roman"/>
              </a:rPr>
              <a:t> </a:t>
            </a:r>
            <a:r>
              <a:rPr lang="en-US" sz="1800" spc="-5" dirty="0" err="1">
                <a:latin typeface="Times New Roman"/>
                <a:cs typeface="Times New Roman"/>
              </a:rPr>
              <a:t>inorder</a:t>
            </a:r>
            <a:r>
              <a:rPr lang="en-US" sz="1800" spc="-5" dirty="0">
                <a:latin typeface="Times New Roman"/>
                <a:cs typeface="Times New Roman"/>
              </a:rPr>
              <a:t>(</a:t>
            </a:r>
            <a:r>
              <a:rPr lang="en-US" sz="1800" b="1" spc="-5" dirty="0">
                <a:latin typeface="Times New Roman"/>
                <a:cs typeface="Times New Roman"/>
              </a:rPr>
              <a:t>NODE</a:t>
            </a:r>
            <a:r>
              <a:rPr lang="en-US" sz="1800" b="1" spc="-15" dirty="0">
                <a:latin typeface="Times New Roman"/>
                <a:cs typeface="Times New Roman"/>
              </a:rPr>
              <a:t> </a:t>
            </a:r>
            <a:r>
              <a:rPr lang="en-US" sz="1800" dirty="0">
                <a:latin typeface="Times New Roman"/>
                <a:cs typeface="Times New Roman"/>
              </a:rPr>
              <a:t>root)</a:t>
            </a:r>
          </a:p>
          <a:p>
            <a:pPr marL="12700">
              <a:lnSpc>
                <a:spcPts val="1435"/>
              </a:lnSpc>
            </a:pPr>
            <a:r>
              <a:rPr lang="en-US" sz="1800" b="1" spc="-5" dirty="0">
                <a:latin typeface="Times New Roman"/>
                <a:cs typeface="Times New Roman"/>
              </a:rPr>
              <a:t>{</a:t>
            </a:r>
            <a:endParaRPr lang="en-US" sz="1800" dirty="0">
              <a:latin typeface="Times New Roman"/>
              <a:cs typeface="Times New Roman"/>
            </a:endParaRPr>
          </a:p>
          <a:p>
            <a:pPr marL="469265">
              <a:lnSpc>
                <a:spcPts val="1450"/>
              </a:lnSpc>
            </a:pPr>
            <a:r>
              <a:rPr lang="en-US" sz="1800" b="1" spc="-5" dirty="0">
                <a:latin typeface="Times New Roman"/>
                <a:cs typeface="Times New Roman"/>
              </a:rPr>
              <a:t>if</a:t>
            </a:r>
            <a:r>
              <a:rPr lang="en-US" sz="1800" b="1" spc="-15" dirty="0">
                <a:latin typeface="Times New Roman"/>
                <a:cs typeface="Times New Roman"/>
              </a:rPr>
              <a:t> </a:t>
            </a:r>
            <a:r>
              <a:rPr lang="en-US" sz="1800" spc="-5" dirty="0">
                <a:latin typeface="Times New Roman"/>
                <a:cs typeface="Times New Roman"/>
              </a:rPr>
              <a:t>( root == NULL</a:t>
            </a:r>
            <a:r>
              <a:rPr lang="en-US" sz="1800" dirty="0">
                <a:latin typeface="Times New Roman"/>
                <a:cs typeface="Times New Roman"/>
              </a:rPr>
              <a:t> </a:t>
            </a:r>
            <a:r>
              <a:rPr lang="en-US" sz="1800" spc="-5" dirty="0">
                <a:latin typeface="Times New Roman"/>
                <a:cs typeface="Times New Roman"/>
              </a:rPr>
              <a:t>)</a:t>
            </a:r>
            <a:r>
              <a:rPr lang="en-US" sz="1800" spc="5" dirty="0">
                <a:latin typeface="Times New Roman"/>
                <a:cs typeface="Times New Roman"/>
              </a:rPr>
              <a:t> </a:t>
            </a:r>
            <a:r>
              <a:rPr lang="en-US" sz="1800" b="1" spc="-5" dirty="0">
                <a:latin typeface="Times New Roman"/>
                <a:cs typeface="Times New Roman"/>
              </a:rPr>
              <a:t>return</a:t>
            </a:r>
            <a:r>
              <a:rPr lang="en-US" sz="1800" spc="-5" dirty="0">
                <a:latin typeface="Times New Roman"/>
                <a:cs typeface="Times New Roman"/>
              </a:rPr>
              <a:t>;</a:t>
            </a:r>
            <a:endParaRPr lang="en-US" sz="1800" dirty="0">
              <a:latin typeface="Times New Roman"/>
              <a:cs typeface="Times New Roman"/>
            </a:endParaRPr>
          </a:p>
          <a:p>
            <a:pPr marL="487680" marR="146685" indent="-18415">
              <a:lnSpc>
                <a:spcPts val="1440"/>
              </a:lnSpc>
              <a:spcBef>
                <a:spcPts val="1010"/>
              </a:spcBef>
            </a:pPr>
            <a:r>
              <a:rPr lang="en-US" sz="1800" spc="-5" dirty="0" err="1">
                <a:latin typeface="Times New Roman"/>
                <a:cs typeface="Times New Roman"/>
              </a:rPr>
              <a:t>inorder</a:t>
            </a:r>
            <a:r>
              <a:rPr lang="en-US" sz="1800" spc="-5" dirty="0">
                <a:latin typeface="Times New Roman"/>
                <a:cs typeface="Times New Roman"/>
              </a:rPr>
              <a:t>(root-&gt;</a:t>
            </a:r>
            <a:r>
              <a:rPr lang="en-US" sz="1800" spc="-5" dirty="0" err="1">
                <a:latin typeface="Times New Roman"/>
                <a:cs typeface="Times New Roman"/>
              </a:rPr>
              <a:t>llink</a:t>
            </a:r>
            <a:r>
              <a:rPr lang="en-US" sz="1800" spc="-5" dirty="0">
                <a:latin typeface="Times New Roman"/>
                <a:cs typeface="Times New Roman"/>
              </a:rPr>
              <a:t>); </a:t>
            </a:r>
            <a:r>
              <a:rPr lang="en-US" sz="1800" dirty="0">
                <a:latin typeface="Times New Roman"/>
                <a:cs typeface="Times New Roman"/>
              </a:rPr>
              <a:t> </a:t>
            </a:r>
          </a:p>
          <a:p>
            <a:pPr marL="487680" marR="146685" indent="-18415">
              <a:lnSpc>
                <a:spcPts val="1440"/>
              </a:lnSpc>
              <a:spcBef>
                <a:spcPts val="1010"/>
              </a:spcBef>
            </a:pPr>
            <a:r>
              <a:rPr lang="en-US" sz="1800" b="1" spc="-5" dirty="0" err="1">
                <a:latin typeface="Times New Roman"/>
                <a:cs typeface="Times New Roman"/>
              </a:rPr>
              <a:t>printf</a:t>
            </a:r>
            <a:r>
              <a:rPr lang="en-US" sz="1800" spc="-5" dirty="0">
                <a:latin typeface="Times New Roman"/>
                <a:cs typeface="Times New Roman"/>
              </a:rPr>
              <a:t>("%d</a:t>
            </a:r>
            <a:r>
              <a:rPr lang="en-US" sz="1800" dirty="0">
                <a:latin typeface="Times New Roman"/>
                <a:cs typeface="Times New Roman"/>
              </a:rPr>
              <a:t> </a:t>
            </a:r>
            <a:r>
              <a:rPr lang="en-US" sz="1800" spc="-5" dirty="0">
                <a:latin typeface="Times New Roman"/>
                <a:cs typeface="Times New Roman"/>
              </a:rPr>
              <a:t>",root-&gt;info); </a:t>
            </a:r>
          </a:p>
          <a:p>
            <a:pPr marL="487680" marR="146685" indent="-18415">
              <a:lnSpc>
                <a:spcPts val="1440"/>
              </a:lnSpc>
              <a:spcBef>
                <a:spcPts val="1010"/>
              </a:spcBef>
            </a:pPr>
            <a:r>
              <a:rPr lang="en-US" sz="1800" spc="-300" dirty="0">
                <a:latin typeface="Times New Roman"/>
                <a:cs typeface="Times New Roman"/>
              </a:rPr>
              <a:t> </a:t>
            </a:r>
            <a:r>
              <a:rPr lang="en-US" sz="1800" spc="-5" dirty="0" err="1">
                <a:latin typeface="Times New Roman"/>
                <a:cs typeface="Times New Roman"/>
              </a:rPr>
              <a:t>inorder</a:t>
            </a:r>
            <a:r>
              <a:rPr lang="en-US" sz="1800" spc="-5" dirty="0">
                <a:latin typeface="Times New Roman"/>
                <a:cs typeface="Times New Roman"/>
              </a:rPr>
              <a:t>(root-&gt;</a:t>
            </a:r>
            <a:r>
              <a:rPr lang="en-US" sz="1800" spc="-5" dirty="0" err="1">
                <a:latin typeface="Times New Roman"/>
                <a:cs typeface="Times New Roman"/>
              </a:rPr>
              <a:t>rlink</a:t>
            </a:r>
            <a:r>
              <a:rPr lang="en-US" sz="1800" spc="-5" dirty="0">
                <a:latin typeface="Times New Roman"/>
                <a:cs typeface="Times New Roman"/>
              </a:rPr>
              <a:t>);</a:t>
            </a:r>
            <a:endParaRPr lang="en-US" sz="1800" dirty="0">
              <a:latin typeface="Times New Roman"/>
              <a:cs typeface="Times New Roman"/>
            </a:endParaRPr>
          </a:p>
          <a:p>
            <a:pPr marL="12700">
              <a:lnSpc>
                <a:spcPts val="1440"/>
              </a:lnSpc>
            </a:pPr>
            <a:r>
              <a:rPr lang="en-US" sz="1800" b="1" spc="-5" dirty="0">
                <a:latin typeface="Times New Roman"/>
                <a:cs typeface="Times New Roman"/>
              </a:rPr>
              <a:t>}</a:t>
            </a:r>
            <a:endParaRPr lang="en-US" sz="1800" dirty="0">
              <a:latin typeface="Times New Roman"/>
              <a:cs typeface="Times New Roman"/>
            </a:endParaRPr>
          </a:p>
        </p:txBody>
      </p:sp>
    </p:spTree>
    <p:extLst>
      <p:ext uri="{BB962C8B-B14F-4D97-AF65-F5344CB8AC3E}">
        <p14:creationId xmlns:p14="http://schemas.microsoft.com/office/powerpoint/2010/main" val="9415574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E0A02-043B-6599-297A-5B8DCFF091BE}"/>
              </a:ext>
            </a:extLst>
          </p:cNvPr>
          <p:cNvSpPr>
            <a:spLocks noGrp="1"/>
          </p:cNvSpPr>
          <p:nvPr>
            <p:ph type="title"/>
          </p:nvPr>
        </p:nvSpPr>
        <p:spPr/>
        <p:txBody>
          <a:bodyPr/>
          <a:lstStyle/>
          <a:p>
            <a:endParaRPr lang="en-US"/>
          </a:p>
        </p:txBody>
      </p:sp>
      <p:pic>
        <p:nvPicPr>
          <p:cNvPr id="5" name="image10.jpeg">
            <a:extLst>
              <a:ext uri="{FF2B5EF4-FFF2-40B4-BE49-F238E27FC236}">
                <a16:creationId xmlns:a16="http://schemas.microsoft.com/office/drawing/2014/main" id="{A4BABEDE-42F7-E6FB-6D25-D6FD6352318D}"/>
              </a:ext>
            </a:extLst>
          </p:cNvPr>
          <p:cNvPicPr>
            <a:picLocks noChangeAspect="1"/>
          </p:cNvPicPr>
          <p:nvPr/>
        </p:nvPicPr>
        <p:blipFill>
          <a:blip r:embed="rId2" cstate="print"/>
          <a:stretch>
            <a:fillRect/>
          </a:stretch>
        </p:blipFill>
        <p:spPr>
          <a:xfrm>
            <a:off x="2394639" y="1141675"/>
            <a:ext cx="7234555" cy="4742815"/>
          </a:xfrm>
          <a:prstGeom prst="rect">
            <a:avLst/>
          </a:prstGeom>
        </p:spPr>
      </p:pic>
    </p:spTree>
    <p:extLst>
      <p:ext uri="{BB962C8B-B14F-4D97-AF65-F5344CB8AC3E}">
        <p14:creationId xmlns:p14="http://schemas.microsoft.com/office/powerpoint/2010/main" val="41873971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92AD45-76B0-BC35-71E1-D7BC47B5F6E8}"/>
              </a:ext>
            </a:extLst>
          </p:cNvPr>
          <p:cNvSpPr>
            <a:spLocks noGrp="1"/>
          </p:cNvSpPr>
          <p:nvPr>
            <p:ph type="title"/>
          </p:nvPr>
        </p:nvSpPr>
        <p:spPr/>
        <p:txBody>
          <a:bodyPr/>
          <a:lstStyle/>
          <a:p>
            <a:endParaRPr lang="en-US"/>
          </a:p>
        </p:txBody>
      </p:sp>
      <p:pic>
        <p:nvPicPr>
          <p:cNvPr id="5" name="image1.jpeg">
            <a:extLst>
              <a:ext uri="{FF2B5EF4-FFF2-40B4-BE49-F238E27FC236}">
                <a16:creationId xmlns:a16="http://schemas.microsoft.com/office/drawing/2014/main" id="{9B6F2885-508C-935F-9AFC-15B05E671BE4}"/>
              </a:ext>
            </a:extLst>
          </p:cNvPr>
          <p:cNvPicPr>
            <a:picLocks noChangeAspect="1"/>
          </p:cNvPicPr>
          <p:nvPr/>
        </p:nvPicPr>
        <p:blipFill>
          <a:blip r:embed="rId2" cstate="print"/>
          <a:stretch>
            <a:fillRect/>
          </a:stretch>
        </p:blipFill>
        <p:spPr>
          <a:xfrm>
            <a:off x="2424112" y="858202"/>
            <a:ext cx="7343775" cy="5141595"/>
          </a:xfrm>
          <a:prstGeom prst="rect">
            <a:avLst/>
          </a:prstGeom>
        </p:spPr>
      </p:pic>
    </p:spTree>
    <p:extLst>
      <p:ext uri="{BB962C8B-B14F-4D97-AF65-F5344CB8AC3E}">
        <p14:creationId xmlns:p14="http://schemas.microsoft.com/office/powerpoint/2010/main" val="269777016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6F2474-D393-B00D-5E26-06AD47EC6C1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DA4F67C-8FEB-FB6C-8859-08DD80784362}"/>
              </a:ext>
            </a:extLst>
          </p:cNvPr>
          <p:cNvSpPr>
            <a:spLocks noGrp="1"/>
          </p:cNvSpPr>
          <p:nvPr>
            <p:ph sz="half" idx="2"/>
          </p:nvPr>
        </p:nvSpPr>
        <p:spPr/>
        <p:txBody>
          <a:bodyPr/>
          <a:lstStyle/>
          <a:p>
            <a:r>
              <a:rPr lang="en-US" dirty="0"/>
              <a:t>draw a </a:t>
            </a:r>
            <a:r>
              <a:rPr lang="en-US" dirty="0" err="1"/>
              <a:t>bst</a:t>
            </a:r>
            <a:r>
              <a:rPr lang="en-US" dirty="0"/>
              <a:t> of following elements 67, 18, 3, 55, 62, 43, 96, 12, 38</a:t>
            </a:r>
          </a:p>
          <a:p>
            <a:endParaRPr lang="en-US" dirty="0"/>
          </a:p>
          <a:p>
            <a:endParaRPr lang="en-US" dirty="0"/>
          </a:p>
          <a:p>
            <a:endParaRPr lang="en-US" dirty="0"/>
          </a:p>
        </p:txBody>
      </p:sp>
      <p:sp>
        <p:nvSpPr>
          <p:cNvPr id="4" name="Content Placeholder 3">
            <a:extLst>
              <a:ext uri="{FF2B5EF4-FFF2-40B4-BE49-F238E27FC236}">
                <a16:creationId xmlns:a16="http://schemas.microsoft.com/office/drawing/2014/main" id="{065F68C8-ACA9-E375-FD14-FB636A952EBC}"/>
              </a:ext>
            </a:extLst>
          </p:cNvPr>
          <p:cNvSpPr>
            <a:spLocks noGrp="1"/>
          </p:cNvSpPr>
          <p:nvPr>
            <p:ph sz="half" idx="3"/>
          </p:nvPr>
        </p:nvSpPr>
        <p:spPr/>
        <p:txBody>
          <a:bodyPr/>
          <a:lstStyle/>
          <a:p>
            <a:endParaRPr lang="en-US" dirty="0"/>
          </a:p>
        </p:txBody>
      </p:sp>
    </p:spTree>
    <p:extLst>
      <p:ext uri="{BB962C8B-B14F-4D97-AF65-F5344CB8AC3E}">
        <p14:creationId xmlns:p14="http://schemas.microsoft.com/office/powerpoint/2010/main" val="20491308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92AD45-76B0-BC35-71E1-D7BC47B5F6E8}"/>
              </a:ext>
            </a:extLst>
          </p:cNvPr>
          <p:cNvSpPr>
            <a:spLocks noGrp="1"/>
          </p:cNvSpPr>
          <p:nvPr>
            <p:ph type="title"/>
          </p:nvPr>
        </p:nvSpPr>
        <p:spPr/>
        <p:txBody>
          <a:bodyPr/>
          <a:lstStyle/>
          <a:p>
            <a:endParaRPr lang="en-US"/>
          </a:p>
        </p:txBody>
      </p:sp>
      <p:pic>
        <p:nvPicPr>
          <p:cNvPr id="3" name="image2.jpeg">
            <a:extLst>
              <a:ext uri="{FF2B5EF4-FFF2-40B4-BE49-F238E27FC236}">
                <a16:creationId xmlns:a16="http://schemas.microsoft.com/office/drawing/2014/main" id="{8E0B2F14-68D2-41AF-BD4D-8CF351A9138B}"/>
              </a:ext>
            </a:extLst>
          </p:cNvPr>
          <p:cNvPicPr>
            <a:picLocks noChangeAspect="1"/>
          </p:cNvPicPr>
          <p:nvPr/>
        </p:nvPicPr>
        <p:blipFill>
          <a:blip r:embed="rId2" cstate="print"/>
          <a:stretch>
            <a:fillRect/>
          </a:stretch>
        </p:blipFill>
        <p:spPr>
          <a:xfrm>
            <a:off x="2639377" y="895350"/>
            <a:ext cx="6913245" cy="5067300"/>
          </a:xfrm>
          <a:prstGeom prst="rect">
            <a:avLst/>
          </a:prstGeom>
        </p:spPr>
      </p:pic>
    </p:spTree>
    <p:extLst>
      <p:ext uri="{BB962C8B-B14F-4D97-AF65-F5344CB8AC3E}">
        <p14:creationId xmlns:p14="http://schemas.microsoft.com/office/powerpoint/2010/main" val="117100252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92AD45-76B0-BC35-71E1-D7BC47B5F6E8}"/>
              </a:ext>
            </a:extLst>
          </p:cNvPr>
          <p:cNvSpPr>
            <a:spLocks noGrp="1"/>
          </p:cNvSpPr>
          <p:nvPr>
            <p:ph type="title"/>
          </p:nvPr>
        </p:nvSpPr>
        <p:spPr/>
        <p:txBody>
          <a:bodyPr/>
          <a:lstStyle/>
          <a:p>
            <a:endParaRPr lang="en-US"/>
          </a:p>
        </p:txBody>
      </p:sp>
      <p:pic>
        <p:nvPicPr>
          <p:cNvPr id="3" name="image3.jpeg">
            <a:extLst>
              <a:ext uri="{FF2B5EF4-FFF2-40B4-BE49-F238E27FC236}">
                <a16:creationId xmlns:a16="http://schemas.microsoft.com/office/drawing/2014/main" id="{18D57F65-4F1C-702C-AFC0-074FB57A07F6}"/>
              </a:ext>
            </a:extLst>
          </p:cNvPr>
          <p:cNvPicPr>
            <a:picLocks noChangeAspect="1"/>
          </p:cNvPicPr>
          <p:nvPr/>
        </p:nvPicPr>
        <p:blipFill>
          <a:blip r:embed="rId2" cstate="print"/>
          <a:stretch>
            <a:fillRect/>
          </a:stretch>
        </p:blipFill>
        <p:spPr>
          <a:xfrm>
            <a:off x="2607627" y="1133475"/>
            <a:ext cx="6976745" cy="4591050"/>
          </a:xfrm>
          <a:prstGeom prst="rect">
            <a:avLst/>
          </a:prstGeom>
        </p:spPr>
      </p:pic>
    </p:spTree>
    <p:extLst>
      <p:ext uri="{BB962C8B-B14F-4D97-AF65-F5344CB8AC3E}">
        <p14:creationId xmlns:p14="http://schemas.microsoft.com/office/powerpoint/2010/main" val="37638655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A0CECF-81F6-3D86-FF92-BDE6DE334CD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EF98375-9DE4-C6D1-FB77-41199CD10C91}"/>
              </a:ext>
            </a:extLst>
          </p:cNvPr>
          <p:cNvSpPr>
            <a:spLocks noGrp="1"/>
          </p:cNvSpPr>
          <p:nvPr>
            <p:ph sz="half" idx="2"/>
          </p:nvPr>
        </p:nvSpPr>
        <p:spPr>
          <a:xfrm>
            <a:off x="609600" y="1577340"/>
            <a:ext cx="5303520" cy="1069041"/>
          </a:xfrm>
        </p:spPr>
        <p:txBody>
          <a:bodyPr/>
          <a:lstStyle/>
          <a:p>
            <a:r>
              <a:rPr lang="en-US" dirty="0"/>
              <a:t>Create a AVL tree</a:t>
            </a:r>
          </a:p>
          <a:p>
            <a:r>
              <a:rPr lang="en-US" dirty="0"/>
              <a:t>40 20 10 25 30 22 25</a:t>
            </a:r>
          </a:p>
        </p:txBody>
      </p:sp>
      <p:sp>
        <p:nvSpPr>
          <p:cNvPr id="4" name="Content Placeholder 3">
            <a:extLst>
              <a:ext uri="{FF2B5EF4-FFF2-40B4-BE49-F238E27FC236}">
                <a16:creationId xmlns:a16="http://schemas.microsoft.com/office/drawing/2014/main" id="{8AD70DDE-B98F-DD5B-15A2-9510A53EA00A}"/>
              </a:ext>
            </a:extLst>
          </p:cNvPr>
          <p:cNvSpPr>
            <a:spLocks noGrp="1"/>
          </p:cNvSpPr>
          <p:nvPr>
            <p:ph sz="half" idx="3"/>
          </p:nvPr>
        </p:nvSpPr>
        <p:spPr/>
        <p:txBody>
          <a:bodyPr/>
          <a:lstStyle/>
          <a:p>
            <a:endParaRPr lang="en-US"/>
          </a:p>
        </p:txBody>
      </p:sp>
    </p:spTree>
    <p:extLst>
      <p:ext uri="{BB962C8B-B14F-4D97-AF65-F5344CB8AC3E}">
        <p14:creationId xmlns:p14="http://schemas.microsoft.com/office/powerpoint/2010/main" val="332675651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BC769-65B7-A64A-818A-7B362861E9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F83F12-8974-96F0-6277-75E8A724247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35068B1-0494-F275-EFCF-42F864574B22}"/>
              </a:ext>
            </a:extLst>
          </p:cNvPr>
          <p:cNvSpPr>
            <a:spLocks noGrp="1"/>
          </p:cNvSpPr>
          <p:nvPr>
            <p:ph sz="half" idx="2"/>
          </p:nvPr>
        </p:nvSpPr>
        <p:spPr>
          <a:xfrm>
            <a:off x="609600" y="1577340"/>
            <a:ext cx="5303520" cy="1069041"/>
          </a:xfrm>
        </p:spPr>
        <p:txBody>
          <a:bodyPr/>
          <a:lstStyle/>
          <a:p>
            <a:r>
              <a:rPr lang="en-US" dirty="0"/>
              <a:t>Create a AVL tree</a:t>
            </a:r>
          </a:p>
          <a:p>
            <a:r>
              <a:rPr lang="en-US" dirty="0"/>
              <a:t>3 ,5, 11, 8, 4, 1, 12, 7, 2, 6 </a:t>
            </a:r>
          </a:p>
        </p:txBody>
      </p:sp>
      <p:sp>
        <p:nvSpPr>
          <p:cNvPr id="4" name="Content Placeholder 3">
            <a:extLst>
              <a:ext uri="{FF2B5EF4-FFF2-40B4-BE49-F238E27FC236}">
                <a16:creationId xmlns:a16="http://schemas.microsoft.com/office/drawing/2014/main" id="{699B5ECB-22D9-A84A-83BD-716922360763}"/>
              </a:ext>
            </a:extLst>
          </p:cNvPr>
          <p:cNvSpPr>
            <a:spLocks noGrp="1"/>
          </p:cNvSpPr>
          <p:nvPr>
            <p:ph sz="half" idx="3"/>
          </p:nvPr>
        </p:nvSpPr>
        <p:spPr/>
        <p:txBody>
          <a:bodyPr/>
          <a:lstStyle/>
          <a:p>
            <a:endParaRPr lang="en-US"/>
          </a:p>
        </p:txBody>
      </p:sp>
    </p:spTree>
    <p:extLst>
      <p:ext uri="{BB962C8B-B14F-4D97-AF65-F5344CB8AC3E}">
        <p14:creationId xmlns:p14="http://schemas.microsoft.com/office/powerpoint/2010/main" val="404818755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728822-C489-94DD-DC7E-F8017F5E61D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53FB5BD-F28B-06D7-C305-A4CDDEF10841}"/>
              </a:ext>
            </a:extLst>
          </p:cNvPr>
          <p:cNvSpPr>
            <a:spLocks noGrp="1"/>
          </p:cNvSpPr>
          <p:nvPr>
            <p:ph sz="half" idx="2"/>
          </p:nvPr>
        </p:nvSpPr>
        <p:spPr/>
        <p:txBody>
          <a:bodyPr>
            <a:normAutofit fontScale="70000" lnSpcReduction="20000"/>
          </a:bodyPr>
          <a:lstStyle/>
          <a:p>
            <a:pPr marL="0" indent="0">
              <a:buNone/>
            </a:pPr>
            <a:r>
              <a:rPr lang="en-US" dirty="0"/>
              <a:t>Algorithm</a:t>
            </a:r>
          </a:p>
          <a:p>
            <a:pPr marL="0" indent="0">
              <a:buNone/>
            </a:pPr>
            <a:r>
              <a:rPr lang="en-US" dirty="0"/>
              <a:t>The following steps are involved in performing the insertion operation of an AVL Tree −</a:t>
            </a:r>
          </a:p>
          <a:p>
            <a:pPr marL="0" indent="0">
              <a:buNone/>
            </a:pPr>
            <a:r>
              <a:rPr lang="en-US" dirty="0"/>
              <a:t>Step 1 − Create a node</a:t>
            </a:r>
          </a:p>
          <a:p>
            <a:pPr marL="0" indent="0">
              <a:buNone/>
            </a:pPr>
            <a:r>
              <a:rPr lang="en-US" dirty="0"/>
              <a:t> Step 2 − Check if the tree is empty </a:t>
            </a:r>
          </a:p>
          <a:p>
            <a:pPr marL="0" indent="0">
              <a:buNone/>
            </a:pPr>
            <a:r>
              <a:rPr lang="en-US" dirty="0"/>
              <a:t>Step 3 − If the tree is empty, the new node created will become the root node of the AVL Tree. </a:t>
            </a:r>
          </a:p>
          <a:p>
            <a:pPr marL="0" indent="0">
              <a:buNone/>
            </a:pPr>
            <a:r>
              <a:rPr lang="en-US" dirty="0"/>
              <a:t>Step 4 − If the tree is not empty, we perform the Binary Search Tree insertion operation and check the balancing factor of the node in the tree.</a:t>
            </a:r>
          </a:p>
          <a:p>
            <a:pPr marL="0" indent="0">
              <a:buNone/>
            </a:pPr>
            <a:r>
              <a:rPr lang="en-US" dirty="0"/>
              <a:t> Step 5 − Suppose the balancing factor exceeds 1, we apply suitable rotations on the said node and resume the insertion from Step 4.</a:t>
            </a:r>
          </a:p>
          <a:p>
            <a:endParaRPr lang="en-US" dirty="0"/>
          </a:p>
          <a:p>
            <a:endParaRPr lang="en-US" dirty="0"/>
          </a:p>
        </p:txBody>
      </p:sp>
    </p:spTree>
    <p:extLst>
      <p:ext uri="{BB962C8B-B14F-4D97-AF65-F5344CB8AC3E}">
        <p14:creationId xmlns:p14="http://schemas.microsoft.com/office/powerpoint/2010/main" val="39233528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508000" y="685791"/>
            <a:ext cx="4470400" cy="4760805"/>
          </a:xfrm>
          <a:custGeom>
            <a:avLst/>
            <a:gdLst/>
            <a:ahLst/>
            <a:cxnLst/>
            <a:rect l="l" t="t" r="r" b="b"/>
            <a:pathLst>
              <a:path w="3352800" h="3570604">
                <a:moveTo>
                  <a:pt x="0" y="3570213"/>
                </a:moveTo>
                <a:lnTo>
                  <a:pt x="3352799" y="3570213"/>
                </a:lnTo>
                <a:lnTo>
                  <a:pt x="3352799" y="0"/>
                </a:lnTo>
                <a:lnTo>
                  <a:pt x="0" y="0"/>
                </a:lnTo>
                <a:lnTo>
                  <a:pt x="0" y="3570213"/>
                </a:lnTo>
                <a:close/>
              </a:path>
            </a:pathLst>
          </a:custGeom>
          <a:ln w="9534">
            <a:solidFill>
              <a:srgbClr val="000000"/>
            </a:solidFill>
          </a:ln>
        </p:spPr>
        <p:txBody>
          <a:bodyPr wrap="square" lIns="0" tIns="0" rIns="0" bIns="0" rtlCol="0"/>
          <a:lstStyle/>
          <a:p>
            <a:endParaRPr sz="2400"/>
          </a:p>
        </p:txBody>
      </p:sp>
      <p:sp>
        <p:nvSpPr>
          <p:cNvPr id="3" name="object 3"/>
          <p:cNvSpPr txBox="1">
            <a:spLocks noGrp="1"/>
          </p:cNvSpPr>
          <p:nvPr>
            <p:ph type="title"/>
          </p:nvPr>
        </p:nvSpPr>
        <p:spPr>
          <a:xfrm>
            <a:off x="1630685" y="705776"/>
            <a:ext cx="2234352" cy="586550"/>
          </a:xfrm>
          <a:prstGeom prst="rect">
            <a:avLst/>
          </a:prstGeom>
        </p:spPr>
        <p:txBody>
          <a:bodyPr vert="horz" wrap="square" lIns="0" tIns="22013" rIns="0" bIns="0" rtlCol="0">
            <a:spAutoFit/>
          </a:bodyPr>
          <a:lstStyle/>
          <a:p>
            <a:pPr marL="16933">
              <a:lnSpc>
                <a:spcPct val="100000"/>
              </a:lnSpc>
              <a:spcBef>
                <a:spcPts val="173"/>
              </a:spcBef>
            </a:pPr>
            <a:r>
              <a:rPr sz="3667" dirty="0"/>
              <a:t>HEAP</a:t>
            </a:r>
            <a:r>
              <a:rPr sz="3667" spc="-47" dirty="0">
                <a:latin typeface="Times New Roman"/>
                <a:cs typeface="Times New Roman"/>
              </a:rPr>
              <a:t> </a:t>
            </a:r>
            <a:r>
              <a:rPr sz="3667" spc="-27" dirty="0"/>
              <a:t>SORT</a:t>
            </a:r>
            <a:endParaRPr sz="3667">
              <a:latin typeface="Times New Roman"/>
              <a:cs typeface="Times New Roman"/>
            </a:endParaRPr>
          </a:p>
        </p:txBody>
      </p:sp>
      <p:sp>
        <p:nvSpPr>
          <p:cNvPr id="4" name="object 4"/>
          <p:cNvSpPr txBox="1"/>
          <p:nvPr/>
        </p:nvSpPr>
        <p:spPr>
          <a:xfrm>
            <a:off x="613829" y="1646761"/>
            <a:ext cx="4210473" cy="3716188"/>
          </a:xfrm>
          <a:prstGeom prst="rect">
            <a:avLst/>
          </a:prstGeom>
        </p:spPr>
        <p:txBody>
          <a:bodyPr vert="horz" wrap="square" lIns="0" tIns="14393" rIns="0" bIns="0" rtlCol="0">
            <a:spAutoFit/>
          </a:bodyPr>
          <a:lstStyle/>
          <a:p>
            <a:pPr marL="474121" marR="462268" indent="-458035">
              <a:lnSpc>
                <a:spcPct val="100899"/>
              </a:lnSpc>
              <a:spcBef>
                <a:spcPts val="113"/>
              </a:spcBef>
              <a:buAutoNum type="arabicPeriod"/>
              <a:tabLst>
                <a:tab pos="474121" algn="l"/>
              </a:tabLst>
            </a:pPr>
            <a:r>
              <a:rPr sz="2400" b="1" dirty="0">
                <a:latin typeface="Calibri"/>
                <a:cs typeface="Calibri"/>
              </a:rPr>
              <a:t>In</a:t>
            </a:r>
            <a:r>
              <a:rPr sz="2400" dirty="0">
                <a:latin typeface="Times New Roman"/>
                <a:cs typeface="Times New Roman"/>
              </a:rPr>
              <a:t> </a:t>
            </a:r>
            <a:r>
              <a:rPr sz="2400" b="1" dirty="0">
                <a:latin typeface="Calibri"/>
                <a:cs typeface="Calibri"/>
              </a:rPr>
              <a:t>this</a:t>
            </a:r>
            <a:r>
              <a:rPr sz="2400" spc="-60" dirty="0">
                <a:latin typeface="Times New Roman"/>
                <a:cs typeface="Times New Roman"/>
              </a:rPr>
              <a:t> </a:t>
            </a:r>
            <a:r>
              <a:rPr sz="2400" b="1" spc="-13" dirty="0">
                <a:latin typeface="Calibri"/>
                <a:cs typeface="Calibri"/>
              </a:rPr>
              <a:t>algorithm</a:t>
            </a:r>
            <a:r>
              <a:rPr sz="2400" spc="-167" dirty="0">
                <a:latin typeface="Times New Roman"/>
                <a:cs typeface="Times New Roman"/>
              </a:rPr>
              <a:t> </a:t>
            </a:r>
            <a:r>
              <a:rPr sz="2400" b="1" dirty="0">
                <a:latin typeface="Calibri"/>
                <a:cs typeface="Calibri"/>
              </a:rPr>
              <a:t>,</a:t>
            </a:r>
            <a:r>
              <a:rPr sz="2400" spc="-120" dirty="0">
                <a:latin typeface="Times New Roman"/>
                <a:cs typeface="Times New Roman"/>
              </a:rPr>
              <a:t> </a:t>
            </a:r>
            <a:r>
              <a:rPr sz="2400" b="1" dirty="0">
                <a:latin typeface="Calibri"/>
                <a:cs typeface="Calibri"/>
              </a:rPr>
              <a:t>we</a:t>
            </a:r>
            <a:r>
              <a:rPr sz="2400" dirty="0">
                <a:latin typeface="Times New Roman"/>
                <a:cs typeface="Times New Roman"/>
              </a:rPr>
              <a:t> </a:t>
            </a:r>
            <a:r>
              <a:rPr sz="2400" b="1" spc="-27" dirty="0">
                <a:latin typeface="Calibri"/>
                <a:cs typeface="Calibri"/>
              </a:rPr>
              <a:t>first</a:t>
            </a:r>
            <a:r>
              <a:rPr sz="2400" spc="-27" dirty="0">
                <a:latin typeface="Times New Roman"/>
                <a:cs typeface="Times New Roman"/>
              </a:rPr>
              <a:t> </a:t>
            </a:r>
            <a:r>
              <a:rPr sz="2400" b="1" dirty="0">
                <a:latin typeface="Calibri"/>
                <a:cs typeface="Calibri"/>
              </a:rPr>
              <a:t>build</a:t>
            </a:r>
            <a:r>
              <a:rPr sz="2400" spc="-80" dirty="0">
                <a:latin typeface="Times New Roman"/>
                <a:cs typeface="Times New Roman"/>
              </a:rPr>
              <a:t> </a:t>
            </a:r>
            <a:r>
              <a:rPr sz="2400" b="1" dirty="0">
                <a:latin typeface="Calibri"/>
                <a:cs typeface="Calibri"/>
              </a:rPr>
              <a:t>the</a:t>
            </a:r>
            <a:r>
              <a:rPr sz="2400" spc="-100" dirty="0">
                <a:latin typeface="Times New Roman"/>
                <a:cs typeface="Times New Roman"/>
              </a:rPr>
              <a:t> </a:t>
            </a:r>
            <a:r>
              <a:rPr sz="2400" b="1" dirty="0">
                <a:latin typeface="Calibri"/>
                <a:cs typeface="Calibri"/>
              </a:rPr>
              <a:t>heap</a:t>
            </a:r>
            <a:r>
              <a:rPr sz="2400" spc="-73" dirty="0">
                <a:latin typeface="Times New Roman"/>
                <a:cs typeface="Times New Roman"/>
              </a:rPr>
              <a:t> </a:t>
            </a:r>
            <a:r>
              <a:rPr sz="2400" b="1" dirty="0">
                <a:latin typeface="Calibri"/>
                <a:cs typeface="Calibri"/>
              </a:rPr>
              <a:t>using</a:t>
            </a:r>
            <a:r>
              <a:rPr sz="2400" spc="-127" dirty="0">
                <a:latin typeface="Times New Roman"/>
                <a:cs typeface="Times New Roman"/>
              </a:rPr>
              <a:t> </a:t>
            </a:r>
            <a:r>
              <a:rPr sz="2400" b="1" spc="-33" dirty="0">
                <a:latin typeface="Calibri"/>
                <a:cs typeface="Calibri"/>
              </a:rPr>
              <a:t>the</a:t>
            </a:r>
            <a:r>
              <a:rPr sz="2400" spc="-33" dirty="0">
                <a:latin typeface="Times New Roman"/>
                <a:cs typeface="Times New Roman"/>
              </a:rPr>
              <a:t> </a:t>
            </a:r>
            <a:r>
              <a:rPr sz="2400" b="1" dirty="0">
                <a:latin typeface="Calibri"/>
                <a:cs typeface="Calibri"/>
              </a:rPr>
              <a:t>given</a:t>
            </a:r>
            <a:r>
              <a:rPr sz="2400" spc="-100" dirty="0">
                <a:latin typeface="Times New Roman"/>
                <a:cs typeface="Times New Roman"/>
              </a:rPr>
              <a:t> </a:t>
            </a:r>
            <a:r>
              <a:rPr sz="2400" b="1" spc="-13" dirty="0">
                <a:latin typeface="Calibri"/>
                <a:cs typeface="Calibri"/>
              </a:rPr>
              <a:t>element.</a:t>
            </a:r>
            <a:endParaRPr sz="2400" dirty="0">
              <a:latin typeface="Calibri"/>
              <a:cs typeface="Calibri"/>
            </a:endParaRPr>
          </a:p>
          <a:p>
            <a:pPr marL="474121" indent="-457189">
              <a:lnSpc>
                <a:spcPts val="2800"/>
              </a:lnSpc>
              <a:buAutoNum type="arabicPeriod"/>
              <a:tabLst>
                <a:tab pos="474121" algn="l"/>
              </a:tabLst>
            </a:pPr>
            <a:r>
              <a:rPr sz="2400" b="1" spc="-53" dirty="0">
                <a:latin typeface="Calibri"/>
                <a:cs typeface="Calibri"/>
              </a:rPr>
              <a:t>We</a:t>
            </a:r>
            <a:r>
              <a:rPr sz="2400" spc="-113" dirty="0">
                <a:latin typeface="Times New Roman"/>
                <a:cs typeface="Times New Roman"/>
              </a:rPr>
              <a:t> </a:t>
            </a:r>
            <a:r>
              <a:rPr sz="2400" b="1" dirty="0">
                <a:latin typeface="Calibri"/>
                <a:cs typeface="Calibri"/>
              </a:rPr>
              <a:t>create</a:t>
            </a:r>
            <a:r>
              <a:rPr sz="2400" spc="-120" dirty="0">
                <a:latin typeface="Times New Roman"/>
                <a:cs typeface="Times New Roman"/>
              </a:rPr>
              <a:t> </a:t>
            </a:r>
            <a:r>
              <a:rPr sz="2400" b="1" dirty="0">
                <a:latin typeface="Calibri"/>
                <a:cs typeface="Calibri"/>
              </a:rPr>
              <a:t>a</a:t>
            </a:r>
            <a:r>
              <a:rPr sz="2400" spc="-93" dirty="0">
                <a:latin typeface="Times New Roman"/>
                <a:cs typeface="Times New Roman"/>
              </a:rPr>
              <a:t> </a:t>
            </a:r>
            <a:r>
              <a:rPr sz="2400" b="1" dirty="0">
                <a:latin typeface="Calibri"/>
                <a:cs typeface="Calibri"/>
              </a:rPr>
              <a:t>max</a:t>
            </a:r>
            <a:r>
              <a:rPr sz="2400" spc="-113" dirty="0">
                <a:latin typeface="Times New Roman"/>
                <a:cs typeface="Times New Roman"/>
              </a:rPr>
              <a:t> </a:t>
            </a:r>
            <a:r>
              <a:rPr sz="2400" b="1" dirty="0">
                <a:latin typeface="Calibri"/>
                <a:cs typeface="Calibri"/>
              </a:rPr>
              <a:t>heap</a:t>
            </a:r>
            <a:r>
              <a:rPr sz="2400" spc="-93" dirty="0">
                <a:latin typeface="Times New Roman"/>
                <a:cs typeface="Times New Roman"/>
              </a:rPr>
              <a:t> </a:t>
            </a:r>
            <a:r>
              <a:rPr sz="2400" b="1" dirty="0">
                <a:latin typeface="Calibri"/>
                <a:cs typeface="Calibri"/>
              </a:rPr>
              <a:t>to</a:t>
            </a:r>
            <a:r>
              <a:rPr sz="2400" spc="-93" dirty="0">
                <a:latin typeface="Times New Roman"/>
                <a:cs typeface="Times New Roman"/>
              </a:rPr>
              <a:t> </a:t>
            </a:r>
            <a:r>
              <a:rPr sz="2400" b="1" spc="-27" dirty="0">
                <a:latin typeface="Calibri"/>
                <a:cs typeface="Calibri"/>
              </a:rPr>
              <a:t>sort</a:t>
            </a:r>
            <a:endParaRPr sz="2400" dirty="0">
              <a:latin typeface="Calibri"/>
              <a:cs typeface="Calibri"/>
            </a:endParaRPr>
          </a:p>
          <a:p>
            <a:pPr marL="474121" marR="422476">
              <a:lnSpc>
                <a:spcPct val="100800"/>
              </a:lnSpc>
              <a:spcBef>
                <a:spcPts val="7"/>
              </a:spcBef>
            </a:pPr>
            <a:r>
              <a:rPr sz="2400" b="1" dirty="0">
                <a:latin typeface="Calibri"/>
                <a:cs typeface="Calibri"/>
              </a:rPr>
              <a:t>the</a:t>
            </a:r>
            <a:r>
              <a:rPr sz="2400" spc="7" dirty="0">
                <a:latin typeface="Times New Roman"/>
                <a:cs typeface="Times New Roman"/>
              </a:rPr>
              <a:t> </a:t>
            </a:r>
            <a:r>
              <a:rPr sz="2400" b="1" spc="-13" dirty="0">
                <a:latin typeface="Calibri"/>
                <a:cs typeface="Calibri"/>
              </a:rPr>
              <a:t>elements</a:t>
            </a:r>
            <a:r>
              <a:rPr sz="2400" spc="-147" dirty="0">
                <a:latin typeface="Times New Roman"/>
                <a:cs typeface="Times New Roman"/>
              </a:rPr>
              <a:t> </a:t>
            </a:r>
            <a:r>
              <a:rPr sz="2400" b="1" dirty="0">
                <a:latin typeface="Calibri"/>
                <a:cs typeface="Calibri"/>
              </a:rPr>
              <a:t>in</a:t>
            </a:r>
            <a:r>
              <a:rPr sz="2400" spc="-73" dirty="0">
                <a:latin typeface="Times New Roman"/>
                <a:cs typeface="Times New Roman"/>
              </a:rPr>
              <a:t> </a:t>
            </a:r>
            <a:r>
              <a:rPr sz="2400" b="1" spc="-13" dirty="0">
                <a:latin typeface="Calibri"/>
                <a:cs typeface="Calibri"/>
              </a:rPr>
              <a:t>ascending</a:t>
            </a:r>
            <a:r>
              <a:rPr sz="2400" spc="-13" dirty="0">
                <a:latin typeface="Times New Roman"/>
                <a:cs typeface="Times New Roman"/>
              </a:rPr>
              <a:t> </a:t>
            </a:r>
            <a:r>
              <a:rPr sz="2400" b="1" spc="-13" dirty="0">
                <a:latin typeface="Calibri"/>
                <a:cs typeface="Calibri"/>
              </a:rPr>
              <a:t>order.</a:t>
            </a:r>
            <a:endParaRPr sz="2400" dirty="0">
              <a:latin typeface="Calibri"/>
              <a:cs typeface="Calibri"/>
            </a:endParaRPr>
          </a:p>
          <a:p>
            <a:pPr marL="474121" marR="6773" indent="-458035">
              <a:lnSpc>
                <a:spcPct val="99700"/>
              </a:lnSpc>
              <a:spcBef>
                <a:spcPts val="33"/>
              </a:spcBef>
              <a:buAutoNum type="arabicPeriod" startAt="3"/>
              <a:tabLst>
                <a:tab pos="474121" algn="l"/>
              </a:tabLst>
            </a:pPr>
            <a:r>
              <a:rPr sz="2400" b="1" dirty="0">
                <a:latin typeface="Calibri"/>
                <a:cs typeface="Calibri"/>
              </a:rPr>
              <a:t>Once</a:t>
            </a:r>
            <a:r>
              <a:rPr sz="2400" spc="-120" dirty="0">
                <a:latin typeface="Times New Roman"/>
                <a:cs typeface="Times New Roman"/>
              </a:rPr>
              <a:t> </a:t>
            </a:r>
            <a:r>
              <a:rPr sz="2400" b="1" dirty="0">
                <a:latin typeface="Calibri"/>
                <a:cs typeface="Calibri"/>
              </a:rPr>
              <a:t>the</a:t>
            </a:r>
            <a:r>
              <a:rPr sz="2400" spc="-13" dirty="0">
                <a:latin typeface="Times New Roman"/>
                <a:cs typeface="Times New Roman"/>
              </a:rPr>
              <a:t> </a:t>
            </a:r>
            <a:r>
              <a:rPr sz="2400" b="1" dirty="0">
                <a:latin typeface="Calibri"/>
                <a:cs typeface="Calibri"/>
              </a:rPr>
              <a:t>heap</a:t>
            </a:r>
            <a:r>
              <a:rPr sz="2400" spc="-93" dirty="0">
                <a:latin typeface="Times New Roman"/>
                <a:cs typeface="Times New Roman"/>
              </a:rPr>
              <a:t> </a:t>
            </a:r>
            <a:r>
              <a:rPr sz="2400" b="1" dirty="0">
                <a:latin typeface="Calibri"/>
                <a:cs typeface="Calibri"/>
              </a:rPr>
              <a:t>is</a:t>
            </a:r>
            <a:r>
              <a:rPr sz="2400" spc="-67" dirty="0">
                <a:latin typeface="Times New Roman"/>
                <a:cs typeface="Times New Roman"/>
              </a:rPr>
              <a:t> </a:t>
            </a:r>
            <a:r>
              <a:rPr sz="2400" b="1" spc="-13" dirty="0">
                <a:latin typeface="Calibri"/>
                <a:cs typeface="Calibri"/>
              </a:rPr>
              <a:t>created</a:t>
            </a:r>
            <a:r>
              <a:rPr sz="2400" spc="-187" dirty="0">
                <a:latin typeface="Times New Roman"/>
                <a:cs typeface="Times New Roman"/>
              </a:rPr>
              <a:t> </a:t>
            </a:r>
            <a:r>
              <a:rPr sz="2400" b="1" dirty="0">
                <a:latin typeface="Calibri"/>
                <a:cs typeface="Calibri"/>
              </a:rPr>
              <a:t>,</a:t>
            </a:r>
            <a:r>
              <a:rPr sz="2400" spc="-27" dirty="0">
                <a:latin typeface="Times New Roman"/>
                <a:cs typeface="Times New Roman"/>
              </a:rPr>
              <a:t> </a:t>
            </a:r>
            <a:r>
              <a:rPr sz="2400" b="1" spc="-33" dirty="0">
                <a:latin typeface="Calibri"/>
                <a:cs typeface="Calibri"/>
              </a:rPr>
              <a:t>we</a:t>
            </a:r>
            <a:r>
              <a:rPr sz="2400" spc="-33" dirty="0">
                <a:latin typeface="Times New Roman"/>
                <a:cs typeface="Times New Roman"/>
              </a:rPr>
              <a:t> </a:t>
            </a:r>
            <a:r>
              <a:rPr sz="2400" b="1" dirty="0">
                <a:latin typeface="Calibri"/>
                <a:cs typeface="Calibri"/>
              </a:rPr>
              <a:t>swap</a:t>
            </a:r>
            <a:r>
              <a:rPr sz="2400" spc="-200" dirty="0">
                <a:latin typeface="Times New Roman"/>
                <a:cs typeface="Times New Roman"/>
              </a:rPr>
              <a:t> </a:t>
            </a:r>
            <a:r>
              <a:rPr sz="2400" b="1" dirty="0">
                <a:latin typeface="Calibri"/>
                <a:cs typeface="Calibri"/>
              </a:rPr>
              <a:t>the</a:t>
            </a:r>
            <a:r>
              <a:rPr sz="2400" spc="-7" dirty="0">
                <a:latin typeface="Times New Roman"/>
                <a:cs typeface="Times New Roman"/>
              </a:rPr>
              <a:t> </a:t>
            </a:r>
            <a:r>
              <a:rPr sz="2400" b="1" dirty="0">
                <a:latin typeface="Calibri"/>
                <a:cs typeface="Calibri"/>
              </a:rPr>
              <a:t>root</a:t>
            </a:r>
            <a:r>
              <a:rPr sz="2400" spc="-233" dirty="0">
                <a:latin typeface="Times New Roman"/>
                <a:cs typeface="Times New Roman"/>
              </a:rPr>
              <a:t> </a:t>
            </a:r>
            <a:r>
              <a:rPr sz="2400" b="1" dirty="0">
                <a:latin typeface="Calibri"/>
                <a:cs typeface="Calibri"/>
              </a:rPr>
              <a:t>node</a:t>
            </a:r>
            <a:r>
              <a:rPr sz="2400" spc="-107" dirty="0">
                <a:latin typeface="Times New Roman"/>
                <a:cs typeface="Times New Roman"/>
              </a:rPr>
              <a:t> </a:t>
            </a:r>
            <a:r>
              <a:rPr sz="2400" b="1" dirty="0">
                <a:latin typeface="Calibri"/>
                <a:cs typeface="Calibri"/>
              </a:rPr>
              <a:t>with</a:t>
            </a:r>
            <a:r>
              <a:rPr sz="2400" spc="7" dirty="0">
                <a:latin typeface="Times New Roman"/>
                <a:cs typeface="Times New Roman"/>
              </a:rPr>
              <a:t> </a:t>
            </a:r>
            <a:r>
              <a:rPr sz="2400" b="1" spc="-33" dirty="0">
                <a:latin typeface="Calibri"/>
                <a:cs typeface="Calibri"/>
              </a:rPr>
              <a:t>the</a:t>
            </a:r>
            <a:r>
              <a:rPr sz="2400" spc="-33" dirty="0">
                <a:latin typeface="Times New Roman"/>
                <a:cs typeface="Times New Roman"/>
              </a:rPr>
              <a:t> </a:t>
            </a:r>
            <a:r>
              <a:rPr sz="2400" b="1" dirty="0">
                <a:latin typeface="Calibri"/>
                <a:cs typeface="Calibri"/>
              </a:rPr>
              <a:t>last</a:t>
            </a:r>
            <a:r>
              <a:rPr sz="2400" spc="-120" dirty="0">
                <a:latin typeface="Times New Roman"/>
                <a:cs typeface="Times New Roman"/>
              </a:rPr>
              <a:t> </a:t>
            </a:r>
            <a:r>
              <a:rPr sz="2400" b="1" dirty="0">
                <a:latin typeface="Calibri"/>
                <a:cs typeface="Calibri"/>
              </a:rPr>
              <a:t>node</a:t>
            </a:r>
            <a:r>
              <a:rPr sz="2400" spc="-100" dirty="0">
                <a:latin typeface="Times New Roman"/>
                <a:cs typeface="Times New Roman"/>
              </a:rPr>
              <a:t> </a:t>
            </a:r>
            <a:r>
              <a:rPr sz="2400" b="1" dirty="0">
                <a:latin typeface="Calibri"/>
                <a:cs typeface="Calibri"/>
              </a:rPr>
              <a:t>and</a:t>
            </a:r>
            <a:r>
              <a:rPr sz="2400" spc="-80" dirty="0">
                <a:latin typeface="Times New Roman"/>
                <a:cs typeface="Times New Roman"/>
              </a:rPr>
              <a:t> </a:t>
            </a:r>
            <a:r>
              <a:rPr sz="2400" b="1" spc="-13" dirty="0">
                <a:latin typeface="Calibri"/>
                <a:cs typeface="Calibri"/>
              </a:rPr>
              <a:t>delete</a:t>
            </a:r>
            <a:r>
              <a:rPr sz="2400" spc="-100" dirty="0">
                <a:latin typeface="Times New Roman"/>
                <a:cs typeface="Times New Roman"/>
              </a:rPr>
              <a:t> </a:t>
            </a:r>
            <a:r>
              <a:rPr sz="2400" b="1" dirty="0">
                <a:latin typeface="Calibri"/>
                <a:cs typeface="Calibri"/>
              </a:rPr>
              <a:t>the</a:t>
            </a:r>
            <a:r>
              <a:rPr sz="2400" spc="-93" dirty="0">
                <a:latin typeface="Times New Roman"/>
                <a:cs typeface="Times New Roman"/>
              </a:rPr>
              <a:t> </a:t>
            </a:r>
            <a:r>
              <a:rPr sz="2400" b="1" spc="-27" dirty="0">
                <a:latin typeface="Calibri"/>
                <a:cs typeface="Calibri"/>
              </a:rPr>
              <a:t>last</a:t>
            </a:r>
            <a:r>
              <a:rPr sz="2400" spc="-27" dirty="0">
                <a:latin typeface="Times New Roman"/>
                <a:cs typeface="Times New Roman"/>
              </a:rPr>
              <a:t> </a:t>
            </a:r>
            <a:r>
              <a:rPr sz="2400" b="1" dirty="0">
                <a:latin typeface="Calibri"/>
                <a:cs typeface="Calibri"/>
              </a:rPr>
              <a:t>node</a:t>
            </a:r>
            <a:r>
              <a:rPr sz="2400" spc="-93" dirty="0">
                <a:latin typeface="Times New Roman"/>
                <a:cs typeface="Times New Roman"/>
              </a:rPr>
              <a:t> </a:t>
            </a:r>
            <a:r>
              <a:rPr sz="2400" b="1" dirty="0">
                <a:latin typeface="Calibri"/>
                <a:cs typeface="Calibri"/>
              </a:rPr>
              <a:t>from</a:t>
            </a:r>
            <a:r>
              <a:rPr sz="2400" spc="-140" dirty="0">
                <a:latin typeface="Times New Roman"/>
                <a:cs typeface="Times New Roman"/>
              </a:rPr>
              <a:t> </a:t>
            </a:r>
            <a:r>
              <a:rPr sz="2400" b="1" spc="-13" dirty="0">
                <a:latin typeface="Calibri"/>
                <a:cs typeface="Calibri"/>
              </a:rPr>
              <a:t>the</a:t>
            </a:r>
            <a:r>
              <a:rPr sz="2400" spc="-93" dirty="0">
                <a:latin typeface="Times New Roman"/>
                <a:cs typeface="Times New Roman"/>
              </a:rPr>
              <a:t> </a:t>
            </a:r>
            <a:r>
              <a:rPr sz="2400" b="1" spc="-13" dirty="0">
                <a:latin typeface="Calibri"/>
                <a:cs typeface="Calibri"/>
              </a:rPr>
              <a:t>heap.</a:t>
            </a:r>
            <a:endParaRPr sz="2400" dirty="0">
              <a:latin typeface="Calibri"/>
              <a:cs typeface="Calibri"/>
            </a:endParaRPr>
          </a:p>
        </p:txBody>
      </p:sp>
      <p:graphicFrame>
        <p:nvGraphicFramePr>
          <p:cNvPr id="5" name="object 5"/>
          <p:cNvGraphicFramePr>
            <a:graphicFrameLocks noGrp="1"/>
          </p:cNvGraphicFramePr>
          <p:nvPr/>
        </p:nvGraphicFramePr>
        <p:xfrm>
          <a:off x="6697134" y="1310464"/>
          <a:ext cx="3860798" cy="494453"/>
        </p:xfrm>
        <a:graphic>
          <a:graphicData uri="http://schemas.openxmlformats.org/drawingml/2006/table">
            <a:tbl>
              <a:tblPr firstRow="1" bandRow="1">
                <a:tableStyleId>{2D5ABB26-0587-4C30-8999-92F81FD0307C}</a:tableStyleId>
              </a:tblPr>
              <a:tblGrid>
                <a:gridCol w="772160">
                  <a:extLst>
                    <a:ext uri="{9D8B030D-6E8A-4147-A177-3AD203B41FA5}">
                      <a16:colId xmlns:a16="http://schemas.microsoft.com/office/drawing/2014/main" val="20000"/>
                    </a:ext>
                  </a:extLst>
                </a:gridCol>
                <a:gridCol w="772160">
                  <a:extLst>
                    <a:ext uri="{9D8B030D-6E8A-4147-A177-3AD203B41FA5}">
                      <a16:colId xmlns:a16="http://schemas.microsoft.com/office/drawing/2014/main" val="20001"/>
                    </a:ext>
                  </a:extLst>
                </a:gridCol>
                <a:gridCol w="772160">
                  <a:extLst>
                    <a:ext uri="{9D8B030D-6E8A-4147-A177-3AD203B41FA5}">
                      <a16:colId xmlns:a16="http://schemas.microsoft.com/office/drawing/2014/main" val="20002"/>
                    </a:ext>
                  </a:extLst>
                </a:gridCol>
                <a:gridCol w="772159">
                  <a:extLst>
                    <a:ext uri="{9D8B030D-6E8A-4147-A177-3AD203B41FA5}">
                      <a16:colId xmlns:a16="http://schemas.microsoft.com/office/drawing/2014/main" val="20003"/>
                    </a:ext>
                  </a:extLst>
                </a:gridCol>
                <a:gridCol w="772159">
                  <a:extLst>
                    <a:ext uri="{9D8B030D-6E8A-4147-A177-3AD203B41FA5}">
                      <a16:colId xmlns:a16="http://schemas.microsoft.com/office/drawing/2014/main" val="20004"/>
                    </a:ext>
                  </a:extLst>
                </a:gridCol>
              </a:tblGrid>
              <a:tr h="494453">
                <a:tc>
                  <a:txBody>
                    <a:bodyPr/>
                    <a:lstStyle/>
                    <a:p>
                      <a:pPr marL="96520">
                        <a:lnSpc>
                          <a:spcPct val="100000"/>
                        </a:lnSpc>
                        <a:spcBef>
                          <a:spcPts val="225"/>
                        </a:spcBef>
                      </a:pPr>
                      <a:r>
                        <a:rPr sz="2400" b="1" spc="-50" dirty="0">
                          <a:latin typeface="Calibri"/>
                          <a:cs typeface="Calibri"/>
                        </a:rPr>
                        <a:t>4</a:t>
                      </a:r>
                      <a:endParaRPr sz="2400">
                        <a:latin typeface="Calibri"/>
                        <a:cs typeface="Calibri"/>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7155">
                        <a:lnSpc>
                          <a:spcPct val="100000"/>
                        </a:lnSpc>
                        <a:spcBef>
                          <a:spcPts val="225"/>
                        </a:spcBef>
                      </a:pPr>
                      <a:r>
                        <a:rPr sz="2400" b="1" spc="-25" dirty="0">
                          <a:latin typeface="Calibri"/>
                          <a:cs typeface="Calibri"/>
                        </a:rPr>
                        <a:t>10</a:t>
                      </a:r>
                      <a:endParaRPr sz="2400">
                        <a:latin typeface="Calibri"/>
                        <a:cs typeface="Calibri"/>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7790">
                        <a:lnSpc>
                          <a:spcPct val="100000"/>
                        </a:lnSpc>
                        <a:spcBef>
                          <a:spcPts val="225"/>
                        </a:spcBef>
                      </a:pPr>
                      <a:r>
                        <a:rPr sz="2400" b="1" spc="-50" dirty="0">
                          <a:latin typeface="Calibri"/>
                          <a:cs typeface="Calibri"/>
                        </a:rPr>
                        <a:t>3</a:t>
                      </a:r>
                      <a:endParaRPr sz="2400">
                        <a:latin typeface="Calibri"/>
                        <a:cs typeface="Calibri"/>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8425">
                        <a:lnSpc>
                          <a:spcPct val="100000"/>
                        </a:lnSpc>
                        <a:spcBef>
                          <a:spcPts val="225"/>
                        </a:spcBef>
                      </a:pPr>
                      <a:r>
                        <a:rPr sz="2400" b="1" spc="-50" dirty="0">
                          <a:latin typeface="Calibri"/>
                          <a:cs typeface="Calibri"/>
                        </a:rPr>
                        <a:t>5</a:t>
                      </a:r>
                      <a:endParaRPr sz="2400">
                        <a:latin typeface="Calibri"/>
                        <a:cs typeface="Calibri"/>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9060">
                        <a:lnSpc>
                          <a:spcPct val="100000"/>
                        </a:lnSpc>
                        <a:spcBef>
                          <a:spcPts val="225"/>
                        </a:spcBef>
                      </a:pPr>
                      <a:r>
                        <a:rPr sz="2400" b="1" spc="-50" dirty="0">
                          <a:latin typeface="Calibri"/>
                          <a:cs typeface="Calibri"/>
                        </a:rPr>
                        <a:t>1</a:t>
                      </a:r>
                      <a:endParaRPr sz="2400">
                        <a:latin typeface="Calibri"/>
                        <a:cs typeface="Calibri"/>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bl>
          </a:graphicData>
        </a:graphic>
      </p:graphicFrame>
      <p:sp>
        <p:nvSpPr>
          <p:cNvPr id="6" name="object 6"/>
          <p:cNvSpPr txBox="1"/>
          <p:nvPr/>
        </p:nvSpPr>
        <p:spPr>
          <a:xfrm>
            <a:off x="6817873" y="909399"/>
            <a:ext cx="188807" cy="386430"/>
          </a:xfrm>
          <a:prstGeom prst="rect">
            <a:avLst/>
          </a:prstGeom>
        </p:spPr>
        <p:txBody>
          <a:bodyPr vert="horz" wrap="square" lIns="0" tIns="16933" rIns="0" bIns="0" rtlCol="0">
            <a:spAutoFit/>
          </a:bodyPr>
          <a:lstStyle/>
          <a:p>
            <a:pPr marL="16933">
              <a:spcBef>
                <a:spcPts val="133"/>
              </a:spcBef>
            </a:pPr>
            <a:r>
              <a:rPr sz="2400" b="1" spc="-67" dirty="0">
                <a:latin typeface="Calibri"/>
                <a:cs typeface="Calibri"/>
              </a:rPr>
              <a:t>0</a:t>
            </a:r>
            <a:endParaRPr sz="2400">
              <a:latin typeface="Calibri"/>
              <a:cs typeface="Calibri"/>
            </a:endParaRPr>
          </a:p>
        </p:txBody>
      </p:sp>
      <p:sp>
        <p:nvSpPr>
          <p:cNvPr id="7" name="object 7"/>
          <p:cNvSpPr txBox="1"/>
          <p:nvPr/>
        </p:nvSpPr>
        <p:spPr>
          <a:xfrm>
            <a:off x="7604085" y="909399"/>
            <a:ext cx="188807" cy="386430"/>
          </a:xfrm>
          <a:prstGeom prst="rect">
            <a:avLst/>
          </a:prstGeom>
        </p:spPr>
        <p:txBody>
          <a:bodyPr vert="horz" wrap="square" lIns="0" tIns="16933" rIns="0" bIns="0" rtlCol="0">
            <a:spAutoFit/>
          </a:bodyPr>
          <a:lstStyle/>
          <a:p>
            <a:pPr marL="16933">
              <a:spcBef>
                <a:spcPts val="133"/>
              </a:spcBef>
            </a:pPr>
            <a:r>
              <a:rPr sz="2400" b="1" spc="-67" dirty="0">
                <a:latin typeface="Calibri"/>
                <a:cs typeface="Calibri"/>
              </a:rPr>
              <a:t>1</a:t>
            </a:r>
            <a:endParaRPr sz="2400">
              <a:latin typeface="Calibri"/>
              <a:cs typeface="Calibri"/>
            </a:endParaRPr>
          </a:p>
        </p:txBody>
      </p:sp>
      <p:sp>
        <p:nvSpPr>
          <p:cNvPr id="8" name="object 8"/>
          <p:cNvSpPr txBox="1"/>
          <p:nvPr/>
        </p:nvSpPr>
        <p:spPr>
          <a:xfrm>
            <a:off x="8453779" y="909399"/>
            <a:ext cx="188807" cy="386430"/>
          </a:xfrm>
          <a:prstGeom prst="rect">
            <a:avLst/>
          </a:prstGeom>
        </p:spPr>
        <p:txBody>
          <a:bodyPr vert="horz" wrap="square" lIns="0" tIns="16933" rIns="0" bIns="0" rtlCol="0">
            <a:spAutoFit/>
          </a:bodyPr>
          <a:lstStyle/>
          <a:p>
            <a:pPr marL="16933">
              <a:spcBef>
                <a:spcPts val="133"/>
              </a:spcBef>
            </a:pPr>
            <a:r>
              <a:rPr sz="2400" b="1" spc="-67" dirty="0">
                <a:latin typeface="Calibri"/>
                <a:cs typeface="Calibri"/>
              </a:rPr>
              <a:t>2</a:t>
            </a:r>
            <a:endParaRPr sz="2400">
              <a:latin typeface="Calibri"/>
              <a:cs typeface="Calibri"/>
            </a:endParaRPr>
          </a:p>
        </p:txBody>
      </p:sp>
      <p:sp>
        <p:nvSpPr>
          <p:cNvPr id="9" name="object 9"/>
          <p:cNvSpPr txBox="1"/>
          <p:nvPr/>
        </p:nvSpPr>
        <p:spPr>
          <a:xfrm>
            <a:off x="9227477" y="909399"/>
            <a:ext cx="188807" cy="386430"/>
          </a:xfrm>
          <a:prstGeom prst="rect">
            <a:avLst/>
          </a:prstGeom>
        </p:spPr>
        <p:txBody>
          <a:bodyPr vert="horz" wrap="square" lIns="0" tIns="16933" rIns="0" bIns="0" rtlCol="0">
            <a:spAutoFit/>
          </a:bodyPr>
          <a:lstStyle/>
          <a:p>
            <a:pPr marL="16933">
              <a:spcBef>
                <a:spcPts val="133"/>
              </a:spcBef>
            </a:pPr>
            <a:r>
              <a:rPr sz="2400" b="1" spc="-67" dirty="0">
                <a:latin typeface="Calibri"/>
                <a:cs typeface="Calibri"/>
              </a:rPr>
              <a:t>3</a:t>
            </a:r>
            <a:endParaRPr sz="2400">
              <a:latin typeface="Calibri"/>
              <a:cs typeface="Calibri"/>
            </a:endParaRPr>
          </a:p>
        </p:txBody>
      </p:sp>
      <p:sp>
        <p:nvSpPr>
          <p:cNvPr id="10" name="object 10"/>
          <p:cNvSpPr txBox="1"/>
          <p:nvPr/>
        </p:nvSpPr>
        <p:spPr>
          <a:xfrm>
            <a:off x="10089675" y="909399"/>
            <a:ext cx="188807" cy="386430"/>
          </a:xfrm>
          <a:prstGeom prst="rect">
            <a:avLst/>
          </a:prstGeom>
        </p:spPr>
        <p:txBody>
          <a:bodyPr vert="horz" wrap="square" lIns="0" tIns="16933" rIns="0" bIns="0" rtlCol="0">
            <a:spAutoFit/>
          </a:bodyPr>
          <a:lstStyle/>
          <a:p>
            <a:pPr marL="16933">
              <a:spcBef>
                <a:spcPts val="133"/>
              </a:spcBef>
            </a:pPr>
            <a:r>
              <a:rPr sz="2400" b="1" spc="-67" dirty="0">
                <a:latin typeface="Calibri"/>
                <a:cs typeface="Calibri"/>
              </a:rPr>
              <a:t>4</a:t>
            </a:r>
            <a:endParaRPr sz="2400">
              <a:latin typeface="Calibri"/>
              <a:cs typeface="Calibri"/>
            </a:endParaRPr>
          </a:p>
        </p:txBody>
      </p:sp>
      <p:sp>
        <p:nvSpPr>
          <p:cNvPr id="11" name="object 11"/>
          <p:cNvSpPr txBox="1"/>
          <p:nvPr/>
        </p:nvSpPr>
        <p:spPr>
          <a:xfrm>
            <a:off x="5190399" y="971027"/>
            <a:ext cx="1072727" cy="755762"/>
          </a:xfrm>
          <a:prstGeom prst="rect">
            <a:avLst/>
          </a:prstGeom>
        </p:spPr>
        <p:txBody>
          <a:bodyPr vert="horz" wrap="square" lIns="0" tIns="16933" rIns="0" bIns="0" rtlCol="0">
            <a:spAutoFit/>
          </a:bodyPr>
          <a:lstStyle/>
          <a:p>
            <a:pPr marL="16933">
              <a:spcBef>
                <a:spcPts val="133"/>
              </a:spcBef>
            </a:pPr>
            <a:r>
              <a:rPr sz="2400" b="1" spc="-13" dirty="0">
                <a:latin typeface="Calibri"/>
                <a:cs typeface="Calibri"/>
              </a:rPr>
              <a:t>Index</a:t>
            </a:r>
            <a:endParaRPr sz="2400">
              <a:latin typeface="Calibri"/>
              <a:cs typeface="Calibri"/>
            </a:endParaRPr>
          </a:p>
          <a:p>
            <a:pPr marL="16933">
              <a:spcBef>
                <a:spcPts val="27"/>
              </a:spcBef>
            </a:pPr>
            <a:r>
              <a:rPr sz="2400" b="1" dirty="0">
                <a:latin typeface="Calibri"/>
                <a:cs typeface="Calibri"/>
              </a:rPr>
              <a:t>I/P</a:t>
            </a:r>
            <a:r>
              <a:rPr sz="2400" spc="-80" dirty="0">
                <a:latin typeface="Times New Roman"/>
                <a:cs typeface="Times New Roman"/>
              </a:rPr>
              <a:t> </a:t>
            </a:r>
            <a:r>
              <a:rPr sz="2400" b="1" spc="-27" dirty="0">
                <a:latin typeface="Calibri"/>
                <a:cs typeface="Calibri"/>
              </a:rPr>
              <a:t>Data</a:t>
            </a:r>
            <a:endParaRPr sz="2400">
              <a:latin typeface="Calibri"/>
              <a:cs typeface="Calibri"/>
            </a:endParaRPr>
          </a:p>
        </p:txBody>
      </p:sp>
      <p:grpSp>
        <p:nvGrpSpPr>
          <p:cNvPr id="12" name="object 12"/>
          <p:cNvGrpSpPr/>
          <p:nvPr/>
        </p:nvGrpSpPr>
        <p:grpSpPr>
          <a:xfrm>
            <a:off x="6891867" y="2396067"/>
            <a:ext cx="1151467" cy="1049867"/>
            <a:chOff x="5168900" y="1797050"/>
            <a:chExt cx="863600" cy="787400"/>
          </a:xfrm>
        </p:grpSpPr>
        <p:sp>
          <p:nvSpPr>
            <p:cNvPr id="13" name="object 13"/>
            <p:cNvSpPr/>
            <p:nvPr/>
          </p:nvSpPr>
          <p:spPr>
            <a:xfrm>
              <a:off x="5181600" y="1809750"/>
              <a:ext cx="838200" cy="762000"/>
            </a:xfrm>
            <a:custGeom>
              <a:avLst/>
              <a:gdLst/>
              <a:ahLst/>
              <a:cxnLst/>
              <a:rect l="l" t="t" r="r" b="b"/>
              <a:pathLst>
                <a:path w="838200" h="762000">
                  <a:moveTo>
                    <a:pt x="419099" y="0"/>
                  </a:moveTo>
                  <a:lnTo>
                    <a:pt x="370212" y="2563"/>
                  </a:lnTo>
                  <a:lnTo>
                    <a:pt x="322984" y="10061"/>
                  </a:lnTo>
                  <a:lnTo>
                    <a:pt x="277729" y="22210"/>
                  </a:lnTo>
                  <a:lnTo>
                    <a:pt x="234762" y="38722"/>
                  </a:lnTo>
                  <a:lnTo>
                    <a:pt x="194397" y="59313"/>
                  </a:lnTo>
                  <a:lnTo>
                    <a:pt x="156947" y="83697"/>
                  </a:lnTo>
                  <a:lnTo>
                    <a:pt x="122727" y="111587"/>
                  </a:lnTo>
                  <a:lnTo>
                    <a:pt x="92051" y="142698"/>
                  </a:lnTo>
                  <a:lnTo>
                    <a:pt x="65233" y="176744"/>
                  </a:lnTo>
                  <a:lnTo>
                    <a:pt x="42586" y="213439"/>
                  </a:lnTo>
                  <a:lnTo>
                    <a:pt x="24426" y="252499"/>
                  </a:lnTo>
                  <a:lnTo>
                    <a:pt x="11065" y="293635"/>
                  </a:lnTo>
                  <a:lnTo>
                    <a:pt x="2818" y="336564"/>
                  </a:lnTo>
                  <a:lnTo>
                    <a:pt x="0" y="380999"/>
                  </a:lnTo>
                  <a:lnTo>
                    <a:pt x="2818" y="425436"/>
                  </a:lnTo>
                  <a:lnTo>
                    <a:pt x="11065" y="468366"/>
                  </a:lnTo>
                  <a:lnTo>
                    <a:pt x="24426" y="509504"/>
                  </a:lnTo>
                  <a:lnTo>
                    <a:pt x="42586" y="548564"/>
                  </a:lnTo>
                  <a:lnTo>
                    <a:pt x="65233" y="585259"/>
                  </a:lnTo>
                  <a:lnTo>
                    <a:pt x="92051" y="619305"/>
                  </a:lnTo>
                  <a:lnTo>
                    <a:pt x="122727" y="650416"/>
                  </a:lnTo>
                  <a:lnTo>
                    <a:pt x="156947" y="678305"/>
                  </a:lnTo>
                  <a:lnTo>
                    <a:pt x="194397" y="702688"/>
                  </a:lnTo>
                  <a:lnTo>
                    <a:pt x="234762" y="723278"/>
                  </a:lnTo>
                  <a:lnTo>
                    <a:pt x="277729" y="739790"/>
                  </a:lnTo>
                  <a:lnTo>
                    <a:pt x="322984" y="751938"/>
                  </a:lnTo>
                  <a:lnTo>
                    <a:pt x="370212" y="759437"/>
                  </a:lnTo>
                  <a:lnTo>
                    <a:pt x="419099" y="761999"/>
                  </a:lnTo>
                  <a:lnTo>
                    <a:pt x="467987" y="759437"/>
                  </a:lnTo>
                  <a:lnTo>
                    <a:pt x="515215" y="751938"/>
                  </a:lnTo>
                  <a:lnTo>
                    <a:pt x="560470" y="739790"/>
                  </a:lnTo>
                  <a:lnTo>
                    <a:pt x="603437" y="723278"/>
                  </a:lnTo>
                  <a:lnTo>
                    <a:pt x="643802" y="702688"/>
                  </a:lnTo>
                  <a:lnTo>
                    <a:pt x="681252" y="678305"/>
                  </a:lnTo>
                  <a:lnTo>
                    <a:pt x="715472" y="650416"/>
                  </a:lnTo>
                  <a:lnTo>
                    <a:pt x="746148" y="619305"/>
                  </a:lnTo>
                  <a:lnTo>
                    <a:pt x="772966" y="585259"/>
                  </a:lnTo>
                  <a:lnTo>
                    <a:pt x="795613" y="548564"/>
                  </a:lnTo>
                  <a:lnTo>
                    <a:pt x="813773" y="509504"/>
                  </a:lnTo>
                  <a:lnTo>
                    <a:pt x="827134" y="468366"/>
                  </a:lnTo>
                  <a:lnTo>
                    <a:pt x="835381" y="425436"/>
                  </a:lnTo>
                  <a:lnTo>
                    <a:pt x="838199" y="380999"/>
                  </a:lnTo>
                  <a:lnTo>
                    <a:pt x="835381" y="336564"/>
                  </a:lnTo>
                  <a:lnTo>
                    <a:pt x="827134" y="293635"/>
                  </a:lnTo>
                  <a:lnTo>
                    <a:pt x="813773" y="252499"/>
                  </a:lnTo>
                  <a:lnTo>
                    <a:pt x="795613" y="213439"/>
                  </a:lnTo>
                  <a:lnTo>
                    <a:pt x="772966" y="176744"/>
                  </a:lnTo>
                  <a:lnTo>
                    <a:pt x="746148" y="142698"/>
                  </a:lnTo>
                  <a:lnTo>
                    <a:pt x="715472" y="111587"/>
                  </a:lnTo>
                  <a:lnTo>
                    <a:pt x="681252" y="83697"/>
                  </a:lnTo>
                  <a:lnTo>
                    <a:pt x="643802" y="59313"/>
                  </a:lnTo>
                  <a:lnTo>
                    <a:pt x="603437" y="38722"/>
                  </a:lnTo>
                  <a:lnTo>
                    <a:pt x="560470" y="22210"/>
                  </a:lnTo>
                  <a:lnTo>
                    <a:pt x="515215" y="10061"/>
                  </a:lnTo>
                  <a:lnTo>
                    <a:pt x="467987" y="2563"/>
                  </a:lnTo>
                  <a:lnTo>
                    <a:pt x="419099" y="0"/>
                  </a:lnTo>
                  <a:close/>
                </a:path>
              </a:pathLst>
            </a:custGeom>
            <a:solidFill>
              <a:srgbClr val="FFC000"/>
            </a:solidFill>
          </p:spPr>
          <p:txBody>
            <a:bodyPr wrap="square" lIns="0" tIns="0" rIns="0" bIns="0" rtlCol="0"/>
            <a:lstStyle/>
            <a:p>
              <a:endParaRPr sz="2400"/>
            </a:p>
          </p:txBody>
        </p:sp>
        <p:sp>
          <p:nvSpPr>
            <p:cNvPr id="14" name="object 14"/>
            <p:cNvSpPr/>
            <p:nvPr/>
          </p:nvSpPr>
          <p:spPr>
            <a:xfrm>
              <a:off x="5181600" y="1809750"/>
              <a:ext cx="838200" cy="762000"/>
            </a:xfrm>
            <a:custGeom>
              <a:avLst/>
              <a:gdLst/>
              <a:ahLst/>
              <a:cxnLst/>
              <a:rect l="l" t="t" r="r" b="b"/>
              <a:pathLst>
                <a:path w="838200" h="762000">
                  <a:moveTo>
                    <a:pt x="0" y="380999"/>
                  </a:moveTo>
                  <a:lnTo>
                    <a:pt x="2818" y="336564"/>
                  </a:lnTo>
                  <a:lnTo>
                    <a:pt x="11065" y="293635"/>
                  </a:lnTo>
                  <a:lnTo>
                    <a:pt x="24426" y="252499"/>
                  </a:lnTo>
                  <a:lnTo>
                    <a:pt x="42586" y="213439"/>
                  </a:lnTo>
                  <a:lnTo>
                    <a:pt x="65233" y="176744"/>
                  </a:lnTo>
                  <a:lnTo>
                    <a:pt x="92051" y="142698"/>
                  </a:lnTo>
                  <a:lnTo>
                    <a:pt x="122727" y="111587"/>
                  </a:lnTo>
                  <a:lnTo>
                    <a:pt x="156947" y="83697"/>
                  </a:lnTo>
                  <a:lnTo>
                    <a:pt x="194397" y="59313"/>
                  </a:lnTo>
                  <a:lnTo>
                    <a:pt x="234762" y="38722"/>
                  </a:lnTo>
                  <a:lnTo>
                    <a:pt x="277729" y="22210"/>
                  </a:lnTo>
                  <a:lnTo>
                    <a:pt x="322984" y="10061"/>
                  </a:lnTo>
                  <a:lnTo>
                    <a:pt x="370212" y="2563"/>
                  </a:lnTo>
                  <a:lnTo>
                    <a:pt x="419099" y="0"/>
                  </a:lnTo>
                  <a:lnTo>
                    <a:pt x="467987" y="2563"/>
                  </a:lnTo>
                  <a:lnTo>
                    <a:pt x="515215" y="10061"/>
                  </a:lnTo>
                  <a:lnTo>
                    <a:pt x="560470" y="22210"/>
                  </a:lnTo>
                  <a:lnTo>
                    <a:pt x="603437" y="38722"/>
                  </a:lnTo>
                  <a:lnTo>
                    <a:pt x="643802" y="59313"/>
                  </a:lnTo>
                  <a:lnTo>
                    <a:pt x="681252" y="83697"/>
                  </a:lnTo>
                  <a:lnTo>
                    <a:pt x="715472" y="111587"/>
                  </a:lnTo>
                  <a:lnTo>
                    <a:pt x="746148" y="142698"/>
                  </a:lnTo>
                  <a:lnTo>
                    <a:pt x="772966" y="176744"/>
                  </a:lnTo>
                  <a:lnTo>
                    <a:pt x="795613" y="213439"/>
                  </a:lnTo>
                  <a:lnTo>
                    <a:pt x="813773" y="252499"/>
                  </a:lnTo>
                  <a:lnTo>
                    <a:pt x="827134" y="293635"/>
                  </a:lnTo>
                  <a:lnTo>
                    <a:pt x="835381" y="336564"/>
                  </a:lnTo>
                  <a:lnTo>
                    <a:pt x="838199" y="380999"/>
                  </a:lnTo>
                  <a:lnTo>
                    <a:pt x="835381" y="425436"/>
                  </a:lnTo>
                  <a:lnTo>
                    <a:pt x="827134" y="468366"/>
                  </a:lnTo>
                  <a:lnTo>
                    <a:pt x="813773" y="509504"/>
                  </a:lnTo>
                  <a:lnTo>
                    <a:pt x="795613" y="548564"/>
                  </a:lnTo>
                  <a:lnTo>
                    <a:pt x="772966" y="585259"/>
                  </a:lnTo>
                  <a:lnTo>
                    <a:pt x="746148" y="619305"/>
                  </a:lnTo>
                  <a:lnTo>
                    <a:pt x="715472" y="650416"/>
                  </a:lnTo>
                  <a:lnTo>
                    <a:pt x="681252" y="678305"/>
                  </a:lnTo>
                  <a:lnTo>
                    <a:pt x="643802" y="702688"/>
                  </a:lnTo>
                  <a:lnTo>
                    <a:pt x="603437" y="723278"/>
                  </a:lnTo>
                  <a:lnTo>
                    <a:pt x="560470" y="739790"/>
                  </a:lnTo>
                  <a:lnTo>
                    <a:pt x="515215" y="751938"/>
                  </a:lnTo>
                  <a:lnTo>
                    <a:pt x="467987" y="759437"/>
                  </a:lnTo>
                  <a:lnTo>
                    <a:pt x="419099" y="761999"/>
                  </a:lnTo>
                  <a:lnTo>
                    <a:pt x="370212" y="759437"/>
                  </a:lnTo>
                  <a:lnTo>
                    <a:pt x="322984" y="751938"/>
                  </a:lnTo>
                  <a:lnTo>
                    <a:pt x="277729" y="739790"/>
                  </a:lnTo>
                  <a:lnTo>
                    <a:pt x="234762" y="723278"/>
                  </a:lnTo>
                  <a:lnTo>
                    <a:pt x="194397" y="702688"/>
                  </a:lnTo>
                  <a:lnTo>
                    <a:pt x="156947" y="678305"/>
                  </a:lnTo>
                  <a:lnTo>
                    <a:pt x="122727" y="650416"/>
                  </a:lnTo>
                  <a:lnTo>
                    <a:pt x="92051" y="619305"/>
                  </a:lnTo>
                  <a:lnTo>
                    <a:pt x="65233" y="585259"/>
                  </a:lnTo>
                  <a:lnTo>
                    <a:pt x="42586" y="548564"/>
                  </a:lnTo>
                  <a:lnTo>
                    <a:pt x="24426" y="509504"/>
                  </a:lnTo>
                  <a:lnTo>
                    <a:pt x="11065" y="468366"/>
                  </a:lnTo>
                  <a:lnTo>
                    <a:pt x="2818" y="425436"/>
                  </a:lnTo>
                  <a:lnTo>
                    <a:pt x="0" y="380999"/>
                  </a:lnTo>
                  <a:close/>
                </a:path>
              </a:pathLst>
            </a:custGeom>
            <a:ln w="25399">
              <a:solidFill>
                <a:srgbClr val="000000"/>
              </a:solidFill>
            </a:ln>
          </p:spPr>
          <p:txBody>
            <a:bodyPr wrap="square" lIns="0" tIns="0" rIns="0" bIns="0" rtlCol="0"/>
            <a:lstStyle/>
            <a:p>
              <a:endParaRPr sz="2400"/>
            </a:p>
          </p:txBody>
        </p:sp>
      </p:grpSp>
      <p:sp>
        <p:nvSpPr>
          <p:cNvPr id="15" name="object 15"/>
          <p:cNvSpPr txBox="1"/>
          <p:nvPr/>
        </p:nvSpPr>
        <p:spPr>
          <a:xfrm>
            <a:off x="7337727" y="2598756"/>
            <a:ext cx="272627" cy="586550"/>
          </a:xfrm>
          <a:prstGeom prst="rect">
            <a:avLst/>
          </a:prstGeom>
        </p:spPr>
        <p:txBody>
          <a:bodyPr vert="horz" wrap="square" lIns="0" tIns="22013" rIns="0" bIns="0" rtlCol="0">
            <a:spAutoFit/>
          </a:bodyPr>
          <a:lstStyle/>
          <a:p>
            <a:pPr marL="16933">
              <a:spcBef>
                <a:spcPts val="173"/>
              </a:spcBef>
            </a:pPr>
            <a:r>
              <a:rPr sz="3667" b="1" spc="-67" dirty="0">
                <a:latin typeface="Calibri"/>
                <a:cs typeface="Calibri"/>
              </a:rPr>
              <a:t>4</a:t>
            </a:r>
            <a:endParaRPr sz="3667">
              <a:latin typeface="Calibri"/>
              <a:cs typeface="Calibri"/>
            </a:endParaRPr>
          </a:p>
        </p:txBody>
      </p:sp>
      <p:grpSp>
        <p:nvGrpSpPr>
          <p:cNvPr id="16" name="object 16"/>
          <p:cNvGrpSpPr/>
          <p:nvPr/>
        </p:nvGrpSpPr>
        <p:grpSpPr>
          <a:xfrm>
            <a:off x="5949180" y="3920067"/>
            <a:ext cx="1151467" cy="1049867"/>
            <a:chOff x="4461885" y="2940050"/>
            <a:chExt cx="863600" cy="787400"/>
          </a:xfrm>
        </p:grpSpPr>
        <p:sp>
          <p:nvSpPr>
            <p:cNvPr id="17" name="object 17"/>
            <p:cNvSpPr/>
            <p:nvPr/>
          </p:nvSpPr>
          <p:spPr>
            <a:xfrm>
              <a:off x="4474585" y="2952750"/>
              <a:ext cx="838200" cy="762000"/>
            </a:xfrm>
            <a:custGeom>
              <a:avLst/>
              <a:gdLst/>
              <a:ahLst/>
              <a:cxnLst/>
              <a:rect l="l" t="t" r="r" b="b"/>
              <a:pathLst>
                <a:path w="838200" h="762000">
                  <a:moveTo>
                    <a:pt x="419099" y="0"/>
                  </a:moveTo>
                  <a:lnTo>
                    <a:pt x="370240" y="2562"/>
                  </a:lnTo>
                  <a:lnTo>
                    <a:pt x="323032" y="10061"/>
                  </a:lnTo>
                  <a:lnTo>
                    <a:pt x="277790" y="22209"/>
                  </a:lnTo>
                  <a:lnTo>
                    <a:pt x="234829" y="38721"/>
                  </a:lnTo>
                  <a:lnTo>
                    <a:pt x="194464" y="59311"/>
                  </a:lnTo>
                  <a:lnTo>
                    <a:pt x="157011" y="83694"/>
                  </a:lnTo>
                  <a:lnTo>
                    <a:pt x="122784" y="111583"/>
                  </a:lnTo>
                  <a:lnTo>
                    <a:pt x="92099" y="142694"/>
                  </a:lnTo>
                  <a:lnTo>
                    <a:pt x="65270" y="176740"/>
                  </a:lnTo>
                  <a:lnTo>
                    <a:pt x="42613" y="213435"/>
                  </a:lnTo>
                  <a:lnTo>
                    <a:pt x="24442" y="252495"/>
                  </a:lnTo>
                  <a:lnTo>
                    <a:pt x="11073" y="293633"/>
                  </a:lnTo>
                  <a:lnTo>
                    <a:pt x="2820" y="336563"/>
                  </a:lnTo>
                  <a:lnTo>
                    <a:pt x="0" y="380999"/>
                  </a:lnTo>
                  <a:lnTo>
                    <a:pt x="2820" y="425436"/>
                  </a:lnTo>
                  <a:lnTo>
                    <a:pt x="11073" y="468366"/>
                  </a:lnTo>
                  <a:lnTo>
                    <a:pt x="24442" y="509504"/>
                  </a:lnTo>
                  <a:lnTo>
                    <a:pt x="42613" y="548564"/>
                  </a:lnTo>
                  <a:lnTo>
                    <a:pt x="65270" y="585259"/>
                  </a:lnTo>
                  <a:lnTo>
                    <a:pt x="92099" y="619305"/>
                  </a:lnTo>
                  <a:lnTo>
                    <a:pt x="122784" y="650416"/>
                  </a:lnTo>
                  <a:lnTo>
                    <a:pt x="157011" y="678305"/>
                  </a:lnTo>
                  <a:lnTo>
                    <a:pt x="194464" y="702688"/>
                  </a:lnTo>
                  <a:lnTo>
                    <a:pt x="234829" y="723278"/>
                  </a:lnTo>
                  <a:lnTo>
                    <a:pt x="277790" y="739790"/>
                  </a:lnTo>
                  <a:lnTo>
                    <a:pt x="323032" y="751938"/>
                  </a:lnTo>
                  <a:lnTo>
                    <a:pt x="370240" y="759437"/>
                  </a:lnTo>
                  <a:lnTo>
                    <a:pt x="419099" y="761999"/>
                  </a:lnTo>
                  <a:lnTo>
                    <a:pt x="467987" y="759437"/>
                  </a:lnTo>
                  <a:lnTo>
                    <a:pt x="515215" y="751938"/>
                  </a:lnTo>
                  <a:lnTo>
                    <a:pt x="560470" y="739790"/>
                  </a:lnTo>
                  <a:lnTo>
                    <a:pt x="603437" y="723278"/>
                  </a:lnTo>
                  <a:lnTo>
                    <a:pt x="643802" y="702688"/>
                  </a:lnTo>
                  <a:lnTo>
                    <a:pt x="681252" y="678305"/>
                  </a:lnTo>
                  <a:lnTo>
                    <a:pt x="715472" y="650416"/>
                  </a:lnTo>
                  <a:lnTo>
                    <a:pt x="746148" y="619305"/>
                  </a:lnTo>
                  <a:lnTo>
                    <a:pt x="772966" y="585259"/>
                  </a:lnTo>
                  <a:lnTo>
                    <a:pt x="795613" y="548564"/>
                  </a:lnTo>
                  <a:lnTo>
                    <a:pt x="813773" y="509504"/>
                  </a:lnTo>
                  <a:lnTo>
                    <a:pt x="827134" y="468366"/>
                  </a:lnTo>
                  <a:lnTo>
                    <a:pt x="835381" y="425436"/>
                  </a:lnTo>
                  <a:lnTo>
                    <a:pt x="838199" y="380999"/>
                  </a:lnTo>
                  <a:lnTo>
                    <a:pt x="835381" y="336563"/>
                  </a:lnTo>
                  <a:lnTo>
                    <a:pt x="827134" y="293633"/>
                  </a:lnTo>
                  <a:lnTo>
                    <a:pt x="813773" y="252495"/>
                  </a:lnTo>
                  <a:lnTo>
                    <a:pt x="795613" y="213435"/>
                  </a:lnTo>
                  <a:lnTo>
                    <a:pt x="772966" y="176740"/>
                  </a:lnTo>
                  <a:lnTo>
                    <a:pt x="746148" y="142694"/>
                  </a:lnTo>
                  <a:lnTo>
                    <a:pt x="715472" y="111583"/>
                  </a:lnTo>
                  <a:lnTo>
                    <a:pt x="681252" y="83694"/>
                  </a:lnTo>
                  <a:lnTo>
                    <a:pt x="643802" y="59311"/>
                  </a:lnTo>
                  <a:lnTo>
                    <a:pt x="603437" y="38721"/>
                  </a:lnTo>
                  <a:lnTo>
                    <a:pt x="560470" y="22209"/>
                  </a:lnTo>
                  <a:lnTo>
                    <a:pt x="515215" y="10061"/>
                  </a:lnTo>
                  <a:lnTo>
                    <a:pt x="467987" y="2562"/>
                  </a:lnTo>
                  <a:lnTo>
                    <a:pt x="419099" y="0"/>
                  </a:lnTo>
                  <a:close/>
                </a:path>
              </a:pathLst>
            </a:custGeom>
            <a:solidFill>
              <a:srgbClr val="FFC000"/>
            </a:solidFill>
          </p:spPr>
          <p:txBody>
            <a:bodyPr wrap="square" lIns="0" tIns="0" rIns="0" bIns="0" rtlCol="0"/>
            <a:lstStyle/>
            <a:p>
              <a:endParaRPr sz="2400"/>
            </a:p>
          </p:txBody>
        </p:sp>
        <p:sp>
          <p:nvSpPr>
            <p:cNvPr id="18" name="object 18"/>
            <p:cNvSpPr/>
            <p:nvPr/>
          </p:nvSpPr>
          <p:spPr>
            <a:xfrm>
              <a:off x="4474585" y="2952750"/>
              <a:ext cx="838200" cy="762000"/>
            </a:xfrm>
            <a:custGeom>
              <a:avLst/>
              <a:gdLst/>
              <a:ahLst/>
              <a:cxnLst/>
              <a:rect l="l" t="t" r="r" b="b"/>
              <a:pathLst>
                <a:path w="838200" h="762000">
                  <a:moveTo>
                    <a:pt x="0" y="380999"/>
                  </a:moveTo>
                  <a:lnTo>
                    <a:pt x="2820" y="336563"/>
                  </a:lnTo>
                  <a:lnTo>
                    <a:pt x="11073" y="293633"/>
                  </a:lnTo>
                  <a:lnTo>
                    <a:pt x="24442" y="252495"/>
                  </a:lnTo>
                  <a:lnTo>
                    <a:pt x="42613" y="213435"/>
                  </a:lnTo>
                  <a:lnTo>
                    <a:pt x="65270" y="176740"/>
                  </a:lnTo>
                  <a:lnTo>
                    <a:pt x="92099" y="142694"/>
                  </a:lnTo>
                  <a:lnTo>
                    <a:pt x="122784" y="111583"/>
                  </a:lnTo>
                  <a:lnTo>
                    <a:pt x="157011" y="83694"/>
                  </a:lnTo>
                  <a:lnTo>
                    <a:pt x="194464" y="59311"/>
                  </a:lnTo>
                  <a:lnTo>
                    <a:pt x="234829" y="38721"/>
                  </a:lnTo>
                  <a:lnTo>
                    <a:pt x="277790" y="22209"/>
                  </a:lnTo>
                  <a:lnTo>
                    <a:pt x="323032" y="10061"/>
                  </a:lnTo>
                  <a:lnTo>
                    <a:pt x="370240" y="2562"/>
                  </a:lnTo>
                  <a:lnTo>
                    <a:pt x="419099" y="0"/>
                  </a:lnTo>
                  <a:lnTo>
                    <a:pt x="467987" y="2562"/>
                  </a:lnTo>
                  <a:lnTo>
                    <a:pt x="515215" y="10061"/>
                  </a:lnTo>
                  <a:lnTo>
                    <a:pt x="560470" y="22209"/>
                  </a:lnTo>
                  <a:lnTo>
                    <a:pt x="603437" y="38721"/>
                  </a:lnTo>
                  <a:lnTo>
                    <a:pt x="643802" y="59311"/>
                  </a:lnTo>
                  <a:lnTo>
                    <a:pt x="681252" y="83694"/>
                  </a:lnTo>
                  <a:lnTo>
                    <a:pt x="715472" y="111583"/>
                  </a:lnTo>
                  <a:lnTo>
                    <a:pt x="746148" y="142694"/>
                  </a:lnTo>
                  <a:lnTo>
                    <a:pt x="772966" y="176740"/>
                  </a:lnTo>
                  <a:lnTo>
                    <a:pt x="795613" y="213435"/>
                  </a:lnTo>
                  <a:lnTo>
                    <a:pt x="813773" y="252495"/>
                  </a:lnTo>
                  <a:lnTo>
                    <a:pt x="827134" y="293633"/>
                  </a:lnTo>
                  <a:lnTo>
                    <a:pt x="835381" y="336563"/>
                  </a:lnTo>
                  <a:lnTo>
                    <a:pt x="838199" y="380999"/>
                  </a:lnTo>
                  <a:lnTo>
                    <a:pt x="835381" y="425436"/>
                  </a:lnTo>
                  <a:lnTo>
                    <a:pt x="827134" y="468366"/>
                  </a:lnTo>
                  <a:lnTo>
                    <a:pt x="813773" y="509504"/>
                  </a:lnTo>
                  <a:lnTo>
                    <a:pt x="795613" y="548564"/>
                  </a:lnTo>
                  <a:lnTo>
                    <a:pt x="772966" y="585259"/>
                  </a:lnTo>
                  <a:lnTo>
                    <a:pt x="746148" y="619305"/>
                  </a:lnTo>
                  <a:lnTo>
                    <a:pt x="715472" y="650416"/>
                  </a:lnTo>
                  <a:lnTo>
                    <a:pt x="681252" y="678305"/>
                  </a:lnTo>
                  <a:lnTo>
                    <a:pt x="643802" y="702688"/>
                  </a:lnTo>
                  <a:lnTo>
                    <a:pt x="603437" y="723278"/>
                  </a:lnTo>
                  <a:lnTo>
                    <a:pt x="560470" y="739790"/>
                  </a:lnTo>
                  <a:lnTo>
                    <a:pt x="515215" y="751938"/>
                  </a:lnTo>
                  <a:lnTo>
                    <a:pt x="467987" y="759437"/>
                  </a:lnTo>
                  <a:lnTo>
                    <a:pt x="419099" y="761999"/>
                  </a:lnTo>
                  <a:lnTo>
                    <a:pt x="370240" y="759437"/>
                  </a:lnTo>
                  <a:lnTo>
                    <a:pt x="323032" y="751938"/>
                  </a:lnTo>
                  <a:lnTo>
                    <a:pt x="277790" y="739790"/>
                  </a:lnTo>
                  <a:lnTo>
                    <a:pt x="234829" y="723278"/>
                  </a:lnTo>
                  <a:lnTo>
                    <a:pt x="194464" y="702688"/>
                  </a:lnTo>
                  <a:lnTo>
                    <a:pt x="157011" y="678305"/>
                  </a:lnTo>
                  <a:lnTo>
                    <a:pt x="122784" y="650416"/>
                  </a:lnTo>
                  <a:lnTo>
                    <a:pt x="92099" y="619305"/>
                  </a:lnTo>
                  <a:lnTo>
                    <a:pt x="65270" y="585259"/>
                  </a:lnTo>
                  <a:lnTo>
                    <a:pt x="42613" y="548564"/>
                  </a:lnTo>
                  <a:lnTo>
                    <a:pt x="24442" y="509504"/>
                  </a:lnTo>
                  <a:lnTo>
                    <a:pt x="11073" y="468366"/>
                  </a:lnTo>
                  <a:lnTo>
                    <a:pt x="2820" y="425436"/>
                  </a:lnTo>
                  <a:lnTo>
                    <a:pt x="0" y="380999"/>
                  </a:lnTo>
                  <a:close/>
                </a:path>
              </a:pathLst>
            </a:custGeom>
            <a:ln w="25399">
              <a:solidFill>
                <a:srgbClr val="000000"/>
              </a:solidFill>
            </a:ln>
          </p:spPr>
          <p:txBody>
            <a:bodyPr wrap="square" lIns="0" tIns="0" rIns="0" bIns="0" rtlCol="0"/>
            <a:lstStyle/>
            <a:p>
              <a:endParaRPr sz="2400"/>
            </a:p>
          </p:txBody>
        </p:sp>
      </p:grpSp>
      <p:sp>
        <p:nvSpPr>
          <p:cNvPr id="19" name="object 19"/>
          <p:cNvSpPr txBox="1"/>
          <p:nvPr/>
        </p:nvSpPr>
        <p:spPr>
          <a:xfrm>
            <a:off x="6267031" y="4125804"/>
            <a:ext cx="516467" cy="586550"/>
          </a:xfrm>
          <a:prstGeom prst="rect">
            <a:avLst/>
          </a:prstGeom>
        </p:spPr>
        <p:txBody>
          <a:bodyPr vert="horz" wrap="square" lIns="0" tIns="22013" rIns="0" bIns="0" rtlCol="0">
            <a:spAutoFit/>
          </a:bodyPr>
          <a:lstStyle/>
          <a:p>
            <a:pPr marL="16933">
              <a:spcBef>
                <a:spcPts val="173"/>
              </a:spcBef>
            </a:pPr>
            <a:r>
              <a:rPr sz="3667" b="1" spc="-33" dirty="0">
                <a:latin typeface="Calibri"/>
                <a:cs typeface="Calibri"/>
              </a:rPr>
              <a:t>10</a:t>
            </a:r>
            <a:endParaRPr sz="3667">
              <a:latin typeface="Calibri"/>
              <a:cs typeface="Calibri"/>
            </a:endParaRPr>
          </a:p>
        </p:txBody>
      </p:sp>
      <p:grpSp>
        <p:nvGrpSpPr>
          <p:cNvPr id="20" name="object 20"/>
          <p:cNvGrpSpPr/>
          <p:nvPr/>
        </p:nvGrpSpPr>
        <p:grpSpPr>
          <a:xfrm>
            <a:off x="8009467" y="3924813"/>
            <a:ext cx="1151467" cy="1049867"/>
            <a:chOff x="6007100" y="2943610"/>
            <a:chExt cx="863600" cy="787400"/>
          </a:xfrm>
        </p:grpSpPr>
        <p:sp>
          <p:nvSpPr>
            <p:cNvPr id="21" name="object 21"/>
            <p:cNvSpPr/>
            <p:nvPr/>
          </p:nvSpPr>
          <p:spPr>
            <a:xfrm>
              <a:off x="6019800" y="2956310"/>
              <a:ext cx="838200" cy="762000"/>
            </a:xfrm>
            <a:custGeom>
              <a:avLst/>
              <a:gdLst/>
              <a:ahLst/>
              <a:cxnLst/>
              <a:rect l="l" t="t" r="r" b="b"/>
              <a:pathLst>
                <a:path w="838200" h="762000">
                  <a:moveTo>
                    <a:pt x="419099" y="0"/>
                  </a:moveTo>
                  <a:lnTo>
                    <a:pt x="370212" y="2562"/>
                  </a:lnTo>
                  <a:lnTo>
                    <a:pt x="322984" y="10061"/>
                  </a:lnTo>
                  <a:lnTo>
                    <a:pt x="277729" y="22209"/>
                  </a:lnTo>
                  <a:lnTo>
                    <a:pt x="234762" y="38721"/>
                  </a:lnTo>
                  <a:lnTo>
                    <a:pt x="194397" y="59311"/>
                  </a:lnTo>
                  <a:lnTo>
                    <a:pt x="156947" y="83694"/>
                  </a:lnTo>
                  <a:lnTo>
                    <a:pt x="122727" y="111583"/>
                  </a:lnTo>
                  <a:lnTo>
                    <a:pt x="92051" y="142694"/>
                  </a:lnTo>
                  <a:lnTo>
                    <a:pt x="65233" y="176740"/>
                  </a:lnTo>
                  <a:lnTo>
                    <a:pt x="42586" y="213435"/>
                  </a:lnTo>
                  <a:lnTo>
                    <a:pt x="24426" y="252495"/>
                  </a:lnTo>
                  <a:lnTo>
                    <a:pt x="11065" y="293633"/>
                  </a:lnTo>
                  <a:lnTo>
                    <a:pt x="2818" y="336563"/>
                  </a:lnTo>
                  <a:lnTo>
                    <a:pt x="0" y="380999"/>
                  </a:lnTo>
                  <a:lnTo>
                    <a:pt x="2818" y="425434"/>
                  </a:lnTo>
                  <a:lnTo>
                    <a:pt x="11065" y="468363"/>
                  </a:lnTo>
                  <a:lnTo>
                    <a:pt x="24426" y="509499"/>
                  </a:lnTo>
                  <a:lnTo>
                    <a:pt x="42586" y="548558"/>
                  </a:lnTo>
                  <a:lnTo>
                    <a:pt x="65233" y="585254"/>
                  </a:lnTo>
                  <a:lnTo>
                    <a:pt x="92051" y="619300"/>
                  </a:lnTo>
                  <a:lnTo>
                    <a:pt x="122727" y="650411"/>
                  </a:lnTo>
                  <a:lnTo>
                    <a:pt x="156947" y="678301"/>
                  </a:lnTo>
                  <a:lnTo>
                    <a:pt x="194397" y="702685"/>
                  </a:lnTo>
                  <a:lnTo>
                    <a:pt x="234762" y="723276"/>
                  </a:lnTo>
                  <a:lnTo>
                    <a:pt x="277729" y="739789"/>
                  </a:lnTo>
                  <a:lnTo>
                    <a:pt x="322984" y="751938"/>
                  </a:lnTo>
                  <a:lnTo>
                    <a:pt x="370212" y="759436"/>
                  </a:lnTo>
                  <a:lnTo>
                    <a:pt x="419099" y="761999"/>
                  </a:lnTo>
                  <a:lnTo>
                    <a:pt x="467987" y="759436"/>
                  </a:lnTo>
                  <a:lnTo>
                    <a:pt x="515215" y="751938"/>
                  </a:lnTo>
                  <a:lnTo>
                    <a:pt x="560470" y="739789"/>
                  </a:lnTo>
                  <a:lnTo>
                    <a:pt x="603437" y="723276"/>
                  </a:lnTo>
                  <a:lnTo>
                    <a:pt x="643802" y="702685"/>
                  </a:lnTo>
                  <a:lnTo>
                    <a:pt x="681252" y="678301"/>
                  </a:lnTo>
                  <a:lnTo>
                    <a:pt x="715472" y="650411"/>
                  </a:lnTo>
                  <a:lnTo>
                    <a:pt x="746148" y="619300"/>
                  </a:lnTo>
                  <a:lnTo>
                    <a:pt x="772966" y="585254"/>
                  </a:lnTo>
                  <a:lnTo>
                    <a:pt x="795613" y="548558"/>
                  </a:lnTo>
                  <a:lnTo>
                    <a:pt x="813773" y="509499"/>
                  </a:lnTo>
                  <a:lnTo>
                    <a:pt x="827134" y="468363"/>
                  </a:lnTo>
                  <a:lnTo>
                    <a:pt x="835381" y="425434"/>
                  </a:lnTo>
                  <a:lnTo>
                    <a:pt x="838199" y="380999"/>
                  </a:lnTo>
                  <a:lnTo>
                    <a:pt x="835381" y="336563"/>
                  </a:lnTo>
                  <a:lnTo>
                    <a:pt x="827134" y="293633"/>
                  </a:lnTo>
                  <a:lnTo>
                    <a:pt x="813773" y="252495"/>
                  </a:lnTo>
                  <a:lnTo>
                    <a:pt x="795613" y="213435"/>
                  </a:lnTo>
                  <a:lnTo>
                    <a:pt x="772966" y="176740"/>
                  </a:lnTo>
                  <a:lnTo>
                    <a:pt x="746148" y="142694"/>
                  </a:lnTo>
                  <a:lnTo>
                    <a:pt x="715472" y="111583"/>
                  </a:lnTo>
                  <a:lnTo>
                    <a:pt x="681252" y="83694"/>
                  </a:lnTo>
                  <a:lnTo>
                    <a:pt x="643802" y="59311"/>
                  </a:lnTo>
                  <a:lnTo>
                    <a:pt x="603437" y="38721"/>
                  </a:lnTo>
                  <a:lnTo>
                    <a:pt x="560470" y="22209"/>
                  </a:lnTo>
                  <a:lnTo>
                    <a:pt x="515215" y="10061"/>
                  </a:lnTo>
                  <a:lnTo>
                    <a:pt x="467987" y="2562"/>
                  </a:lnTo>
                  <a:lnTo>
                    <a:pt x="419099" y="0"/>
                  </a:lnTo>
                  <a:close/>
                </a:path>
              </a:pathLst>
            </a:custGeom>
            <a:solidFill>
              <a:srgbClr val="FFC000"/>
            </a:solidFill>
          </p:spPr>
          <p:txBody>
            <a:bodyPr wrap="square" lIns="0" tIns="0" rIns="0" bIns="0" rtlCol="0"/>
            <a:lstStyle/>
            <a:p>
              <a:endParaRPr sz="2400"/>
            </a:p>
          </p:txBody>
        </p:sp>
        <p:sp>
          <p:nvSpPr>
            <p:cNvPr id="22" name="object 22"/>
            <p:cNvSpPr/>
            <p:nvPr/>
          </p:nvSpPr>
          <p:spPr>
            <a:xfrm>
              <a:off x="6019800" y="2956310"/>
              <a:ext cx="838200" cy="762000"/>
            </a:xfrm>
            <a:custGeom>
              <a:avLst/>
              <a:gdLst/>
              <a:ahLst/>
              <a:cxnLst/>
              <a:rect l="l" t="t" r="r" b="b"/>
              <a:pathLst>
                <a:path w="838200" h="762000">
                  <a:moveTo>
                    <a:pt x="0" y="380999"/>
                  </a:moveTo>
                  <a:lnTo>
                    <a:pt x="2818" y="336563"/>
                  </a:lnTo>
                  <a:lnTo>
                    <a:pt x="11065" y="293633"/>
                  </a:lnTo>
                  <a:lnTo>
                    <a:pt x="24426" y="252495"/>
                  </a:lnTo>
                  <a:lnTo>
                    <a:pt x="42586" y="213435"/>
                  </a:lnTo>
                  <a:lnTo>
                    <a:pt x="65233" y="176740"/>
                  </a:lnTo>
                  <a:lnTo>
                    <a:pt x="92051" y="142694"/>
                  </a:lnTo>
                  <a:lnTo>
                    <a:pt x="122727" y="111583"/>
                  </a:lnTo>
                  <a:lnTo>
                    <a:pt x="156947" y="83694"/>
                  </a:lnTo>
                  <a:lnTo>
                    <a:pt x="194397" y="59311"/>
                  </a:lnTo>
                  <a:lnTo>
                    <a:pt x="234762" y="38721"/>
                  </a:lnTo>
                  <a:lnTo>
                    <a:pt x="277729" y="22209"/>
                  </a:lnTo>
                  <a:lnTo>
                    <a:pt x="322984" y="10061"/>
                  </a:lnTo>
                  <a:lnTo>
                    <a:pt x="370212" y="2562"/>
                  </a:lnTo>
                  <a:lnTo>
                    <a:pt x="419099" y="0"/>
                  </a:lnTo>
                  <a:lnTo>
                    <a:pt x="467987" y="2562"/>
                  </a:lnTo>
                  <a:lnTo>
                    <a:pt x="515215" y="10061"/>
                  </a:lnTo>
                  <a:lnTo>
                    <a:pt x="560470" y="22209"/>
                  </a:lnTo>
                  <a:lnTo>
                    <a:pt x="603437" y="38721"/>
                  </a:lnTo>
                  <a:lnTo>
                    <a:pt x="643802" y="59311"/>
                  </a:lnTo>
                  <a:lnTo>
                    <a:pt x="681252" y="83694"/>
                  </a:lnTo>
                  <a:lnTo>
                    <a:pt x="715472" y="111583"/>
                  </a:lnTo>
                  <a:lnTo>
                    <a:pt x="746148" y="142694"/>
                  </a:lnTo>
                  <a:lnTo>
                    <a:pt x="772966" y="176740"/>
                  </a:lnTo>
                  <a:lnTo>
                    <a:pt x="795613" y="213435"/>
                  </a:lnTo>
                  <a:lnTo>
                    <a:pt x="813773" y="252495"/>
                  </a:lnTo>
                  <a:lnTo>
                    <a:pt x="827134" y="293633"/>
                  </a:lnTo>
                  <a:lnTo>
                    <a:pt x="835381" y="336563"/>
                  </a:lnTo>
                  <a:lnTo>
                    <a:pt x="838199" y="380999"/>
                  </a:lnTo>
                  <a:lnTo>
                    <a:pt x="835381" y="425434"/>
                  </a:lnTo>
                  <a:lnTo>
                    <a:pt x="827134" y="468363"/>
                  </a:lnTo>
                  <a:lnTo>
                    <a:pt x="813773" y="509499"/>
                  </a:lnTo>
                  <a:lnTo>
                    <a:pt x="795613" y="548558"/>
                  </a:lnTo>
                  <a:lnTo>
                    <a:pt x="772966" y="585254"/>
                  </a:lnTo>
                  <a:lnTo>
                    <a:pt x="746148" y="619300"/>
                  </a:lnTo>
                  <a:lnTo>
                    <a:pt x="715472" y="650411"/>
                  </a:lnTo>
                  <a:lnTo>
                    <a:pt x="681252" y="678301"/>
                  </a:lnTo>
                  <a:lnTo>
                    <a:pt x="643802" y="702685"/>
                  </a:lnTo>
                  <a:lnTo>
                    <a:pt x="603437" y="723276"/>
                  </a:lnTo>
                  <a:lnTo>
                    <a:pt x="560470" y="739789"/>
                  </a:lnTo>
                  <a:lnTo>
                    <a:pt x="515215" y="751938"/>
                  </a:lnTo>
                  <a:lnTo>
                    <a:pt x="467987" y="759436"/>
                  </a:lnTo>
                  <a:lnTo>
                    <a:pt x="419099" y="761999"/>
                  </a:lnTo>
                  <a:lnTo>
                    <a:pt x="370212" y="759436"/>
                  </a:lnTo>
                  <a:lnTo>
                    <a:pt x="322984" y="751938"/>
                  </a:lnTo>
                  <a:lnTo>
                    <a:pt x="277729" y="739789"/>
                  </a:lnTo>
                  <a:lnTo>
                    <a:pt x="234762" y="723276"/>
                  </a:lnTo>
                  <a:lnTo>
                    <a:pt x="194397" y="702685"/>
                  </a:lnTo>
                  <a:lnTo>
                    <a:pt x="156947" y="678301"/>
                  </a:lnTo>
                  <a:lnTo>
                    <a:pt x="122727" y="650411"/>
                  </a:lnTo>
                  <a:lnTo>
                    <a:pt x="92051" y="619300"/>
                  </a:lnTo>
                  <a:lnTo>
                    <a:pt x="65233" y="585254"/>
                  </a:lnTo>
                  <a:lnTo>
                    <a:pt x="42586" y="548558"/>
                  </a:lnTo>
                  <a:lnTo>
                    <a:pt x="24426" y="509499"/>
                  </a:lnTo>
                  <a:lnTo>
                    <a:pt x="11065" y="468363"/>
                  </a:lnTo>
                  <a:lnTo>
                    <a:pt x="2818" y="425434"/>
                  </a:lnTo>
                  <a:lnTo>
                    <a:pt x="0" y="380999"/>
                  </a:lnTo>
                  <a:close/>
                </a:path>
              </a:pathLst>
            </a:custGeom>
            <a:ln w="25399">
              <a:solidFill>
                <a:srgbClr val="000000"/>
              </a:solidFill>
            </a:ln>
          </p:spPr>
          <p:txBody>
            <a:bodyPr wrap="square" lIns="0" tIns="0" rIns="0" bIns="0" rtlCol="0"/>
            <a:lstStyle/>
            <a:p>
              <a:endParaRPr sz="2400"/>
            </a:p>
          </p:txBody>
        </p:sp>
      </p:grpSp>
      <p:sp>
        <p:nvSpPr>
          <p:cNvPr id="23" name="object 23"/>
          <p:cNvSpPr txBox="1"/>
          <p:nvPr/>
        </p:nvSpPr>
        <p:spPr>
          <a:xfrm>
            <a:off x="8456175" y="4130546"/>
            <a:ext cx="272627" cy="586550"/>
          </a:xfrm>
          <a:prstGeom prst="rect">
            <a:avLst/>
          </a:prstGeom>
        </p:spPr>
        <p:txBody>
          <a:bodyPr vert="horz" wrap="square" lIns="0" tIns="22013" rIns="0" bIns="0" rtlCol="0">
            <a:spAutoFit/>
          </a:bodyPr>
          <a:lstStyle/>
          <a:p>
            <a:pPr marL="16933">
              <a:spcBef>
                <a:spcPts val="173"/>
              </a:spcBef>
            </a:pPr>
            <a:r>
              <a:rPr sz="3667" b="1" spc="-67" dirty="0">
                <a:latin typeface="Calibri"/>
                <a:cs typeface="Calibri"/>
              </a:rPr>
              <a:t>3</a:t>
            </a:r>
            <a:endParaRPr sz="3667">
              <a:latin typeface="Calibri"/>
              <a:cs typeface="Calibri"/>
            </a:endParaRPr>
          </a:p>
        </p:txBody>
      </p:sp>
      <p:grpSp>
        <p:nvGrpSpPr>
          <p:cNvPr id="24" name="object 24"/>
          <p:cNvGrpSpPr/>
          <p:nvPr/>
        </p:nvGrpSpPr>
        <p:grpSpPr>
          <a:xfrm>
            <a:off x="4831580" y="5506281"/>
            <a:ext cx="1151467" cy="1049867"/>
            <a:chOff x="3623685" y="4129711"/>
            <a:chExt cx="863600" cy="787400"/>
          </a:xfrm>
        </p:grpSpPr>
        <p:sp>
          <p:nvSpPr>
            <p:cNvPr id="25" name="object 25"/>
            <p:cNvSpPr/>
            <p:nvPr/>
          </p:nvSpPr>
          <p:spPr>
            <a:xfrm>
              <a:off x="3636385" y="4142411"/>
              <a:ext cx="838200" cy="762000"/>
            </a:xfrm>
            <a:custGeom>
              <a:avLst/>
              <a:gdLst/>
              <a:ahLst/>
              <a:cxnLst/>
              <a:rect l="l" t="t" r="r" b="b"/>
              <a:pathLst>
                <a:path w="838200" h="762000">
                  <a:moveTo>
                    <a:pt x="419099" y="0"/>
                  </a:moveTo>
                  <a:lnTo>
                    <a:pt x="370240" y="2563"/>
                  </a:lnTo>
                  <a:lnTo>
                    <a:pt x="323032" y="10062"/>
                  </a:lnTo>
                  <a:lnTo>
                    <a:pt x="277790" y="22211"/>
                  </a:lnTo>
                  <a:lnTo>
                    <a:pt x="234829" y="38725"/>
                  </a:lnTo>
                  <a:lnTo>
                    <a:pt x="194464" y="59316"/>
                  </a:lnTo>
                  <a:lnTo>
                    <a:pt x="157011" y="83701"/>
                  </a:lnTo>
                  <a:lnTo>
                    <a:pt x="122784" y="111591"/>
                  </a:lnTo>
                  <a:lnTo>
                    <a:pt x="92099" y="142703"/>
                  </a:lnTo>
                  <a:lnTo>
                    <a:pt x="65270" y="176749"/>
                  </a:lnTo>
                  <a:lnTo>
                    <a:pt x="42613" y="213445"/>
                  </a:lnTo>
                  <a:lnTo>
                    <a:pt x="24442" y="252503"/>
                  </a:lnTo>
                  <a:lnTo>
                    <a:pt x="11073" y="293639"/>
                  </a:lnTo>
                  <a:lnTo>
                    <a:pt x="2820" y="336567"/>
                  </a:lnTo>
                  <a:lnTo>
                    <a:pt x="0" y="380999"/>
                  </a:lnTo>
                  <a:lnTo>
                    <a:pt x="2820" y="425434"/>
                  </a:lnTo>
                  <a:lnTo>
                    <a:pt x="11073" y="468362"/>
                  </a:lnTo>
                  <a:lnTo>
                    <a:pt x="24442" y="509499"/>
                  </a:lnTo>
                  <a:lnTo>
                    <a:pt x="42613" y="548558"/>
                  </a:lnTo>
                  <a:lnTo>
                    <a:pt x="65270" y="585253"/>
                  </a:lnTo>
                  <a:lnTo>
                    <a:pt x="92099" y="619299"/>
                  </a:lnTo>
                  <a:lnTo>
                    <a:pt x="122784" y="650410"/>
                  </a:lnTo>
                  <a:lnTo>
                    <a:pt x="157011" y="678301"/>
                  </a:lnTo>
                  <a:lnTo>
                    <a:pt x="194464" y="702684"/>
                  </a:lnTo>
                  <a:lnTo>
                    <a:pt x="234829" y="723275"/>
                  </a:lnTo>
                  <a:lnTo>
                    <a:pt x="277790" y="739788"/>
                  </a:lnTo>
                  <a:lnTo>
                    <a:pt x="323032" y="751936"/>
                  </a:lnTo>
                  <a:lnTo>
                    <a:pt x="370240" y="759435"/>
                  </a:lnTo>
                  <a:lnTo>
                    <a:pt x="419099" y="761998"/>
                  </a:lnTo>
                  <a:lnTo>
                    <a:pt x="467987" y="759435"/>
                  </a:lnTo>
                  <a:lnTo>
                    <a:pt x="515215" y="751936"/>
                  </a:lnTo>
                  <a:lnTo>
                    <a:pt x="560470" y="739788"/>
                  </a:lnTo>
                  <a:lnTo>
                    <a:pt x="603437" y="723275"/>
                  </a:lnTo>
                  <a:lnTo>
                    <a:pt x="643802" y="702684"/>
                  </a:lnTo>
                  <a:lnTo>
                    <a:pt x="681252" y="678301"/>
                  </a:lnTo>
                  <a:lnTo>
                    <a:pt x="715472" y="650410"/>
                  </a:lnTo>
                  <a:lnTo>
                    <a:pt x="746148" y="619299"/>
                  </a:lnTo>
                  <a:lnTo>
                    <a:pt x="772966" y="585253"/>
                  </a:lnTo>
                  <a:lnTo>
                    <a:pt x="795613" y="548558"/>
                  </a:lnTo>
                  <a:lnTo>
                    <a:pt x="813773" y="509499"/>
                  </a:lnTo>
                  <a:lnTo>
                    <a:pt x="827134" y="468362"/>
                  </a:lnTo>
                  <a:lnTo>
                    <a:pt x="835381" y="425434"/>
                  </a:lnTo>
                  <a:lnTo>
                    <a:pt x="838199" y="380999"/>
                  </a:lnTo>
                  <a:lnTo>
                    <a:pt x="835381" y="336567"/>
                  </a:lnTo>
                  <a:lnTo>
                    <a:pt x="827134" y="293639"/>
                  </a:lnTo>
                  <a:lnTo>
                    <a:pt x="813773" y="252503"/>
                  </a:lnTo>
                  <a:lnTo>
                    <a:pt x="795613" y="213445"/>
                  </a:lnTo>
                  <a:lnTo>
                    <a:pt x="772966" y="176749"/>
                  </a:lnTo>
                  <a:lnTo>
                    <a:pt x="746148" y="142703"/>
                  </a:lnTo>
                  <a:lnTo>
                    <a:pt x="715472" y="111591"/>
                  </a:lnTo>
                  <a:lnTo>
                    <a:pt x="681252" y="83701"/>
                  </a:lnTo>
                  <a:lnTo>
                    <a:pt x="643802" y="59316"/>
                  </a:lnTo>
                  <a:lnTo>
                    <a:pt x="603437" y="38725"/>
                  </a:lnTo>
                  <a:lnTo>
                    <a:pt x="560470" y="22211"/>
                  </a:lnTo>
                  <a:lnTo>
                    <a:pt x="515215" y="10062"/>
                  </a:lnTo>
                  <a:lnTo>
                    <a:pt x="467987" y="2563"/>
                  </a:lnTo>
                  <a:lnTo>
                    <a:pt x="419099" y="0"/>
                  </a:lnTo>
                  <a:close/>
                </a:path>
              </a:pathLst>
            </a:custGeom>
            <a:solidFill>
              <a:srgbClr val="FFC000"/>
            </a:solidFill>
          </p:spPr>
          <p:txBody>
            <a:bodyPr wrap="square" lIns="0" tIns="0" rIns="0" bIns="0" rtlCol="0"/>
            <a:lstStyle/>
            <a:p>
              <a:endParaRPr sz="2400"/>
            </a:p>
          </p:txBody>
        </p:sp>
        <p:sp>
          <p:nvSpPr>
            <p:cNvPr id="26" name="object 26"/>
            <p:cNvSpPr/>
            <p:nvPr/>
          </p:nvSpPr>
          <p:spPr>
            <a:xfrm>
              <a:off x="3636385" y="4142411"/>
              <a:ext cx="838200" cy="762000"/>
            </a:xfrm>
            <a:custGeom>
              <a:avLst/>
              <a:gdLst/>
              <a:ahLst/>
              <a:cxnLst/>
              <a:rect l="l" t="t" r="r" b="b"/>
              <a:pathLst>
                <a:path w="838200" h="762000">
                  <a:moveTo>
                    <a:pt x="0" y="380999"/>
                  </a:moveTo>
                  <a:lnTo>
                    <a:pt x="2820" y="336567"/>
                  </a:lnTo>
                  <a:lnTo>
                    <a:pt x="11073" y="293639"/>
                  </a:lnTo>
                  <a:lnTo>
                    <a:pt x="24442" y="252503"/>
                  </a:lnTo>
                  <a:lnTo>
                    <a:pt x="42613" y="213445"/>
                  </a:lnTo>
                  <a:lnTo>
                    <a:pt x="65270" y="176749"/>
                  </a:lnTo>
                  <a:lnTo>
                    <a:pt x="92099" y="142703"/>
                  </a:lnTo>
                  <a:lnTo>
                    <a:pt x="122784" y="111591"/>
                  </a:lnTo>
                  <a:lnTo>
                    <a:pt x="157011" y="83701"/>
                  </a:lnTo>
                  <a:lnTo>
                    <a:pt x="194464" y="59316"/>
                  </a:lnTo>
                  <a:lnTo>
                    <a:pt x="234829" y="38725"/>
                  </a:lnTo>
                  <a:lnTo>
                    <a:pt x="277790" y="22211"/>
                  </a:lnTo>
                  <a:lnTo>
                    <a:pt x="323032" y="10062"/>
                  </a:lnTo>
                  <a:lnTo>
                    <a:pt x="370240" y="2563"/>
                  </a:lnTo>
                  <a:lnTo>
                    <a:pt x="419099" y="0"/>
                  </a:lnTo>
                  <a:lnTo>
                    <a:pt x="467987" y="2563"/>
                  </a:lnTo>
                  <a:lnTo>
                    <a:pt x="515215" y="10062"/>
                  </a:lnTo>
                  <a:lnTo>
                    <a:pt x="560470" y="22211"/>
                  </a:lnTo>
                  <a:lnTo>
                    <a:pt x="603437" y="38725"/>
                  </a:lnTo>
                  <a:lnTo>
                    <a:pt x="643802" y="59316"/>
                  </a:lnTo>
                  <a:lnTo>
                    <a:pt x="681252" y="83701"/>
                  </a:lnTo>
                  <a:lnTo>
                    <a:pt x="715472" y="111591"/>
                  </a:lnTo>
                  <a:lnTo>
                    <a:pt x="746148" y="142703"/>
                  </a:lnTo>
                  <a:lnTo>
                    <a:pt x="772966" y="176749"/>
                  </a:lnTo>
                  <a:lnTo>
                    <a:pt x="795613" y="213445"/>
                  </a:lnTo>
                  <a:lnTo>
                    <a:pt x="813773" y="252503"/>
                  </a:lnTo>
                  <a:lnTo>
                    <a:pt x="827134" y="293639"/>
                  </a:lnTo>
                  <a:lnTo>
                    <a:pt x="835381" y="336567"/>
                  </a:lnTo>
                  <a:lnTo>
                    <a:pt x="838199" y="380999"/>
                  </a:lnTo>
                  <a:lnTo>
                    <a:pt x="835381" y="425434"/>
                  </a:lnTo>
                  <a:lnTo>
                    <a:pt x="827134" y="468362"/>
                  </a:lnTo>
                  <a:lnTo>
                    <a:pt x="813773" y="509499"/>
                  </a:lnTo>
                  <a:lnTo>
                    <a:pt x="795613" y="548558"/>
                  </a:lnTo>
                  <a:lnTo>
                    <a:pt x="772966" y="585253"/>
                  </a:lnTo>
                  <a:lnTo>
                    <a:pt x="746148" y="619299"/>
                  </a:lnTo>
                  <a:lnTo>
                    <a:pt x="715472" y="650410"/>
                  </a:lnTo>
                  <a:lnTo>
                    <a:pt x="681252" y="678301"/>
                  </a:lnTo>
                  <a:lnTo>
                    <a:pt x="643802" y="702684"/>
                  </a:lnTo>
                  <a:lnTo>
                    <a:pt x="603437" y="723275"/>
                  </a:lnTo>
                  <a:lnTo>
                    <a:pt x="560470" y="739788"/>
                  </a:lnTo>
                  <a:lnTo>
                    <a:pt x="515215" y="751936"/>
                  </a:lnTo>
                  <a:lnTo>
                    <a:pt x="467987" y="759435"/>
                  </a:lnTo>
                  <a:lnTo>
                    <a:pt x="419099" y="761998"/>
                  </a:lnTo>
                  <a:lnTo>
                    <a:pt x="370240" y="759435"/>
                  </a:lnTo>
                  <a:lnTo>
                    <a:pt x="323032" y="751936"/>
                  </a:lnTo>
                  <a:lnTo>
                    <a:pt x="277790" y="739788"/>
                  </a:lnTo>
                  <a:lnTo>
                    <a:pt x="234829" y="723275"/>
                  </a:lnTo>
                  <a:lnTo>
                    <a:pt x="194464" y="702684"/>
                  </a:lnTo>
                  <a:lnTo>
                    <a:pt x="157011" y="678301"/>
                  </a:lnTo>
                  <a:lnTo>
                    <a:pt x="122784" y="650410"/>
                  </a:lnTo>
                  <a:lnTo>
                    <a:pt x="92099" y="619299"/>
                  </a:lnTo>
                  <a:lnTo>
                    <a:pt x="65270" y="585253"/>
                  </a:lnTo>
                  <a:lnTo>
                    <a:pt x="42613" y="548558"/>
                  </a:lnTo>
                  <a:lnTo>
                    <a:pt x="24442" y="509499"/>
                  </a:lnTo>
                  <a:lnTo>
                    <a:pt x="11073" y="468362"/>
                  </a:lnTo>
                  <a:lnTo>
                    <a:pt x="2820" y="425434"/>
                  </a:lnTo>
                  <a:lnTo>
                    <a:pt x="0" y="380999"/>
                  </a:lnTo>
                  <a:close/>
                </a:path>
              </a:pathLst>
            </a:custGeom>
            <a:ln w="25399">
              <a:solidFill>
                <a:srgbClr val="000000"/>
              </a:solidFill>
            </a:ln>
          </p:spPr>
          <p:txBody>
            <a:bodyPr wrap="square" lIns="0" tIns="0" rIns="0" bIns="0" rtlCol="0"/>
            <a:lstStyle/>
            <a:p>
              <a:endParaRPr sz="2400"/>
            </a:p>
          </p:txBody>
        </p:sp>
      </p:grpSp>
      <p:sp>
        <p:nvSpPr>
          <p:cNvPr id="27" name="object 27"/>
          <p:cNvSpPr txBox="1"/>
          <p:nvPr/>
        </p:nvSpPr>
        <p:spPr>
          <a:xfrm>
            <a:off x="5275076" y="5715000"/>
            <a:ext cx="272627" cy="586550"/>
          </a:xfrm>
          <a:prstGeom prst="rect">
            <a:avLst/>
          </a:prstGeom>
        </p:spPr>
        <p:txBody>
          <a:bodyPr vert="horz" wrap="square" lIns="0" tIns="22013" rIns="0" bIns="0" rtlCol="0">
            <a:spAutoFit/>
          </a:bodyPr>
          <a:lstStyle/>
          <a:p>
            <a:pPr marL="16933">
              <a:spcBef>
                <a:spcPts val="173"/>
              </a:spcBef>
            </a:pPr>
            <a:r>
              <a:rPr sz="3667" b="1" spc="-67" dirty="0">
                <a:latin typeface="Calibri"/>
                <a:cs typeface="Calibri"/>
              </a:rPr>
              <a:t>5</a:t>
            </a:r>
            <a:endParaRPr sz="3667">
              <a:latin typeface="Calibri"/>
              <a:cs typeface="Calibri"/>
            </a:endParaRPr>
          </a:p>
        </p:txBody>
      </p:sp>
      <p:grpSp>
        <p:nvGrpSpPr>
          <p:cNvPr id="28" name="object 28"/>
          <p:cNvGrpSpPr/>
          <p:nvPr/>
        </p:nvGrpSpPr>
        <p:grpSpPr>
          <a:xfrm>
            <a:off x="6869351" y="5506281"/>
            <a:ext cx="1151467" cy="1049867"/>
            <a:chOff x="5152013" y="4129711"/>
            <a:chExt cx="863600" cy="787400"/>
          </a:xfrm>
        </p:grpSpPr>
        <p:sp>
          <p:nvSpPr>
            <p:cNvPr id="29" name="object 29"/>
            <p:cNvSpPr/>
            <p:nvPr/>
          </p:nvSpPr>
          <p:spPr>
            <a:xfrm>
              <a:off x="5164713" y="4142411"/>
              <a:ext cx="838200" cy="762000"/>
            </a:xfrm>
            <a:custGeom>
              <a:avLst/>
              <a:gdLst/>
              <a:ahLst/>
              <a:cxnLst/>
              <a:rect l="l" t="t" r="r" b="b"/>
              <a:pathLst>
                <a:path w="838200" h="762000">
                  <a:moveTo>
                    <a:pt x="419099" y="0"/>
                  </a:moveTo>
                  <a:lnTo>
                    <a:pt x="370212" y="2563"/>
                  </a:lnTo>
                  <a:lnTo>
                    <a:pt x="322984" y="10062"/>
                  </a:lnTo>
                  <a:lnTo>
                    <a:pt x="277729" y="22211"/>
                  </a:lnTo>
                  <a:lnTo>
                    <a:pt x="234762" y="38725"/>
                  </a:lnTo>
                  <a:lnTo>
                    <a:pt x="194397" y="59316"/>
                  </a:lnTo>
                  <a:lnTo>
                    <a:pt x="156947" y="83701"/>
                  </a:lnTo>
                  <a:lnTo>
                    <a:pt x="122727" y="111591"/>
                  </a:lnTo>
                  <a:lnTo>
                    <a:pt x="92051" y="142703"/>
                  </a:lnTo>
                  <a:lnTo>
                    <a:pt x="65233" y="176749"/>
                  </a:lnTo>
                  <a:lnTo>
                    <a:pt x="42586" y="213445"/>
                  </a:lnTo>
                  <a:lnTo>
                    <a:pt x="24426" y="252503"/>
                  </a:lnTo>
                  <a:lnTo>
                    <a:pt x="11065" y="293639"/>
                  </a:lnTo>
                  <a:lnTo>
                    <a:pt x="2818" y="336567"/>
                  </a:lnTo>
                  <a:lnTo>
                    <a:pt x="0" y="380999"/>
                  </a:lnTo>
                  <a:lnTo>
                    <a:pt x="2818" y="425434"/>
                  </a:lnTo>
                  <a:lnTo>
                    <a:pt x="11065" y="468362"/>
                  </a:lnTo>
                  <a:lnTo>
                    <a:pt x="24426" y="509499"/>
                  </a:lnTo>
                  <a:lnTo>
                    <a:pt x="42586" y="548558"/>
                  </a:lnTo>
                  <a:lnTo>
                    <a:pt x="65233" y="585253"/>
                  </a:lnTo>
                  <a:lnTo>
                    <a:pt x="92051" y="619299"/>
                  </a:lnTo>
                  <a:lnTo>
                    <a:pt x="122727" y="650410"/>
                  </a:lnTo>
                  <a:lnTo>
                    <a:pt x="156947" y="678301"/>
                  </a:lnTo>
                  <a:lnTo>
                    <a:pt x="194397" y="702684"/>
                  </a:lnTo>
                  <a:lnTo>
                    <a:pt x="234762" y="723275"/>
                  </a:lnTo>
                  <a:lnTo>
                    <a:pt x="277729" y="739788"/>
                  </a:lnTo>
                  <a:lnTo>
                    <a:pt x="322984" y="751936"/>
                  </a:lnTo>
                  <a:lnTo>
                    <a:pt x="370212" y="759435"/>
                  </a:lnTo>
                  <a:lnTo>
                    <a:pt x="419099" y="761998"/>
                  </a:lnTo>
                  <a:lnTo>
                    <a:pt x="467965" y="759435"/>
                  </a:lnTo>
                  <a:lnTo>
                    <a:pt x="515177" y="751936"/>
                  </a:lnTo>
                  <a:lnTo>
                    <a:pt x="560421" y="739788"/>
                  </a:lnTo>
                  <a:lnTo>
                    <a:pt x="603384" y="723275"/>
                  </a:lnTo>
                  <a:lnTo>
                    <a:pt x="643748" y="702684"/>
                  </a:lnTo>
                  <a:lnTo>
                    <a:pt x="681201" y="678301"/>
                  </a:lnTo>
                  <a:lnTo>
                    <a:pt x="715426" y="650410"/>
                  </a:lnTo>
                  <a:lnTo>
                    <a:pt x="746110" y="619299"/>
                  </a:lnTo>
                  <a:lnTo>
                    <a:pt x="772936" y="585253"/>
                  </a:lnTo>
                  <a:lnTo>
                    <a:pt x="795591" y="548558"/>
                  </a:lnTo>
                  <a:lnTo>
                    <a:pt x="813760" y="509499"/>
                  </a:lnTo>
                  <a:lnTo>
                    <a:pt x="827128" y="468362"/>
                  </a:lnTo>
                  <a:lnTo>
                    <a:pt x="835379" y="425434"/>
                  </a:lnTo>
                  <a:lnTo>
                    <a:pt x="838199" y="380999"/>
                  </a:lnTo>
                  <a:lnTo>
                    <a:pt x="835379" y="336567"/>
                  </a:lnTo>
                  <a:lnTo>
                    <a:pt x="827128" y="293639"/>
                  </a:lnTo>
                  <a:lnTo>
                    <a:pt x="813760" y="252503"/>
                  </a:lnTo>
                  <a:lnTo>
                    <a:pt x="795591" y="213445"/>
                  </a:lnTo>
                  <a:lnTo>
                    <a:pt x="772936" y="176749"/>
                  </a:lnTo>
                  <a:lnTo>
                    <a:pt x="746110" y="142703"/>
                  </a:lnTo>
                  <a:lnTo>
                    <a:pt x="715426" y="111591"/>
                  </a:lnTo>
                  <a:lnTo>
                    <a:pt x="681201" y="83701"/>
                  </a:lnTo>
                  <a:lnTo>
                    <a:pt x="643748" y="59316"/>
                  </a:lnTo>
                  <a:lnTo>
                    <a:pt x="603384" y="38725"/>
                  </a:lnTo>
                  <a:lnTo>
                    <a:pt x="560421" y="22211"/>
                  </a:lnTo>
                  <a:lnTo>
                    <a:pt x="515177" y="10062"/>
                  </a:lnTo>
                  <a:lnTo>
                    <a:pt x="467965" y="2563"/>
                  </a:lnTo>
                  <a:lnTo>
                    <a:pt x="419099" y="0"/>
                  </a:lnTo>
                  <a:close/>
                </a:path>
              </a:pathLst>
            </a:custGeom>
            <a:solidFill>
              <a:srgbClr val="FFC000"/>
            </a:solidFill>
          </p:spPr>
          <p:txBody>
            <a:bodyPr wrap="square" lIns="0" tIns="0" rIns="0" bIns="0" rtlCol="0"/>
            <a:lstStyle/>
            <a:p>
              <a:endParaRPr sz="2400"/>
            </a:p>
          </p:txBody>
        </p:sp>
        <p:sp>
          <p:nvSpPr>
            <p:cNvPr id="30" name="object 30"/>
            <p:cNvSpPr/>
            <p:nvPr/>
          </p:nvSpPr>
          <p:spPr>
            <a:xfrm>
              <a:off x="5164713" y="4142411"/>
              <a:ext cx="838200" cy="762000"/>
            </a:xfrm>
            <a:custGeom>
              <a:avLst/>
              <a:gdLst/>
              <a:ahLst/>
              <a:cxnLst/>
              <a:rect l="l" t="t" r="r" b="b"/>
              <a:pathLst>
                <a:path w="838200" h="762000">
                  <a:moveTo>
                    <a:pt x="0" y="380999"/>
                  </a:moveTo>
                  <a:lnTo>
                    <a:pt x="2818" y="336567"/>
                  </a:lnTo>
                  <a:lnTo>
                    <a:pt x="11065" y="293639"/>
                  </a:lnTo>
                  <a:lnTo>
                    <a:pt x="24426" y="252503"/>
                  </a:lnTo>
                  <a:lnTo>
                    <a:pt x="42586" y="213445"/>
                  </a:lnTo>
                  <a:lnTo>
                    <a:pt x="65233" y="176749"/>
                  </a:lnTo>
                  <a:lnTo>
                    <a:pt x="92051" y="142703"/>
                  </a:lnTo>
                  <a:lnTo>
                    <a:pt x="122727" y="111591"/>
                  </a:lnTo>
                  <a:lnTo>
                    <a:pt x="156947" y="83701"/>
                  </a:lnTo>
                  <a:lnTo>
                    <a:pt x="194397" y="59316"/>
                  </a:lnTo>
                  <a:lnTo>
                    <a:pt x="234762" y="38725"/>
                  </a:lnTo>
                  <a:lnTo>
                    <a:pt x="277729" y="22211"/>
                  </a:lnTo>
                  <a:lnTo>
                    <a:pt x="322984" y="10062"/>
                  </a:lnTo>
                  <a:lnTo>
                    <a:pt x="370212" y="2563"/>
                  </a:lnTo>
                  <a:lnTo>
                    <a:pt x="419099" y="0"/>
                  </a:lnTo>
                  <a:lnTo>
                    <a:pt x="467965" y="2563"/>
                  </a:lnTo>
                  <a:lnTo>
                    <a:pt x="515177" y="10062"/>
                  </a:lnTo>
                  <a:lnTo>
                    <a:pt x="560421" y="22211"/>
                  </a:lnTo>
                  <a:lnTo>
                    <a:pt x="603384" y="38725"/>
                  </a:lnTo>
                  <a:lnTo>
                    <a:pt x="643748" y="59316"/>
                  </a:lnTo>
                  <a:lnTo>
                    <a:pt x="681201" y="83701"/>
                  </a:lnTo>
                  <a:lnTo>
                    <a:pt x="715426" y="111591"/>
                  </a:lnTo>
                  <a:lnTo>
                    <a:pt x="746110" y="142703"/>
                  </a:lnTo>
                  <a:lnTo>
                    <a:pt x="772936" y="176749"/>
                  </a:lnTo>
                  <a:lnTo>
                    <a:pt x="795591" y="213445"/>
                  </a:lnTo>
                  <a:lnTo>
                    <a:pt x="813760" y="252503"/>
                  </a:lnTo>
                  <a:lnTo>
                    <a:pt x="827128" y="293639"/>
                  </a:lnTo>
                  <a:lnTo>
                    <a:pt x="835379" y="336567"/>
                  </a:lnTo>
                  <a:lnTo>
                    <a:pt x="838199" y="380999"/>
                  </a:lnTo>
                  <a:lnTo>
                    <a:pt x="835379" y="425434"/>
                  </a:lnTo>
                  <a:lnTo>
                    <a:pt x="827128" y="468362"/>
                  </a:lnTo>
                  <a:lnTo>
                    <a:pt x="813760" y="509499"/>
                  </a:lnTo>
                  <a:lnTo>
                    <a:pt x="795591" y="548558"/>
                  </a:lnTo>
                  <a:lnTo>
                    <a:pt x="772936" y="585253"/>
                  </a:lnTo>
                  <a:lnTo>
                    <a:pt x="746110" y="619299"/>
                  </a:lnTo>
                  <a:lnTo>
                    <a:pt x="715426" y="650410"/>
                  </a:lnTo>
                  <a:lnTo>
                    <a:pt x="681201" y="678301"/>
                  </a:lnTo>
                  <a:lnTo>
                    <a:pt x="643748" y="702684"/>
                  </a:lnTo>
                  <a:lnTo>
                    <a:pt x="603384" y="723275"/>
                  </a:lnTo>
                  <a:lnTo>
                    <a:pt x="560421" y="739788"/>
                  </a:lnTo>
                  <a:lnTo>
                    <a:pt x="515177" y="751936"/>
                  </a:lnTo>
                  <a:lnTo>
                    <a:pt x="467965" y="759435"/>
                  </a:lnTo>
                  <a:lnTo>
                    <a:pt x="419099" y="761998"/>
                  </a:lnTo>
                  <a:lnTo>
                    <a:pt x="370212" y="759435"/>
                  </a:lnTo>
                  <a:lnTo>
                    <a:pt x="322984" y="751936"/>
                  </a:lnTo>
                  <a:lnTo>
                    <a:pt x="277729" y="739788"/>
                  </a:lnTo>
                  <a:lnTo>
                    <a:pt x="234762" y="723275"/>
                  </a:lnTo>
                  <a:lnTo>
                    <a:pt x="194397" y="702684"/>
                  </a:lnTo>
                  <a:lnTo>
                    <a:pt x="156947" y="678301"/>
                  </a:lnTo>
                  <a:lnTo>
                    <a:pt x="122727" y="650410"/>
                  </a:lnTo>
                  <a:lnTo>
                    <a:pt x="92051" y="619299"/>
                  </a:lnTo>
                  <a:lnTo>
                    <a:pt x="65233" y="585253"/>
                  </a:lnTo>
                  <a:lnTo>
                    <a:pt x="42586" y="548558"/>
                  </a:lnTo>
                  <a:lnTo>
                    <a:pt x="24426" y="509499"/>
                  </a:lnTo>
                  <a:lnTo>
                    <a:pt x="11065" y="468362"/>
                  </a:lnTo>
                  <a:lnTo>
                    <a:pt x="2818" y="425434"/>
                  </a:lnTo>
                  <a:lnTo>
                    <a:pt x="0" y="380999"/>
                  </a:lnTo>
                  <a:close/>
                </a:path>
              </a:pathLst>
            </a:custGeom>
            <a:ln w="25399">
              <a:solidFill>
                <a:srgbClr val="000000"/>
              </a:solidFill>
            </a:ln>
          </p:spPr>
          <p:txBody>
            <a:bodyPr wrap="square" lIns="0" tIns="0" rIns="0" bIns="0" rtlCol="0"/>
            <a:lstStyle/>
            <a:p>
              <a:endParaRPr sz="2400"/>
            </a:p>
          </p:txBody>
        </p:sp>
      </p:grpSp>
      <p:sp>
        <p:nvSpPr>
          <p:cNvPr id="31" name="object 31"/>
          <p:cNvSpPr txBox="1"/>
          <p:nvPr/>
        </p:nvSpPr>
        <p:spPr>
          <a:xfrm>
            <a:off x="7314867" y="5715000"/>
            <a:ext cx="272627" cy="586550"/>
          </a:xfrm>
          <a:prstGeom prst="rect">
            <a:avLst/>
          </a:prstGeom>
        </p:spPr>
        <p:txBody>
          <a:bodyPr vert="horz" wrap="square" lIns="0" tIns="22013" rIns="0" bIns="0" rtlCol="0">
            <a:spAutoFit/>
          </a:bodyPr>
          <a:lstStyle/>
          <a:p>
            <a:pPr marL="16933">
              <a:spcBef>
                <a:spcPts val="173"/>
              </a:spcBef>
            </a:pPr>
            <a:r>
              <a:rPr sz="3667" b="1" spc="-67" dirty="0">
                <a:latin typeface="Calibri"/>
                <a:cs typeface="Calibri"/>
              </a:rPr>
              <a:t>1</a:t>
            </a:r>
            <a:endParaRPr sz="3667">
              <a:latin typeface="Calibri"/>
              <a:cs typeface="Calibri"/>
            </a:endParaRPr>
          </a:p>
        </p:txBody>
      </p:sp>
      <p:sp>
        <p:nvSpPr>
          <p:cNvPr id="32" name="object 32"/>
          <p:cNvSpPr/>
          <p:nvPr/>
        </p:nvSpPr>
        <p:spPr>
          <a:xfrm>
            <a:off x="5689600" y="3280156"/>
            <a:ext cx="2641600" cy="2243667"/>
          </a:xfrm>
          <a:custGeom>
            <a:avLst/>
            <a:gdLst/>
            <a:ahLst/>
            <a:cxnLst/>
            <a:rect l="l" t="t" r="r" b="b"/>
            <a:pathLst>
              <a:path w="1981200" h="1682750">
                <a:moveTo>
                  <a:pt x="1037203" y="0"/>
                </a:moveTo>
                <a:lnTo>
                  <a:pt x="761999" y="492632"/>
                </a:lnTo>
              </a:path>
              <a:path w="1981200" h="1682750">
                <a:moveTo>
                  <a:pt x="1629796" y="0"/>
                </a:moveTo>
                <a:lnTo>
                  <a:pt x="1981199" y="496193"/>
                </a:lnTo>
              </a:path>
              <a:path w="1981200" h="1682750">
                <a:moveTo>
                  <a:pt x="330189" y="1142999"/>
                </a:moveTo>
                <a:lnTo>
                  <a:pt x="0" y="1682294"/>
                </a:lnTo>
              </a:path>
              <a:path w="1981200" h="1682750">
                <a:moveTo>
                  <a:pt x="922903" y="1142999"/>
                </a:moveTo>
                <a:lnTo>
                  <a:pt x="1219199" y="1682294"/>
                </a:lnTo>
              </a:path>
            </a:pathLst>
          </a:custGeom>
          <a:ln w="9534">
            <a:solidFill>
              <a:srgbClr val="000000"/>
            </a:solidFill>
          </a:ln>
        </p:spPr>
        <p:txBody>
          <a:bodyPr wrap="square" lIns="0" tIns="0" rIns="0" bIns="0" rtlCol="0"/>
          <a:lstStyle/>
          <a:p>
            <a:endParaRPr sz="2400"/>
          </a:p>
        </p:txBody>
      </p:sp>
      <p:sp>
        <p:nvSpPr>
          <p:cNvPr id="33" name="object 33"/>
          <p:cNvSpPr txBox="1"/>
          <p:nvPr/>
        </p:nvSpPr>
        <p:spPr>
          <a:xfrm>
            <a:off x="9563615" y="2639819"/>
            <a:ext cx="1811867" cy="1492823"/>
          </a:xfrm>
          <a:prstGeom prst="rect">
            <a:avLst/>
          </a:prstGeom>
        </p:spPr>
        <p:txBody>
          <a:bodyPr vert="horz" wrap="square" lIns="0" tIns="14393" rIns="0" bIns="0" rtlCol="0">
            <a:spAutoFit/>
          </a:bodyPr>
          <a:lstStyle/>
          <a:p>
            <a:pPr marL="16933" marR="6773">
              <a:lnSpc>
                <a:spcPct val="100800"/>
              </a:lnSpc>
              <a:spcBef>
                <a:spcPts val="113"/>
              </a:spcBef>
            </a:pPr>
            <a:r>
              <a:rPr sz="2400" b="1" dirty="0">
                <a:latin typeface="Calibri"/>
                <a:cs typeface="Calibri"/>
              </a:rPr>
              <a:t>Heap</a:t>
            </a:r>
            <a:r>
              <a:rPr sz="2400" spc="-100" dirty="0">
                <a:latin typeface="Times New Roman"/>
                <a:cs typeface="Times New Roman"/>
              </a:rPr>
              <a:t> </a:t>
            </a:r>
            <a:r>
              <a:rPr sz="2400" b="1" dirty="0">
                <a:latin typeface="Calibri"/>
                <a:cs typeface="Calibri"/>
              </a:rPr>
              <a:t>is</a:t>
            </a:r>
            <a:r>
              <a:rPr sz="2400" spc="-73" dirty="0">
                <a:latin typeface="Times New Roman"/>
                <a:cs typeface="Times New Roman"/>
              </a:rPr>
              <a:t> </a:t>
            </a:r>
            <a:r>
              <a:rPr sz="2400" b="1" spc="-13" dirty="0">
                <a:latin typeface="Calibri"/>
                <a:cs typeface="Calibri"/>
              </a:rPr>
              <a:t>build</a:t>
            </a:r>
            <a:r>
              <a:rPr sz="2400" spc="-13" dirty="0">
                <a:latin typeface="Times New Roman"/>
                <a:cs typeface="Times New Roman"/>
              </a:rPr>
              <a:t> </a:t>
            </a:r>
            <a:r>
              <a:rPr sz="2400" b="1" dirty="0">
                <a:latin typeface="Calibri"/>
                <a:cs typeface="Calibri"/>
              </a:rPr>
              <a:t>and</a:t>
            </a:r>
            <a:r>
              <a:rPr sz="2400" spc="-87" dirty="0">
                <a:latin typeface="Times New Roman"/>
                <a:cs typeface="Times New Roman"/>
              </a:rPr>
              <a:t> </a:t>
            </a:r>
            <a:r>
              <a:rPr sz="2400" b="1" spc="-33" dirty="0">
                <a:latin typeface="Calibri"/>
                <a:cs typeface="Calibri"/>
              </a:rPr>
              <a:t>now</a:t>
            </a:r>
            <a:r>
              <a:rPr sz="2400" spc="-33" dirty="0">
                <a:latin typeface="Times New Roman"/>
                <a:cs typeface="Times New Roman"/>
              </a:rPr>
              <a:t> </a:t>
            </a:r>
            <a:r>
              <a:rPr sz="2400" b="1" dirty="0">
                <a:latin typeface="Calibri"/>
                <a:cs typeface="Calibri"/>
              </a:rPr>
              <a:t>convert</a:t>
            </a:r>
            <a:r>
              <a:rPr sz="2400" spc="-140" dirty="0">
                <a:latin typeface="Times New Roman"/>
                <a:cs typeface="Times New Roman"/>
              </a:rPr>
              <a:t> </a:t>
            </a:r>
            <a:r>
              <a:rPr sz="2400" b="1" dirty="0">
                <a:latin typeface="Calibri"/>
                <a:cs typeface="Calibri"/>
              </a:rPr>
              <a:t>it</a:t>
            </a:r>
            <a:r>
              <a:rPr sz="2400" spc="-133" dirty="0">
                <a:latin typeface="Times New Roman"/>
                <a:cs typeface="Times New Roman"/>
              </a:rPr>
              <a:t> </a:t>
            </a:r>
            <a:r>
              <a:rPr sz="2400" b="1" spc="-27" dirty="0">
                <a:latin typeface="Calibri"/>
                <a:cs typeface="Calibri"/>
              </a:rPr>
              <a:t>into</a:t>
            </a:r>
            <a:r>
              <a:rPr sz="2400" spc="-27" dirty="0">
                <a:latin typeface="Times New Roman"/>
                <a:cs typeface="Times New Roman"/>
              </a:rPr>
              <a:t> </a:t>
            </a:r>
            <a:r>
              <a:rPr sz="2400" b="1" dirty="0">
                <a:latin typeface="Calibri"/>
                <a:cs typeface="Calibri"/>
              </a:rPr>
              <a:t>max</a:t>
            </a:r>
            <a:r>
              <a:rPr sz="2400" spc="-47" dirty="0">
                <a:latin typeface="Times New Roman"/>
                <a:cs typeface="Times New Roman"/>
              </a:rPr>
              <a:t> </a:t>
            </a:r>
            <a:r>
              <a:rPr sz="2400" b="1" spc="-27" dirty="0">
                <a:latin typeface="Calibri"/>
                <a:cs typeface="Calibri"/>
              </a:rPr>
              <a:t>heap</a:t>
            </a:r>
            <a:endParaRPr sz="2400">
              <a:latin typeface="Calibri"/>
              <a:cs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6682218" y="263000"/>
          <a:ext cx="3860798" cy="1413086"/>
        </p:xfrm>
        <a:graphic>
          <a:graphicData uri="http://schemas.openxmlformats.org/drawingml/2006/table">
            <a:tbl>
              <a:tblPr firstRow="1" bandRow="1">
                <a:tableStyleId>{2D5ABB26-0587-4C30-8999-92F81FD0307C}</a:tableStyleId>
              </a:tblPr>
              <a:tblGrid>
                <a:gridCol w="772160">
                  <a:extLst>
                    <a:ext uri="{9D8B030D-6E8A-4147-A177-3AD203B41FA5}">
                      <a16:colId xmlns:a16="http://schemas.microsoft.com/office/drawing/2014/main" val="20000"/>
                    </a:ext>
                  </a:extLst>
                </a:gridCol>
                <a:gridCol w="772160">
                  <a:extLst>
                    <a:ext uri="{9D8B030D-6E8A-4147-A177-3AD203B41FA5}">
                      <a16:colId xmlns:a16="http://schemas.microsoft.com/office/drawing/2014/main" val="20001"/>
                    </a:ext>
                  </a:extLst>
                </a:gridCol>
                <a:gridCol w="772160">
                  <a:extLst>
                    <a:ext uri="{9D8B030D-6E8A-4147-A177-3AD203B41FA5}">
                      <a16:colId xmlns:a16="http://schemas.microsoft.com/office/drawing/2014/main" val="20002"/>
                    </a:ext>
                  </a:extLst>
                </a:gridCol>
                <a:gridCol w="772159">
                  <a:extLst>
                    <a:ext uri="{9D8B030D-6E8A-4147-A177-3AD203B41FA5}">
                      <a16:colId xmlns:a16="http://schemas.microsoft.com/office/drawing/2014/main" val="20003"/>
                    </a:ext>
                  </a:extLst>
                </a:gridCol>
                <a:gridCol w="772159">
                  <a:extLst>
                    <a:ext uri="{9D8B030D-6E8A-4147-A177-3AD203B41FA5}">
                      <a16:colId xmlns:a16="http://schemas.microsoft.com/office/drawing/2014/main" val="20004"/>
                    </a:ext>
                  </a:extLst>
                </a:gridCol>
              </a:tblGrid>
              <a:tr h="317500">
                <a:tc>
                  <a:txBody>
                    <a:bodyPr/>
                    <a:lstStyle/>
                    <a:p>
                      <a:pPr marL="96520">
                        <a:lnSpc>
                          <a:spcPts val="1710"/>
                        </a:lnSpc>
                      </a:pPr>
                      <a:r>
                        <a:rPr sz="2400" b="1" spc="-50" dirty="0">
                          <a:latin typeface="Calibri"/>
                          <a:cs typeface="Calibri"/>
                        </a:rPr>
                        <a:t>0</a:t>
                      </a:r>
                      <a:endParaRPr sz="2400">
                        <a:latin typeface="Calibri"/>
                        <a:cs typeface="Calibri"/>
                      </a:endParaRPr>
                    </a:p>
                  </a:txBody>
                  <a:tcPr marL="0" marR="0" marT="0" marB="0">
                    <a:lnB w="12700">
                      <a:solidFill>
                        <a:srgbClr val="000000"/>
                      </a:solidFill>
                      <a:prstDash val="solid"/>
                    </a:lnB>
                  </a:tcPr>
                </a:tc>
                <a:tc>
                  <a:txBody>
                    <a:bodyPr/>
                    <a:lstStyle/>
                    <a:p>
                      <a:pPr marL="107314">
                        <a:lnSpc>
                          <a:spcPts val="1710"/>
                        </a:lnSpc>
                      </a:pPr>
                      <a:r>
                        <a:rPr sz="2400" b="1" spc="-50" dirty="0">
                          <a:latin typeface="Calibri"/>
                          <a:cs typeface="Calibri"/>
                        </a:rPr>
                        <a:t>1</a:t>
                      </a:r>
                      <a:endParaRPr sz="2400">
                        <a:latin typeface="Calibri"/>
                        <a:cs typeface="Calibri"/>
                      </a:endParaRPr>
                    </a:p>
                  </a:txBody>
                  <a:tcPr marL="0" marR="0" marT="0" marB="0">
                    <a:lnB w="12700">
                      <a:solidFill>
                        <a:srgbClr val="000000"/>
                      </a:solidFill>
                      <a:prstDash val="solid"/>
                    </a:lnB>
                  </a:tcPr>
                </a:tc>
                <a:tc>
                  <a:txBody>
                    <a:bodyPr/>
                    <a:lstStyle/>
                    <a:p>
                      <a:pPr marR="288925" algn="r">
                        <a:lnSpc>
                          <a:spcPts val="1710"/>
                        </a:lnSpc>
                      </a:pPr>
                      <a:r>
                        <a:rPr sz="2400" b="1" spc="-50" dirty="0">
                          <a:latin typeface="Calibri"/>
                          <a:cs typeface="Calibri"/>
                        </a:rPr>
                        <a:t>2</a:t>
                      </a:r>
                      <a:endParaRPr sz="2400">
                        <a:latin typeface="Calibri"/>
                        <a:cs typeface="Calibri"/>
                      </a:endParaRPr>
                    </a:p>
                  </a:txBody>
                  <a:tcPr marL="0" marR="0" marT="0" marB="0">
                    <a:lnB w="12700">
                      <a:solidFill>
                        <a:srgbClr val="000000"/>
                      </a:solidFill>
                      <a:prstDash val="solid"/>
                    </a:lnB>
                  </a:tcPr>
                </a:tc>
                <a:tc>
                  <a:txBody>
                    <a:bodyPr/>
                    <a:lstStyle/>
                    <a:p>
                      <a:pPr marR="287020" algn="r">
                        <a:lnSpc>
                          <a:spcPts val="1710"/>
                        </a:lnSpc>
                      </a:pPr>
                      <a:r>
                        <a:rPr sz="2400" b="1" spc="-50" dirty="0">
                          <a:latin typeface="Calibri"/>
                          <a:cs typeface="Calibri"/>
                        </a:rPr>
                        <a:t>3</a:t>
                      </a:r>
                      <a:endParaRPr sz="2400">
                        <a:latin typeface="Calibri"/>
                        <a:cs typeface="Calibri"/>
                      </a:endParaRPr>
                    </a:p>
                  </a:txBody>
                  <a:tcPr marL="0" marR="0" marT="0" marB="0">
                    <a:lnB w="12700">
                      <a:solidFill>
                        <a:srgbClr val="000000"/>
                      </a:solidFill>
                      <a:prstDash val="solid"/>
                    </a:lnB>
                  </a:tcPr>
                </a:tc>
                <a:tc>
                  <a:txBody>
                    <a:bodyPr/>
                    <a:lstStyle/>
                    <a:p>
                      <a:pPr marR="219075" algn="r">
                        <a:lnSpc>
                          <a:spcPts val="1710"/>
                        </a:lnSpc>
                      </a:pPr>
                      <a:r>
                        <a:rPr sz="2400" b="1" spc="-50" dirty="0">
                          <a:latin typeface="Calibri"/>
                          <a:cs typeface="Calibri"/>
                        </a:rPr>
                        <a:t>4</a:t>
                      </a:r>
                      <a:endParaRPr sz="2400">
                        <a:latin typeface="Calibri"/>
                        <a:cs typeface="Calibri"/>
                      </a:endParaRPr>
                    </a:p>
                  </a:txBody>
                  <a:tcPr marL="0" marR="0" marT="0" marB="0">
                    <a:lnB w="12700">
                      <a:solidFill>
                        <a:srgbClr val="000000"/>
                      </a:solidFill>
                      <a:prstDash val="solid"/>
                    </a:lnB>
                  </a:tcPr>
                </a:tc>
                <a:extLst>
                  <a:ext uri="{0D108BD9-81ED-4DB2-BD59-A6C34878D82A}">
                    <a16:rowId xmlns:a16="http://schemas.microsoft.com/office/drawing/2014/main" val="10000"/>
                  </a:ext>
                </a:extLst>
              </a:tr>
              <a:tr h="493607">
                <a:tc>
                  <a:txBody>
                    <a:bodyPr/>
                    <a:lstStyle/>
                    <a:p>
                      <a:pPr marL="96520">
                        <a:lnSpc>
                          <a:spcPct val="100000"/>
                        </a:lnSpc>
                        <a:spcBef>
                          <a:spcPts val="219"/>
                        </a:spcBef>
                      </a:pPr>
                      <a:r>
                        <a:rPr sz="2400" b="1" spc="-50" dirty="0">
                          <a:latin typeface="Calibri"/>
                          <a:cs typeface="Calibri"/>
                        </a:rPr>
                        <a:t>4</a:t>
                      </a:r>
                      <a:endParaRPr sz="2400">
                        <a:latin typeface="Calibri"/>
                        <a:cs typeface="Calibri"/>
                      </a:endParaRPr>
                    </a:p>
                  </a:txBody>
                  <a:tcPr marL="0" marR="0" marT="37252"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7155">
                        <a:lnSpc>
                          <a:spcPct val="100000"/>
                        </a:lnSpc>
                        <a:spcBef>
                          <a:spcPts val="219"/>
                        </a:spcBef>
                      </a:pPr>
                      <a:r>
                        <a:rPr sz="2400" b="1" spc="-25" dirty="0">
                          <a:latin typeface="Calibri"/>
                          <a:cs typeface="Calibri"/>
                        </a:rPr>
                        <a:t>10</a:t>
                      </a:r>
                      <a:endParaRPr sz="2400">
                        <a:latin typeface="Calibri"/>
                        <a:cs typeface="Calibri"/>
                      </a:endParaRPr>
                    </a:p>
                  </a:txBody>
                  <a:tcPr marL="0" marR="0" marT="37252"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7790">
                        <a:lnSpc>
                          <a:spcPct val="100000"/>
                        </a:lnSpc>
                        <a:spcBef>
                          <a:spcPts val="219"/>
                        </a:spcBef>
                      </a:pPr>
                      <a:r>
                        <a:rPr sz="2400" b="1" spc="-50" dirty="0">
                          <a:latin typeface="Calibri"/>
                          <a:cs typeface="Calibri"/>
                        </a:rPr>
                        <a:t>3</a:t>
                      </a:r>
                      <a:endParaRPr sz="2400">
                        <a:latin typeface="Calibri"/>
                        <a:cs typeface="Calibri"/>
                      </a:endParaRPr>
                    </a:p>
                  </a:txBody>
                  <a:tcPr marL="0" marR="0" marT="37252"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8425">
                        <a:lnSpc>
                          <a:spcPct val="100000"/>
                        </a:lnSpc>
                        <a:spcBef>
                          <a:spcPts val="219"/>
                        </a:spcBef>
                      </a:pPr>
                      <a:r>
                        <a:rPr sz="2400" b="1" spc="-50" dirty="0">
                          <a:latin typeface="Calibri"/>
                          <a:cs typeface="Calibri"/>
                        </a:rPr>
                        <a:t>5</a:t>
                      </a:r>
                      <a:endParaRPr sz="2400">
                        <a:latin typeface="Calibri"/>
                        <a:cs typeface="Calibri"/>
                      </a:endParaRPr>
                    </a:p>
                  </a:txBody>
                  <a:tcPr marL="0" marR="0" marT="37252"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9060">
                        <a:lnSpc>
                          <a:spcPct val="100000"/>
                        </a:lnSpc>
                        <a:spcBef>
                          <a:spcPts val="219"/>
                        </a:spcBef>
                      </a:pPr>
                      <a:r>
                        <a:rPr sz="2400" b="1" spc="-50" dirty="0">
                          <a:latin typeface="Calibri"/>
                          <a:cs typeface="Calibri"/>
                        </a:rPr>
                        <a:t>1</a:t>
                      </a:r>
                      <a:endParaRPr sz="2400">
                        <a:latin typeface="Calibri"/>
                        <a:cs typeface="Calibri"/>
                      </a:endParaRPr>
                    </a:p>
                  </a:txBody>
                  <a:tcPr marL="0" marR="0" marT="37252"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601979">
                <a:tc>
                  <a:txBody>
                    <a:bodyPr/>
                    <a:lstStyle/>
                    <a:p>
                      <a:pPr marL="120014">
                        <a:lnSpc>
                          <a:spcPts val="2150"/>
                        </a:lnSpc>
                        <a:spcBef>
                          <a:spcPts val="1305"/>
                        </a:spcBef>
                      </a:pPr>
                      <a:r>
                        <a:rPr sz="2400" b="1" spc="-50" dirty="0">
                          <a:latin typeface="Calibri"/>
                          <a:cs typeface="Calibri"/>
                        </a:rPr>
                        <a:t>0</a:t>
                      </a:r>
                      <a:endParaRPr sz="2400">
                        <a:latin typeface="Calibri"/>
                        <a:cs typeface="Calibri"/>
                      </a:endParaRPr>
                    </a:p>
                  </a:txBody>
                  <a:tcPr marL="0" marR="0" marT="220980" marB="0">
                    <a:lnT w="12700">
                      <a:solidFill>
                        <a:srgbClr val="000000"/>
                      </a:solidFill>
                      <a:prstDash val="solid"/>
                    </a:lnT>
                  </a:tcPr>
                </a:tc>
                <a:tc>
                  <a:txBody>
                    <a:bodyPr/>
                    <a:lstStyle/>
                    <a:p>
                      <a:pPr marL="130175">
                        <a:lnSpc>
                          <a:spcPts val="2150"/>
                        </a:lnSpc>
                        <a:spcBef>
                          <a:spcPts val="1305"/>
                        </a:spcBef>
                      </a:pPr>
                      <a:r>
                        <a:rPr sz="2400" b="1" spc="-50" dirty="0">
                          <a:latin typeface="Calibri"/>
                          <a:cs typeface="Calibri"/>
                        </a:rPr>
                        <a:t>1</a:t>
                      </a:r>
                      <a:endParaRPr sz="2400">
                        <a:latin typeface="Calibri"/>
                        <a:cs typeface="Calibri"/>
                      </a:endParaRPr>
                    </a:p>
                  </a:txBody>
                  <a:tcPr marL="0" marR="0" marT="220980" marB="0">
                    <a:lnT w="12700">
                      <a:solidFill>
                        <a:srgbClr val="000000"/>
                      </a:solidFill>
                      <a:prstDash val="solid"/>
                    </a:lnT>
                  </a:tcPr>
                </a:tc>
                <a:tc>
                  <a:txBody>
                    <a:bodyPr/>
                    <a:lstStyle/>
                    <a:p>
                      <a:pPr marR="266065" algn="r">
                        <a:lnSpc>
                          <a:spcPts val="2150"/>
                        </a:lnSpc>
                        <a:spcBef>
                          <a:spcPts val="1305"/>
                        </a:spcBef>
                      </a:pPr>
                      <a:r>
                        <a:rPr sz="2400" b="1" spc="-50" dirty="0">
                          <a:latin typeface="Calibri"/>
                          <a:cs typeface="Calibri"/>
                        </a:rPr>
                        <a:t>2</a:t>
                      </a:r>
                      <a:endParaRPr sz="2400">
                        <a:latin typeface="Calibri"/>
                        <a:cs typeface="Calibri"/>
                      </a:endParaRPr>
                    </a:p>
                  </a:txBody>
                  <a:tcPr marL="0" marR="0" marT="220980" marB="0">
                    <a:lnT w="12700">
                      <a:solidFill>
                        <a:srgbClr val="000000"/>
                      </a:solidFill>
                      <a:prstDash val="solid"/>
                    </a:lnT>
                  </a:tcPr>
                </a:tc>
                <a:tc>
                  <a:txBody>
                    <a:bodyPr/>
                    <a:lstStyle/>
                    <a:p>
                      <a:pPr marR="265430" algn="r">
                        <a:lnSpc>
                          <a:spcPts val="2150"/>
                        </a:lnSpc>
                        <a:spcBef>
                          <a:spcPts val="1305"/>
                        </a:spcBef>
                      </a:pPr>
                      <a:r>
                        <a:rPr sz="2400" b="1" spc="-50" dirty="0">
                          <a:latin typeface="Calibri"/>
                          <a:cs typeface="Calibri"/>
                        </a:rPr>
                        <a:t>3</a:t>
                      </a:r>
                      <a:endParaRPr sz="2400">
                        <a:latin typeface="Calibri"/>
                        <a:cs typeface="Calibri"/>
                      </a:endParaRPr>
                    </a:p>
                  </a:txBody>
                  <a:tcPr marL="0" marR="0" marT="220980" marB="0">
                    <a:lnT w="12700">
                      <a:solidFill>
                        <a:srgbClr val="000000"/>
                      </a:solidFill>
                      <a:prstDash val="solid"/>
                    </a:lnT>
                  </a:tcPr>
                </a:tc>
                <a:tc>
                  <a:txBody>
                    <a:bodyPr/>
                    <a:lstStyle/>
                    <a:p>
                      <a:pPr marR="197485" algn="r">
                        <a:lnSpc>
                          <a:spcPts val="2150"/>
                        </a:lnSpc>
                        <a:spcBef>
                          <a:spcPts val="1305"/>
                        </a:spcBef>
                      </a:pPr>
                      <a:r>
                        <a:rPr sz="2400" b="1" spc="-50" dirty="0">
                          <a:latin typeface="Calibri"/>
                          <a:cs typeface="Calibri"/>
                        </a:rPr>
                        <a:t>4</a:t>
                      </a:r>
                      <a:endParaRPr sz="2400">
                        <a:latin typeface="Calibri"/>
                        <a:cs typeface="Calibri"/>
                      </a:endParaRPr>
                    </a:p>
                  </a:txBody>
                  <a:tcPr marL="0" marR="0" marT="220980" marB="0">
                    <a:lnT w="12700">
                      <a:solidFill>
                        <a:srgbClr val="000000"/>
                      </a:solidFill>
                      <a:prstDash val="solid"/>
                    </a:lnT>
                  </a:tcPr>
                </a:tc>
                <a:extLst>
                  <a:ext uri="{0D108BD9-81ED-4DB2-BD59-A6C34878D82A}">
                    <a16:rowId xmlns:a16="http://schemas.microsoft.com/office/drawing/2014/main" val="10002"/>
                  </a:ext>
                </a:extLst>
              </a:tr>
            </a:tbl>
          </a:graphicData>
        </a:graphic>
      </p:graphicFrame>
      <p:sp>
        <p:nvSpPr>
          <p:cNvPr id="3" name="object 3"/>
          <p:cNvSpPr txBox="1"/>
          <p:nvPr/>
        </p:nvSpPr>
        <p:spPr>
          <a:xfrm>
            <a:off x="5175333" y="231563"/>
            <a:ext cx="1075267" cy="745867"/>
          </a:xfrm>
          <a:prstGeom prst="rect">
            <a:avLst/>
          </a:prstGeom>
        </p:spPr>
        <p:txBody>
          <a:bodyPr vert="horz" wrap="square" lIns="0" tIns="13547" rIns="0" bIns="0" rtlCol="0">
            <a:spAutoFit/>
          </a:bodyPr>
          <a:lstStyle/>
          <a:p>
            <a:pPr marL="16933" marR="6773">
              <a:lnSpc>
                <a:spcPct val="100899"/>
              </a:lnSpc>
              <a:spcBef>
                <a:spcPts val="107"/>
              </a:spcBef>
            </a:pPr>
            <a:r>
              <a:rPr sz="2400" b="1" spc="-13" dirty="0">
                <a:latin typeface="Calibri"/>
                <a:cs typeface="Calibri"/>
              </a:rPr>
              <a:t>Index</a:t>
            </a:r>
            <a:r>
              <a:rPr sz="2400" spc="-13" dirty="0">
                <a:latin typeface="Times New Roman"/>
                <a:cs typeface="Times New Roman"/>
              </a:rPr>
              <a:t> </a:t>
            </a:r>
            <a:r>
              <a:rPr sz="2400" b="1" dirty="0">
                <a:latin typeface="Calibri"/>
                <a:cs typeface="Calibri"/>
              </a:rPr>
              <a:t>I/P</a:t>
            </a:r>
            <a:r>
              <a:rPr sz="2400" spc="-80" dirty="0">
                <a:latin typeface="Times New Roman"/>
                <a:cs typeface="Times New Roman"/>
              </a:rPr>
              <a:t> </a:t>
            </a:r>
            <a:r>
              <a:rPr sz="2400" b="1" spc="-27" dirty="0">
                <a:latin typeface="Calibri"/>
                <a:cs typeface="Calibri"/>
              </a:rPr>
              <a:t>Data</a:t>
            </a:r>
            <a:endParaRPr sz="2400">
              <a:latin typeface="Calibri"/>
              <a:cs typeface="Calibri"/>
            </a:endParaRPr>
          </a:p>
        </p:txBody>
      </p:sp>
      <p:grpSp>
        <p:nvGrpSpPr>
          <p:cNvPr id="4" name="object 4"/>
          <p:cNvGrpSpPr/>
          <p:nvPr/>
        </p:nvGrpSpPr>
        <p:grpSpPr>
          <a:xfrm>
            <a:off x="2600456" y="2091267"/>
            <a:ext cx="1151467" cy="1049867"/>
            <a:chOff x="1950342" y="1568450"/>
            <a:chExt cx="863600" cy="787400"/>
          </a:xfrm>
        </p:grpSpPr>
        <p:sp>
          <p:nvSpPr>
            <p:cNvPr id="5" name="object 5"/>
            <p:cNvSpPr/>
            <p:nvPr/>
          </p:nvSpPr>
          <p:spPr>
            <a:xfrm>
              <a:off x="1963042" y="1581150"/>
              <a:ext cx="838200" cy="762000"/>
            </a:xfrm>
            <a:custGeom>
              <a:avLst/>
              <a:gdLst/>
              <a:ahLst/>
              <a:cxnLst/>
              <a:rect l="l" t="t" r="r" b="b"/>
              <a:pathLst>
                <a:path w="838200" h="762000">
                  <a:moveTo>
                    <a:pt x="419099" y="0"/>
                  </a:moveTo>
                  <a:lnTo>
                    <a:pt x="370211" y="2563"/>
                  </a:lnTo>
                  <a:lnTo>
                    <a:pt x="322983" y="10061"/>
                  </a:lnTo>
                  <a:lnTo>
                    <a:pt x="277728" y="22210"/>
                  </a:lnTo>
                  <a:lnTo>
                    <a:pt x="234761" y="38722"/>
                  </a:lnTo>
                  <a:lnTo>
                    <a:pt x="194395" y="59313"/>
                  </a:lnTo>
                  <a:lnTo>
                    <a:pt x="156946" y="83697"/>
                  </a:lnTo>
                  <a:lnTo>
                    <a:pt x="122726" y="111587"/>
                  </a:lnTo>
                  <a:lnTo>
                    <a:pt x="92050" y="142698"/>
                  </a:lnTo>
                  <a:lnTo>
                    <a:pt x="65232" y="176744"/>
                  </a:lnTo>
                  <a:lnTo>
                    <a:pt x="42586" y="213439"/>
                  </a:lnTo>
                  <a:lnTo>
                    <a:pt x="24425" y="252499"/>
                  </a:lnTo>
                  <a:lnTo>
                    <a:pt x="11065" y="293635"/>
                  </a:lnTo>
                  <a:lnTo>
                    <a:pt x="2818" y="336564"/>
                  </a:lnTo>
                  <a:lnTo>
                    <a:pt x="0" y="380999"/>
                  </a:lnTo>
                  <a:lnTo>
                    <a:pt x="2818" y="425436"/>
                  </a:lnTo>
                  <a:lnTo>
                    <a:pt x="11065" y="468366"/>
                  </a:lnTo>
                  <a:lnTo>
                    <a:pt x="24425" y="509504"/>
                  </a:lnTo>
                  <a:lnTo>
                    <a:pt x="42586" y="548564"/>
                  </a:lnTo>
                  <a:lnTo>
                    <a:pt x="65232" y="585259"/>
                  </a:lnTo>
                  <a:lnTo>
                    <a:pt x="92050" y="619305"/>
                  </a:lnTo>
                  <a:lnTo>
                    <a:pt x="122726" y="650416"/>
                  </a:lnTo>
                  <a:lnTo>
                    <a:pt x="156946" y="678305"/>
                  </a:lnTo>
                  <a:lnTo>
                    <a:pt x="194395" y="702688"/>
                  </a:lnTo>
                  <a:lnTo>
                    <a:pt x="234761" y="723278"/>
                  </a:lnTo>
                  <a:lnTo>
                    <a:pt x="277728" y="739790"/>
                  </a:lnTo>
                  <a:lnTo>
                    <a:pt x="322983" y="751938"/>
                  </a:lnTo>
                  <a:lnTo>
                    <a:pt x="370211" y="759437"/>
                  </a:lnTo>
                  <a:lnTo>
                    <a:pt x="419099" y="761999"/>
                  </a:lnTo>
                  <a:lnTo>
                    <a:pt x="467985" y="759437"/>
                  </a:lnTo>
                  <a:lnTo>
                    <a:pt x="515212" y="751938"/>
                  </a:lnTo>
                  <a:lnTo>
                    <a:pt x="560466" y="739790"/>
                  </a:lnTo>
                  <a:lnTo>
                    <a:pt x="603433" y="723278"/>
                  </a:lnTo>
                  <a:lnTo>
                    <a:pt x="643798" y="702688"/>
                  </a:lnTo>
                  <a:lnTo>
                    <a:pt x="681248" y="678305"/>
                  </a:lnTo>
                  <a:lnTo>
                    <a:pt x="715468" y="650416"/>
                  </a:lnTo>
                  <a:lnTo>
                    <a:pt x="746145" y="619305"/>
                  </a:lnTo>
                  <a:lnTo>
                    <a:pt x="772964" y="585259"/>
                  </a:lnTo>
                  <a:lnTo>
                    <a:pt x="795611" y="548564"/>
                  </a:lnTo>
                  <a:lnTo>
                    <a:pt x="813772" y="509504"/>
                  </a:lnTo>
                  <a:lnTo>
                    <a:pt x="827134" y="468366"/>
                  </a:lnTo>
                  <a:lnTo>
                    <a:pt x="835381" y="425436"/>
                  </a:lnTo>
                  <a:lnTo>
                    <a:pt x="838199" y="380999"/>
                  </a:lnTo>
                  <a:lnTo>
                    <a:pt x="835381" y="336564"/>
                  </a:lnTo>
                  <a:lnTo>
                    <a:pt x="827134" y="293635"/>
                  </a:lnTo>
                  <a:lnTo>
                    <a:pt x="813772" y="252499"/>
                  </a:lnTo>
                  <a:lnTo>
                    <a:pt x="795611" y="213439"/>
                  </a:lnTo>
                  <a:lnTo>
                    <a:pt x="772964" y="176744"/>
                  </a:lnTo>
                  <a:lnTo>
                    <a:pt x="746145" y="142698"/>
                  </a:lnTo>
                  <a:lnTo>
                    <a:pt x="715468" y="111587"/>
                  </a:lnTo>
                  <a:lnTo>
                    <a:pt x="681248" y="83697"/>
                  </a:lnTo>
                  <a:lnTo>
                    <a:pt x="643798" y="59313"/>
                  </a:lnTo>
                  <a:lnTo>
                    <a:pt x="603433" y="38722"/>
                  </a:lnTo>
                  <a:lnTo>
                    <a:pt x="560466" y="22210"/>
                  </a:lnTo>
                  <a:lnTo>
                    <a:pt x="515212" y="10061"/>
                  </a:lnTo>
                  <a:lnTo>
                    <a:pt x="467985" y="2563"/>
                  </a:lnTo>
                  <a:lnTo>
                    <a:pt x="419099" y="0"/>
                  </a:lnTo>
                  <a:close/>
                </a:path>
              </a:pathLst>
            </a:custGeom>
            <a:solidFill>
              <a:srgbClr val="FFC000"/>
            </a:solidFill>
          </p:spPr>
          <p:txBody>
            <a:bodyPr wrap="square" lIns="0" tIns="0" rIns="0" bIns="0" rtlCol="0"/>
            <a:lstStyle/>
            <a:p>
              <a:endParaRPr sz="2400"/>
            </a:p>
          </p:txBody>
        </p:sp>
        <p:sp>
          <p:nvSpPr>
            <p:cNvPr id="6" name="object 6"/>
            <p:cNvSpPr/>
            <p:nvPr/>
          </p:nvSpPr>
          <p:spPr>
            <a:xfrm>
              <a:off x="1963042" y="1581150"/>
              <a:ext cx="838200" cy="762000"/>
            </a:xfrm>
            <a:custGeom>
              <a:avLst/>
              <a:gdLst/>
              <a:ahLst/>
              <a:cxnLst/>
              <a:rect l="l" t="t" r="r" b="b"/>
              <a:pathLst>
                <a:path w="838200" h="762000">
                  <a:moveTo>
                    <a:pt x="0" y="380999"/>
                  </a:moveTo>
                  <a:lnTo>
                    <a:pt x="2818" y="336564"/>
                  </a:lnTo>
                  <a:lnTo>
                    <a:pt x="11065" y="293635"/>
                  </a:lnTo>
                  <a:lnTo>
                    <a:pt x="24425" y="252499"/>
                  </a:lnTo>
                  <a:lnTo>
                    <a:pt x="42586" y="213439"/>
                  </a:lnTo>
                  <a:lnTo>
                    <a:pt x="65232" y="176744"/>
                  </a:lnTo>
                  <a:lnTo>
                    <a:pt x="92050" y="142698"/>
                  </a:lnTo>
                  <a:lnTo>
                    <a:pt x="122726" y="111587"/>
                  </a:lnTo>
                  <a:lnTo>
                    <a:pt x="156946" y="83697"/>
                  </a:lnTo>
                  <a:lnTo>
                    <a:pt x="194395" y="59313"/>
                  </a:lnTo>
                  <a:lnTo>
                    <a:pt x="234761" y="38722"/>
                  </a:lnTo>
                  <a:lnTo>
                    <a:pt x="277728" y="22210"/>
                  </a:lnTo>
                  <a:lnTo>
                    <a:pt x="322983" y="10061"/>
                  </a:lnTo>
                  <a:lnTo>
                    <a:pt x="370211" y="2563"/>
                  </a:lnTo>
                  <a:lnTo>
                    <a:pt x="419099" y="0"/>
                  </a:lnTo>
                  <a:lnTo>
                    <a:pt x="467985" y="2563"/>
                  </a:lnTo>
                  <a:lnTo>
                    <a:pt x="515212" y="10061"/>
                  </a:lnTo>
                  <a:lnTo>
                    <a:pt x="560466" y="22210"/>
                  </a:lnTo>
                  <a:lnTo>
                    <a:pt x="603433" y="38722"/>
                  </a:lnTo>
                  <a:lnTo>
                    <a:pt x="643798" y="59313"/>
                  </a:lnTo>
                  <a:lnTo>
                    <a:pt x="681248" y="83697"/>
                  </a:lnTo>
                  <a:lnTo>
                    <a:pt x="715468" y="111587"/>
                  </a:lnTo>
                  <a:lnTo>
                    <a:pt x="746145" y="142698"/>
                  </a:lnTo>
                  <a:lnTo>
                    <a:pt x="772964" y="176744"/>
                  </a:lnTo>
                  <a:lnTo>
                    <a:pt x="795611" y="213439"/>
                  </a:lnTo>
                  <a:lnTo>
                    <a:pt x="813772" y="252499"/>
                  </a:lnTo>
                  <a:lnTo>
                    <a:pt x="827134" y="293635"/>
                  </a:lnTo>
                  <a:lnTo>
                    <a:pt x="835381" y="336564"/>
                  </a:lnTo>
                  <a:lnTo>
                    <a:pt x="838199" y="380999"/>
                  </a:lnTo>
                  <a:lnTo>
                    <a:pt x="835381" y="425436"/>
                  </a:lnTo>
                  <a:lnTo>
                    <a:pt x="827134" y="468366"/>
                  </a:lnTo>
                  <a:lnTo>
                    <a:pt x="813772" y="509504"/>
                  </a:lnTo>
                  <a:lnTo>
                    <a:pt x="795611" y="548564"/>
                  </a:lnTo>
                  <a:lnTo>
                    <a:pt x="772964" y="585259"/>
                  </a:lnTo>
                  <a:lnTo>
                    <a:pt x="746145" y="619305"/>
                  </a:lnTo>
                  <a:lnTo>
                    <a:pt x="715468" y="650416"/>
                  </a:lnTo>
                  <a:lnTo>
                    <a:pt x="681248" y="678305"/>
                  </a:lnTo>
                  <a:lnTo>
                    <a:pt x="643798" y="702688"/>
                  </a:lnTo>
                  <a:lnTo>
                    <a:pt x="603433" y="723278"/>
                  </a:lnTo>
                  <a:lnTo>
                    <a:pt x="560466" y="739790"/>
                  </a:lnTo>
                  <a:lnTo>
                    <a:pt x="515212" y="751938"/>
                  </a:lnTo>
                  <a:lnTo>
                    <a:pt x="467985" y="759437"/>
                  </a:lnTo>
                  <a:lnTo>
                    <a:pt x="419099" y="761999"/>
                  </a:lnTo>
                  <a:lnTo>
                    <a:pt x="370211" y="759437"/>
                  </a:lnTo>
                  <a:lnTo>
                    <a:pt x="322983" y="751938"/>
                  </a:lnTo>
                  <a:lnTo>
                    <a:pt x="277728" y="739790"/>
                  </a:lnTo>
                  <a:lnTo>
                    <a:pt x="234761" y="723278"/>
                  </a:lnTo>
                  <a:lnTo>
                    <a:pt x="194395" y="702688"/>
                  </a:lnTo>
                  <a:lnTo>
                    <a:pt x="156946" y="678305"/>
                  </a:lnTo>
                  <a:lnTo>
                    <a:pt x="122726" y="650416"/>
                  </a:lnTo>
                  <a:lnTo>
                    <a:pt x="92050" y="619305"/>
                  </a:lnTo>
                  <a:lnTo>
                    <a:pt x="65232" y="585259"/>
                  </a:lnTo>
                  <a:lnTo>
                    <a:pt x="42586" y="548564"/>
                  </a:lnTo>
                  <a:lnTo>
                    <a:pt x="24425" y="509504"/>
                  </a:lnTo>
                  <a:lnTo>
                    <a:pt x="11065" y="468366"/>
                  </a:lnTo>
                  <a:lnTo>
                    <a:pt x="2818" y="425436"/>
                  </a:lnTo>
                  <a:lnTo>
                    <a:pt x="0" y="380999"/>
                  </a:lnTo>
                  <a:close/>
                </a:path>
              </a:pathLst>
            </a:custGeom>
            <a:ln w="25399">
              <a:solidFill>
                <a:srgbClr val="000000"/>
              </a:solidFill>
            </a:ln>
          </p:spPr>
          <p:txBody>
            <a:bodyPr wrap="square" lIns="0" tIns="0" rIns="0" bIns="0" rtlCol="0"/>
            <a:lstStyle/>
            <a:p>
              <a:endParaRPr sz="2400"/>
            </a:p>
          </p:txBody>
        </p:sp>
      </p:grpSp>
      <p:sp>
        <p:nvSpPr>
          <p:cNvPr id="7" name="object 7"/>
          <p:cNvSpPr txBox="1"/>
          <p:nvPr/>
        </p:nvSpPr>
        <p:spPr>
          <a:xfrm>
            <a:off x="3041736" y="2293617"/>
            <a:ext cx="272627" cy="586550"/>
          </a:xfrm>
          <a:prstGeom prst="rect">
            <a:avLst/>
          </a:prstGeom>
        </p:spPr>
        <p:txBody>
          <a:bodyPr vert="horz" wrap="square" lIns="0" tIns="22013" rIns="0" bIns="0" rtlCol="0">
            <a:spAutoFit/>
          </a:bodyPr>
          <a:lstStyle/>
          <a:p>
            <a:pPr marL="16933">
              <a:spcBef>
                <a:spcPts val="173"/>
              </a:spcBef>
            </a:pPr>
            <a:r>
              <a:rPr sz="3667" b="1" spc="-67" dirty="0">
                <a:latin typeface="Calibri"/>
                <a:cs typeface="Calibri"/>
              </a:rPr>
              <a:t>4</a:t>
            </a:r>
            <a:endParaRPr sz="3667">
              <a:latin typeface="Calibri"/>
              <a:cs typeface="Calibri"/>
            </a:endParaRPr>
          </a:p>
        </p:txBody>
      </p:sp>
      <p:grpSp>
        <p:nvGrpSpPr>
          <p:cNvPr id="8" name="object 8"/>
          <p:cNvGrpSpPr/>
          <p:nvPr/>
        </p:nvGrpSpPr>
        <p:grpSpPr>
          <a:xfrm>
            <a:off x="1657848" y="3615267"/>
            <a:ext cx="1151467" cy="1049867"/>
            <a:chOff x="1243386" y="2711450"/>
            <a:chExt cx="863600" cy="787400"/>
          </a:xfrm>
        </p:grpSpPr>
        <p:sp>
          <p:nvSpPr>
            <p:cNvPr id="9" name="object 9"/>
            <p:cNvSpPr/>
            <p:nvPr/>
          </p:nvSpPr>
          <p:spPr>
            <a:xfrm>
              <a:off x="1256086" y="2724150"/>
              <a:ext cx="838200" cy="762000"/>
            </a:xfrm>
            <a:custGeom>
              <a:avLst/>
              <a:gdLst/>
              <a:ahLst/>
              <a:cxnLst/>
              <a:rect l="l" t="t" r="r" b="b"/>
              <a:pathLst>
                <a:path w="838200" h="762000">
                  <a:moveTo>
                    <a:pt x="419039" y="0"/>
                  </a:moveTo>
                  <a:lnTo>
                    <a:pt x="370178" y="2562"/>
                  </a:lnTo>
                  <a:lnTo>
                    <a:pt x="322970" y="10061"/>
                  </a:lnTo>
                  <a:lnTo>
                    <a:pt x="277731" y="22209"/>
                  </a:lnTo>
                  <a:lnTo>
                    <a:pt x="234775" y="38721"/>
                  </a:lnTo>
                  <a:lnTo>
                    <a:pt x="194416" y="59311"/>
                  </a:lnTo>
                  <a:lnTo>
                    <a:pt x="156969" y="83694"/>
                  </a:lnTo>
                  <a:lnTo>
                    <a:pt x="122749" y="111583"/>
                  </a:lnTo>
                  <a:lnTo>
                    <a:pt x="92071" y="142694"/>
                  </a:lnTo>
                  <a:lnTo>
                    <a:pt x="65249" y="176740"/>
                  </a:lnTo>
                  <a:lnTo>
                    <a:pt x="42599" y="213435"/>
                  </a:lnTo>
                  <a:lnTo>
                    <a:pt x="24434" y="252495"/>
                  </a:lnTo>
                  <a:lnTo>
                    <a:pt x="11069" y="293633"/>
                  </a:lnTo>
                  <a:lnTo>
                    <a:pt x="2819" y="336563"/>
                  </a:lnTo>
                  <a:lnTo>
                    <a:pt x="0" y="380999"/>
                  </a:lnTo>
                  <a:lnTo>
                    <a:pt x="2819" y="425436"/>
                  </a:lnTo>
                  <a:lnTo>
                    <a:pt x="11069" y="468366"/>
                  </a:lnTo>
                  <a:lnTo>
                    <a:pt x="24434" y="509504"/>
                  </a:lnTo>
                  <a:lnTo>
                    <a:pt x="42599" y="548564"/>
                  </a:lnTo>
                  <a:lnTo>
                    <a:pt x="65249" y="585259"/>
                  </a:lnTo>
                  <a:lnTo>
                    <a:pt x="92071" y="619305"/>
                  </a:lnTo>
                  <a:lnTo>
                    <a:pt x="122749" y="650416"/>
                  </a:lnTo>
                  <a:lnTo>
                    <a:pt x="156969" y="678305"/>
                  </a:lnTo>
                  <a:lnTo>
                    <a:pt x="194416" y="702688"/>
                  </a:lnTo>
                  <a:lnTo>
                    <a:pt x="234775" y="723278"/>
                  </a:lnTo>
                  <a:lnTo>
                    <a:pt x="277731" y="739790"/>
                  </a:lnTo>
                  <a:lnTo>
                    <a:pt x="322970" y="751938"/>
                  </a:lnTo>
                  <a:lnTo>
                    <a:pt x="370178" y="759437"/>
                  </a:lnTo>
                  <a:lnTo>
                    <a:pt x="419039" y="761999"/>
                  </a:lnTo>
                  <a:lnTo>
                    <a:pt x="467927" y="759437"/>
                  </a:lnTo>
                  <a:lnTo>
                    <a:pt x="515155" y="751938"/>
                  </a:lnTo>
                  <a:lnTo>
                    <a:pt x="560410" y="739790"/>
                  </a:lnTo>
                  <a:lnTo>
                    <a:pt x="603377" y="723278"/>
                  </a:lnTo>
                  <a:lnTo>
                    <a:pt x="643743" y="702688"/>
                  </a:lnTo>
                  <a:lnTo>
                    <a:pt x="681192" y="678305"/>
                  </a:lnTo>
                  <a:lnTo>
                    <a:pt x="715412" y="650416"/>
                  </a:lnTo>
                  <a:lnTo>
                    <a:pt x="746088" y="619305"/>
                  </a:lnTo>
                  <a:lnTo>
                    <a:pt x="772906" y="585259"/>
                  </a:lnTo>
                  <a:lnTo>
                    <a:pt x="795552" y="548564"/>
                  </a:lnTo>
                  <a:lnTo>
                    <a:pt x="813713" y="509504"/>
                  </a:lnTo>
                  <a:lnTo>
                    <a:pt x="827073" y="468366"/>
                  </a:lnTo>
                  <a:lnTo>
                    <a:pt x="835320" y="425436"/>
                  </a:lnTo>
                  <a:lnTo>
                    <a:pt x="838139" y="380999"/>
                  </a:lnTo>
                  <a:lnTo>
                    <a:pt x="835320" y="336563"/>
                  </a:lnTo>
                  <a:lnTo>
                    <a:pt x="827073" y="293633"/>
                  </a:lnTo>
                  <a:lnTo>
                    <a:pt x="813713" y="252495"/>
                  </a:lnTo>
                  <a:lnTo>
                    <a:pt x="795552" y="213435"/>
                  </a:lnTo>
                  <a:lnTo>
                    <a:pt x="772906" y="176740"/>
                  </a:lnTo>
                  <a:lnTo>
                    <a:pt x="746088" y="142694"/>
                  </a:lnTo>
                  <a:lnTo>
                    <a:pt x="715412" y="111583"/>
                  </a:lnTo>
                  <a:lnTo>
                    <a:pt x="681192" y="83694"/>
                  </a:lnTo>
                  <a:lnTo>
                    <a:pt x="643743" y="59311"/>
                  </a:lnTo>
                  <a:lnTo>
                    <a:pt x="603377" y="38721"/>
                  </a:lnTo>
                  <a:lnTo>
                    <a:pt x="560410" y="22209"/>
                  </a:lnTo>
                  <a:lnTo>
                    <a:pt x="515155" y="10061"/>
                  </a:lnTo>
                  <a:lnTo>
                    <a:pt x="467927" y="2562"/>
                  </a:lnTo>
                  <a:lnTo>
                    <a:pt x="419039" y="0"/>
                  </a:lnTo>
                  <a:close/>
                </a:path>
              </a:pathLst>
            </a:custGeom>
            <a:solidFill>
              <a:srgbClr val="91D050"/>
            </a:solidFill>
          </p:spPr>
          <p:txBody>
            <a:bodyPr wrap="square" lIns="0" tIns="0" rIns="0" bIns="0" rtlCol="0"/>
            <a:lstStyle/>
            <a:p>
              <a:endParaRPr sz="2400"/>
            </a:p>
          </p:txBody>
        </p:sp>
        <p:sp>
          <p:nvSpPr>
            <p:cNvPr id="10" name="object 10"/>
            <p:cNvSpPr/>
            <p:nvPr/>
          </p:nvSpPr>
          <p:spPr>
            <a:xfrm>
              <a:off x="1256086" y="2724150"/>
              <a:ext cx="838200" cy="762000"/>
            </a:xfrm>
            <a:custGeom>
              <a:avLst/>
              <a:gdLst/>
              <a:ahLst/>
              <a:cxnLst/>
              <a:rect l="l" t="t" r="r" b="b"/>
              <a:pathLst>
                <a:path w="838200" h="762000">
                  <a:moveTo>
                    <a:pt x="0" y="380999"/>
                  </a:moveTo>
                  <a:lnTo>
                    <a:pt x="2819" y="336563"/>
                  </a:lnTo>
                  <a:lnTo>
                    <a:pt x="11069" y="293633"/>
                  </a:lnTo>
                  <a:lnTo>
                    <a:pt x="24434" y="252495"/>
                  </a:lnTo>
                  <a:lnTo>
                    <a:pt x="42599" y="213435"/>
                  </a:lnTo>
                  <a:lnTo>
                    <a:pt x="65249" y="176740"/>
                  </a:lnTo>
                  <a:lnTo>
                    <a:pt x="92071" y="142694"/>
                  </a:lnTo>
                  <a:lnTo>
                    <a:pt x="122749" y="111583"/>
                  </a:lnTo>
                  <a:lnTo>
                    <a:pt x="156969" y="83694"/>
                  </a:lnTo>
                  <a:lnTo>
                    <a:pt x="194416" y="59311"/>
                  </a:lnTo>
                  <a:lnTo>
                    <a:pt x="234775" y="38721"/>
                  </a:lnTo>
                  <a:lnTo>
                    <a:pt x="277731" y="22209"/>
                  </a:lnTo>
                  <a:lnTo>
                    <a:pt x="322970" y="10061"/>
                  </a:lnTo>
                  <a:lnTo>
                    <a:pt x="370178" y="2562"/>
                  </a:lnTo>
                  <a:lnTo>
                    <a:pt x="419039" y="0"/>
                  </a:lnTo>
                  <a:lnTo>
                    <a:pt x="467927" y="2562"/>
                  </a:lnTo>
                  <a:lnTo>
                    <a:pt x="515155" y="10061"/>
                  </a:lnTo>
                  <a:lnTo>
                    <a:pt x="560410" y="22209"/>
                  </a:lnTo>
                  <a:lnTo>
                    <a:pt x="603377" y="38721"/>
                  </a:lnTo>
                  <a:lnTo>
                    <a:pt x="643743" y="59311"/>
                  </a:lnTo>
                  <a:lnTo>
                    <a:pt x="681192" y="83694"/>
                  </a:lnTo>
                  <a:lnTo>
                    <a:pt x="715412" y="111583"/>
                  </a:lnTo>
                  <a:lnTo>
                    <a:pt x="746088" y="142694"/>
                  </a:lnTo>
                  <a:lnTo>
                    <a:pt x="772906" y="176740"/>
                  </a:lnTo>
                  <a:lnTo>
                    <a:pt x="795552" y="213435"/>
                  </a:lnTo>
                  <a:lnTo>
                    <a:pt x="813713" y="252495"/>
                  </a:lnTo>
                  <a:lnTo>
                    <a:pt x="827073" y="293633"/>
                  </a:lnTo>
                  <a:lnTo>
                    <a:pt x="835320" y="336563"/>
                  </a:lnTo>
                  <a:lnTo>
                    <a:pt x="838139" y="380999"/>
                  </a:lnTo>
                  <a:lnTo>
                    <a:pt x="835320" y="425436"/>
                  </a:lnTo>
                  <a:lnTo>
                    <a:pt x="827073" y="468366"/>
                  </a:lnTo>
                  <a:lnTo>
                    <a:pt x="813713" y="509504"/>
                  </a:lnTo>
                  <a:lnTo>
                    <a:pt x="795552" y="548564"/>
                  </a:lnTo>
                  <a:lnTo>
                    <a:pt x="772906" y="585259"/>
                  </a:lnTo>
                  <a:lnTo>
                    <a:pt x="746088" y="619305"/>
                  </a:lnTo>
                  <a:lnTo>
                    <a:pt x="715412" y="650416"/>
                  </a:lnTo>
                  <a:lnTo>
                    <a:pt x="681192" y="678305"/>
                  </a:lnTo>
                  <a:lnTo>
                    <a:pt x="643743" y="702688"/>
                  </a:lnTo>
                  <a:lnTo>
                    <a:pt x="603377" y="723278"/>
                  </a:lnTo>
                  <a:lnTo>
                    <a:pt x="560410" y="739790"/>
                  </a:lnTo>
                  <a:lnTo>
                    <a:pt x="515155" y="751938"/>
                  </a:lnTo>
                  <a:lnTo>
                    <a:pt x="467927" y="759437"/>
                  </a:lnTo>
                  <a:lnTo>
                    <a:pt x="419039" y="761999"/>
                  </a:lnTo>
                  <a:lnTo>
                    <a:pt x="370178" y="759437"/>
                  </a:lnTo>
                  <a:lnTo>
                    <a:pt x="322970" y="751938"/>
                  </a:lnTo>
                  <a:lnTo>
                    <a:pt x="277731" y="739790"/>
                  </a:lnTo>
                  <a:lnTo>
                    <a:pt x="234775" y="723278"/>
                  </a:lnTo>
                  <a:lnTo>
                    <a:pt x="194416" y="702688"/>
                  </a:lnTo>
                  <a:lnTo>
                    <a:pt x="156969" y="678305"/>
                  </a:lnTo>
                  <a:lnTo>
                    <a:pt x="122749" y="650416"/>
                  </a:lnTo>
                  <a:lnTo>
                    <a:pt x="92071" y="619305"/>
                  </a:lnTo>
                  <a:lnTo>
                    <a:pt x="65249" y="585259"/>
                  </a:lnTo>
                  <a:lnTo>
                    <a:pt x="42599" y="548564"/>
                  </a:lnTo>
                  <a:lnTo>
                    <a:pt x="24434" y="509504"/>
                  </a:lnTo>
                  <a:lnTo>
                    <a:pt x="11069" y="468366"/>
                  </a:lnTo>
                  <a:lnTo>
                    <a:pt x="2819" y="425436"/>
                  </a:lnTo>
                  <a:lnTo>
                    <a:pt x="0" y="380999"/>
                  </a:lnTo>
                  <a:close/>
                </a:path>
              </a:pathLst>
            </a:custGeom>
            <a:ln w="25399">
              <a:solidFill>
                <a:srgbClr val="000000"/>
              </a:solidFill>
            </a:ln>
          </p:spPr>
          <p:txBody>
            <a:bodyPr wrap="square" lIns="0" tIns="0" rIns="0" bIns="0" rtlCol="0"/>
            <a:lstStyle/>
            <a:p>
              <a:endParaRPr sz="2400"/>
            </a:p>
          </p:txBody>
        </p:sp>
      </p:grpSp>
      <p:sp>
        <p:nvSpPr>
          <p:cNvPr id="11" name="object 11"/>
          <p:cNvSpPr txBox="1"/>
          <p:nvPr/>
        </p:nvSpPr>
        <p:spPr>
          <a:xfrm>
            <a:off x="1971041" y="3820158"/>
            <a:ext cx="516467" cy="586550"/>
          </a:xfrm>
          <a:prstGeom prst="rect">
            <a:avLst/>
          </a:prstGeom>
        </p:spPr>
        <p:txBody>
          <a:bodyPr vert="horz" wrap="square" lIns="0" tIns="22013" rIns="0" bIns="0" rtlCol="0">
            <a:spAutoFit/>
          </a:bodyPr>
          <a:lstStyle/>
          <a:p>
            <a:pPr marL="16933">
              <a:spcBef>
                <a:spcPts val="173"/>
              </a:spcBef>
            </a:pPr>
            <a:r>
              <a:rPr sz="3667" b="1" spc="-33" dirty="0">
                <a:latin typeface="Calibri"/>
                <a:cs typeface="Calibri"/>
              </a:rPr>
              <a:t>10</a:t>
            </a:r>
            <a:endParaRPr sz="3667">
              <a:latin typeface="Calibri"/>
              <a:cs typeface="Calibri"/>
            </a:endParaRPr>
          </a:p>
        </p:txBody>
      </p:sp>
      <p:grpSp>
        <p:nvGrpSpPr>
          <p:cNvPr id="12" name="object 12"/>
          <p:cNvGrpSpPr/>
          <p:nvPr/>
        </p:nvGrpSpPr>
        <p:grpSpPr>
          <a:xfrm>
            <a:off x="3718056" y="3620013"/>
            <a:ext cx="1151467" cy="1049867"/>
            <a:chOff x="2788542" y="2715010"/>
            <a:chExt cx="863600" cy="787400"/>
          </a:xfrm>
        </p:grpSpPr>
        <p:sp>
          <p:nvSpPr>
            <p:cNvPr id="13" name="object 13"/>
            <p:cNvSpPr/>
            <p:nvPr/>
          </p:nvSpPr>
          <p:spPr>
            <a:xfrm>
              <a:off x="2801242" y="2727710"/>
              <a:ext cx="838200" cy="762000"/>
            </a:xfrm>
            <a:custGeom>
              <a:avLst/>
              <a:gdLst/>
              <a:ahLst/>
              <a:cxnLst/>
              <a:rect l="l" t="t" r="r" b="b"/>
              <a:pathLst>
                <a:path w="838200" h="762000">
                  <a:moveTo>
                    <a:pt x="419090" y="0"/>
                  </a:moveTo>
                  <a:lnTo>
                    <a:pt x="370204" y="2562"/>
                  </a:lnTo>
                  <a:lnTo>
                    <a:pt x="322977" y="10061"/>
                  </a:lnTo>
                  <a:lnTo>
                    <a:pt x="277723" y="22209"/>
                  </a:lnTo>
                  <a:lnTo>
                    <a:pt x="234757" y="38721"/>
                  </a:lnTo>
                  <a:lnTo>
                    <a:pt x="194393" y="59311"/>
                  </a:lnTo>
                  <a:lnTo>
                    <a:pt x="156944" y="83694"/>
                  </a:lnTo>
                  <a:lnTo>
                    <a:pt x="122725" y="111583"/>
                  </a:lnTo>
                  <a:lnTo>
                    <a:pt x="92049" y="142694"/>
                  </a:lnTo>
                  <a:lnTo>
                    <a:pt x="65232" y="176740"/>
                  </a:lnTo>
                  <a:lnTo>
                    <a:pt x="42585" y="213435"/>
                  </a:lnTo>
                  <a:lnTo>
                    <a:pt x="24425" y="252495"/>
                  </a:lnTo>
                  <a:lnTo>
                    <a:pt x="11065" y="293633"/>
                  </a:lnTo>
                  <a:lnTo>
                    <a:pt x="2818" y="336563"/>
                  </a:lnTo>
                  <a:lnTo>
                    <a:pt x="0" y="380999"/>
                  </a:lnTo>
                  <a:lnTo>
                    <a:pt x="2818" y="425434"/>
                  </a:lnTo>
                  <a:lnTo>
                    <a:pt x="11065" y="468363"/>
                  </a:lnTo>
                  <a:lnTo>
                    <a:pt x="24425" y="509499"/>
                  </a:lnTo>
                  <a:lnTo>
                    <a:pt x="42585" y="548558"/>
                  </a:lnTo>
                  <a:lnTo>
                    <a:pt x="65232" y="585254"/>
                  </a:lnTo>
                  <a:lnTo>
                    <a:pt x="92049" y="619300"/>
                  </a:lnTo>
                  <a:lnTo>
                    <a:pt x="122725" y="650411"/>
                  </a:lnTo>
                  <a:lnTo>
                    <a:pt x="156944" y="678301"/>
                  </a:lnTo>
                  <a:lnTo>
                    <a:pt x="194393" y="702685"/>
                  </a:lnTo>
                  <a:lnTo>
                    <a:pt x="234757" y="723276"/>
                  </a:lnTo>
                  <a:lnTo>
                    <a:pt x="277723" y="739789"/>
                  </a:lnTo>
                  <a:lnTo>
                    <a:pt x="322977" y="751938"/>
                  </a:lnTo>
                  <a:lnTo>
                    <a:pt x="370204" y="759436"/>
                  </a:lnTo>
                  <a:lnTo>
                    <a:pt x="419090" y="761999"/>
                  </a:lnTo>
                  <a:lnTo>
                    <a:pt x="467978" y="759436"/>
                  </a:lnTo>
                  <a:lnTo>
                    <a:pt x="515206" y="751938"/>
                  </a:lnTo>
                  <a:lnTo>
                    <a:pt x="560461" y="739789"/>
                  </a:lnTo>
                  <a:lnTo>
                    <a:pt x="603428" y="723276"/>
                  </a:lnTo>
                  <a:lnTo>
                    <a:pt x="643793" y="702685"/>
                  </a:lnTo>
                  <a:lnTo>
                    <a:pt x="681243" y="678301"/>
                  </a:lnTo>
                  <a:lnTo>
                    <a:pt x="715463" y="650411"/>
                  </a:lnTo>
                  <a:lnTo>
                    <a:pt x="746139" y="619300"/>
                  </a:lnTo>
                  <a:lnTo>
                    <a:pt x="772957" y="585254"/>
                  </a:lnTo>
                  <a:lnTo>
                    <a:pt x="795604" y="548558"/>
                  </a:lnTo>
                  <a:lnTo>
                    <a:pt x="813764" y="509499"/>
                  </a:lnTo>
                  <a:lnTo>
                    <a:pt x="827125" y="468363"/>
                  </a:lnTo>
                  <a:lnTo>
                    <a:pt x="835372" y="425434"/>
                  </a:lnTo>
                  <a:lnTo>
                    <a:pt x="838190" y="380999"/>
                  </a:lnTo>
                  <a:lnTo>
                    <a:pt x="835372" y="336563"/>
                  </a:lnTo>
                  <a:lnTo>
                    <a:pt x="827125" y="293633"/>
                  </a:lnTo>
                  <a:lnTo>
                    <a:pt x="813764" y="252495"/>
                  </a:lnTo>
                  <a:lnTo>
                    <a:pt x="795604" y="213435"/>
                  </a:lnTo>
                  <a:lnTo>
                    <a:pt x="772957" y="176740"/>
                  </a:lnTo>
                  <a:lnTo>
                    <a:pt x="746139" y="142694"/>
                  </a:lnTo>
                  <a:lnTo>
                    <a:pt x="715463" y="111583"/>
                  </a:lnTo>
                  <a:lnTo>
                    <a:pt x="681243" y="83694"/>
                  </a:lnTo>
                  <a:lnTo>
                    <a:pt x="643793" y="59311"/>
                  </a:lnTo>
                  <a:lnTo>
                    <a:pt x="603428" y="38721"/>
                  </a:lnTo>
                  <a:lnTo>
                    <a:pt x="560461" y="22209"/>
                  </a:lnTo>
                  <a:lnTo>
                    <a:pt x="515206" y="10061"/>
                  </a:lnTo>
                  <a:lnTo>
                    <a:pt x="467978" y="2562"/>
                  </a:lnTo>
                  <a:lnTo>
                    <a:pt x="419090" y="0"/>
                  </a:lnTo>
                  <a:close/>
                </a:path>
              </a:pathLst>
            </a:custGeom>
            <a:solidFill>
              <a:srgbClr val="FFC000"/>
            </a:solidFill>
          </p:spPr>
          <p:txBody>
            <a:bodyPr wrap="square" lIns="0" tIns="0" rIns="0" bIns="0" rtlCol="0"/>
            <a:lstStyle/>
            <a:p>
              <a:endParaRPr sz="2400"/>
            </a:p>
          </p:txBody>
        </p:sp>
        <p:sp>
          <p:nvSpPr>
            <p:cNvPr id="14" name="object 14"/>
            <p:cNvSpPr/>
            <p:nvPr/>
          </p:nvSpPr>
          <p:spPr>
            <a:xfrm>
              <a:off x="2801242" y="2727710"/>
              <a:ext cx="838200" cy="762000"/>
            </a:xfrm>
            <a:custGeom>
              <a:avLst/>
              <a:gdLst/>
              <a:ahLst/>
              <a:cxnLst/>
              <a:rect l="l" t="t" r="r" b="b"/>
              <a:pathLst>
                <a:path w="838200" h="762000">
                  <a:moveTo>
                    <a:pt x="0" y="380999"/>
                  </a:moveTo>
                  <a:lnTo>
                    <a:pt x="2818" y="336563"/>
                  </a:lnTo>
                  <a:lnTo>
                    <a:pt x="11065" y="293633"/>
                  </a:lnTo>
                  <a:lnTo>
                    <a:pt x="24425" y="252495"/>
                  </a:lnTo>
                  <a:lnTo>
                    <a:pt x="42585" y="213435"/>
                  </a:lnTo>
                  <a:lnTo>
                    <a:pt x="65232" y="176740"/>
                  </a:lnTo>
                  <a:lnTo>
                    <a:pt x="92049" y="142694"/>
                  </a:lnTo>
                  <a:lnTo>
                    <a:pt x="122725" y="111583"/>
                  </a:lnTo>
                  <a:lnTo>
                    <a:pt x="156944" y="83694"/>
                  </a:lnTo>
                  <a:lnTo>
                    <a:pt x="194393" y="59311"/>
                  </a:lnTo>
                  <a:lnTo>
                    <a:pt x="234757" y="38721"/>
                  </a:lnTo>
                  <a:lnTo>
                    <a:pt x="277723" y="22209"/>
                  </a:lnTo>
                  <a:lnTo>
                    <a:pt x="322977" y="10061"/>
                  </a:lnTo>
                  <a:lnTo>
                    <a:pt x="370204" y="2562"/>
                  </a:lnTo>
                  <a:lnTo>
                    <a:pt x="419090" y="0"/>
                  </a:lnTo>
                  <a:lnTo>
                    <a:pt x="467978" y="2562"/>
                  </a:lnTo>
                  <a:lnTo>
                    <a:pt x="515206" y="10061"/>
                  </a:lnTo>
                  <a:lnTo>
                    <a:pt x="560461" y="22209"/>
                  </a:lnTo>
                  <a:lnTo>
                    <a:pt x="603428" y="38721"/>
                  </a:lnTo>
                  <a:lnTo>
                    <a:pt x="643793" y="59311"/>
                  </a:lnTo>
                  <a:lnTo>
                    <a:pt x="681243" y="83694"/>
                  </a:lnTo>
                  <a:lnTo>
                    <a:pt x="715463" y="111583"/>
                  </a:lnTo>
                  <a:lnTo>
                    <a:pt x="746139" y="142694"/>
                  </a:lnTo>
                  <a:lnTo>
                    <a:pt x="772957" y="176740"/>
                  </a:lnTo>
                  <a:lnTo>
                    <a:pt x="795604" y="213435"/>
                  </a:lnTo>
                  <a:lnTo>
                    <a:pt x="813764" y="252495"/>
                  </a:lnTo>
                  <a:lnTo>
                    <a:pt x="827125" y="293633"/>
                  </a:lnTo>
                  <a:lnTo>
                    <a:pt x="835372" y="336563"/>
                  </a:lnTo>
                  <a:lnTo>
                    <a:pt x="838190" y="380999"/>
                  </a:lnTo>
                  <a:lnTo>
                    <a:pt x="835372" y="425434"/>
                  </a:lnTo>
                  <a:lnTo>
                    <a:pt x="827125" y="468363"/>
                  </a:lnTo>
                  <a:lnTo>
                    <a:pt x="813764" y="509499"/>
                  </a:lnTo>
                  <a:lnTo>
                    <a:pt x="795604" y="548558"/>
                  </a:lnTo>
                  <a:lnTo>
                    <a:pt x="772957" y="585254"/>
                  </a:lnTo>
                  <a:lnTo>
                    <a:pt x="746139" y="619300"/>
                  </a:lnTo>
                  <a:lnTo>
                    <a:pt x="715463" y="650411"/>
                  </a:lnTo>
                  <a:lnTo>
                    <a:pt x="681243" y="678301"/>
                  </a:lnTo>
                  <a:lnTo>
                    <a:pt x="643793" y="702685"/>
                  </a:lnTo>
                  <a:lnTo>
                    <a:pt x="603428" y="723276"/>
                  </a:lnTo>
                  <a:lnTo>
                    <a:pt x="560461" y="739789"/>
                  </a:lnTo>
                  <a:lnTo>
                    <a:pt x="515206" y="751938"/>
                  </a:lnTo>
                  <a:lnTo>
                    <a:pt x="467978" y="759436"/>
                  </a:lnTo>
                  <a:lnTo>
                    <a:pt x="419090" y="761999"/>
                  </a:lnTo>
                  <a:lnTo>
                    <a:pt x="370204" y="759436"/>
                  </a:lnTo>
                  <a:lnTo>
                    <a:pt x="322977" y="751938"/>
                  </a:lnTo>
                  <a:lnTo>
                    <a:pt x="277723" y="739789"/>
                  </a:lnTo>
                  <a:lnTo>
                    <a:pt x="234757" y="723276"/>
                  </a:lnTo>
                  <a:lnTo>
                    <a:pt x="194393" y="702685"/>
                  </a:lnTo>
                  <a:lnTo>
                    <a:pt x="156944" y="678301"/>
                  </a:lnTo>
                  <a:lnTo>
                    <a:pt x="122725" y="650411"/>
                  </a:lnTo>
                  <a:lnTo>
                    <a:pt x="92049" y="619300"/>
                  </a:lnTo>
                  <a:lnTo>
                    <a:pt x="65232" y="585254"/>
                  </a:lnTo>
                  <a:lnTo>
                    <a:pt x="42585" y="548558"/>
                  </a:lnTo>
                  <a:lnTo>
                    <a:pt x="24425" y="509499"/>
                  </a:lnTo>
                  <a:lnTo>
                    <a:pt x="11065" y="468363"/>
                  </a:lnTo>
                  <a:lnTo>
                    <a:pt x="2818" y="425434"/>
                  </a:lnTo>
                  <a:lnTo>
                    <a:pt x="0" y="380999"/>
                  </a:lnTo>
                  <a:close/>
                </a:path>
              </a:pathLst>
            </a:custGeom>
            <a:ln w="25399">
              <a:solidFill>
                <a:srgbClr val="000000"/>
              </a:solidFill>
            </a:ln>
          </p:spPr>
          <p:txBody>
            <a:bodyPr wrap="square" lIns="0" tIns="0" rIns="0" bIns="0" rtlCol="0"/>
            <a:lstStyle/>
            <a:p>
              <a:endParaRPr sz="2400"/>
            </a:p>
          </p:txBody>
        </p:sp>
      </p:grpSp>
      <p:sp>
        <p:nvSpPr>
          <p:cNvPr id="15" name="object 15"/>
          <p:cNvSpPr txBox="1"/>
          <p:nvPr/>
        </p:nvSpPr>
        <p:spPr>
          <a:xfrm>
            <a:off x="4160523" y="3825238"/>
            <a:ext cx="272627" cy="586550"/>
          </a:xfrm>
          <a:prstGeom prst="rect">
            <a:avLst/>
          </a:prstGeom>
        </p:spPr>
        <p:txBody>
          <a:bodyPr vert="horz" wrap="square" lIns="0" tIns="22013" rIns="0" bIns="0" rtlCol="0">
            <a:spAutoFit/>
          </a:bodyPr>
          <a:lstStyle/>
          <a:p>
            <a:pPr marL="16933">
              <a:spcBef>
                <a:spcPts val="173"/>
              </a:spcBef>
            </a:pPr>
            <a:r>
              <a:rPr sz="3667" b="1" spc="-67" dirty="0">
                <a:latin typeface="Calibri"/>
                <a:cs typeface="Calibri"/>
              </a:rPr>
              <a:t>3</a:t>
            </a:r>
            <a:endParaRPr sz="3667">
              <a:latin typeface="Calibri"/>
              <a:cs typeface="Calibri"/>
            </a:endParaRPr>
          </a:p>
        </p:txBody>
      </p:sp>
      <p:grpSp>
        <p:nvGrpSpPr>
          <p:cNvPr id="16" name="object 16"/>
          <p:cNvGrpSpPr/>
          <p:nvPr/>
        </p:nvGrpSpPr>
        <p:grpSpPr>
          <a:xfrm>
            <a:off x="540248" y="5201481"/>
            <a:ext cx="1151467" cy="1049867"/>
            <a:chOff x="405186" y="3901111"/>
            <a:chExt cx="863600" cy="787400"/>
          </a:xfrm>
        </p:grpSpPr>
        <p:sp>
          <p:nvSpPr>
            <p:cNvPr id="17" name="object 17"/>
            <p:cNvSpPr/>
            <p:nvPr/>
          </p:nvSpPr>
          <p:spPr>
            <a:xfrm>
              <a:off x="417886" y="3913811"/>
              <a:ext cx="838200" cy="762000"/>
            </a:xfrm>
            <a:custGeom>
              <a:avLst/>
              <a:gdLst/>
              <a:ahLst/>
              <a:cxnLst/>
              <a:rect l="l" t="t" r="r" b="b"/>
              <a:pathLst>
                <a:path w="838200" h="762000">
                  <a:moveTo>
                    <a:pt x="419099" y="0"/>
                  </a:moveTo>
                  <a:lnTo>
                    <a:pt x="370222" y="2563"/>
                  </a:lnTo>
                  <a:lnTo>
                    <a:pt x="323001" y="10062"/>
                  </a:lnTo>
                  <a:lnTo>
                    <a:pt x="277751" y="22211"/>
                  </a:lnTo>
                  <a:lnTo>
                    <a:pt x="234786" y="38725"/>
                  </a:lnTo>
                  <a:lnTo>
                    <a:pt x="194421" y="59316"/>
                  </a:lnTo>
                  <a:lnTo>
                    <a:pt x="156970" y="83701"/>
                  </a:lnTo>
                  <a:lnTo>
                    <a:pt x="122748" y="111591"/>
                  </a:lnTo>
                  <a:lnTo>
                    <a:pt x="92068" y="142703"/>
                  </a:lnTo>
                  <a:lnTo>
                    <a:pt x="65246" y="176749"/>
                  </a:lnTo>
                  <a:lnTo>
                    <a:pt x="42596" y="213445"/>
                  </a:lnTo>
                  <a:lnTo>
                    <a:pt x="24432" y="252503"/>
                  </a:lnTo>
                  <a:lnTo>
                    <a:pt x="11068" y="293639"/>
                  </a:lnTo>
                  <a:lnTo>
                    <a:pt x="2819" y="336567"/>
                  </a:lnTo>
                  <a:lnTo>
                    <a:pt x="0" y="380999"/>
                  </a:lnTo>
                  <a:lnTo>
                    <a:pt x="2819" y="425434"/>
                  </a:lnTo>
                  <a:lnTo>
                    <a:pt x="11068" y="468363"/>
                  </a:lnTo>
                  <a:lnTo>
                    <a:pt x="24432" y="509499"/>
                  </a:lnTo>
                  <a:lnTo>
                    <a:pt x="42596" y="548558"/>
                  </a:lnTo>
                  <a:lnTo>
                    <a:pt x="65246" y="585254"/>
                  </a:lnTo>
                  <a:lnTo>
                    <a:pt x="92068" y="619300"/>
                  </a:lnTo>
                  <a:lnTo>
                    <a:pt x="122748" y="650411"/>
                  </a:lnTo>
                  <a:lnTo>
                    <a:pt x="156970" y="678301"/>
                  </a:lnTo>
                  <a:lnTo>
                    <a:pt x="194421" y="702685"/>
                  </a:lnTo>
                  <a:lnTo>
                    <a:pt x="234786" y="723276"/>
                  </a:lnTo>
                  <a:lnTo>
                    <a:pt x="277751" y="739789"/>
                  </a:lnTo>
                  <a:lnTo>
                    <a:pt x="323001" y="751938"/>
                  </a:lnTo>
                  <a:lnTo>
                    <a:pt x="370222" y="759436"/>
                  </a:lnTo>
                  <a:lnTo>
                    <a:pt x="419099" y="761999"/>
                  </a:lnTo>
                  <a:lnTo>
                    <a:pt x="467974" y="759436"/>
                  </a:lnTo>
                  <a:lnTo>
                    <a:pt x="515193" y="751938"/>
                  </a:lnTo>
                  <a:lnTo>
                    <a:pt x="560442" y="739789"/>
                  </a:lnTo>
                  <a:lnTo>
                    <a:pt x="603406" y="723276"/>
                  </a:lnTo>
                  <a:lnTo>
                    <a:pt x="643771" y="702685"/>
                  </a:lnTo>
                  <a:lnTo>
                    <a:pt x="681222" y="678301"/>
                  </a:lnTo>
                  <a:lnTo>
                    <a:pt x="715445" y="650411"/>
                  </a:lnTo>
                  <a:lnTo>
                    <a:pt x="746126" y="619300"/>
                  </a:lnTo>
                  <a:lnTo>
                    <a:pt x="772949" y="585254"/>
                  </a:lnTo>
                  <a:lnTo>
                    <a:pt x="795601" y="548558"/>
                  </a:lnTo>
                  <a:lnTo>
                    <a:pt x="813766" y="509499"/>
                  </a:lnTo>
                  <a:lnTo>
                    <a:pt x="827130" y="468363"/>
                  </a:lnTo>
                  <a:lnTo>
                    <a:pt x="835380" y="425434"/>
                  </a:lnTo>
                  <a:lnTo>
                    <a:pt x="838199" y="380999"/>
                  </a:lnTo>
                  <a:lnTo>
                    <a:pt x="835380" y="336567"/>
                  </a:lnTo>
                  <a:lnTo>
                    <a:pt x="827130" y="293639"/>
                  </a:lnTo>
                  <a:lnTo>
                    <a:pt x="813766" y="252503"/>
                  </a:lnTo>
                  <a:lnTo>
                    <a:pt x="795601" y="213445"/>
                  </a:lnTo>
                  <a:lnTo>
                    <a:pt x="772949" y="176749"/>
                  </a:lnTo>
                  <a:lnTo>
                    <a:pt x="746126" y="142703"/>
                  </a:lnTo>
                  <a:lnTo>
                    <a:pt x="715445" y="111591"/>
                  </a:lnTo>
                  <a:lnTo>
                    <a:pt x="681222" y="83701"/>
                  </a:lnTo>
                  <a:lnTo>
                    <a:pt x="643771" y="59316"/>
                  </a:lnTo>
                  <a:lnTo>
                    <a:pt x="603406" y="38725"/>
                  </a:lnTo>
                  <a:lnTo>
                    <a:pt x="560442" y="22211"/>
                  </a:lnTo>
                  <a:lnTo>
                    <a:pt x="515193" y="10062"/>
                  </a:lnTo>
                  <a:lnTo>
                    <a:pt x="467974" y="2563"/>
                  </a:lnTo>
                  <a:lnTo>
                    <a:pt x="419099" y="0"/>
                  </a:lnTo>
                  <a:close/>
                </a:path>
              </a:pathLst>
            </a:custGeom>
            <a:solidFill>
              <a:srgbClr val="FFC000"/>
            </a:solidFill>
          </p:spPr>
          <p:txBody>
            <a:bodyPr wrap="square" lIns="0" tIns="0" rIns="0" bIns="0" rtlCol="0"/>
            <a:lstStyle/>
            <a:p>
              <a:endParaRPr sz="2400"/>
            </a:p>
          </p:txBody>
        </p:sp>
        <p:sp>
          <p:nvSpPr>
            <p:cNvPr id="18" name="object 18"/>
            <p:cNvSpPr/>
            <p:nvPr/>
          </p:nvSpPr>
          <p:spPr>
            <a:xfrm>
              <a:off x="417886" y="3913811"/>
              <a:ext cx="838200" cy="762000"/>
            </a:xfrm>
            <a:custGeom>
              <a:avLst/>
              <a:gdLst/>
              <a:ahLst/>
              <a:cxnLst/>
              <a:rect l="l" t="t" r="r" b="b"/>
              <a:pathLst>
                <a:path w="838200" h="762000">
                  <a:moveTo>
                    <a:pt x="0" y="380999"/>
                  </a:moveTo>
                  <a:lnTo>
                    <a:pt x="2819" y="336567"/>
                  </a:lnTo>
                  <a:lnTo>
                    <a:pt x="11068" y="293639"/>
                  </a:lnTo>
                  <a:lnTo>
                    <a:pt x="24432" y="252503"/>
                  </a:lnTo>
                  <a:lnTo>
                    <a:pt x="42596" y="213445"/>
                  </a:lnTo>
                  <a:lnTo>
                    <a:pt x="65246" y="176749"/>
                  </a:lnTo>
                  <a:lnTo>
                    <a:pt x="92068" y="142703"/>
                  </a:lnTo>
                  <a:lnTo>
                    <a:pt x="122748" y="111591"/>
                  </a:lnTo>
                  <a:lnTo>
                    <a:pt x="156970" y="83701"/>
                  </a:lnTo>
                  <a:lnTo>
                    <a:pt x="194421" y="59316"/>
                  </a:lnTo>
                  <a:lnTo>
                    <a:pt x="234786" y="38725"/>
                  </a:lnTo>
                  <a:lnTo>
                    <a:pt x="277751" y="22211"/>
                  </a:lnTo>
                  <a:lnTo>
                    <a:pt x="323001" y="10062"/>
                  </a:lnTo>
                  <a:lnTo>
                    <a:pt x="370222" y="2563"/>
                  </a:lnTo>
                  <a:lnTo>
                    <a:pt x="419099" y="0"/>
                  </a:lnTo>
                  <a:lnTo>
                    <a:pt x="467974" y="2563"/>
                  </a:lnTo>
                  <a:lnTo>
                    <a:pt x="515193" y="10062"/>
                  </a:lnTo>
                  <a:lnTo>
                    <a:pt x="560442" y="22211"/>
                  </a:lnTo>
                  <a:lnTo>
                    <a:pt x="603406" y="38725"/>
                  </a:lnTo>
                  <a:lnTo>
                    <a:pt x="643771" y="59316"/>
                  </a:lnTo>
                  <a:lnTo>
                    <a:pt x="681222" y="83701"/>
                  </a:lnTo>
                  <a:lnTo>
                    <a:pt x="715445" y="111591"/>
                  </a:lnTo>
                  <a:lnTo>
                    <a:pt x="746126" y="142703"/>
                  </a:lnTo>
                  <a:lnTo>
                    <a:pt x="772949" y="176749"/>
                  </a:lnTo>
                  <a:lnTo>
                    <a:pt x="795601" y="213445"/>
                  </a:lnTo>
                  <a:lnTo>
                    <a:pt x="813766" y="252503"/>
                  </a:lnTo>
                  <a:lnTo>
                    <a:pt x="827130" y="293639"/>
                  </a:lnTo>
                  <a:lnTo>
                    <a:pt x="835380" y="336567"/>
                  </a:lnTo>
                  <a:lnTo>
                    <a:pt x="838199" y="380999"/>
                  </a:lnTo>
                  <a:lnTo>
                    <a:pt x="835380" y="425434"/>
                  </a:lnTo>
                  <a:lnTo>
                    <a:pt x="827130" y="468363"/>
                  </a:lnTo>
                  <a:lnTo>
                    <a:pt x="813766" y="509499"/>
                  </a:lnTo>
                  <a:lnTo>
                    <a:pt x="795601" y="548558"/>
                  </a:lnTo>
                  <a:lnTo>
                    <a:pt x="772949" y="585254"/>
                  </a:lnTo>
                  <a:lnTo>
                    <a:pt x="746126" y="619300"/>
                  </a:lnTo>
                  <a:lnTo>
                    <a:pt x="715445" y="650411"/>
                  </a:lnTo>
                  <a:lnTo>
                    <a:pt x="681222" y="678301"/>
                  </a:lnTo>
                  <a:lnTo>
                    <a:pt x="643771" y="702685"/>
                  </a:lnTo>
                  <a:lnTo>
                    <a:pt x="603406" y="723276"/>
                  </a:lnTo>
                  <a:lnTo>
                    <a:pt x="560442" y="739789"/>
                  </a:lnTo>
                  <a:lnTo>
                    <a:pt x="515193" y="751938"/>
                  </a:lnTo>
                  <a:lnTo>
                    <a:pt x="467974" y="759436"/>
                  </a:lnTo>
                  <a:lnTo>
                    <a:pt x="419099" y="761999"/>
                  </a:lnTo>
                  <a:lnTo>
                    <a:pt x="370222" y="759436"/>
                  </a:lnTo>
                  <a:lnTo>
                    <a:pt x="323001" y="751938"/>
                  </a:lnTo>
                  <a:lnTo>
                    <a:pt x="277751" y="739789"/>
                  </a:lnTo>
                  <a:lnTo>
                    <a:pt x="234786" y="723276"/>
                  </a:lnTo>
                  <a:lnTo>
                    <a:pt x="194421" y="702685"/>
                  </a:lnTo>
                  <a:lnTo>
                    <a:pt x="156970" y="678301"/>
                  </a:lnTo>
                  <a:lnTo>
                    <a:pt x="122748" y="650411"/>
                  </a:lnTo>
                  <a:lnTo>
                    <a:pt x="92068" y="619300"/>
                  </a:lnTo>
                  <a:lnTo>
                    <a:pt x="65246" y="585254"/>
                  </a:lnTo>
                  <a:lnTo>
                    <a:pt x="42596" y="548558"/>
                  </a:lnTo>
                  <a:lnTo>
                    <a:pt x="24432" y="509499"/>
                  </a:lnTo>
                  <a:lnTo>
                    <a:pt x="11068" y="468363"/>
                  </a:lnTo>
                  <a:lnTo>
                    <a:pt x="2819" y="425434"/>
                  </a:lnTo>
                  <a:lnTo>
                    <a:pt x="0" y="380999"/>
                  </a:lnTo>
                  <a:close/>
                </a:path>
              </a:pathLst>
            </a:custGeom>
            <a:ln w="25399">
              <a:solidFill>
                <a:srgbClr val="000000"/>
              </a:solidFill>
            </a:ln>
          </p:spPr>
          <p:txBody>
            <a:bodyPr wrap="square" lIns="0" tIns="0" rIns="0" bIns="0" rtlCol="0"/>
            <a:lstStyle/>
            <a:p>
              <a:endParaRPr sz="2400"/>
            </a:p>
          </p:txBody>
        </p:sp>
      </p:grpSp>
      <p:sp>
        <p:nvSpPr>
          <p:cNvPr id="19" name="object 19"/>
          <p:cNvSpPr txBox="1"/>
          <p:nvPr/>
        </p:nvSpPr>
        <p:spPr>
          <a:xfrm>
            <a:off x="979588" y="5409357"/>
            <a:ext cx="272627" cy="586550"/>
          </a:xfrm>
          <a:prstGeom prst="rect">
            <a:avLst/>
          </a:prstGeom>
        </p:spPr>
        <p:txBody>
          <a:bodyPr vert="horz" wrap="square" lIns="0" tIns="22013" rIns="0" bIns="0" rtlCol="0">
            <a:spAutoFit/>
          </a:bodyPr>
          <a:lstStyle/>
          <a:p>
            <a:pPr marL="16933">
              <a:spcBef>
                <a:spcPts val="173"/>
              </a:spcBef>
            </a:pPr>
            <a:r>
              <a:rPr sz="3667" b="1" spc="-67" dirty="0">
                <a:latin typeface="Calibri"/>
                <a:cs typeface="Calibri"/>
              </a:rPr>
              <a:t>5</a:t>
            </a:r>
            <a:endParaRPr sz="3667">
              <a:latin typeface="Calibri"/>
              <a:cs typeface="Calibri"/>
            </a:endParaRPr>
          </a:p>
        </p:txBody>
      </p:sp>
      <p:grpSp>
        <p:nvGrpSpPr>
          <p:cNvPr id="20" name="object 20"/>
          <p:cNvGrpSpPr/>
          <p:nvPr/>
        </p:nvGrpSpPr>
        <p:grpSpPr>
          <a:xfrm>
            <a:off x="2577929" y="5201481"/>
            <a:ext cx="1151467" cy="1049867"/>
            <a:chOff x="1933447" y="3901111"/>
            <a:chExt cx="863600" cy="787400"/>
          </a:xfrm>
        </p:grpSpPr>
        <p:sp>
          <p:nvSpPr>
            <p:cNvPr id="21" name="object 21"/>
            <p:cNvSpPr/>
            <p:nvPr/>
          </p:nvSpPr>
          <p:spPr>
            <a:xfrm>
              <a:off x="1946147" y="3913811"/>
              <a:ext cx="838200" cy="762000"/>
            </a:xfrm>
            <a:custGeom>
              <a:avLst/>
              <a:gdLst/>
              <a:ahLst/>
              <a:cxnLst/>
              <a:rect l="l" t="t" r="r" b="b"/>
              <a:pathLst>
                <a:path w="838200" h="762000">
                  <a:moveTo>
                    <a:pt x="419099" y="0"/>
                  </a:moveTo>
                  <a:lnTo>
                    <a:pt x="370214" y="2563"/>
                  </a:lnTo>
                  <a:lnTo>
                    <a:pt x="322987" y="10062"/>
                  </a:lnTo>
                  <a:lnTo>
                    <a:pt x="277733" y="22211"/>
                  </a:lnTo>
                  <a:lnTo>
                    <a:pt x="234766" y="38725"/>
                  </a:lnTo>
                  <a:lnTo>
                    <a:pt x="194401" y="59316"/>
                  </a:lnTo>
                  <a:lnTo>
                    <a:pt x="156951" y="83701"/>
                  </a:lnTo>
                  <a:lnTo>
                    <a:pt x="122731" y="111591"/>
                  </a:lnTo>
                  <a:lnTo>
                    <a:pt x="92054" y="142703"/>
                  </a:lnTo>
                  <a:lnTo>
                    <a:pt x="65235" y="176749"/>
                  </a:lnTo>
                  <a:lnTo>
                    <a:pt x="42588" y="213445"/>
                  </a:lnTo>
                  <a:lnTo>
                    <a:pt x="24427" y="252503"/>
                  </a:lnTo>
                  <a:lnTo>
                    <a:pt x="11065" y="293639"/>
                  </a:lnTo>
                  <a:lnTo>
                    <a:pt x="2818" y="336567"/>
                  </a:lnTo>
                  <a:lnTo>
                    <a:pt x="0" y="380999"/>
                  </a:lnTo>
                  <a:lnTo>
                    <a:pt x="2818" y="425434"/>
                  </a:lnTo>
                  <a:lnTo>
                    <a:pt x="11065" y="468363"/>
                  </a:lnTo>
                  <a:lnTo>
                    <a:pt x="24427" y="509499"/>
                  </a:lnTo>
                  <a:lnTo>
                    <a:pt x="42588" y="548558"/>
                  </a:lnTo>
                  <a:lnTo>
                    <a:pt x="65235" y="585254"/>
                  </a:lnTo>
                  <a:lnTo>
                    <a:pt x="92054" y="619300"/>
                  </a:lnTo>
                  <a:lnTo>
                    <a:pt x="122731" y="650411"/>
                  </a:lnTo>
                  <a:lnTo>
                    <a:pt x="156951" y="678301"/>
                  </a:lnTo>
                  <a:lnTo>
                    <a:pt x="194401" y="702685"/>
                  </a:lnTo>
                  <a:lnTo>
                    <a:pt x="234766" y="723276"/>
                  </a:lnTo>
                  <a:lnTo>
                    <a:pt x="277733" y="739789"/>
                  </a:lnTo>
                  <a:lnTo>
                    <a:pt x="322987" y="751938"/>
                  </a:lnTo>
                  <a:lnTo>
                    <a:pt x="370214" y="759436"/>
                  </a:lnTo>
                  <a:lnTo>
                    <a:pt x="419099" y="761999"/>
                  </a:lnTo>
                  <a:lnTo>
                    <a:pt x="467963" y="759436"/>
                  </a:lnTo>
                  <a:lnTo>
                    <a:pt x="515175" y="751938"/>
                  </a:lnTo>
                  <a:lnTo>
                    <a:pt x="560419" y="739789"/>
                  </a:lnTo>
                  <a:lnTo>
                    <a:pt x="603381" y="723276"/>
                  </a:lnTo>
                  <a:lnTo>
                    <a:pt x="643745" y="702685"/>
                  </a:lnTo>
                  <a:lnTo>
                    <a:pt x="681198" y="678301"/>
                  </a:lnTo>
                  <a:lnTo>
                    <a:pt x="715424" y="650411"/>
                  </a:lnTo>
                  <a:lnTo>
                    <a:pt x="746108" y="619300"/>
                  </a:lnTo>
                  <a:lnTo>
                    <a:pt x="772935" y="585254"/>
                  </a:lnTo>
                  <a:lnTo>
                    <a:pt x="795590" y="548558"/>
                  </a:lnTo>
                  <a:lnTo>
                    <a:pt x="813760" y="509499"/>
                  </a:lnTo>
                  <a:lnTo>
                    <a:pt x="827127" y="468363"/>
                  </a:lnTo>
                  <a:lnTo>
                    <a:pt x="835379" y="425434"/>
                  </a:lnTo>
                  <a:lnTo>
                    <a:pt x="838199" y="380999"/>
                  </a:lnTo>
                  <a:lnTo>
                    <a:pt x="835379" y="336567"/>
                  </a:lnTo>
                  <a:lnTo>
                    <a:pt x="827127" y="293639"/>
                  </a:lnTo>
                  <a:lnTo>
                    <a:pt x="813760" y="252503"/>
                  </a:lnTo>
                  <a:lnTo>
                    <a:pt x="795590" y="213445"/>
                  </a:lnTo>
                  <a:lnTo>
                    <a:pt x="772935" y="176749"/>
                  </a:lnTo>
                  <a:lnTo>
                    <a:pt x="746108" y="142703"/>
                  </a:lnTo>
                  <a:lnTo>
                    <a:pt x="715424" y="111591"/>
                  </a:lnTo>
                  <a:lnTo>
                    <a:pt x="681198" y="83701"/>
                  </a:lnTo>
                  <a:lnTo>
                    <a:pt x="643745" y="59316"/>
                  </a:lnTo>
                  <a:lnTo>
                    <a:pt x="603381" y="38725"/>
                  </a:lnTo>
                  <a:lnTo>
                    <a:pt x="560419" y="22211"/>
                  </a:lnTo>
                  <a:lnTo>
                    <a:pt x="515175" y="10062"/>
                  </a:lnTo>
                  <a:lnTo>
                    <a:pt x="467963" y="2563"/>
                  </a:lnTo>
                  <a:lnTo>
                    <a:pt x="419099" y="0"/>
                  </a:lnTo>
                  <a:close/>
                </a:path>
              </a:pathLst>
            </a:custGeom>
            <a:solidFill>
              <a:srgbClr val="FFC000"/>
            </a:solidFill>
          </p:spPr>
          <p:txBody>
            <a:bodyPr wrap="square" lIns="0" tIns="0" rIns="0" bIns="0" rtlCol="0"/>
            <a:lstStyle/>
            <a:p>
              <a:endParaRPr sz="2400"/>
            </a:p>
          </p:txBody>
        </p:sp>
        <p:sp>
          <p:nvSpPr>
            <p:cNvPr id="22" name="object 22"/>
            <p:cNvSpPr/>
            <p:nvPr/>
          </p:nvSpPr>
          <p:spPr>
            <a:xfrm>
              <a:off x="1946147" y="3913811"/>
              <a:ext cx="838200" cy="762000"/>
            </a:xfrm>
            <a:custGeom>
              <a:avLst/>
              <a:gdLst/>
              <a:ahLst/>
              <a:cxnLst/>
              <a:rect l="l" t="t" r="r" b="b"/>
              <a:pathLst>
                <a:path w="838200" h="762000">
                  <a:moveTo>
                    <a:pt x="0" y="380999"/>
                  </a:moveTo>
                  <a:lnTo>
                    <a:pt x="2818" y="336567"/>
                  </a:lnTo>
                  <a:lnTo>
                    <a:pt x="11065" y="293639"/>
                  </a:lnTo>
                  <a:lnTo>
                    <a:pt x="24427" y="252503"/>
                  </a:lnTo>
                  <a:lnTo>
                    <a:pt x="42588" y="213445"/>
                  </a:lnTo>
                  <a:lnTo>
                    <a:pt x="65235" y="176749"/>
                  </a:lnTo>
                  <a:lnTo>
                    <a:pt x="92054" y="142703"/>
                  </a:lnTo>
                  <a:lnTo>
                    <a:pt x="122731" y="111591"/>
                  </a:lnTo>
                  <a:lnTo>
                    <a:pt x="156951" y="83701"/>
                  </a:lnTo>
                  <a:lnTo>
                    <a:pt x="194401" y="59316"/>
                  </a:lnTo>
                  <a:lnTo>
                    <a:pt x="234766" y="38725"/>
                  </a:lnTo>
                  <a:lnTo>
                    <a:pt x="277733" y="22211"/>
                  </a:lnTo>
                  <a:lnTo>
                    <a:pt x="322987" y="10062"/>
                  </a:lnTo>
                  <a:lnTo>
                    <a:pt x="370214" y="2563"/>
                  </a:lnTo>
                  <a:lnTo>
                    <a:pt x="419099" y="0"/>
                  </a:lnTo>
                  <a:lnTo>
                    <a:pt x="467963" y="2563"/>
                  </a:lnTo>
                  <a:lnTo>
                    <a:pt x="515175" y="10062"/>
                  </a:lnTo>
                  <a:lnTo>
                    <a:pt x="560419" y="22211"/>
                  </a:lnTo>
                  <a:lnTo>
                    <a:pt x="603381" y="38725"/>
                  </a:lnTo>
                  <a:lnTo>
                    <a:pt x="643745" y="59316"/>
                  </a:lnTo>
                  <a:lnTo>
                    <a:pt x="681198" y="83701"/>
                  </a:lnTo>
                  <a:lnTo>
                    <a:pt x="715424" y="111591"/>
                  </a:lnTo>
                  <a:lnTo>
                    <a:pt x="746108" y="142703"/>
                  </a:lnTo>
                  <a:lnTo>
                    <a:pt x="772935" y="176749"/>
                  </a:lnTo>
                  <a:lnTo>
                    <a:pt x="795590" y="213445"/>
                  </a:lnTo>
                  <a:lnTo>
                    <a:pt x="813760" y="252503"/>
                  </a:lnTo>
                  <a:lnTo>
                    <a:pt x="827127" y="293639"/>
                  </a:lnTo>
                  <a:lnTo>
                    <a:pt x="835379" y="336567"/>
                  </a:lnTo>
                  <a:lnTo>
                    <a:pt x="838199" y="380999"/>
                  </a:lnTo>
                  <a:lnTo>
                    <a:pt x="835379" y="425434"/>
                  </a:lnTo>
                  <a:lnTo>
                    <a:pt x="827127" y="468363"/>
                  </a:lnTo>
                  <a:lnTo>
                    <a:pt x="813760" y="509499"/>
                  </a:lnTo>
                  <a:lnTo>
                    <a:pt x="795590" y="548558"/>
                  </a:lnTo>
                  <a:lnTo>
                    <a:pt x="772935" y="585254"/>
                  </a:lnTo>
                  <a:lnTo>
                    <a:pt x="746108" y="619300"/>
                  </a:lnTo>
                  <a:lnTo>
                    <a:pt x="715424" y="650411"/>
                  </a:lnTo>
                  <a:lnTo>
                    <a:pt x="681198" y="678301"/>
                  </a:lnTo>
                  <a:lnTo>
                    <a:pt x="643745" y="702685"/>
                  </a:lnTo>
                  <a:lnTo>
                    <a:pt x="603381" y="723276"/>
                  </a:lnTo>
                  <a:lnTo>
                    <a:pt x="560419" y="739789"/>
                  </a:lnTo>
                  <a:lnTo>
                    <a:pt x="515175" y="751938"/>
                  </a:lnTo>
                  <a:lnTo>
                    <a:pt x="467963" y="759436"/>
                  </a:lnTo>
                  <a:lnTo>
                    <a:pt x="419099" y="761999"/>
                  </a:lnTo>
                  <a:lnTo>
                    <a:pt x="370214" y="759436"/>
                  </a:lnTo>
                  <a:lnTo>
                    <a:pt x="322987" y="751938"/>
                  </a:lnTo>
                  <a:lnTo>
                    <a:pt x="277733" y="739789"/>
                  </a:lnTo>
                  <a:lnTo>
                    <a:pt x="234766" y="723276"/>
                  </a:lnTo>
                  <a:lnTo>
                    <a:pt x="194401" y="702685"/>
                  </a:lnTo>
                  <a:lnTo>
                    <a:pt x="156951" y="678301"/>
                  </a:lnTo>
                  <a:lnTo>
                    <a:pt x="122731" y="650411"/>
                  </a:lnTo>
                  <a:lnTo>
                    <a:pt x="92054" y="619300"/>
                  </a:lnTo>
                  <a:lnTo>
                    <a:pt x="65235" y="585254"/>
                  </a:lnTo>
                  <a:lnTo>
                    <a:pt x="42588" y="548558"/>
                  </a:lnTo>
                  <a:lnTo>
                    <a:pt x="24427" y="509499"/>
                  </a:lnTo>
                  <a:lnTo>
                    <a:pt x="11065" y="468363"/>
                  </a:lnTo>
                  <a:lnTo>
                    <a:pt x="2818" y="425434"/>
                  </a:lnTo>
                  <a:lnTo>
                    <a:pt x="0" y="380999"/>
                  </a:lnTo>
                  <a:close/>
                </a:path>
              </a:pathLst>
            </a:custGeom>
            <a:ln w="25399">
              <a:solidFill>
                <a:srgbClr val="000000"/>
              </a:solidFill>
            </a:ln>
          </p:spPr>
          <p:txBody>
            <a:bodyPr wrap="square" lIns="0" tIns="0" rIns="0" bIns="0" rtlCol="0"/>
            <a:lstStyle/>
            <a:p>
              <a:endParaRPr sz="2400"/>
            </a:p>
          </p:txBody>
        </p:sp>
      </p:grpSp>
      <p:sp>
        <p:nvSpPr>
          <p:cNvPr id="23" name="object 23"/>
          <p:cNvSpPr txBox="1"/>
          <p:nvPr/>
        </p:nvSpPr>
        <p:spPr>
          <a:xfrm>
            <a:off x="3019215" y="5409357"/>
            <a:ext cx="272627" cy="586550"/>
          </a:xfrm>
          <a:prstGeom prst="rect">
            <a:avLst/>
          </a:prstGeom>
        </p:spPr>
        <p:txBody>
          <a:bodyPr vert="horz" wrap="square" lIns="0" tIns="22013" rIns="0" bIns="0" rtlCol="0">
            <a:spAutoFit/>
          </a:bodyPr>
          <a:lstStyle/>
          <a:p>
            <a:pPr marL="16933">
              <a:spcBef>
                <a:spcPts val="173"/>
              </a:spcBef>
            </a:pPr>
            <a:r>
              <a:rPr sz="3667" b="1" spc="-67" dirty="0">
                <a:latin typeface="Calibri"/>
                <a:cs typeface="Calibri"/>
              </a:rPr>
              <a:t>1</a:t>
            </a:r>
            <a:endParaRPr sz="3667">
              <a:latin typeface="Calibri"/>
              <a:cs typeface="Calibri"/>
            </a:endParaRPr>
          </a:p>
        </p:txBody>
      </p:sp>
      <p:sp>
        <p:nvSpPr>
          <p:cNvPr id="24" name="object 24"/>
          <p:cNvSpPr/>
          <p:nvPr/>
        </p:nvSpPr>
        <p:spPr>
          <a:xfrm>
            <a:off x="1398191" y="2975356"/>
            <a:ext cx="2641600" cy="2243667"/>
          </a:xfrm>
          <a:custGeom>
            <a:avLst/>
            <a:gdLst/>
            <a:ahLst/>
            <a:cxnLst/>
            <a:rect l="l" t="t" r="r" b="b"/>
            <a:pathLst>
              <a:path w="1981200" h="1682750">
                <a:moveTo>
                  <a:pt x="1037200" y="0"/>
                </a:moveTo>
                <a:lnTo>
                  <a:pt x="761999" y="492632"/>
                </a:lnTo>
              </a:path>
              <a:path w="1981200" h="1682750">
                <a:moveTo>
                  <a:pt x="1629786" y="0"/>
                </a:moveTo>
                <a:lnTo>
                  <a:pt x="1981199" y="496193"/>
                </a:lnTo>
              </a:path>
              <a:path w="1981200" h="1682750">
                <a:moveTo>
                  <a:pt x="330195" y="1142999"/>
                </a:moveTo>
                <a:lnTo>
                  <a:pt x="0" y="1682294"/>
                </a:lnTo>
              </a:path>
              <a:path w="1981200" h="1682750">
                <a:moveTo>
                  <a:pt x="922900" y="1142999"/>
                </a:moveTo>
                <a:lnTo>
                  <a:pt x="1219199" y="1682294"/>
                </a:lnTo>
              </a:path>
            </a:pathLst>
          </a:custGeom>
          <a:ln w="9534">
            <a:solidFill>
              <a:srgbClr val="000000"/>
            </a:solidFill>
          </a:ln>
        </p:spPr>
        <p:txBody>
          <a:bodyPr wrap="square" lIns="0" tIns="0" rIns="0" bIns="0" rtlCol="0"/>
          <a:lstStyle/>
          <a:p>
            <a:endParaRPr sz="2400"/>
          </a:p>
        </p:txBody>
      </p:sp>
      <p:sp>
        <p:nvSpPr>
          <p:cNvPr id="25" name="object 25"/>
          <p:cNvSpPr/>
          <p:nvPr/>
        </p:nvSpPr>
        <p:spPr>
          <a:xfrm>
            <a:off x="607981" y="335041"/>
            <a:ext cx="2133600" cy="1601047"/>
          </a:xfrm>
          <a:custGeom>
            <a:avLst/>
            <a:gdLst/>
            <a:ahLst/>
            <a:cxnLst/>
            <a:rect l="l" t="t" r="r" b="b"/>
            <a:pathLst>
              <a:path w="1600200" h="1200785">
                <a:moveTo>
                  <a:pt x="0" y="1200329"/>
                </a:moveTo>
                <a:lnTo>
                  <a:pt x="1600199" y="1200329"/>
                </a:lnTo>
                <a:lnTo>
                  <a:pt x="1600199" y="0"/>
                </a:lnTo>
                <a:lnTo>
                  <a:pt x="0" y="0"/>
                </a:lnTo>
                <a:lnTo>
                  <a:pt x="0" y="1200329"/>
                </a:lnTo>
                <a:close/>
              </a:path>
            </a:pathLst>
          </a:custGeom>
          <a:ln w="9534">
            <a:solidFill>
              <a:srgbClr val="000000"/>
            </a:solidFill>
          </a:ln>
        </p:spPr>
        <p:txBody>
          <a:bodyPr wrap="square" lIns="0" tIns="0" rIns="0" bIns="0" rtlCol="0"/>
          <a:lstStyle/>
          <a:p>
            <a:endParaRPr sz="2400"/>
          </a:p>
        </p:txBody>
      </p:sp>
      <p:sp>
        <p:nvSpPr>
          <p:cNvPr id="26" name="object 26"/>
          <p:cNvSpPr txBox="1"/>
          <p:nvPr/>
        </p:nvSpPr>
        <p:spPr>
          <a:xfrm>
            <a:off x="713746" y="354324"/>
            <a:ext cx="1810173" cy="1491969"/>
          </a:xfrm>
          <a:prstGeom prst="rect">
            <a:avLst/>
          </a:prstGeom>
        </p:spPr>
        <p:txBody>
          <a:bodyPr vert="horz" wrap="square" lIns="0" tIns="13547" rIns="0" bIns="0" rtlCol="0">
            <a:spAutoFit/>
          </a:bodyPr>
          <a:lstStyle/>
          <a:p>
            <a:pPr marL="16933" marR="6773">
              <a:lnSpc>
                <a:spcPct val="100899"/>
              </a:lnSpc>
              <a:spcBef>
                <a:spcPts val="107"/>
              </a:spcBef>
            </a:pPr>
            <a:r>
              <a:rPr sz="2400" b="1" dirty="0">
                <a:latin typeface="Calibri"/>
                <a:cs typeface="Calibri"/>
              </a:rPr>
              <a:t>Heap</a:t>
            </a:r>
            <a:r>
              <a:rPr sz="2400" spc="-113" dirty="0">
                <a:latin typeface="Times New Roman"/>
                <a:cs typeface="Times New Roman"/>
              </a:rPr>
              <a:t> </a:t>
            </a:r>
            <a:r>
              <a:rPr sz="2400" b="1" dirty="0">
                <a:latin typeface="Calibri"/>
                <a:cs typeface="Calibri"/>
              </a:rPr>
              <a:t>is</a:t>
            </a:r>
            <a:r>
              <a:rPr sz="2400" spc="-80" dirty="0">
                <a:latin typeface="Times New Roman"/>
                <a:cs typeface="Times New Roman"/>
              </a:rPr>
              <a:t> </a:t>
            </a:r>
            <a:r>
              <a:rPr sz="2400" b="1" spc="-13" dirty="0">
                <a:latin typeface="Calibri"/>
                <a:cs typeface="Calibri"/>
              </a:rPr>
              <a:t>build</a:t>
            </a:r>
            <a:r>
              <a:rPr sz="2400" spc="-13" dirty="0">
                <a:latin typeface="Times New Roman"/>
                <a:cs typeface="Times New Roman"/>
              </a:rPr>
              <a:t> </a:t>
            </a:r>
            <a:r>
              <a:rPr sz="2400" b="1" dirty="0">
                <a:latin typeface="Calibri"/>
                <a:cs typeface="Calibri"/>
              </a:rPr>
              <a:t>and</a:t>
            </a:r>
            <a:r>
              <a:rPr sz="2400" spc="-80" dirty="0">
                <a:latin typeface="Times New Roman"/>
                <a:cs typeface="Times New Roman"/>
              </a:rPr>
              <a:t> </a:t>
            </a:r>
            <a:r>
              <a:rPr sz="2400" b="1" spc="-33" dirty="0">
                <a:latin typeface="Calibri"/>
                <a:cs typeface="Calibri"/>
              </a:rPr>
              <a:t>now</a:t>
            </a:r>
            <a:r>
              <a:rPr sz="2400" spc="-33" dirty="0">
                <a:latin typeface="Times New Roman"/>
                <a:cs typeface="Times New Roman"/>
              </a:rPr>
              <a:t> </a:t>
            </a:r>
            <a:r>
              <a:rPr sz="2400" b="1" dirty="0">
                <a:latin typeface="Calibri"/>
                <a:cs typeface="Calibri"/>
              </a:rPr>
              <a:t>convert</a:t>
            </a:r>
            <a:r>
              <a:rPr sz="2400" spc="-140" dirty="0">
                <a:latin typeface="Times New Roman"/>
                <a:cs typeface="Times New Roman"/>
              </a:rPr>
              <a:t> </a:t>
            </a:r>
            <a:r>
              <a:rPr sz="2400" b="1" dirty="0">
                <a:latin typeface="Calibri"/>
                <a:cs typeface="Calibri"/>
              </a:rPr>
              <a:t>it</a:t>
            </a:r>
            <a:r>
              <a:rPr sz="2400" spc="-140" dirty="0">
                <a:latin typeface="Times New Roman"/>
                <a:cs typeface="Times New Roman"/>
              </a:rPr>
              <a:t> </a:t>
            </a:r>
            <a:r>
              <a:rPr sz="2400" b="1" spc="-27" dirty="0">
                <a:latin typeface="Calibri"/>
                <a:cs typeface="Calibri"/>
              </a:rPr>
              <a:t>into</a:t>
            </a:r>
            <a:r>
              <a:rPr sz="2400" spc="-27" dirty="0">
                <a:latin typeface="Times New Roman"/>
                <a:cs typeface="Times New Roman"/>
              </a:rPr>
              <a:t> </a:t>
            </a:r>
            <a:r>
              <a:rPr sz="2400" b="1" dirty="0">
                <a:latin typeface="Calibri"/>
                <a:cs typeface="Calibri"/>
              </a:rPr>
              <a:t>max</a:t>
            </a:r>
            <a:r>
              <a:rPr sz="2400" spc="-67" dirty="0">
                <a:latin typeface="Times New Roman"/>
                <a:cs typeface="Times New Roman"/>
              </a:rPr>
              <a:t> </a:t>
            </a:r>
            <a:r>
              <a:rPr sz="2400" b="1" spc="-27" dirty="0">
                <a:latin typeface="Calibri"/>
                <a:cs typeface="Calibri"/>
              </a:rPr>
              <a:t>heap</a:t>
            </a:r>
            <a:endParaRPr sz="2400">
              <a:latin typeface="Calibri"/>
              <a:cs typeface="Calibri"/>
            </a:endParaRPr>
          </a:p>
        </p:txBody>
      </p:sp>
      <p:sp>
        <p:nvSpPr>
          <p:cNvPr id="27" name="object 27"/>
          <p:cNvSpPr txBox="1"/>
          <p:nvPr/>
        </p:nvSpPr>
        <p:spPr>
          <a:xfrm>
            <a:off x="4383187" y="2544539"/>
            <a:ext cx="3507740" cy="768951"/>
          </a:xfrm>
          <a:prstGeom prst="rect">
            <a:avLst/>
          </a:prstGeom>
          <a:ln w="9534">
            <a:solidFill>
              <a:srgbClr val="000000"/>
            </a:solidFill>
          </a:ln>
        </p:spPr>
        <p:txBody>
          <a:bodyPr vert="horz" wrap="square" lIns="0" tIns="36407" rIns="0" bIns="0" rtlCol="0">
            <a:spAutoFit/>
          </a:bodyPr>
          <a:lstStyle/>
          <a:p>
            <a:pPr marL="851725" marR="249760" indent="-597730">
              <a:lnSpc>
                <a:spcPct val="101000"/>
              </a:lnSpc>
              <a:spcBef>
                <a:spcPts val="287"/>
              </a:spcBef>
            </a:pPr>
            <a:r>
              <a:rPr sz="2400" b="1" dirty="0">
                <a:latin typeface="Calibri"/>
                <a:cs typeface="Calibri"/>
              </a:rPr>
              <a:t>10</a:t>
            </a:r>
            <a:r>
              <a:rPr sz="2400" spc="-33" dirty="0">
                <a:latin typeface="Times New Roman"/>
                <a:cs typeface="Times New Roman"/>
              </a:rPr>
              <a:t> </a:t>
            </a:r>
            <a:r>
              <a:rPr sz="2400" b="1" dirty="0">
                <a:latin typeface="Calibri"/>
                <a:cs typeface="Calibri"/>
              </a:rPr>
              <a:t>is</a:t>
            </a:r>
            <a:r>
              <a:rPr sz="2400" spc="-67" dirty="0">
                <a:latin typeface="Times New Roman"/>
                <a:cs typeface="Times New Roman"/>
              </a:rPr>
              <a:t> </a:t>
            </a:r>
            <a:r>
              <a:rPr sz="2400" b="1" spc="-13" dirty="0">
                <a:latin typeface="Calibri"/>
                <a:cs typeface="Calibri"/>
              </a:rPr>
              <a:t>Greater</a:t>
            </a:r>
            <a:r>
              <a:rPr sz="2400" spc="-160" dirty="0">
                <a:latin typeface="Times New Roman"/>
                <a:cs typeface="Times New Roman"/>
              </a:rPr>
              <a:t> </a:t>
            </a:r>
            <a:r>
              <a:rPr sz="2400" b="1" dirty="0">
                <a:latin typeface="Calibri"/>
                <a:cs typeface="Calibri"/>
              </a:rPr>
              <a:t>than</a:t>
            </a:r>
            <a:r>
              <a:rPr sz="2400" spc="-100" dirty="0">
                <a:latin typeface="Times New Roman"/>
                <a:cs typeface="Times New Roman"/>
              </a:rPr>
              <a:t> </a:t>
            </a:r>
            <a:r>
              <a:rPr sz="2400" b="1" dirty="0">
                <a:latin typeface="Calibri"/>
                <a:cs typeface="Calibri"/>
              </a:rPr>
              <a:t>4</a:t>
            </a:r>
            <a:r>
              <a:rPr sz="2400" spc="-27" dirty="0">
                <a:latin typeface="Times New Roman"/>
                <a:cs typeface="Times New Roman"/>
              </a:rPr>
              <a:t> </a:t>
            </a:r>
            <a:r>
              <a:rPr sz="2400" b="1" dirty="0">
                <a:latin typeface="Calibri"/>
                <a:cs typeface="Calibri"/>
              </a:rPr>
              <a:t>,</a:t>
            </a:r>
            <a:r>
              <a:rPr sz="2400" spc="-27" dirty="0">
                <a:latin typeface="Times New Roman"/>
                <a:cs typeface="Times New Roman"/>
              </a:rPr>
              <a:t> </a:t>
            </a:r>
            <a:r>
              <a:rPr sz="2400" b="1" spc="-33" dirty="0">
                <a:latin typeface="Calibri"/>
                <a:cs typeface="Calibri"/>
              </a:rPr>
              <a:t>so</a:t>
            </a:r>
            <a:r>
              <a:rPr sz="2400" spc="-33" dirty="0">
                <a:latin typeface="Times New Roman"/>
                <a:cs typeface="Times New Roman"/>
              </a:rPr>
              <a:t> </a:t>
            </a:r>
            <a:r>
              <a:rPr sz="2400" b="1" dirty="0">
                <a:latin typeface="Calibri"/>
                <a:cs typeface="Calibri"/>
              </a:rPr>
              <a:t>swap</a:t>
            </a:r>
            <a:r>
              <a:rPr sz="2400" spc="-193" dirty="0">
                <a:latin typeface="Times New Roman"/>
                <a:cs typeface="Times New Roman"/>
              </a:rPr>
              <a:t> </a:t>
            </a:r>
            <a:r>
              <a:rPr sz="2400" b="1" dirty="0">
                <a:latin typeface="Calibri"/>
                <a:cs typeface="Calibri"/>
              </a:rPr>
              <a:t>4</a:t>
            </a:r>
            <a:r>
              <a:rPr sz="2400" spc="-7" dirty="0">
                <a:latin typeface="Times New Roman"/>
                <a:cs typeface="Times New Roman"/>
              </a:rPr>
              <a:t> </a:t>
            </a:r>
            <a:r>
              <a:rPr sz="2400" b="1" dirty="0">
                <a:latin typeface="Calibri"/>
                <a:cs typeface="Calibri"/>
              </a:rPr>
              <a:t>and</a:t>
            </a:r>
            <a:r>
              <a:rPr sz="2400" spc="-67" dirty="0">
                <a:latin typeface="Times New Roman"/>
                <a:cs typeface="Times New Roman"/>
              </a:rPr>
              <a:t> </a:t>
            </a:r>
            <a:r>
              <a:rPr sz="2400" b="1" spc="-33" dirty="0">
                <a:latin typeface="Calibri"/>
                <a:cs typeface="Calibri"/>
              </a:rPr>
              <a:t>10</a:t>
            </a:r>
            <a:endParaRPr sz="2400">
              <a:latin typeface="Calibri"/>
              <a:cs typeface="Calibri"/>
            </a:endParaRPr>
          </a:p>
        </p:txBody>
      </p:sp>
      <p:grpSp>
        <p:nvGrpSpPr>
          <p:cNvPr id="28" name="object 28"/>
          <p:cNvGrpSpPr/>
          <p:nvPr/>
        </p:nvGrpSpPr>
        <p:grpSpPr>
          <a:xfrm>
            <a:off x="8623821" y="2445851"/>
            <a:ext cx="1151467" cy="1049867"/>
            <a:chOff x="6467866" y="1834388"/>
            <a:chExt cx="863600" cy="787400"/>
          </a:xfrm>
        </p:grpSpPr>
        <p:sp>
          <p:nvSpPr>
            <p:cNvPr id="29" name="object 29"/>
            <p:cNvSpPr/>
            <p:nvPr/>
          </p:nvSpPr>
          <p:spPr>
            <a:xfrm>
              <a:off x="6480566" y="1847088"/>
              <a:ext cx="838200" cy="762000"/>
            </a:xfrm>
            <a:custGeom>
              <a:avLst/>
              <a:gdLst/>
              <a:ahLst/>
              <a:cxnLst/>
              <a:rect l="l" t="t" r="r" b="b"/>
              <a:pathLst>
                <a:path w="838200" h="762000">
                  <a:moveTo>
                    <a:pt x="419099" y="0"/>
                  </a:moveTo>
                  <a:lnTo>
                    <a:pt x="370234" y="2563"/>
                  </a:lnTo>
                  <a:lnTo>
                    <a:pt x="323022" y="10061"/>
                  </a:lnTo>
                  <a:lnTo>
                    <a:pt x="277778" y="22210"/>
                  </a:lnTo>
                  <a:lnTo>
                    <a:pt x="234815" y="38722"/>
                  </a:lnTo>
                  <a:lnTo>
                    <a:pt x="194451" y="59313"/>
                  </a:lnTo>
                  <a:lnTo>
                    <a:pt x="156998" y="83697"/>
                  </a:lnTo>
                  <a:lnTo>
                    <a:pt x="122773" y="111587"/>
                  </a:lnTo>
                  <a:lnTo>
                    <a:pt x="92089" y="142698"/>
                  </a:lnTo>
                  <a:lnTo>
                    <a:pt x="65263" y="176744"/>
                  </a:lnTo>
                  <a:lnTo>
                    <a:pt x="42608" y="213439"/>
                  </a:lnTo>
                  <a:lnTo>
                    <a:pt x="24439" y="252499"/>
                  </a:lnTo>
                  <a:lnTo>
                    <a:pt x="11071" y="293635"/>
                  </a:lnTo>
                  <a:lnTo>
                    <a:pt x="2820" y="336564"/>
                  </a:lnTo>
                  <a:lnTo>
                    <a:pt x="0" y="380999"/>
                  </a:lnTo>
                  <a:lnTo>
                    <a:pt x="2820" y="425412"/>
                  </a:lnTo>
                  <a:lnTo>
                    <a:pt x="11071" y="468325"/>
                  </a:lnTo>
                  <a:lnTo>
                    <a:pt x="24439" y="509452"/>
                  </a:lnTo>
                  <a:lnTo>
                    <a:pt x="42608" y="548506"/>
                  </a:lnTo>
                  <a:lnTo>
                    <a:pt x="65263" y="585201"/>
                  </a:lnTo>
                  <a:lnTo>
                    <a:pt x="92089" y="619250"/>
                  </a:lnTo>
                  <a:lnTo>
                    <a:pt x="122773" y="650366"/>
                  </a:lnTo>
                  <a:lnTo>
                    <a:pt x="156998" y="678264"/>
                  </a:lnTo>
                  <a:lnTo>
                    <a:pt x="194451" y="702656"/>
                  </a:lnTo>
                  <a:lnTo>
                    <a:pt x="234815" y="723255"/>
                  </a:lnTo>
                  <a:lnTo>
                    <a:pt x="277778" y="739776"/>
                  </a:lnTo>
                  <a:lnTo>
                    <a:pt x="323022" y="751931"/>
                  </a:lnTo>
                  <a:lnTo>
                    <a:pt x="370234" y="759435"/>
                  </a:lnTo>
                  <a:lnTo>
                    <a:pt x="419099" y="761999"/>
                  </a:lnTo>
                  <a:lnTo>
                    <a:pt x="467987" y="759435"/>
                  </a:lnTo>
                  <a:lnTo>
                    <a:pt x="515215" y="751931"/>
                  </a:lnTo>
                  <a:lnTo>
                    <a:pt x="560470" y="739776"/>
                  </a:lnTo>
                  <a:lnTo>
                    <a:pt x="603437" y="723255"/>
                  </a:lnTo>
                  <a:lnTo>
                    <a:pt x="643802" y="702656"/>
                  </a:lnTo>
                  <a:lnTo>
                    <a:pt x="681252" y="678264"/>
                  </a:lnTo>
                  <a:lnTo>
                    <a:pt x="715472" y="650366"/>
                  </a:lnTo>
                  <a:lnTo>
                    <a:pt x="746148" y="619250"/>
                  </a:lnTo>
                  <a:lnTo>
                    <a:pt x="772966" y="585201"/>
                  </a:lnTo>
                  <a:lnTo>
                    <a:pt x="795613" y="548506"/>
                  </a:lnTo>
                  <a:lnTo>
                    <a:pt x="813773" y="509452"/>
                  </a:lnTo>
                  <a:lnTo>
                    <a:pt x="827134" y="468325"/>
                  </a:lnTo>
                  <a:lnTo>
                    <a:pt x="835381" y="425412"/>
                  </a:lnTo>
                  <a:lnTo>
                    <a:pt x="838199" y="380999"/>
                  </a:lnTo>
                  <a:lnTo>
                    <a:pt x="835381" y="336564"/>
                  </a:lnTo>
                  <a:lnTo>
                    <a:pt x="827134" y="293635"/>
                  </a:lnTo>
                  <a:lnTo>
                    <a:pt x="813773" y="252499"/>
                  </a:lnTo>
                  <a:lnTo>
                    <a:pt x="795613" y="213439"/>
                  </a:lnTo>
                  <a:lnTo>
                    <a:pt x="772966" y="176744"/>
                  </a:lnTo>
                  <a:lnTo>
                    <a:pt x="746148" y="142698"/>
                  </a:lnTo>
                  <a:lnTo>
                    <a:pt x="715472" y="111587"/>
                  </a:lnTo>
                  <a:lnTo>
                    <a:pt x="681252" y="83697"/>
                  </a:lnTo>
                  <a:lnTo>
                    <a:pt x="643802" y="59313"/>
                  </a:lnTo>
                  <a:lnTo>
                    <a:pt x="603437" y="38722"/>
                  </a:lnTo>
                  <a:lnTo>
                    <a:pt x="560470" y="22210"/>
                  </a:lnTo>
                  <a:lnTo>
                    <a:pt x="515215" y="10061"/>
                  </a:lnTo>
                  <a:lnTo>
                    <a:pt x="467987" y="2563"/>
                  </a:lnTo>
                  <a:lnTo>
                    <a:pt x="419099" y="0"/>
                  </a:lnTo>
                  <a:close/>
                </a:path>
              </a:pathLst>
            </a:custGeom>
            <a:solidFill>
              <a:srgbClr val="FFC000"/>
            </a:solidFill>
          </p:spPr>
          <p:txBody>
            <a:bodyPr wrap="square" lIns="0" tIns="0" rIns="0" bIns="0" rtlCol="0"/>
            <a:lstStyle/>
            <a:p>
              <a:endParaRPr sz="2400"/>
            </a:p>
          </p:txBody>
        </p:sp>
        <p:sp>
          <p:nvSpPr>
            <p:cNvPr id="30" name="object 30"/>
            <p:cNvSpPr/>
            <p:nvPr/>
          </p:nvSpPr>
          <p:spPr>
            <a:xfrm>
              <a:off x="6480566" y="1847088"/>
              <a:ext cx="838200" cy="762000"/>
            </a:xfrm>
            <a:custGeom>
              <a:avLst/>
              <a:gdLst/>
              <a:ahLst/>
              <a:cxnLst/>
              <a:rect l="l" t="t" r="r" b="b"/>
              <a:pathLst>
                <a:path w="838200" h="762000">
                  <a:moveTo>
                    <a:pt x="0" y="380999"/>
                  </a:moveTo>
                  <a:lnTo>
                    <a:pt x="2820" y="336564"/>
                  </a:lnTo>
                  <a:lnTo>
                    <a:pt x="11071" y="293635"/>
                  </a:lnTo>
                  <a:lnTo>
                    <a:pt x="24439" y="252499"/>
                  </a:lnTo>
                  <a:lnTo>
                    <a:pt x="42608" y="213439"/>
                  </a:lnTo>
                  <a:lnTo>
                    <a:pt x="65263" y="176744"/>
                  </a:lnTo>
                  <a:lnTo>
                    <a:pt x="92089" y="142698"/>
                  </a:lnTo>
                  <a:lnTo>
                    <a:pt x="122773" y="111587"/>
                  </a:lnTo>
                  <a:lnTo>
                    <a:pt x="156998" y="83697"/>
                  </a:lnTo>
                  <a:lnTo>
                    <a:pt x="194451" y="59313"/>
                  </a:lnTo>
                  <a:lnTo>
                    <a:pt x="234815" y="38722"/>
                  </a:lnTo>
                  <a:lnTo>
                    <a:pt x="277778" y="22210"/>
                  </a:lnTo>
                  <a:lnTo>
                    <a:pt x="323022" y="10061"/>
                  </a:lnTo>
                  <a:lnTo>
                    <a:pt x="370234" y="2563"/>
                  </a:lnTo>
                  <a:lnTo>
                    <a:pt x="419099" y="0"/>
                  </a:lnTo>
                  <a:lnTo>
                    <a:pt x="467987" y="2563"/>
                  </a:lnTo>
                  <a:lnTo>
                    <a:pt x="515215" y="10061"/>
                  </a:lnTo>
                  <a:lnTo>
                    <a:pt x="560470" y="22210"/>
                  </a:lnTo>
                  <a:lnTo>
                    <a:pt x="603437" y="38722"/>
                  </a:lnTo>
                  <a:lnTo>
                    <a:pt x="643802" y="59313"/>
                  </a:lnTo>
                  <a:lnTo>
                    <a:pt x="681252" y="83697"/>
                  </a:lnTo>
                  <a:lnTo>
                    <a:pt x="715472" y="111587"/>
                  </a:lnTo>
                  <a:lnTo>
                    <a:pt x="746148" y="142698"/>
                  </a:lnTo>
                  <a:lnTo>
                    <a:pt x="772966" y="176744"/>
                  </a:lnTo>
                  <a:lnTo>
                    <a:pt x="795613" y="213439"/>
                  </a:lnTo>
                  <a:lnTo>
                    <a:pt x="813773" y="252499"/>
                  </a:lnTo>
                  <a:lnTo>
                    <a:pt x="827134" y="293635"/>
                  </a:lnTo>
                  <a:lnTo>
                    <a:pt x="835381" y="336564"/>
                  </a:lnTo>
                  <a:lnTo>
                    <a:pt x="838199" y="380999"/>
                  </a:lnTo>
                  <a:lnTo>
                    <a:pt x="835381" y="425412"/>
                  </a:lnTo>
                  <a:lnTo>
                    <a:pt x="827134" y="468325"/>
                  </a:lnTo>
                  <a:lnTo>
                    <a:pt x="813773" y="509452"/>
                  </a:lnTo>
                  <a:lnTo>
                    <a:pt x="795613" y="548506"/>
                  </a:lnTo>
                  <a:lnTo>
                    <a:pt x="772966" y="585201"/>
                  </a:lnTo>
                  <a:lnTo>
                    <a:pt x="746148" y="619250"/>
                  </a:lnTo>
                  <a:lnTo>
                    <a:pt x="715472" y="650366"/>
                  </a:lnTo>
                  <a:lnTo>
                    <a:pt x="681252" y="678264"/>
                  </a:lnTo>
                  <a:lnTo>
                    <a:pt x="643802" y="702656"/>
                  </a:lnTo>
                  <a:lnTo>
                    <a:pt x="603437" y="723255"/>
                  </a:lnTo>
                  <a:lnTo>
                    <a:pt x="560470" y="739776"/>
                  </a:lnTo>
                  <a:lnTo>
                    <a:pt x="515215" y="751931"/>
                  </a:lnTo>
                  <a:lnTo>
                    <a:pt x="467987" y="759435"/>
                  </a:lnTo>
                  <a:lnTo>
                    <a:pt x="419099" y="761999"/>
                  </a:lnTo>
                  <a:lnTo>
                    <a:pt x="370234" y="759435"/>
                  </a:lnTo>
                  <a:lnTo>
                    <a:pt x="323022" y="751931"/>
                  </a:lnTo>
                  <a:lnTo>
                    <a:pt x="277778" y="739776"/>
                  </a:lnTo>
                  <a:lnTo>
                    <a:pt x="234815" y="723255"/>
                  </a:lnTo>
                  <a:lnTo>
                    <a:pt x="194451" y="702656"/>
                  </a:lnTo>
                  <a:lnTo>
                    <a:pt x="156998" y="678264"/>
                  </a:lnTo>
                  <a:lnTo>
                    <a:pt x="122773" y="650366"/>
                  </a:lnTo>
                  <a:lnTo>
                    <a:pt x="92089" y="619250"/>
                  </a:lnTo>
                  <a:lnTo>
                    <a:pt x="65263" y="585201"/>
                  </a:lnTo>
                  <a:lnTo>
                    <a:pt x="42608" y="548506"/>
                  </a:lnTo>
                  <a:lnTo>
                    <a:pt x="24439" y="509452"/>
                  </a:lnTo>
                  <a:lnTo>
                    <a:pt x="11071" y="468325"/>
                  </a:lnTo>
                  <a:lnTo>
                    <a:pt x="2820" y="425412"/>
                  </a:lnTo>
                  <a:lnTo>
                    <a:pt x="0" y="380999"/>
                  </a:lnTo>
                  <a:close/>
                </a:path>
              </a:pathLst>
            </a:custGeom>
            <a:ln w="25399">
              <a:solidFill>
                <a:srgbClr val="000000"/>
              </a:solidFill>
            </a:ln>
          </p:spPr>
          <p:txBody>
            <a:bodyPr wrap="square" lIns="0" tIns="0" rIns="0" bIns="0" rtlCol="0"/>
            <a:lstStyle/>
            <a:p>
              <a:endParaRPr sz="2400"/>
            </a:p>
          </p:txBody>
        </p:sp>
      </p:grpSp>
      <p:sp>
        <p:nvSpPr>
          <p:cNvPr id="31" name="object 31"/>
          <p:cNvSpPr txBox="1"/>
          <p:nvPr/>
        </p:nvSpPr>
        <p:spPr>
          <a:xfrm>
            <a:off x="8944194" y="2648878"/>
            <a:ext cx="517313" cy="586550"/>
          </a:xfrm>
          <a:prstGeom prst="rect">
            <a:avLst/>
          </a:prstGeom>
        </p:spPr>
        <p:txBody>
          <a:bodyPr vert="horz" wrap="square" lIns="0" tIns="22013" rIns="0" bIns="0" rtlCol="0">
            <a:spAutoFit/>
          </a:bodyPr>
          <a:lstStyle/>
          <a:p>
            <a:pPr marL="16933">
              <a:spcBef>
                <a:spcPts val="173"/>
              </a:spcBef>
            </a:pPr>
            <a:r>
              <a:rPr sz="3667" b="1" spc="-33" dirty="0">
                <a:latin typeface="Calibri"/>
                <a:cs typeface="Calibri"/>
              </a:rPr>
              <a:t>10</a:t>
            </a:r>
            <a:endParaRPr sz="3667">
              <a:latin typeface="Calibri"/>
              <a:cs typeface="Calibri"/>
            </a:endParaRPr>
          </a:p>
        </p:txBody>
      </p:sp>
      <p:grpSp>
        <p:nvGrpSpPr>
          <p:cNvPr id="32" name="object 32"/>
          <p:cNvGrpSpPr/>
          <p:nvPr/>
        </p:nvGrpSpPr>
        <p:grpSpPr>
          <a:xfrm>
            <a:off x="7681297" y="3969851"/>
            <a:ext cx="1151467" cy="1049867"/>
            <a:chOff x="5760973" y="2977388"/>
            <a:chExt cx="863600" cy="787400"/>
          </a:xfrm>
        </p:grpSpPr>
        <p:sp>
          <p:nvSpPr>
            <p:cNvPr id="33" name="object 33"/>
            <p:cNvSpPr/>
            <p:nvPr/>
          </p:nvSpPr>
          <p:spPr>
            <a:xfrm>
              <a:off x="5773673" y="2990088"/>
              <a:ext cx="838200" cy="762000"/>
            </a:xfrm>
            <a:custGeom>
              <a:avLst/>
              <a:gdLst/>
              <a:ahLst/>
              <a:cxnLst/>
              <a:rect l="l" t="t" r="r" b="b"/>
              <a:pathLst>
                <a:path w="838200" h="762000">
                  <a:moveTo>
                    <a:pt x="419099" y="0"/>
                  </a:moveTo>
                  <a:lnTo>
                    <a:pt x="370212" y="2562"/>
                  </a:lnTo>
                  <a:lnTo>
                    <a:pt x="322984" y="10061"/>
                  </a:lnTo>
                  <a:lnTo>
                    <a:pt x="277729" y="22209"/>
                  </a:lnTo>
                  <a:lnTo>
                    <a:pt x="234762" y="38721"/>
                  </a:lnTo>
                  <a:lnTo>
                    <a:pt x="194397" y="59311"/>
                  </a:lnTo>
                  <a:lnTo>
                    <a:pt x="156947" y="83694"/>
                  </a:lnTo>
                  <a:lnTo>
                    <a:pt x="122727" y="111583"/>
                  </a:lnTo>
                  <a:lnTo>
                    <a:pt x="92051" y="142694"/>
                  </a:lnTo>
                  <a:lnTo>
                    <a:pt x="65233" y="176740"/>
                  </a:lnTo>
                  <a:lnTo>
                    <a:pt x="42586" y="213435"/>
                  </a:lnTo>
                  <a:lnTo>
                    <a:pt x="24426" y="252495"/>
                  </a:lnTo>
                  <a:lnTo>
                    <a:pt x="11065" y="293633"/>
                  </a:lnTo>
                  <a:lnTo>
                    <a:pt x="2818" y="336563"/>
                  </a:lnTo>
                  <a:lnTo>
                    <a:pt x="0" y="380999"/>
                  </a:lnTo>
                  <a:lnTo>
                    <a:pt x="2818" y="425412"/>
                  </a:lnTo>
                  <a:lnTo>
                    <a:pt x="11065" y="468325"/>
                  </a:lnTo>
                  <a:lnTo>
                    <a:pt x="24426" y="509452"/>
                  </a:lnTo>
                  <a:lnTo>
                    <a:pt x="42586" y="548506"/>
                  </a:lnTo>
                  <a:lnTo>
                    <a:pt x="65233" y="585201"/>
                  </a:lnTo>
                  <a:lnTo>
                    <a:pt x="92051" y="619250"/>
                  </a:lnTo>
                  <a:lnTo>
                    <a:pt x="122727" y="650366"/>
                  </a:lnTo>
                  <a:lnTo>
                    <a:pt x="156947" y="678264"/>
                  </a:lnTo>
                  <a:lnTo>
                    <a:pt x="194397" y="702656"/>
                  </a:lnTo>
                  <a:lnTo>
                    <a:pt x="234762" y="723255"/>
                  </a:lnTo>
                  <a:lnTo>
                    <a:pt x="277729" y="739776"/>
                  </a:lnTo>
                  <a:lnTo>
                    <a:pt x="322984" y="751931"/>
                  </a:lnTo>
                  <a:lnTo>
                    <a:pt x="370212" y="759435"/>
                  </a:lnTo>
                  <a:lnTo>
                    <a:pt x="419099" y="761999"/>
                  </a:lnTo>
                  <a:lnTo>
                    <a:pt x="467965" y="759435"/>
                  </a:lnTo>
                  <a:lnTo>
                    <a:pt x="515177" y="751931"/>
                  </a:lnTo>
                  <a:lnTo>
                    <a:pt x="560421" y="739776"/>
                  </a:lnTo>
                  <a:lnTo>
                    <a:pt x="603384" y="723255"/>
                  </a:lnTo>
                  <a:lnTo>
                    <a:pt x="643748" y="702656"/>
                  </a:lnTo>
                  <a:lnTo>
                    <a:pt x="681201" y="678264"/>
                  </a:lnTo>
                  <a:lnTo>
                    <a:pt x="715426" y="650366"/>
                  </a:lnTo>
                  <a:lnTo>
                    <a:pt x="746110" y="619250"/>
                  </a:lnTo>
                  <a:lnTo>
                    <a:pt x="772936" y="585201"/>
                  </a:lnTo>
                  <a:lnTo>
                    <a:pt x="795591" y="548506"/>
                  </a:lnTo>
                  <a:lnTo>
                    <a:pt x="813760" y="509452"/>
                  </a:lnTo>
                  <a:lnTo>
                    <a:pt x="827128" y="468325"/>
                  </a:lnTo>
                  <a:lnTo>
                    <a:pt x="835379" y="425412"/>
                  </a:lnTo>
                  <a:lnTo>
                    <a:pt x="838199" y="380999"/>
                  </a:lnTo>
                  <a:lnTo>
                    <a:pt x="835379" y="336563"/>
                  </a:lnTo>
                  <a:lnTo>
                    <a:pt x="827128" y="293633"/>
                  </a:lnTo>
                  <a:lnTo>
                    <a:pt x="813760" y="252495"/>
                  </a:lnTo>
                  <a:lnTo>
                    <a:pt x="795591" y="213435"/>
                  </a:lnTo>
                  <a:lnTo>
                    <a:pt x="772936" y="176740"/>
                  </a:lnTo>
                  <a:lnTo>
                    <a:pt x="746110" y="142694"/>
                  </a:lnTo>
                  <a:lnTo>
                    <a:pt x="715426" y="111583"/>
                  </a:lnTo>
                  <a:lnTo>
                    <a:pt x="681201" y="83694"/>
                  </a:lnTo>
                  <a:lnTo>
                    <a:pt x="643748" y="59311"/>
                  </a:lnTo>
                  <a:lnTo>
                    <a:pt x="603384" y="38721"/>
                  </a:lnTo>
                  <a:lnTo>
                    <a:pt x="560421" y="22209"/>
                  </a:lnTo>
                  <a:lnTo>
                    <a:pt x="515177" y="10061"/>
                  </a:lnTo>
                  <a:lnTo>
                    <a:pt x="467965" y="2562"/>
                  </a:lnTo>
                  <a:lnTo>
                    <a:pt x="419099" y="0"/>
                  </a:lnTo>
                  <a:close/>
                </a:path>
              </a:pathLst>
            </a:custGeom>
            <a:solidFill>
              <a:srgbClr val="FFC000"/>
            </a:solidFill>
          </p:spPr>
          <p:txBody>
            <a:bodyPr wrap="square" lIns="0" tIns="0" rIns="0" bIns="0" rtlCol="0"/>
            <a:lstStyle/>
            <a:p>
              <a:endParaRPr sz="2400"/>
            </a:p>
          </p:txBody>
        </p:sp>
        <p:sp>
          <p:nvSpPr>
            <p:cNvPr id="34" name="object 34"/>
            <p:cNvSpPr/>
            <p:nvPr/>
          </p:nvSpPr>
          <p:spPr>
            <a:xfrm>
              <a:off x="5773673" y="2990088"/>
              <a:ext cx="838200" cy="762000"/>
            </a:xfrm>
            <a:custGeom>
              <a:avLst/>
              <a:gdLst/>
              <a:ahLst/>
              <a:cxnLst/>
              <a:rect l="l" t="t" r="r" b="b"/>
              <a:pathLst>
                <a:path w="838200" h="762000">
                  <a:moveTo>
                    <a:pt x="0" y="380999"/>
                  </a:moveTo>
                  <a:lnTo>
                    <a:pt x="2818" y="336563"/>
                  </a:lnTo>
                  <a:lnTo>
                    <a:pt x="11065" y="293633"/>
                  </a:lnTo>
                  <a:lnTo>
                    <a:pt x="24426" y="252495"/>
                  </a:lnTo>
                  <a:lnTo>
                    <a:pt x="42586" y="213435"/>
                  </a:lnTo>
                  <a:lnTo>
                    <a:pt x="65233" y="176740"/>
                  </a:lnTo>
                  <a:lnTo>
                    <a:pt x="92051" y="142694"/>
                  </a:lnTo>
                  <a:lnTo>
                    <a:pt x="122727" y="111583"/>
                  </a:lnTo>
                  <a:lnTo>
                    <a:pt x="156947" y="83694"/>
                  </a:lnTo>
                  <a:lnTo>
                    <a:pt x="194397" y="59311"/>
                  </a:lnTo>
                  <a:lnTo>
                    <a:pt x="234762" y="38721"/>
                  </a:lnTo>
                  <a:lnTo>
                    <a:pt x="277729" y="22209"/>
                  </a:lnTo>
                  <a:lnTo>
                    <a:pt x="322984" y="10061"/>
                  </a:lnTo>
                  <a:lnTo>
                    <a:pt x="370212" y="2562"/>
                  </a:lnTo>
                  <a:lnTo>
                    <a:pt x="419099" y="0"/>
                  </a:lnTo>
                  <a:lnTo>
                    <a:pt x="467965" y="2562"/>
                  </a:lnTo>
                  <a:lnTo>
                    <a:pt x="515177" y="10061"/>
                  </a:lnTo>
                  <a:lnTo>
                    <a:pt x="560421" y="22209"/>
                  </a:lnTo>
                  <a:lnTo>
                    <a:pt x="603384" y="38721"/>
                  </a:lnTo>
                  <a:lnTo>
                    <a:pt x="643748" y="59311"/>
                  </a:lnTo>
                  <a:lnTo>
                    <a:pt x="681201" y="83694"/>
                  </a:lnTo>
                  <a:lnTo>
                    <a:pt x="715426" y="111583"/>
                  </a:lnTo>
                  <a:lnTo>
                    <a:pt x="746110" y="142694"/>
                  </a:lnTo>
                  <a:lnTo>
                    <a:pt x="772936" y="176740"/>
                  </a:lnTo>
                  <a:lnTo>
                    <a:pt x="795591" y="213435"/>
                  </a:lnTo>
                  <a:lnTo>
                    <a:pt x="813760" y="252495"/>
                  </a:lnTo>
                  <a:lnTo>
                    <a:pt x="827128" y="293633"/>
                  </a:lnTo>
                  <a:lnTo>
                    <a:pt x="835379" y="336563"/>
                  </a:lnTo>
                  <a:lnTo>
                    <a:pt x="838199" y="380999"/>
                  </a:lnTo>
                  <a:lnTo>
                    <a:pt x="835379" y="425412"/>
                  </a:lnTo>
                  <a:lnTo>
                    <a:pt x="827128" y="468325"/>
                  </a:lnTo>
                  <a:lnTo>
                    <a:pt x="813760" y="509452"/>
                  </a:lnTo>
                  <a:lnTo>
                    <a:pt x="795591" y="548506"/>
                  </a:lnTo>
                  <a:lnTo>
                    <a:pt x="772936" y="585201"/>
                  </a:lnTo>
                  <a:lnTo>
                    <a:pt x="746110" y="619250"/>
                  </a:lnTo>
                  <a:lnTo>
                    <a:pt x="715426" y="650366"/>
                  </a:lnTo>
                  <a:lnTo>
                    <a:pt x="681201" y="678264"/>
                  </a:lnTo>
                  <a:lnTo>
                    <a:pt x="643748" y="702656"/>
                  </a:lnTo>
                  <a:lnTo>
                    <a:pt x="603384" y="723255"/>
                  </a:lnTo>
                  <a:lnTo>
                    <a:pt x="560421" y="739776"/>
                  </a:lnTo>
                  <a:lnTo>
                    <a:pt x="515177" y="751931"/>
                  </a:lnTo>
                  <a:lnTo>
                    <a:pt x="467965" y="759435"/>
                  </a:lnTo>
                  <a:lnTo>
                    <a:pt x="419099" y="761999"/>
                  </a:lnTo>
                  <a:lnTo>
                    <a:pt x="370212" y="759435"/>
                  </a:lnTo>
                  <a:lnTo>
                    <a:pt x="322984" y="751931"/>
                  </a:lnTo>
                  <a:lnTo>
                    <a:pt x="277729" y="739776"/>
                  </a:lnTo>
                  <a:lnTo>
                    <a:pt x="234762" y="723255"/>
                  </a:lnTo>
                  <a:lnTo>
                    <a:pt x="194397" y="702656"/>
                  </a:lnTo>
                  <a:lnTo>
                    <a:pt x="156947" y="678264"/>
                  </a:lnTo>
                  <a:lnTo>
                    <a:pt x="122727" y="650366"/>
                  </a:lnTo>
                  <a:lnTo>
                    <a:pt x="92051" y="619250"/>
                  </a:lnTo>
                  <a:lnTo>
                    <a:pt x="65233" y="585201"/>
                  </a:lnTo>
                  <a:lnTo>
                    <a:pt x="42586" y="548506"/>
                  </a:lnTo>
                  <a:lnTo>
                    <a:pt x="24426" y="509452"/>
                  </a:lnTo>
                  <a:lnTo>
                    <a:pt x="11065" y="468325"/>
                  </a:lnTo>
                  <a:lnTo>
                    <a:pt x="2818" y="425412"/>
                  </a:lnTo>
                  <a:lnTo>
                    <a:pt x="0" y="380999"/>
                  </a:lnTo>
                  <a:close/>
                </a:path>
              </a:pathLst>
            </a:custGeom>
            <a:ln w="25399">
              <a:solidFill>
                <a:srgbClr val="000000"/>
              </a:solidFill>
            </a:ln>
          </p:spPr>
          <p:txBody>
            <a:bodyPr wrap="square" lIns="0" tIns="0" rIns="0" bIns="0" rtlCol="0"/>
            <a:lstStyle/>
            <a:p>
              <a:endParaRPr sz="2400"/>
            </a:p>
          </p:txBody>
        </p:sp>
      </p:grpSp>
      <p:sp>
        <p:nvSpPr>
          <p:cNvPr id="35" name="object 35"/>
          <p:cNvSpPr txBox="1"/>
          <p:nvPr/>
        </p:nvSpPr>
        <p:spPr>
          <a:xfrm>
            <a:off x="8127667" y="4175250"/>
            <a:ext cx="272627" cy="586550"/>
          </a:xfrm>
          <a:prstGeom prst="rect">
            <a:avLst/>
          </a:prstGeom>
        </p:spPr>
        <p:txBody>
          <a:bodyPr vert="horz" wrap="square" lIns="0" tIns="22013" rIns="0" bIns="0" rtlCol="0">
            <a:spAutoFit/>
          </a:bodyPr>
          <a:lstStyle/>
          <a:p>
            <a:pPr marL="16933">
              <a:spcBef>
                <a:spcPts val="173"/>
              </a:spcBef>
            </a:pPr>
            <a:r>
              <a:rPr sz="3667" b="1" spc="-67" dirty="0">
                <a:latin typeface="Calibri"/>
                <a:cs typeface="Calibri"/>
              </a:rPr>
              <a:t>4</a:t>
            </a:r>
            <a:endParaRPr sz="3667">
              <a:latin typeface="Calibri"/>
              <a:cs typeface="Calibri"/>
            </a:endParaRPr>
          </a:p>
        </p:txBody>
      </p:sp>
      <p:grpSp>
        <p:nvGrpSpPr>
          <p:cNvPr id="36" name="object 36"/>
          <p:cNvGrpSpPr/>
          <p:nvPr/>
        </p:nvGrpSpPr>
        <p:grpSpPr>
          <a:xfrm>
            <a:off x="9741420" y="3974423"/>
            <a:ext cx="1151467" cy="1049867"/>
            <a:chOff x="7306065" y="2980817"/>
            <a:chExt cx="863600" cy="787400"/>
          </a:xfrm>
        </p:grpSpPr>
        <p:sp>
          <p:nvSpPr>
            <p:cNvPr id="37" name="object 37"/>
            <p:cNvSpPr/>
            <p:nvPr/>
          </p:nvSpPr>
          <p:spPr>
            <a:xfrm>
              <a:off x="7318765" y="2993517"/>
              <a:ext cx="838200" cy="762000"/>
            </a:xfrm>
            <a:custGeom>
              <a:avLst/>
              <a:gdLst/>
              <a:ahLst/>
              <a:cxnLst/>
              <a:rect l="l" t="t" r="r" b="b"/>
              <a:pathLst>
                <a:path w="838200" h="762000">
                  <a:moveTo>
                    <a:pt x="419099" y="0"/>
                  </a:moveTo>
                  <a:lnTo>
                    <a:pt x="370234" y="2562"/>
                  </a:lnTo>
                  <a:lnTo>
                    <a:pt x="323022" y="10061"/>
                  </a:lnTo>
                  <a:lnTo>
                    <a:pt x="277778" y="22209"/>
                  </a:lnTo>
                  <a:lnTo>
                    <a:pt x="234815" y="38721"/>
                  </a:lnTo>
                  <a:lnTo>
                    <a:pt x="194451" y="59311"/>
                  </a:lnTo>
                  <a:lnTo>
                    <a:pt x="156998" y="83694"/>
                  </a:lnTo>
                  <a:lnTo>
                    <a:pt x="122773" y="111583"/>
                  </a:lnTo>
                  <a:lnTo>
                    <a:pt x="92089" y="142694"/>
                  </a:lnTo>
                  <a:lnTo>
                    <a:pt x="65263" y="176740"/>
                  </a:lnTo>
                  <a:lnTo>
                    <a:pt x="42608" y="213435"/>
                  </a:lnTo>
                  <a:lnTo>
                    <a:pt x="24439" y="252495"/>
                  </a:lnTo>
                  <a:lnTo>
                    <a:pt x="11071" y="293633"/>
                  </a:lnTo>
                  <a:lnTo>
                    <a:pt x="2820" y="336563"/>
                  </a:lnTo>
                  <a:lnTo>
                    <a:pt x="0" y="380999"/>
                  </a:lnTo>
                  <a:lnTo>
                    <a:pt x="2820" y="425436"/>
                  </a:lnTo>
                  <a:lnTo>
                    <a:pt x="11071" y="468366"/>
                  </a:lnTo>
                  <a:lnTo>
                    <a:pt x="24439" y="509504"/>
                  </a:lnTo>
                  <a:lnTo>
                    <a:pt x="42608" y="548564"/>
                  </a:lnTo>
                  <a:lnTo>
                    <a:pt x="65263" y="585259"/>
                  </a:lnTo>
                  <a:lnTo>
                    <a:pt x="92089" y="619305"/>
                  </a:lnTo>
                  <a:lnTo>
                    <a:pt x="122773" y="650416"/>
                  </a:lnTo>
                  <a:lnTo>
                    <a:pt x="156998" y="678305"/>
                  </a:lnTo>
                  <a:lnTo>
                    <a:pt x="194451" y="702688"/>
                  </a:lnTo>
                  <a:lnTo>
                    <a:pt x="234815" y="723278"/>
                  </a:lnTo>
                  <a:lnTo>
                    <a:pt x="277778" y="739790"/>
                  </a:lnTo>
                  <a:lnTo>
                    <a:pt x="323022" y="751938"/>
                  </a:lnTo>
                  <a:lnTo>
                    <a:pt x="370234" y="759437"/>
                  </a:lnTo>
                  <a:lnTo>
                    <a:pt x="419099" y="761999"/>
                  </a:lnTo>
                  <a:lnTo>
                    <a:pt x="467987" y="759437"/>
                  </a:lnTo>
                  <a:lnTo>
                    <a:pt x="515215" y="751938"/>
                  </a:lnTo>
                  <a:lnTo>
                    <a:pt x="560470" y="739790"/>
                  </a:lnTo>
                  <a:lnTo>
                    <a:pt x="603437" y="723278"/>
                  </a:lnTo>
                  <a:lnTo>
                    <a:pt x="643802" y="702688"/>
                  </a:lnTo>
                  <a:lnTo>
                    <a:pt x="681252" y="678305"/>
                  </a:lnTo>
                  <a:lnTo>
                    <a:pt x="715472" y="650416"/>
                  </a:lnTo>
                  <a:lnTo>
                    <a:pt x="746148" y="619305"/>
                  </a:lnTo>
                  <a:lnTo>
                    <a:pt x="772966" y="585259"/>
                  </a:lnTo>
                  <a:lnTo>
                    <a:pt x="795613" y="548564"/>
                  </a:lnTo>
                  <a:lnTo>
                    <a:pt x="813773" y="509504"/>
                  </a:lnTo>
                  <a:lnTo>
                    <a:pt x="827134" y="468366"/>
                  </a:lnTo>
                  <a:lnTo>
                    <a:pt x="835381" y="425436"/>
                  </a:lnTo>
                  <a:lnTo>
                    <a:pt x="838199" y="380999"/>
                  </a:lnTo>
                  <a:lnTo>
                    <a:pt x="835381" y="336563"/>
                  </a:lnTo>
                  <a:lnTo>
                    <a:pt x="827134" y="293633"/>
                  </a:lnTo>
                  <a:lnTo>
                    <a:pt x="813773" y="252495"/>
                  </a:lnTo>
                  <a:lnTo>
                    <a:pt x="795613" y="213435"/>
                  </a:lnTo>
                  <a:lnTo>
                    <a:pt x="772966" y="176740"/>
                  </a:lnTo>
                  <a:lnTo>
                    <a:pt x="746148" y="142694"/>
                  </a:lnTo>
                  <a:lnTo>
                    <a:pt x="715472" y="111583"/>
                  </a:lnTo>
                  <a:lnTo>
                    <a:pt x="681252" y="83694"/>
                  </a:lnTo>
                  <a:lnTo>
                    <a:pt x="643802" y="59311"/>
                  </a:lnTo>
                  <a:lnTo>
                    <a:pt x="603437" y="38721"/>
                  </a:lnTo>
                  <a:lnTo>
                    <a:pt x="560470" y="22209"/>
                  </a:lnTo>
                  <a:lnTo>
                    <a:pt x="515215" y="10061"/>
                  </a:lnTo>
                  <a:lnTo>
                    <a:pt x="467987" y="2562"/>
                  </a:lnTo>
                  <a:lnTo>
                    <a:pt x="419099" y="0"/>
                  </a:lnTo>
                  <a:close/>
                </a:path>
              </a:pathLst>
            </a:custGeom>
            <a:solidFill>
              <a:srgbClr val="FFC000"/>
            </a:solidFill>
          </p:spPr>
          <p:txBody>
            <a:bodyPr wrap="square" lIns="0" tIns="0" rIns="0" bIns="0" rtlCol="0"/>
            <a:lstStyle/>
            <a:p>
              <a:endParaRPr sz="2400"/>
            </a:p>
          </p:txBody>
        </p:sp>
        <p:sp>
          <p:nvSpPr>
            <p:cNvPr id="38" name="object 38"/>
            <p:cNvSpPr/>
            <p:nvPr/>
          </p:nvSpPr>
          <p:spPr>
            <a:xfrm>
              <a:off x="7318765" y="2993517"/>
              <a:ext cx="838200" cy="762000"/>
            </a:xfrm>
            <a:custGeom>
              <a:avLst/>
              <a:gdLst/>
              <a:ahLst/>
              <a:cxnLst/>
              <a:rect l="l" t="t" r="r" b="b"/>
              <a:pathLst>
                <a:path w="838200" h="762000">
                  <a:moveTo>
                    <a:pt x="0" y="380999"/>
                  </a:moveTo>
                  <a:lnTo>
                    <a:pt x="2820" y="336563"/>
                  </a:lnTo>
                  <a:lnTo>
                    <a:pt x="11071" y="293633"/>
                  </a:lnTo>
                  <a:lnTo>
                    <a:pt x="24439" y="252495"/>
                  </a:lnTo>
                  <a:lnTo>
                    <a:pt x="42608" y="213435"/>
                  </a:lnTo>
                  <a:lnTo>
                    <a:pt x="65263" y="176740"/>
                  </a:lnTo>
                  <a:lnTo>
                    <a:pt x="92089" y="142694"/>
                  </a:lnTo>
                  <a:lnTo>
                    <a:pt x="122773" y="111583"/>
                  </a:lnTo>
                  <a:lnTo>
                    <a:pt x="156998" y="83694"/>
                  </a:lnTo>
                  <a:lnTo>
                    <a:pt x="194451" y="59311"/>
                  </a:lnTo>
                  <a:lnTo>
                    <a:pt x="234815" y="38721"/>
                  </a:lnTo>
                  <a:lnTo>
                    <a:pt x="277778" y="22209"/>
                  </a:lnTo>
                  <a:lnTo>
                    <a:pt x="323022" y="10061"/>
                  </a:lnTo>
                  <a:lnTo>
                    <a:pt x="370234" y="2562"/>
                  </a:lnTo>
                  <a:lnTo>
                    <a:pt x="419099" y="0"/>
                  </a:lnTo>
                  <a:lnTo>
                    <a:pt x="467987" y="2562"/>
                  </a:lnTo>
                  <a:lnTo>
                    <a:pt x="515215" y="10061"/>
                  </a:lnTo>
                  <a:lnTo>
                    <a:pt x="560470" y="22209"/>
                  </a:lnTo>
                  <a:lnTo>
                    <a:pt x="603437" y="38721"/>
                  </a:lnTo>
                  <a:lnTo>
                    <a:pt x="643802" y="59311"/>
                  </a:lnTo>
                  <a:lnTo>
                    <a:pt x="681252" y="83694"/>
                  </a:lnTo>
                  <a:lnTo>
                    <a:pt x="715472" y="111583"/>
                  </a:lnTo>
                  <a:lnTo>
                    <a:pt x="746148" y="142694"/>
                  </a:lnTo>
                  <a:lnTo>
                    <a:pt x="772966" y="176740"/>
                  </a:lnTo>
                  <a:lnTo>
                    <a:pt x="795613" y="213435"/>
                  </a:lnTo>
                  <a:lnTo>
                    <a:pt x="813773" y="252495"/>
                  </a:lnTo>
                  <a:lnTo>
                    <a:pt x="827134" y="293633"/>
                  </a:lnTo>
                  <a:lnTo>
                    <a:pt x="835381" y="336563"/>
                  </a:lnTo>
                  <a:lnTo>
                    <a:pt x="838199" y="380999"/>
                  </a:lnTo>
                  <a:lnTo>
                    <a:pt x="835381" y="425436"/>
                  </a:lnTo>
                  <a:lnTo>
                    <a:pt x="827134" y="468366"/>
                  </a:lnTo>
                  <a:lnTo>
                    <a:pt x="813773" y="509504"/>
                  </a:lnTo>
                  <a:lnTo>
                    <a:pt x="795613" y="548564"/>
                  </a:lnTo>
                  <a:lnTo>
                    <a:pt x="772966" y="585259"/>
                  </a:lnTo>
                  <a:lnTo>
                    <a:pt x="746148" y="619305"/>
                  </a:lnTo>
                  <a:lnTo>
                    <a:pt x="715472" y="650416"/>
                  </a:lnTo>
                  <a:lnTo>
                    <a:pt x="681252" y="678305"/>
                  </a:lnTo>
                  <a:lnTo>
                    <a:pt x="643802" y="702688"/>
                  </a:lnTo>
                  <a:lnTo>
                    <a:pt x="603437" y="723278"/>
                  </a:lnTo>
                  <a:lnTo>
                    <a:pt x="560470" y="739790"/>
                  </a:lnTo>
                  <a:lnTo>
                    <a:pt x="515215" y="751938"/>
                  </a:lnTo>
                  <a:lnTo>
                    <a:pt x="467987" y="759437"/>
                  </a:lnTo>
                  <a:lnTo>
                    <a:pt x="419099" y="761999"/>
                  </a:lnTo>
                  <a:lnTo>
                    <a:pt x="370234" y="759437"/>
                  </a:lnTo>
                  <a:lnTo>
                    <a:pt x="323022" y="751938"/>
                  </a:lnTo>
                  <a:lnTo>
                    <a:pt x="277778" y="739790"/>
                  </a:lnTo>
                  <a:lnTo>
                    <a:pt x="234815" y="723278"/>
                  </a:lnTo>
                  <a:lnTo>
                    <a:pt x="194451" y="702688"/>
                  </a:lnTo>
                  <a:lnTo>
                    <a:pt x="156998" y="678305"/>
                  </a:lnTo>
                  <a:lnTo>
                    <a:pt x="122773" y="650416"/>
                  </a:lnTo>
                  <a:lnTo>
                    <a:pt x="92089" y="619305"/>
                  </a:lnTo>
                  <a:lnTo>
                    <a:pt x="65263" y="585259"/>
                  </a:lnTo>
                  <a:lnTo>
                    <a:pt x="42608" y="548564"/>
                  </a:lnTo>
                  <a:lnTo>
                    <a:pt x="24439" y="509504"/>
                  </a:lnTo>
                  <a:lnTo>
                    <a:pt x="11071" y="468366"/>
                  </a:lnTo>
                  <a:lnTo>
                    <a:pt x="2820" y="425436"/>
                  </a:lnTo>
                  <a:lnTo>
                    <a:pt x="0" y="380999"/>
                  </a:lnTo>
                  <a:close/>
                </a:path>
              </a:pathLst>
            </a:custGeom>
            <a:ln w="25399">
              <a:solidFill>
                <a:srgbClr val="000000"/>
              </a:solidFill>
            </a:ln>
          </p:spPr>
          <p:txBody>
            <a:bodyPr wrap="square" lIns="0" tIns="0" rIns="0" bIns="0" rtlCol="0"/>
            <a:lstStyle/>
            <a:p>
              <a:endParaRPr sz="2400"/>
            </a:p>
          </p:txBody>
        </p:sp>
      </p:grpSp>
      <p:sp>
        <p:nvSpPr>
          <p:cNvPr id="39" name="object 39"/>
          <p:cNvSpPr txBox="1"/>
          <p:nvPr/>
        </p:nvSpPr>
        <p:spPr>
          <a:xfrm>
            <a:off x="10190148" y="4180330"/>
            <a:ext cx="272627" cy="586550"/>
          </a:xfrm>
          <a:prstGeom prst="rect">
            <a:avLst/>
          </a:prstGeom>
        </p:spPr>
        <p:txBody>
          <a:bodyPr vert="horz" wrap="square" lIns="0" tIns="22013" rIns="0" bIns="0" rtlCol="0">
            <a:spAutoFit/>
          </a:bodyPr>
          <a:lstStyle/>
          <a:p>
            <a:pPr marL="16933">
              <a:spcBef>
                <a:spcPts val="173"/>
              </a:spcBef>
            </a:pPr>
            <a:r>
              <a:rPr sz="3667" b="1" spc="-67" dirty="0">
                <a:latin typeface="Calibri"/>
                <a:cs typeface="Calibri"/>
              </a:rPr>
              <a:t>3</a:t>
            </a:r>
            <a:endParaRPr sz="3667">
              <a:latin typeface="Calibri"/>
              <a:cs typeface="Calibri"/>
            </a:endParaRPr>
          </a:p>
        </p:txBody>
      </p:sp>
      <p:grpSp>
        <p:nvGrpSpPr>
          <p:cNvPr id="40" name="object 40"/>
          <p:cNvGrpSpPr/>
          <p:nvPr/>
        </p:nvGrpSpPr>
        <p:grpSpPr>
          <a:xfrm>
            <a:off x="6563697" y="5556001"/>
            <a:ext cx="1151467" cy="1049867"/>
            <a:chOff x="4922773" y="4167001"/>
            <a:chExt cx="863600" cy="787400"/>
          </a:xfrm>
        </p:grpSpPr>
        <p:sp>
          <p:nvSpPr>
            <p:cNvPr id="41" name="object 41"/>
            <p:cNvSpPr/>
            <p:nvPr/>
          </p:nvSpPr>
          <p:spPr>
            <a:xfrm>
              <a:off x="4935473" y="4179701"/>
              <a:ext cx="838200" cy="762000"/>
            </a:xfrm>
            <a:custGeom>
              <a:avLst/>
              <a:gdLst/>
              <a:ahLst/>
              <a:cxnLst/>
              <a:rect l="l" t="t" r="r" b="b"/>
              <a:pathLst>
                <a:path w="838200" h="762000">
                  <a:moveTo>
                    <a:pt x="419099" y="0"/>
                  </a:moveTo>
                  <a:lnTo>
                    <a:pt x="370212" y="2563"/>
                  </a:lnTo>
                  <a:lnTo>
                    <a:pt x="322984" y="10061"/>
                  </a:lnTo>
                  <a:lnTo>
                    <a:pt x="277729" y="22210"/>
                  </a:lnTo>
                  <a:lnTo>
                    <a:pt x="234762" y="38723"/>
                  </a:lnTo>
                  <a:lnTo>
                    <a:pt x="194397" y="59314"/>
                  </a:lnTo>
                  <a:lnTo>
                    <a:pt x="156947" y="83698"/>
                  </a:lnTo>
                  <a:lnTo>
                    <a:pt x="122727" y="111588"/>
                  </a:lnTo>
                  <a:lnTo>
                    <a:pt x="92051" y="142699"/>
                  </a:lnTo>
                  <a:lnTo>
                    <a:pt x="65233" y="176745"/>
                  </a:lnTo>
                  <a:lnTo>
                    <a:pt x="42586" y="213441"/>
                  </a:lnTo>
                  <a:lnTo>
                    <a:pt x="24426" y="252500"/>
                  </a:lnTo>
                  <a:lnTo>
                    <a:pt x="11065" y="293636"/>
                  </a:lnTo>
                  <a:lnTo>
                    <a:pt x="2818" y="336565"/>
                  </a:lnTo>
                  <a:lnTo>
                    <a:pt x="0" y="380999"/>
                  </a:lnTo>
                  <a:lnTo>
                    <a:pt x="2818" y="425430"/>
                  </a:lnTo>
                  <a:lnTo>
                    <a:pt x="11065" y="468355"/>
                  </a:lnTo>
                  <a:lnTo>
                    <a:pt x="24426" y="509490"/>
                  </a:lnTo>
                  <a:lnTo>
                    <a:pt x="42586" y="548548"/>
                  </a:lnTo>
                  <a:lnTo>
                    <a:pt x="65233" y="585243"/>
                  </a:lnTo>
                  <a:lnTo>
                    <a:pt x="92051" y="619290"/>
                  </a:lnTo>
                  <a:lnTo>
                    <a:pt x="122727" y="650402"/>
                  </a:lnTo>
                  <a:lnTo>
                    <a:pt x="156947" y="678294"/>
                  </a:lnTo>
                  <a:lnTo>
                    <a:pt x="194397" y="702679"/>
                  </a:lnTo>
                  <a:lnTo>
                    <a:pt x="234762" y="723272"/>
                  </a:lnTo>
                  <a:lnTo>
                    <a:pt x="277729" y="739786"/>
                  </a:lnTo>
                  <a:lnTo>
                    <a:pt x="322984" y="751936"/>
                  </a:lnTo>
                  <a:lnTo>
                    <a:pt x="370212" y="759436"/>
                  </a:lnTo>
                  <a:lnTo>
                    <a:pt x="419099" y="761999"/>
                  </a:lnTo>
                  <a:lnTo>
                    <a:pt x="467965" y="759436"/>
                  </a:lnTo>
                  <a:lnTo>
                    <a:pt x="515177" y="751936"/>
                  </a:lnTo>
                  <a:lnTo>
                    <a:pt x="560421" y="739786"/>
                  </a:lnTo>
                  <a:lnTo>
                    <a:pt x="603384" y="723272"/>
                  </a:lnTo>
                  <a:lnTo>
                    <a:pt x="643748" y="702679"/>
                  </a:lnTo>
                  <a:lnTo>
                    <a:pt x="681201" y="678294"/>
                  </a:lnTo>
                  <a:lnTo>
                    <a:pt x="715426" y="650402"/>
                  </a:lnTo>
                  <a:lnTo>
                    <a:pt x="746110" y="619290"/>
                  </a:lnTo>
                  <a:lnTo>
                    <a:pt x="772936" y="585243"/>
                  </a:lnTo>
                  <a:lnTo>
                    <a:pt x="795591" y="548548"/>
                  </a:lnTo>
                  <a:lnTo>
                    <a:pt x="813760" y="509490"/>
                  </a:lnTo>
                  <a:lnTo>
                    <a:pt x="827128" y="468355"/>
                  </a:lnTo>
                  <a:lnTo>
                    <a:pt x="835379" y="425430"/>
                  </a:lnTo>
                  <a:lnTo>
                    <a:pt x="838199" y="380999"/>
                  </a:lnTo>
                  <a:lnTo>
                    <a:pt x="835379" y="336565"/>
                  </a:lnTo>
                  <a:lnTo>
                    <a:pt x="827128" y="293636"/>
                  </a:lnTo>
                  <a:lnTo>
                    <a:pt x="813760" y="252500"/>
                  </a:lnTo>
                  <a:lnTo>
                    <a:pt x="795591" y="213441"/>
                  </a:lnTo>
                  <a:lnTo>
                    <a:pt x="772936" y="176745"/>
                  </a:lnTo>
                  <a:lnTo>
                    <a:pt x="746110" y="142699"/>
                  </a:lnTo>
                  <a:lnTo>
                    <a:pt x="715426" y="111588"/>
                  </a:lnTo>
                  <a:lnTo>
                    <a:pt x="681201" y="83698"/>
                  </a:lnTo>
                  <a:lnTo>
                    <a:pt x="643748" y="59314"/>
                  </a:lnTo>
                  <a:lnTo>
                    <a:pt x="603384" y="38723"/>
                  </a:lnTo>
                  <a:lnTo>
                    <a:pt x="560421" y="22210"/>
                  </a:lnTo>
                  <a:lnTo>
                    <a:pt x="515177" y="10061"/>
                  </a:lnTo>
                  <a:lnTo>
                    <a:pt x="467965" y="2563"/>
                  </a:lnTo>
                  <a:lnTo>
                    <a:pt x="419099" y="0"/>
                  </a:lnTo>
                  <a:close/>
                </a:path>
              </a:pathLst>
            </a:custGeom>
            <a:solidFill>
              <a:srgbClr val="FFC000"/>
            </a:solidFill>
          </p:spPr>
          <p:txBody>
            <a:bodyPr wrap="square" lIns="0" tIns="0" rIns="0" bIns="0" rtlCol="0"/>
            <a:lstStyle/>
            <a:p>
              <a:endParaRPr sz="2400"/>
            </a:p>
          </p:txBody>
        </p:sp>
        <p:sp>
          <p:nvSpPr>
            <p:cNvPr id="42" name="object 42"/>
            <p:cNvSpPr/>
            <p:nvPr/>
          </p:nvSpPr>
          <p:spPr>
            <a:xfrm>
              <a:off x="4935473" y="4179701"/>
              <a:ext cx="838200" cy="762000"/>
            </a:xfrm>
            <a:custGeom>
              <a:avLst/>
              <a:gdLst/>
              <a:ahLst/>
              <a:cxnLst/>
              <a:rect l="l" t="t" r="r" b="b"/>
              <a:pathLst>
                <a:path w="838200" h="762000">
                  <a:moveTo>
                    <a:pt x="0" y="380999"/>
                  </a:moveTo>
                  <a:lnTo>
                    <a:pt x="2818" y="336565"/>
                  </a:lnTo>
                  <a:lnTo>
                    <a:pt x="11065" y="293636"/>
                  </a:lnTo>
                  <a:lnTo>
                    <a:pt x="24426" y="252500"/>
                  </a:lnTo>
                  <a:lnTo>
                    <a:pt x="42586" y="213441"/>
                  </a:lnTo>
                  <a:lnTo>
                    <a:pt x="65233" y="176745"/>
                  </a:lnTo>
                  <a:lnTo>
                    <a:pt x="92051" y="142699"/>
                  </a:lnTo>
                  <a:lnTo>
                    <a:pt x="122727" y="111588"/>
                  </a:lnTo>
                  <a:lnTo>
                    <a:pt x="156947" y="83698"/>
                  </a:lnTo>
                  <a:lnTo>
                    <a:pt x="194397" y="59314"/>
                  </a:lnTo>
                  <a:lnTo>
                    <a:pt x="234762" y="38723"/>
                  </a:lnTo>
                  <a:lnTo>
                    <a:pt x="277729" y="22210"/>
                  </a:lnTo>
                  <a:lnTo>
                    <a:pt x="322984" y="10061"/>
                  </a:lnTo>
                  <a:lnTo>
                    <a:pt x="370212" y="2563"/>
                  </a:lnTo>
                  <a:lnTo>
                    <a:pt x="419099" y="0"/>
                  </a:lnTo>
                  <a:lnTo>
                    <a:pt x="467965" y="2563"/>
                  </a:lnTo>
                  <a:lnTo>
                    <a:pt x="515177" y="10061"/>
                  </a:lnTo>
                  <a:lnTo>
                    <a:pt x="560421" y="22210"/>
                  </a:lnTo>
                  <a:lnTo>
                    <a:pt x="603384" y="38723"/>
                  </a:lnTo>
                  <a:lnTo>
                    <a:pt x="643748" y="59314"/>
                  </a:lnTo>
                  <a:lnTo>
                    <a:pt x="681201" y="83698"/>
                  </a:lnTo>
                  <a:lnTo>
                    <a:pt x="715426" y="111588"/>
                  </a:lnTo>
                  <a:lnTo>
                    <a:pt x="746110" y="142699"/>
                  </a:lnTo>
                  <a:lnTo>
                    <a:pt x="772936" y="176745"/>
                  </a:lnTo>
                  <a:lnTo>
                    <a:pt x="795591" y="213441"/>
                  </a:lnTo>
                  <a:lnTo>
                    <a:pt x="813760" y="252500"/>
                  </a:lnTo>
                  <a:lnTo>
                    <a:pt x="827128" y="293636"/>
                  </a:lnTo>
                  <a:lnTo>
                    <a:pt x="835379" y="336565"/>
                  </a:lnTo>
                  <a:lnTo>
                    <a:pt x="838199" y="380999"/>
                  </a:lnTo>
                  <a:lnTo>
                    <a:pt x="835379" y="425430"/>
                  </a:lnTo>
                  <a:lnTo>
                    <a:pt x="827128" y="468355"/>
                  </a:lnTo>
                  <a:lnTo>
                    <a:pt x="813760" y="509490"/>
                  </a:lnTo>
                  <a:lnTo>
                    <a:pt x="795591" y="548548"/>
                  </a:lnTo>
                  <a:lnTo>
                    <a:pt x="772936" y="585243"/>
                  </a:lnTo>
                  <a:lnTo>
                    <a:pt x="746110" y="619290"/>
                  </a:lnTo>
                  <a:lnTo>
                    <a:pt x="715426" y="650402"/>
                  </a:lnTo>
                  <a:lnTo>
                    <a:pt x="681201" y="678294"/>
                  </a:lnTo>
                  <a:lnTo>
                    <a:pt x="643748" y="702679"/>
                  </a:lnTo>
                  <a:lnTo>
                    <a:pt x="603384" y="723272"/>
                  </a:lnTo>
                  <a:lnTo>
                    <a:pt x="560421" y="739786"/>
                  </a:lnTo>
                  <a:lnTo>
                    <a:pt x="515177" y="751936"/>
                  </a:lnTo>
                  <a:lnTo>
                    <a:pt x="467965" y="759436"/>
                  </a:lnTo>
                  <a:lnTo>
                    <a:pt x="419099" y="761999"/>
                  </a:lnTo>
                  <a:lnTo>
                    <a:pt x="370212" y="759436"/>
                  </a:lnTo>
                  <a:lnTo>
                    <a:pt x="322984" y="751936"/>
                  </a:lnTo>
                  <a:lnTo>
                    <a:pt x="277729" y="739786"/>
                  </a:lnTo>
                  <a:lnTo>
                    <a:pt x="234762" y="723272"/>
                  </a:lnTo>
                  <a:lnTo>
                    <a:pt x="194397" y="702679"/>
                  </a:lnTo>
                  <a:lnTo>
                    <a:pt x="156947" y="678294"/>
                  </a:lnTo>
                  <a:lnTo>
                    <a:pt x="122727" y="650402"/>
                  </a:lnTo>
                  <a:lnTo>
                    <a:pt x="92051" y="619290"/>
                  </a:lnTo>
                  <a:lnTo>
                    <a:pt x="65233" y="585243"/>
                  </a:lnTo>
                  <a:lnTo>
                    <a:pt x="42586" y="548548"/>
                  </a:lnTo>
                  <a:lnTo>
                    <a:pt x="24426" y="509490"/>
                  </a:lnTo>
                  <a:lnTo>
                    <a:pt x="11065" y="468355"/>
                  </a:lnTo>
                  <a:lnTo>
                    <a:pt x="2818" y="425430"/>
                  </a:lnTo>
                  <a:lnTo>
                    <a:pt x="0" y="380999"/>
                  </a:lnTo>
                  <a:close/>
                </a:path>
              </a:pathLst>
            </a:custGeom>
            <a:ln w="25399">
              <a:solidFill>
                <a:srgbClr val="000000"/>
              </a:solidFill>
            </a:ln>
          </p:spPr>
          <p:txBody>
            <a:bodyPr wrap="square" lIns="0" tIns="0" rIns="0" bIns="0" rtlCol="0"/>
            <a:lstStyle/>
            <a:p>
              <a:endParaRPr sz="2400"/>
            </a:p>
          </p:txBody>
        </p:sp>
      </p:grpSp>
      <p:sp>
        <p:nvSpPr>
          <p:cNvPr id="43" name="object 43"/>
          <p:cNvSpPr txBox="1"/>
          <p:nvPr/>
        </p:nvSpPr>
        <p:spPr>
          <a:xfrm>
            <a:off x="7009051" y="5764529"/>
            <a:ext cx="272627" cy="586550"/>
          </a:xfrm>
          <a:prstGeom prst="rect">
            <a:avLst/>
          </a:prstGeom>
        </p:spPr>
        <p:txBody>
          <a:bodyPr vert="horz" wrap="square" lIns="0" tIns="22013" rIns="0" bIns="0" rtlCol="0">
            <a:spAutoFit/>
          </a:bodyPr>
          <a:lstStyle/>
          <a:p>
            <a:pPr marL="16933">
              <a:spcBef>
                <a:spcPts val="173"/>
              </a:spcBef>
            </a:pPr>
            <a:r>
              <a:rPr sz="3667" b="1" spc="-67" dirty="0">
                <a:latin typeface="Calibri"/>
                <a:cs typeface="Calibri"/>
              </a:rPr>
              <a:t>5</a:t>
            </a:r>
            <a:endParaRPr sz="3667">
              <a:latin typeface="Calibri"/>
              <a:cs typeface="Calibri"/>
            </a:endParaRPr>
          </a:p>
        </p:txBody>
      </p:sp>
      <p:grpSp>
        <p:nvGrpSpPr>
          <p:cNvPr id="44" name="object 44"/>
          <p:cNvGrpSpPr/>
          <p:nvPr/>
        </p:nvGrpSpPr>
        <p:grpSpPr>
          <a:xfrm>
            <a:off x="8601307" y="5556001"/>
            <a:ext cx="1151467" cy="1049867"/>
            <a:chOff x="6450980" y="4167001"/>
            <a:chExt cx="863600" cy="787400"/>
          </a:xfrm>
        </p:grpSpPr>
        <p:sp>
          <p:nvSpPr>
            <p:cNvPr id="45" name="object 45"/>
            <p:cNvSpPr/>
            <p:nvPr/>
          </p:nvSpPr>
          <p:spPr>
            <a:xfrm>
              <a:off x="6463680" y="4179701"/>
              <a:ext cx="838200" cy="762000"/>
            </a:xfrm>
            <a:custGeom>
              <a:avLst/>
              <a:gdLst/>
              <a:ahLst/>
              <a:cxnLst/>
              <a:rect l="l" t="t" r="r" b="b"/>
              <a:pathLst>
                <a:path w="838200" h="762000">
                  <a:moveTo>
                    <a:pt x="419099" y="0"/>
                  </a:moveTo>
                  <a:lnTo>
                    <a:pt x="370234" y="2563"/>
                  </a:lnTo>
                  <a:lnTo>
                    <a:pt x="323022" y="10061"/>
                  </a:lnTo>
                  <a:lnTo>
                    <a:pt x="277778" y="22210"/>
                  </a:lnTo>
                  <a:lnTo>
                    <a:pt x="234815" y="38723"/>
                  </a:lnTo>
                  <a:lnTo>
                    <a:pt x="194451" y="59314"/>
                  </a:lnTo>
                  <a:lnTo>
                    <a:pt x="156998" y="83698"/>
                  </a:lnTo>
                  <a:lnTo>
                    <a:pt x="122773" y="111588"/>
                  </a:lnTo>
                  <a:lnTo>
                    <a:pt x="92089" y="142699"/>
                  </a:lnTo>
                  <a:lnTo>
                    <a:pt x="65263" y="176745"/>
                  </a:lnTo>
                  <a:lnTo>
                    <a:pt x="42608" y="213441"/>
                  </a:lnTo>
                  <a:lnTo>
                    <a:pt x="24439" y="252500"/>
                  </a:lnTo>
                  <a:lnTo>
                    <a:pt x="11071" y="293636"/>
                  </a:lnTo>
                  <a:lnTo>
                    <a:pt x="2820" y="336565"/>
                  </a:lnTo>
                  <a:lnTo>
                    <a:pt x="0" y="380999"/>
                  </a:lnTo>
                  <a:lnTo>
                    <a:pt x="2820" y="425430"/>
                  </a:lnTo>
                  <a:lnTo>
                    <a:pt x="11071" y="468355"/>
                  </a:lnTo>
                  <a:lnTo>
                    <a:pt x="24439" y="509490"/>
                  </a:lnTo>
                  <a:lnTo>
                    <a:pt x="42608" y="548548"/>
                  </a:lnTo>
                  <a:lnTo>
                    <a:pt x="65263" y="585243"/>
                  </a:lnTo>
                  <a:lnTo>
                    <a:pt x="92089" y="619290"/>
                  </a:lnTo>
                  <a:lnTo>
                    <a:pt x="122773" y="650402"/>
                  </a:lnTo>
                  <a:lnTo>
                    <a:pt x="156998" y="678294"/>
                  </a:lnTo>
                  <a:lnTo>
                    <a:pt x="194451" y="702679"/>
                  </a:lnTo>
                  <a:lnTo>
                    <a:pt x="234815" y="723272"/>
                  </a:lnTo>
                  <a:lnTo>
                    <a:pt x="277778" y="739786"/>
                  </a:lnTo>
                  <a:lnTo>
                    <a:pt x="323022" y="751936"/>
                  </a:lnTo>
                  <a:lnTo>
                    <a:pt x="370234" y="759436"/>
                  </a:lnTo>
                  <a:lnTo>
                    <a:pt x="419099" y="761999"/>
                  </a:lnTo>
                  <a:lnTo>
                    <a:pt x="467982" y="759436"/>
                  </a:lnTo>
                  <a:lnTo>
                    <a:pt x="515206" y="751936"/>
                  </a:lnTo>
                  <a:lnTo>
                    <a:pt x="560458" y="739786"/>
                  </a:lnTo>
                  <a:lnTo>
                    <a:pt x="603424" y="723272"/>
                  </a:lnTo>
                  <a:lnTo>
                    <a:pt x="643789" y="702679"/>
                  </a:lnTo>
                  <a:lnTo>
                    <a:pt x="681239" y="678294"/>
                  </a:lnTo>
                  <a:lnTo>
                    <a:pt x="715460" y="650402"/>
                  </a:lnTo>
                  <a:lnTo>
                    <a:pt x="746138" y="619290"/>
                  </a:lnTo>
                  <a:lnTo>
                    <a:pt x="772959" y="585243"/>
                  </a:lnTo>
                  <a:lnTo>
                    <a:pt x="795607" y="548548"/>
                  </a:lnTo>
                  <a:lnTo>
                    <a:pt x="813770" y="509490"/>
                  </a:lnTo>
                  <a:lnTo>
                    <a:pt x="827132" y="468355"/>
                  </a:lnTo>
                  <a:lnTo>
                    <a:pt x="835380" y="425430"/>
                  </a:lnTo>
                  <a:lnTo>
                    <a:pt x="838199" y="380999"/>
                  </a:lnTo>
                  <a:lnTo>
                    <a:pt x="835380" y="336565"/>
                  </a:lnTo>
                  <a:lnTo>
                    <a:pt x="827132" y="293636"/>
                  </a:lnTo>
                  <a:lnTo>
                    <a:pt x="813770" y="252500"/>
                  </a:lnTo>
                  <a:lnTo>
                    <a:pt x="795607" y="213441"/>
                  </a:lnTo>
                  <a:lnTo>
                    <a:pt x="772959" y="176745"/>
                  </a:lnTo>
                  <a:lnTo>
                    <a:pt x="746138" y="142699"/>
                  </a:lnTo>
                  <a:lnTo>
                    <a:pt x="715460" y="111588"/>
                  </a:lnTo>
                  <a:lnTo>
                    <a:pt x="681239" y="83698"/>
                  </a:lnTo>
                  <a:lnTo>
                    <a:pt x="643789" y="59314"/>
                  </a:lnTo>
                  <a:lnTo>
                    <a:pt x="603424" y="38723"/>
                  </a:lnTo>
                  <a:lnTo>
                    <a:pt x="560458" y="22210"/>
                  </a:lnTo>
                  <a:lnTo>
                    <a:pt x="515206" y="10061"/>
                  </a:lnTo>
                  <a:lnTo>
                    <a:pt x="467982" y="2563"/>
                  </a:lnTo>
                  <a:lnTo>
                    <a:pt x="419099" y="0"/>
                  </a:lnTo>
                  <a:close/>
                </a:path>
              </a:pathLst>
            </a:custGeom>
            <a:solidFill>
              <a:srgbClr val="FFC000"/>
            </a:solidFill>
          </p:spPr>
          <p:txBody>
            <a:bodyPr wrap="square" lIns="0" tIns="0" rIns="0" bIns="0" rtlCol="0"/>
            <a:lstStyle/>
            <a:p>
              <a:endParaRPr sz="2400"/>
            </a:p>
          </p:txBody>
        </p:sp>
        <p:sp>
          <p:nvSpPr>
            <p:cNvPr id="46" name="object 46"/>
            <p:cNvSpPr/>
            <p:nvPr/>
          </p:nvSpPr>
          <p:spPr>
            <a:xfrm>
              <a:off x="6463680" y="4179701"/>
              <a:ext cx="838200" cy="762000"/>
            </a:xfrm>
            <a:custGeom>
              <a:avLst/>
              <a:gdLst/>
              <a:ahLst/>
              <a:cxnLst/>
              <a:rect l="l" t="t" r="r" b="b"/>
              <a:pathLst>
                <a:path w="838200" h="762000">
                  <a:moveTo>
                    <a:pt x="0" y="380999"/>
                  </a:moveTo>
                  <a:lnTo>
                    <a:pt x="2820" y="336565"/>
                  </a:lnTo>
                  <a:lnTo>
                    <a:pt x="11071" y="293636"/>
                  </a:lnTo>
                  <a:lnTo>
                    <a:pt x="24439" y="252500"/>
                  </a:lnTo>
                  <a:lnTo>
                    <a:pt x="42608" y="213441"/>
                  </a:lnTo>
                  <a:lnTo>
                    <a:pt x="65263" y="176745"/>
                  </a:lnTo>
                  <a:lnTo>
                    <a:pt x="92089" y="142699"/>
                  </a:lnTo>
                  <a:lnTo>
                    <a:pt x="122773" y="111588"/>
                  </a:lnTo>
                  <a:lnTo>
                    <a:pt x="156998" y="83698"/>
                  </a:lnTo>
                  <a:lnTo>
                    <a:pt x="194451" y="59314"/>
                  </a:lnTo>
                  <a:lnTo>
                    <a:pt x="234815" y="38723"/>
                  </a:lnTo>
                  <a:lnTo>
                    <a:pt x="277778" y="22210"/>
                  </a:lnTo>
                  <a:lnTo>
                    <a:pt x="323022" y="10061"/>
                  </a:lnTo>
                  <a:lnTo>
                    <a:pt x="370234" y="2563"/>
                  </a:lnTo>
                  <a:lnTo>
                    <a:pt x="419099" y="0"/>
                  </a:lnTo>
                  <a:lnTo>
                    <a:pt x="467982" y="2563"/>
                  </a:lnTo>
                  <a:lnTo>
                    <a:pt x="515206" y="10061"/>
                  </a:lnTo>
                  <a:lnTo>
                    <a:pt x="560458" y="22210"/>
                  </a:lnTo>
                  <a:lnTo>
                    <a:pt x="603424" y="38723"/>
                  </a:lnTo>
                  <a:lnTo>
                    <a:pt x="643789" y="59314"/>
                  </a:lnTo>
                  <a:lnTo>
                    <a:pt x="681239" y="83698"/>
                  </a:lnTo>
                  <a:lnTo>
                    <a:pt x="715460" y="111588"/>
                  </a:lnTo>
                  <a:lnTo>
                    <a:pt x="746138" y="142699"/>
                  </a:lnTo>
                  <a:lnTo>
                    <a:pt x="772959" y="176745"/>
                  </a:lnTo>
                  <a:lnTo>
                    <a:pt x="795607" y="213441"/>
                  </a:lnTo>
                  <a:lnTo>
                    <a:pt x="813770" y="252500"/>
                  </a:lnTo>
                  <a:lnTo>
                    <a:pt x="827132" y="293636"/>
                  </a:lnTo>
                  <a:lnTo>
                    <a:pt x="835380" y="336565"/>
                  </a:lnTo>
                  <a:lnTo>
                    <a:pt x="838199" y="380999"/>
                  </a:lnTo>
                  <a:lnTo>
                    <a:pt x="835380" y="425430"/>
                  </a:lnTo>
                  <a:lnTo>
                    <a:pt x="827132" y="468355"/>
                  </a:lnTo>
                  <a:lnTo>
                    <a:pt x="813770" y="509490"/>
                  </a:lnTo>
                  <a:lnTo>
                    <a:pt x="795607" y="548548"/>
                  </a:lnTo>
                  <a:lnTo>
                    <a:pt x="772959" y="585243"/>
                  </a:lnTo>
                  <a:lnTo>
                    <a:pt x="746138" y="619290"/>
                  </a:lnTo>
                  <a:lnTo>
                    <a:pt x="715460" y="650402"/>
                  </a:lnTo>
                  <a:lnTo>
                    <a:pt x="681239" y="678294"/>
                  </a:lnTo>
                  <a:lnTo>
                    <a:pt x="643789" y="702679"/>
                  </a:lnTo>
                  <a:lnTo>
                    <a:pt x="603424" y="723272"/>
                  </a:lnTo>
                  <a:lnTo>
                    <a:pt x="560458" y="739786"/>
                  </a:lnTo>
                  <a:lnTo>
                    <a:pt x="515206" y="751936"/>
                  </a:lnTo>
                  <a:lnTo>
                    <a:pt x="467982" y="759436"/>
                  </a:lnTo>
                  <a:lnTo>
                    <a:pt x="419099" y="761999"/>
                  </a:lnTo>
                  <a:lnTo>
                    <a:pt x="370234" y="759436"/>
                  </a:lnTo>
                  <a:lnTo>
                    <a:pt x="323022" y="751936"/>
                  </a:lnTo>
                  <a:lnTo>
                    <a:pt x="277778" y="739786"/>
                  </a:lnTo>
                  <a:lnTo>
                    <a:pt x="234815" y="723272"/>
                  </a:lnTo>
                  <a:lnTo>
                    <a:pt x="194451" y="702679"/>
                  </a:lnTo>
                  <a:lnTo>
                    <a:pt x="156998" y="678294"/>
                  </a:lnTo>
                  <a:lnTo>
                    <a:pt x="122773" y="650402"/>
                  </a:lnTo>
                  <a:lnTo>
                    <a:pt x="92089" y="619290"/>
                  </a:lnTo>
                  <a:lnTo>
                    <a:pt x="65263" y="585243"/>
                  </a:lnTo>
                  <a:lnTo>
                    <a:pt x="42608" y="548548"/>
                  </a:lnTo>
                  <a:lnTo>
                    <a:pt x="24439" y="509490"/>
                  </a:lnTo>
                  <a:lnTo>
                    <a:pt x="11071" y="468355"/>
                  </a:lnTo>
                  <a:lnTo>
                    <a:pt x="2820" y="425430"/>
                  </a:lnTo>
                  <a:lnTo>
                    <a:pt x="0" y="380999"/>
                  </a:lnTo>
                  <a:close/>
                </a:path>
              </a:pathLst>
            </a:custGeom>
            <a:ln w="25399">
              <a:solidFill>
                <a:srgbClr val="000000"/>
              </a:solidFill>
            </a:ln>
          </p:spPr>
          <p:txBody>
            <a:bodyPr wrap="square" lIns="0" tIns="0" rIns="0" bIns="0" rtlCol="0"/>
            <a:lstStyle/>
            <a:p>
              <a:endParaRPr sz="2400"/>
            </a:p>
          </p:txBody>
        </p:sp>
      </p:grpSp>
      <p:sp>
        <p:nvSpPr>
          <p:cNvPr id="47" name="object 47"/>
          <p:cNvSpPr txBox="1"/>
          <p:nvPr/>
        </p:nvSpPr>
        <p:spPr>
          <a:xfrm>
            <a:off x="9048841" y="5764529"/>
            <a:ext cx="272627" cy="586550"/>
          </a:xfrm>
          <a:prstGeom prst="rect">
            <a:avLst/>
          </a:prstGeom>
        </p:spPr>
        <p:txBody>
          <a:bodyPr vert="horz" wrap="square" lIns="0" tIns="22013" rIns="0" bIns="0" rtlCol="0">
            <a:spAutoFit/>
          </a:bodyPr>
          <a:lstStyle/>
          <a:p>
            <a:pPr marL="16933">
              <a:spcBef>
                <a:spcPts val="173"/>
              </a:spcBef>
            </a:pPr>
            <a:r>
              <a:rPr sz="3667" b="1" spc="-67" dirty="0">
                <a:latin typeface="Calibri"/>
                <a:cs typeface="Calibri"/>
              </a:rPr>
              <a:t>1</a:t>
            </a:r>
            <a:endParaRPr sz="3667">
              <a:latin typeface="Calibri"/>
              <a:cs typeface="Calibri"/>
            </a:endParaRPr>
          </a:p>
        </p:txBody>
      </p:sp>
      <p:sp>
        <p:nvSpPr>
          <p:cNvPr id="48" name="object 48"/>
          <p:cNvSpPr/>
          <p:nvPr/>
        </p:nvSpPr>
        <p:spPr>
          <a:xfrm>
            <a:off x="7421555" y="3329941"/>
            <a:ext cx="4770967" cy="3119967"/>
          </a:xfrm>
          <a:custGeom>
            <a:avLst/>
            <a:gdLst/>
            <a:ahLst/>
            <a:cxnLst/>
            <a:rect l="l" t="t" r="r" b="b"/>
            <a:pathLst>
              <a:path w="3578225" h="2339975">
                <a:moveTo>
                  <a:pt x="1037203" y="0"/>
                </a:moveTo>
                <a:lnTo>
                  <a:pt x="761999" y="492632"/>
                </a:lnTo>
              </a:path>
              <a:path w="3578225" h="2339975">
                <a:moveTo>
                  <a:pt x="1629917" y="0"/>
                </a:moveTo>
                <a:lnTo>
                  <a:pt x="1981199" y="496061"/>
                </a:lnTo>
              </a:path>
              <a:path w="3578225" h="2339975">
                <a:moveTo>
                  <a:pt x="330189" y="1142999"/>
                </a:moveTo>
                <a:lnTo>
                  <a:pt x="0" y="1682246"/>
                </a:lnTo>
              </a:path>
              <a:path w="3578225" h="2339975">
                <a:moveTo>
                  <a:pt x="922903" y="1142999"/>
                </a:moveTo>
                <a:lnTo>
                  <a:pt x="1219199" y="1682246"/>
                </a:lnTo>
              </a:path>
              <a:path w="3578225" h="2339975">
                <a:moveTo>
                  <a:pt x="1853305" y="2339684"/>
                </a:moveTo>
                <a:lnTo>
                  <a:pt x="3577842" y="2339684"/>
                </a:lnTo>
                <a:lnTo>
                  <a:pt x="3577842" y="1416353"/>
                </a:lnTo>
                <a:lnTo>
                  <a:pt x="1853305" y="1416353"/>
                </a:lnTo>
                <a:lnTo>
                  <a:pt x="1853305" y="2339684"/>
                </a:lnTo>
                <a:close/>
              </a:path>
            </a:pathLst>
          </a:custGeom>
          <a:ln w="9534">
            <a:solidFill>
              <a:srgbClr val="000000"/>
            </a:solidFill>
          </a:ln>
        </p:spPr>
        <p:txBody>
          <a:bodyPr wrap="square" lIns="0" tIns="0" rIns="0" bIns="0" rtlCol="0"/>
          <a:lstStyle/>
          <a:p>
            <a:endParaRPr sz="2400"/>
          </a:p>
        </p:txBody>
      </p:sp>
      <p:graphicFrame>
        <p:nvGraphicFramePr>
          <p:cNvPr id="49" name="object 49"/>
          <p:cNvGraphicFramePr>
            <a:graphicFrameLocks noGrp="1"/>
          </p:cNvGraphicFramePr>
          <p:nvPr/>
        </p:nvGraphicFramePr>
        <p:xfrm>
          <a:off x="6713226" y="1679801"/>
          <a:ext cx="3860798" cy="493607"/>
        </p:xfrm>
        <a:graphic>
          <a:graphicData uri="http://schemas.openxmlformats.org/drawingml/2006/table">
            <a:tbl>
              <a:tblPr firstRow="1" bandRow="1">
                <a:tableStyleId>{2D5ABB26-0587-4C30-8999-92F81FD0307C}</a:tableStyleId>
              </a:tblPr>
              <a:tblGrid>
                <a:gridCol w="772160">
                  <a:extLst>
                    <a:ext uri="{9D8B030D-6E8A-4147-A177-3AD203B41FA5}">
                      <a16:colId xmlns:a16="http://schemas.microsoft.com/office/drawing/2014/main" val="20000"/>
                    </a:ext>
                  </a:extLst>
                </a:gridCol>
                <a:gridCol w="772160">
                  <a:extLst>
                    <a:ext uri="{9D8B030D-6E8A-4147-A177-3AD203B41FA5}">
                      <a16:colId xmlns:a16="http://schemas.microsoft.com/office/drawing/2014/main" val="20001"/>
                    </a:ext>
                  </a:extLst>
                </a:gridCol>
                <a:gridCol w="772160">
                  <a:extLst>
                    <a:ext uri="{9D8B030D-6E8A-4147-A177-3AD203B41FA5}">
                      <a16:colId xmlns:a16="http://schemas.microsoft.com/office/drawing/2014/main" val="20002"/>
                    </a:ext>
                  </a:extLst>
                </a:gridCol>
                <a:gridCol w="772159">
                  <a:extLst>
                    <a:ext uri="{9D8B030D-6E8A-4147-A177-3AD203B41FA5}">
                      <a16:colId xmlns:a16="http://schemas.microsoft.com/office/drawing/2014/main" val="20003"/>
                    </a:ext>
                  </a:extLst>
                </a:gridCol>
                <a:gridCol w="772159">
                  <a:extLst>
                    <a:ext uri="{9D8B030D-6E8A-4147-A177-3AD203B41FA5}">
                      <a16:colId xmlns:a16="http://schemas.microsoft.com/office/drawing/2014/main" val="20004"/>
                    </a:ext>
                  </a:extLst>
                </a:gridCol>
              </a:tblGrid>
              <a:tr h="493607">
                <a:tc>
                  <a:txBody>
                    <a:bodyPr/>
                    <a:lstStyle/>
                    <a:p>
                      <a:pPr marL="96520">
                        <a:lnSpc>
                          <a:spcPct val="100000"/>
                        </a:lnSpc>
                        <a:spcBef>
                          <a:spcPts val="229"/>
                        </a:spcBef>
                      </a:pPr>
                      <a:r>
                        <a:rPr sz="2400" b="1" spc="-25" dirty="0">
                          <a:latin typeface="Calibri"/>
                          <a:cs typeface="Calibri"/>
                        </a:rPr>
                        <a:t>10</a:t>
                      </a:r>
                      <a:endParaRPr sz="2400">
                        <a:latin typeface="Calibri"/>
                        <a:cs typeface="Calibri"/>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AC08F"/>
                    </a:solidFill>
                  </a:tcPr>
                </a:tc>
                <a:tc>
                  <a:txBody>
                    <a:bodyPr/>
                    <a:lstStyle/>
                    <a:p>
                      <a:pPr marL="97155">
                        <a:lnSpc>
                          <a:spcPct val="100000"/>
                        </a:lnSpc>
                        <a:spcBef>
                          <a:spcPts val="229"/>
                        </a:spcBef>
                      </a:pPr>
                      <a:r>
                        <a:rPr sz="2400" b="1" spc="-50" dirty="0">
                          <a:latin typeface="Calibri"/>
                          <a:cs typeface="Calibri"/>
                        </a:rPr>
                        <a:t>4</a:t>
                      </a:r>
                      <a:endParaRPr sz="2400">
                        <a:latin typeface="Calibri"/>
                        <a:cs typeface="Calibri"/>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AC08F"/>
                    </a:solidFill>
                  </a:tcPr>
                </a:tc>
                <a:tc>
                  <a:txBody>
                    <a:bodyPr/>
                    <a:lstStyle/>
                    <a:p>
                      <a:pPr marL="97790">
                        <a:lnSpc>
                          <a:spcPct val="100000"/>
                        </a:lnSpc>
                        <a:spcBef>
                          <a:spcPts val="229"/>
                        </a:spcBef>
                      </a:pPr>
                      <a:r>
                        <a:rPr sz="2400" b="1" spc="-50" dirty="0">
                          <a:latin typeface="Calibri"/>
                          <a:cs typeface="Calibri"/>
                        </a:rPr>
                        <a:t>3</a:t>
                      </a:r>
                      <a:endParaRPr sz="2400">
                        <a:latin typeface="Calibri"/>
                        <a:cs typeface="Calibri"/>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8425">
                        <a:lnSpc>
                          <a:spcPct val="100000"/>
                        </a:lnSpc>
                        <a:spcBef>
                          <a:spcPts val="229"/>
                        </a:spcBef>
                      </a:pPr>
                      <a:r>
                        <a:rPr sz="2400" b="1" spc="-50" dirty="0">
                          <a:latin typeface="Calibri"/>
                          <a:cs typeface="Calibri"/>
                        </a:rPr>
                        <a:t>5</a:t>
                      </a:r>
                      <a:endParaRPr sz="2400">
                        <a:latin typeface="Calibri"/>
                        <a:cs typeface="Calibri"/>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9060">
                        <a:lnSpc>
                          <a:spcPct val="100000"/>
                        </a:lnSpc>
                        <a:spcBef>
                          <a:spcPts val="229"/>
                        </a:spcBef>
                      </a:pPr>
                      <a:r>
                        <a:rPr sz="2400" b="1" spc="-50" dirty="0">
                          <a:latin typeface="Calibri"/>
                          <a:cs typeface="Calibri"/>
                        </a:rPr>
                        <a:t>1</a:t>
                      </a:r>
                      <a:endParaRPr sz="2400">
                        <a:latin typeface="Calibri"/>
                        <a:cs typeface="Calibri"/>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bl>
          </a:graphicData>
        </a:graphic>
      </p:graphicFrame>
      <p:sp>
        <p:nvSpPr>
          <p:cNvPr id="50" name="object 50"/>
          <p:cNvSpPr txBox="1"/>
          <p:nvPr/>
        </p:nvSpPr>
        <p:spPr>
          <a:xfrm>
            <a:off x="5206661" y="1341211"/>
            <a:ext cx="1072727" cy="755762"/>
          </a:xfrm>
          <a:prstGeom prst="rect">
            <a:avLst/>
          </a:prstGeom>
        </p:spPr>
        <p:txBody>
          <a:bodyPr vert="horz" wrap="square" lIns="0" tIns="16933" rIns="0" bIns="0" rtlCol="0">
            <a:spAutoFit/>
          </a:bodyPr>
          <a:lstStyle/>
          <a:p>
            <a:pPr marL="16933">
              <a:spcBef>
                <a:spcPts val="133"/>
              </a:spcBef>
            </a:pPr>
            <a:r>
              <a:rPr sz="2400" b="1" spc="-13" dirty="0">
                <a:latin typeface="Calibri"/>
                <a:cs typeface="Calibri"/>
              </a:rPr>
              <a:t>Index</a:t>
            </a:r>
            <a:endParaRPr sz="2400">
              <a:latin typeface="Calibri"/>
              <a:cs typeface="Calibri"/>
            </a:endParaRPr>
          </a:p>
          <a:p>
            <a:pPr marL="16933">
              <a:spcBef>
                <a:spcPts val="27"/>
              </a:spcBef>
            </a:pPr>
            <a:r>
              <a:rPr sz="2400" b="1" dirty="0">
                <a:latin typeface="Calibri"/>
                <a:cs typeface="Calibri"/>
              </a:rPr>
              <a:t>I/P</a:t>
            </a:r>
            <a:r>
              <a:rPr sz="2400" spc="-80" dirty="0">
                <a:latin typeface="Times New Roman"/>
                <a:cs typeface="Times New Roman"/>
              </a:rPr>
              <a:t> </a:t>
            </a:r>
            <a:r>
              <a:rPr sz="2400" b="1" spc="-27" dirty="0">
                <a:latin typeface="Calibri"/>
                <a:cs typeface="Calibri"/>
              </a:rPr>
              <a:t>Data</a:t>
            </a:r>
            <a:endParaRPr sz="2400">
              <a:latin typeface="Calibri"/>
              <a:cs typeface="Calibri"/>
            </a:endParaRPr>
          </a:p>
        </p:txBody>
      </p:sp>
      <p:sp>
        <p:nvSpPr>
          <p:cNvPr id="51" name="object 51"/>
          <p:cNvSpPr txBox="1"/>
          <p:nvPr/>
        </p:nvSpPr>
        <p:spPr>
          <a:xfrm>
            <a:off x="10008115" y="5246792"/>
            <a:ext cx="2076027" cy="1118918"/>
          </a:xfrm>
          <a:prstGeom prst="rect">
            <a:avLst/>
          </a:prstGeom>
        </p:spPr>
        <p:txBody>
          <a:bodyPr vert="horz" wrap="square" lIns="0" tIns="13547" rIns="0" bIns="0" rtlCol="0">
            <a:spAutoFit/>
          </a:bodyPr>
          <a:lstStyle/>
          <a:p>
            <a:pPr marL="16933" marR="6773" indent="-4233" algn="ctr">
              <a:lnSpc>
                <a:spcPct val="100899"/>
              </a:lnSpc>
              <a:spcBef>
                <a:spcPts val="107"/>
              </a:spcBef>
            </a:pPr>
            <a:r>
              <a:rPr sz="2400" b="1" dirty="0">
                <a:latin typeface="Calibri"/>
                <a:cs typeface="Calibri"/>
              </a:rPr>
              <a:t>5</a:t>
            </a:r>
            <a:r>
              <a:rPr sz="2400" spc="-13" dirty="0">
                <a:latin typeface="Times New Roman"/>
                <a:cs typeface="Times New Roman"/>
              </a:rPr>
              <a:t> </a:t>
            </a:r>
            <a:r>
              <a:rPr sz="2400" b="1" dirty="0">
                <a:latin typeface="Calibri"/>
                <a:cs typeface="Calibri"/>
              </a:rPr>
              <a:t>is</a:t>
            </a:r>
            <a:r>
              <a:rPr sz="2400" spc="-167" dirty="0">
                <a:latin typeface="Times New Roman"/>
                <a:cs typeface="Times New Roman"/>
              </a:rPr>
              <a:t> </a:t>
            </a:r>
            <a:r>
              <a:rPr sz="2400" b="1" spc="-13" dirty="0">
                <a:latin typeface="Calibri"/>
                <a:cs typeface="Calibri"/>
              </a:rPr>
              <a:t>Greater</a:t>
            </a:r>
            <a:r>
              <a:rPr sz="2400" spc="-13" dirty="0">
                <a:latin typeface="Times New Roman"/>
                <a:cs typeface="Times New Roman"/>
              </a:rPr>
              <a:t> </a:t>
            </a:r>
            <a:r>
              <a:rPr sz="2400" b="1" dirty="0">
                <a:latin typeface="Calibri"/>
                <a:cs typeface="Calibri"/>
              </a:rPr>
              <a:t>than</a:t>
            </a:r>
            <a:r>
              <a:rPr sz="2400" spc="-100" dirty="0">
                <a:latin typeface="Times New Roman"/>
                <a:cs typeface="Times New Roman"/>
              </a:rPr>
              <a:t> </a:t>
            </a:r>
            <a:r>
              <a:rPr sz="2400" b="1" dirty="0">
                <a:latin typeface="Calibri"/>
                <a:cs typeface="Calibri"/>
              </a:rPr>
              <a:t>4</a:t>
            </a:r>
            <a:r>
              <a:rPr sz="2400" spc="-27" dirty="0">
                <a:latin typeface="Times New Roman"/>
                <a:cs typeface="Times New Roman"/>
              </a:rPr>
              <a:t> </a:t>
            </a:r>
            <a:r>
              <a:rPr sz="2400" b="1" dirty="0">
                <a:latin typeface="Calibri"/>
                <a:cs typeface="Calibri"/>
              </a:rPr>
              <a:t>,</a:t>
            </a:r>
            <a:r>
              <a:rPr sz="2400" spc="-20" dirty="0">
                <a:latin typeface="Times New Roman"/>
                <a:cs typeface="Times New Roman"/>
              </a:rPr>
              <a:t> </a:t>
            </a:r>
            <a:r>
              <a:rPr sz="2400" b="1" dirty="0">
                <a:latin typeface="Calibri"/>
                <a:cs typeface="Calibri"/>
              </a:rPr>
              <a:t>so</a:t>
            </a:r>
            <a:r>
              <a:rPr sz="2400" spc="-200" dirty="0">
                <a:latin typeface="Times New Roman"/>
                <a:cs typeface="Times New Roman"/>
              </a:rPr>
              <a:t> </a:t>
            </a:r>
            <a:r>
              <a:rPr sz="2400" b="1" spc="-27" dirty="0">
                <a:latin typeface="Calibri"/>
                <a:cs typeface="Calibri"/>
              </a:rPr>
              <a:t>swap</a:t>
            </a:r>
            <a:r>
              <a:rPr sz="2400" spc="-27" dirty="0">
                <a:latin typeface="Times New Roman"/>
                <a:cs typeface="Times New Roman"/>
              </a:rPr>
              <a:t> </a:t>
            </a:r>
            <a:r>
              <a:rPr sz="2400" b="1" dirty="0">
                <a:latin typeface="Calibri"/>
                <a:cs typeface="Calibri"/>
              </a:rPr>
              <a:t>4</a:t>
            </a:r>
            <a:r>
              <a:rPr sz="2400" spc="-20" dirty="0">
                <a:latin typeface="Times New Roman"/>
                <a:cs typeface="Times New Roman"/>
              </a:rPr>
              <a:t> </a:t>
            </a:r>
            <a:r>
              <a:rPr sz="2400" b="1" dirty="0">
                <a:latin typeface="Calibri"/>
                <a:cs typeface="Calibri"/>
              </a:rPr>
              <a:t>and</a:t>
            </a:r>
            <a:r>
              <a:rPr sz="2400" spc="-87" dirty="0">
                <a:latin typeface="Times New Roman"/>
                <a:cs typeface="Times New Roman"/>
              </a:rPr>
              <a:t> </a:t>
            </a:r>
            <a:r>
              <a:rPr sz="2400" b="1" spc="-67" dirty="0">
                <a:latin typeface="Calibri"/>
                <a:cs typeface="Calibri"/>
              </a:rPr>
              <a:t>5</a:t>
            </a:r>
            <a:endParaRPr sz="2400">
              <a:latin typeface="Calibri"/>
              <a:cs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6682218" y="263000"/>
          <a:ext cx="3860798" cy="1413086"/>
        </p:xfrm>
        <a:graphic>
          <a:graphicData uri="http://schemas.openxmlformats.org/drawingml/2006/table">
            <a:tbl>
              <a:tblPr firstRow="1" bandRow="1">
                <a:tableStyleId>{2D5ABB26-0587-4C30-8999-92F81FD0307C}</a:tableStyleId>
              </a:tblPr>
              <a:tblGrid>
                <a:gridCol w="772160">
                  <a:extLst>
                    <a:ext uri="{9D8B030D-6E8A-4147-A177-3AD203B41FA5}">
                      <a16:colId xmlns:a16="http://schemas.microsoft.com/office/drawing/2014/main" val="20000"/>
                    </a:ext>
                  </a:extLst>
                </a:gridCol>
                <a:gridCol w="772160">
                  <a:extLst>
                    <a:ext uri="{9D8B030D-6E8A-4147-A177-3AD203B41FA5}">
                      <a16:colId xmlns:a16="http://schemas.microsoft.com/office/drawing/2014/main" val="20001"/>
                    </a:ext>
                  </a:extLst>
                </a:gridCol>
                <a:gridCol w="772160">
                  <a:extLst>
                    <a:ext uri="{9D8B030D-6E8A-4147-A177-3AD203B41FA5}">
                      <a16:colId xmlns:a16="http://schemas.microsoft.com/office/drawing/2014/main" val="20002"/>
                    </a:ext>
                  </a:extLst>
                </a:gridCol>
                <a:gridCol w="772159">
                  <a:extLst>
                    <a:ext uri="{9D8B030D-6E8A-4147-A177-3AD203B41FA5}">
                      <a16:colId xmlns:a16="http://schemas.microsoft.com/office/drawing/2014/main" val="20003"/>
                    </a:ext>
                  </a:extLst>
                </a:gridCol>
                <a:gridCol w="772159">
                  <a:extLst>
                    <a:ext uri="{9D8B030D-6E8A-4147-A177-3AD203B41FA5}">
                      <a16:colId xmlns:a16="http://schemas.microsoft.com/office/drawing/2014/main" val="20004"/>
                    </a:ext>
                  </a:extLst>
                </a:gridCol>
              </a:tblGrid>
              <a:tr h="317500">
                <a:tc>
                  <a:txBody>
                    <a:bodyPr/>
                    <a:lstStyle/>
                    <a:p>
                      <a:pPr marL="96520">
                        <a:lnSpc>
                          <a:spcPts val="1710"/>
                        </a:lnSpc>
                      </a:pPr>
                      <a:r>
                        <a:rPr sz="2400" b="1" spc="-50" dirty="0">
                          <a:latin typeface="Calibri"/>
                          <a:cs typeface="Calibri"/>
                        </a:rPr>
                        <a:t>0</a:t>
                      </a:r>
                      <a:endParaRPr sz="2400" dirty="0">
                        <a:latin typeface="Calibri"/>
                        <a:cs typeface="Calibri"/>
                      </a:endParaRPr>
                    </a:p>
                  </a:txBody>
                  <a:tcPr marL="0" marR="0" marT="0" marB="0">
                    <a:lnB w="12700">
                      <a:solidFill>
                        <a:srgbClr val="000000"/>
                      </a:solidFill>
                      <a:prstDash val="solid"/>
                    </a:lnB>
                  </a:tcPr>
                </a:tc>
                <a:tc>
                  <a:txBody>
                    <a:bodyPr/>
                    <a:lstStyle/>
                    <a:p>
                      <a:pPr marL="107314">
                        <a:lnSpc>
                          <a:spcPts val="1710"/>
                        </a:lnSpc>
                      </a:pPr>
                      <a:r>
                        <a:rPr sz="2400" b="1" spc="-50" dirty="0">
                          <a:latin typeface="Calibri"/>
                          <a:cs typeface="Calibri"/>
                        </a:rPr>
                        <a:t>1</a:t>
                      </a:r>
                      <a:endParaRPr sz="2400">
                        <a:latin typeface="Calibri"/>
                        <a:cs typeface="Calibri"/>
                      </a:endParaRPr>
                    </a:p>
                  </a:txBody>
                  <a:tcPr marL="0" marR="0" marT="0" marB="0">
                    <a:lnB w="12700">
                      <a:solidFill>
                        <a:srgbClr val="000000"/>
                      </a:solidFill>
                      <a:prstDash val="solid"/>
                    </a:lnB>
                  </a:tcPr>
                </a:tc>
                <a:tc>
                  <a:txBody>
                    <a:bodyPr/>
                    <a:lstStyle/>
                    <a:p>
                      <a:pPr marR="288925" algn="r">
                        <a:lnSpc>
                          <a:spcPts val="1710"/>
                        </a:lnSpc>
                      </a:pPr>
                      <a:r>
                        <a:rPr sz="2400" b="1" spc="-50" dirty="0">
                          <a:latin typeface="Calibri"/>
                          <a:cs typeface="Calibri"/>
                        </a:rPr>
                        <a:t>2</a:t>
                      </a:r>
                      <a:endParaRPr sz="2400">
                        <a:latin typeface="Calibri"/>
                        <a:cs typeface="Calibri"/>
                      </a:endParaRPr>
                    </a:p>
                  </a:txBody>
                  <a:tcPr marL="0" marR="0" marT="0" marB="0">
                    <a:lnB w="12700">
                      <a:solidFill>
                        <a:srgbClr val="000000"/>
                      </a:solidFill>
                      <a:prstDash val="solid"/>
                    </a:lnB>
                  </a:tcPr>
                </a:tc>
                <a:tc>
                  <a:txBody>
                    <a:bodyPr/>
                    <a:lstStyle/>
                    <a:p>
                      <a:pPr marR="287020" algn="r">
                        <a:lnSpc>
                          <a:spcPts val="1710"/>
                        </a:lnSpc>
                      </a:pPr>
                      <a:r>
                        <a:rPr sz="2400" b="1" spc="-50" dirty="0">
                          <a:latin typeface="Calibri"/>
                          <a:cs typeface="Calibri"/>
                        </a:rPr>
                        <a:t>3</a:t>
                      </a:r>
                      <a:endParaRPr sz="2400">
                        <a:latin typeface="Calibri"/>
                        <a:cs typeface="Calibri"/>
                      </a:endParaRPr>
                    </a:p>
                  </a:txBody>
                  <a:tcPr marL="0" marR="0" marT="0" marB="0">
                    <a:lnB w="12700">
                      <a:solidFill>
                        <a:srgbClr val="000000"/>
                      </a:solidFill>
                      <a:prstDash val="solid"/>
                    </a:lnB>
                  </a:tcPr>
                </a:tc>
                <a:tc>
                  <a:txBody>
                    <a:bodyPr/>
                    <a:lstStyle/>
                    <a:p>
                      <a:pPr marR="219075" algn="r">
                        <a:lnSpc>
                          <a:spcPts val="1710"/>
                        </a:lnSpc>
                      </a:pPr>
                      <a:r>
                        <a:rPr sz="2400" b="1" spc="-50" dirty="0">
                          <a:latin typeface="Calibri"/>
                          <a:cs typeface="Calibri"/>
                        </a:rPr>
                        <a:t>4</a:t>
                      </a:r>
                      <a:endParaRPr sz="2400">
                        <a:latin typeface="Calibri"/>
                        <a:cs typeface="Calibri"/>
                      </a:endParaRPr>
                    </a:p>
                  </a:txBody>
                  <a:tcPr marL="0" marR="0" marT="0" marB="0">
                    <a:lnB w="12700">
                      <a:solidFill>
                        <a:srgbClr val="000000"/>
                      </a:solidFill>
                      <a:prstDash val="solid"/>
                    </a:lnB>
                  </a:tcPr>
                </a:tc>
                <a:extLst>
                  <a:ext uri="{0D108BD9-81ED-4DB2-BD59-A6C34878D82A}">
                    <a16:rowId xmlns:a16="http://schemas.microsoft.com/office/drawing/2014/main" val="10000"/>
                  </a:ext>
                </a:extLst>
              </a:tr>
              <a:tr h="493607">
                <a:tc>
                  <a:txBody>
                    <a:bodyPr/>
                    <a:lstStyle/>
                    <a:p>
                      <a:pPr marL="96520">
                        <a:lnSpc>
                          <a:spcPct val="100000"/>
                        </a:lnSpc>
                        <a:spcBef>
                          <a:spcPts val="219"/>
                        </a:spcBef>
                      </a:pPr>
                      <a:r>
                        <a:rPr sz="2400" b="1" spc="-50" dirty="0">
                          <a:latin typeface="Calibri"/>
                          <a:cs typeface="Calibri"/>
                        </a:rPr>
                        <a:t>4</a:t>
                      </a:r>
                      <a:endParaRPr sz="2400">
                        <a:latin typeface="Calibri"/>
                        <a:cs typeface="Calibri"/>
                      </a:endParaRPr>
                    </a:p>
                  </a:txBody>
                  <a:tcPr marL="0" marR="0" marT="37252"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7155">
                        <a:lnSpc>
                          <a:spcPct val="100000"/>
                        </a:lnSpc>
                        <a:spcBef>
                          <a:spcPts val="219"/>
                        </a:spcBef>
                      </a:pPr>
                      <a:r>
                        <a:rPr sz="2400" b="1" spc="-25" dirty="0">
                          <a:latin typeface="Calibri"/>
                          <a:cs typeface="Calibri"/>
                        </a:rPr>
                        <a:t>10</a:t>
                      </a:r>
                      <a:endParaRPr sz="2400">
                        <a:latin typeface="Calibri"/>
                        <a:cs typeface="Calibri"/>
                      </a:endParaRPr>
                    </a:p>
                  </a:txBody>
                  <a:tcPr marL="0" marR="0" marT="37252"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7790">
                        <a:lnSpc>
                          <a:spcPct val="100000"/>
                        </a:lnSpc>
                        <a:spcBef>
                          <a:spcPts val="219"/>
                        </a:spcBef>
                      </a:pPr>
                      <a:r>
                        <a:rPr sz="2400" b="1" spc="-50" dirty="0">
                          <a:latin typeface="Calibri"/>
                          <a:cs typeface="Calibri"/>
                        </a:rPr>
                        <a:t>3</a:t>
                      </a:r>
                      <a:endParaRPr sz="2400">
                        <a:latin typeface="Calibri"/>
                        <a:cs typeface="Calibri"/>
                      </a:endParaRPr>
                    </a:p>
                  </a:txBody>
                  <a:tcPr marL="0" marR="0" marT="37252"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8425">
                        <a:lnSpc>
                          <a:spcPct val="100000"/>
                        </a:lnSpc>
                        <a:spcBef>
                          <a:spcPts val="219"/>
                        </a:spcBef>
                      </a:pPr>
                      <a:r>
                        <a:rPr sz="2400" b="1" spc="-50" dirty="0">
                          <a:latin typeface="Calibri"/>
                          <a:cs typeface="Calibri"/>
                        </a:rPr>
                        <a:t>5</a:t>
                      </a:r>
                      <a:endParaRPr sz="2400">
                        <a:latin typeface="Calibri"/>
                        <a:cs typeface="Calibri"/>
                      </a:endParaRPr>
                    </a:p>
                  </a:txBody>
                  <a:tcPr marL="0" marR="0" marT="37252"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9060">
                        <a:lnSpc>
                          <a:spcPct val="100000"/>
                        </a:lnSpc>
                        <a:spcBef>
                          <a:spcPts val="219"/>
                        </a:spcBef>
                      </a:pPr>
                      <a:r>
                        <a:rPr sz="2400" b="1" spc="-50" dirty="0">
                          <a:latin typeface="Calibri"/>
                          <a:cs typeface="Calibri"/>
                        </a:rPr>
                        <a:t>1</a:t>
                      </a:r>
                      <a:endParaRPr sz="2400">
                        <a:latin typeface="Calibri"/>
                        <a:cs typeface="Calibri"/>
                      </a:endParaRPr>
                    </a:p>
                  </a:txBody>
                  <a:tcPr marL="0" marR="0" marT="37252"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601979">
                <a:tc>
                  <a:txBody>
                    <a:bodyPr/>
                    <a:lstStyle/>
                    <a:p>
                      <a:pPr marL="120014">
                        <a:lnSpc>
                          <a:spcPts val="2150"/>
                        </a:lnSpc>
                        <a:spcBef>
                          <a:spcPts val="1305"/>
                        </a:spcBef>
                      </a:pPr>
                      <a:r>
                        <a:rPr sz="2400" b="1" spc="-50" dirty="0">
                          <a:latin typeface="Calibri"/>
                          <a:cs typeface="Calibri"/>
                        </a:rPr>
                        <a:t>0</a:t>
                      </a:r>
                      <a:endParaRPr sz="2400">
                        <a:latin typeface="Calibri"/>
                        <a:cs typeface="Calibri"/>
                      </a:endParaRPr>
                    </a:p>
                  </a:txBody>
                  <a:tcPr marL="0" marR="0" marT="220980" marB="0">
                    <a:lnT w="12700">
                      <a:solidFill>
                        <a:srgbClr val="000000"/>
                      </a:solidFill>
                      <a:prstDash val="solid"/>
                    </a:lnT>
                  </a:tcPr>
                </a:tc>
                <a:tc>
                  <a:txBody>
                    <a:bodyPr/>
                    <a:lstStyle/>
                    <a:p>
                      <a:pPr marL="130175">
                        <a:lnSpc>
                          <a:spcPts val="2150"/>
                        </a:lnSpc>
                        <a:spcBef>
                          <a:spcPts val="1305"/>
                        </a:spcBef>
                      </a:pPr>
                      <a:r>
                        <a:rPr sz="2400" b="1" spc="-50" dirty="0">
                          <a:latin typeface="Calibri"/>
                          <a:cs typeface="Calibri"/>
                        </a:rPr>
                        <a:t>1</a:t>
                      </a:r>
                      <a:endParaRPr sz="2400">
                        <a:latin typeface="Calibri"/>
                        <a:cs typeface="Calibri"/>
                      </a:endParaRPr>
                    </a:p>
                  </a:txBody>
                  <a:tcPr marL="0" marR="0" marT="220980" marB="0">
                    <a:lnT w="12700">
                      <a:solidFill>
                        <a:srgbClr val="000000"/>
                      </a:solidFill>
                      <a:prstDash val="solid"/>
                    </a:lnT>
                  </a:tcPr>
                </a:tc>
                <a:tc>
                  <a:txBody>
                    <a:bodyPr/>
                    <a:lstStyle/>
                    <a:p>
                      <a:pPr marR="266065" algn="r">
                        <a:lnSpc>
                          <a:spcPts val="2150"/>
                        </a:lnSpc>
                        <a:spcBef>
                          <a:spcPts val="1305"/>
                        </a:spcBef>
                      </a:pPr>
                      <a:r>
                        <a:rPr sz="2400" b="1" spc="-50" dirty="0">
                          <a:latin typeface="Calibri"/>
                          <a:cs typeface="Calibri"/>
                        </a:rPr>
                        <a:t>2</a:t>
                      </a:r>
                      <a:endParaRPr sz="2400">
                        <a:latin typeface="Calibri"/>
                        <a:cs typeface="Calibri"/>
                      </a:endParaRPr>
                    </a:p>
                  </a:txBody>
                  <a:tcPr marL="0" marR="0" marT="220980" marB="0">
                    <a:lnT w="12700">
                      <a:solidFill>
                        <a:srgbClr val="000000"/>
                      </a:solidFill>
                      <a:prstDash val="solid"/>
                    </a:lnT>
                  </a:tcPr>
                </a:tc>
                <a:tc>
                  <a:txBody>
                    <a:bodyPr/>
                    <a:lstStyle/>
                    <a:p>
                      <a:pPr marR="265430" algn="r">
                        <a:lnSpc>
                          <a:spcPts val="2150"/>
                        </a:lnSpc>
                        <a:spcBef>
                          <a:spcPts val="1305"/>
                        </a:spcBef>
                      </a:pPr>
                      <a:r>
                        <a:rPr sz="2400" b="1" spc="-50" dirty="0">
                          <a:latin typeface="Calibri"/>
                          <a:cs typeface="Calibri"/>
                        </a:rPr>
                        <a:t>3</a:t>
                      </a:r>
                      <a:endParaRPr sz="2400">
                        <a:latin typeface="Calibri"/>
                        <a:cs typeface="Calibri"/>
                      </a:endParaRPr>
                    </a:p>
                  </a:txBody>
                  <a:tcPr marL="0" marR="0" marT="220980" marB="0">
                    <a:lnT w="12700">
                      <a:solidFill>
                        <a:srgbClr val="000000"/>
                      </a:solidFill>
                      <a:prstDash val="solid"/>
                    </a:lnT>
                  </a:tcPr>
                </a:tc>
                <a:tc>
                  <a:txBody>
                    <a:bodyPr/>
                    <a:lstStyle/>
                    <a:p>
                      <a:pPr marR="197485" algn="r">
                        <a:lnSpc>
                          <a:spcPts val="2150"/>
                        </a:lnSpc>
                        <a:spcBef>
                          <a:spcPts val="1305"/>
                        </a:spcBef>
                      </a:pPr>
                      <a:r>
                        <a:rPr sz="2400" b="1" spc="-50" dirty="0">
                          <a:latin typeface="Calibri"/>
                          <a:cs typeface="Calibri"/>
                        </a:rPr>
                        <a:t>4</a:t>
                      </a:r>
                      <a:endParaRPr sz="2400" dirty="0">
                        <a:latin typeface="Calibri"/>
                        <a:cs typeface="Calibri"/>
                      </a:endParaRPr>
                    </a:p>
                  </a:txBody>
                  <a:tcPr marL="0" marR="0" marT="220980" marB="0">
                    <a:lnT w="12700">
                      <a:solidFill>
                        <a:srgbClr val="000000"/>
                      </a:solidFill>
                      <a:prstDash val="solid"/>
                    </a:lnT>
                  </a:tcPr>
                </a:tc>
                <a:extLst>
                  <a:ext uri="{0D108BD9-81ED-4DB2-BD59-A6C34878D82A}">
                    <a16:rowId xmlns:a16="http://schemas.microsoft.com/office/drawing/2014/main" val="10002"/>
                  </a:ext>
                </a:extLst>
              </a:tr>
            </a:tbl>
          </a:graphicData>
        </a:graphic>
      </p:graphicFrame>
      <p:sp>
        <p:nvSpPr>
          <p:cNvPr id="3" name="object 3"/>
          <p:cNvSpPr txBox="1">
            <a:spLocks noGrp="1"/>
          </p:cNvSpPr>
          <p:nvPr>
            <p:ph type="title"/>
          </p:nvPr>
        </p:nvSpPr>
        <p:spPr>
          <a:xfrm>
            <a:off x="4058327" y="412089"/>
            <a:ext cx="2045720" cy="1359497"/>
          </a:xfrm>
          <a:prstGeom prst="rect">
            <a:avLst/>
          </a:prstGeom>
        </p:spPr>
        <p:txBody>
          <a:bodyPr vert="horz" wrap="square" lIns="0" tIns="13547" rIns="0" bIns="0" rtlCol="0">
            <a:spAutoFit/>
          </a:bodyPr>
          <a:lstStyle/>
          <a:p>
            <a:pPr marL="16933" marR="6773">
              <a:lnSpc>
                <a:spcPct val="100899"/>
              </a:lnSpc>
              <a:spcBef>
                <a:spcPts val="107"/>
              </a:spcBef>
            </a:pPr>
            <a:r>
              <a:rPr spc="-13" dirty="0">
                <a:solidFill>
                  <a:srgbClr val="000000"/>
                </a:solidFill>
              </a:rPr>
              <a:t>Index</a:t>
            </a:r>
            <a:r>
              <a:rPr spc="-13" dirty="0">
                <a:solidFill>
                  <a:srgbClr val="000000"/>
                </a:solidFill>
                <a:latin typeface="Times New Roman"/>
                <a:cs typeface="Times New Roman"/>
              </a:rPr>
              <a:t> </a:t>
            </a:r>
            <a:r>
              <a:rPr dirty="0">
                <a:solidFill>
                  <a:srgbClr val="000000"/>
                </a:solidFill>
              </a:rPr>
              <a:t>I/P</a:t>
            </a:r>
            <a:r>
              <a:rPr spc="-80" dirty="0">
                <a:solidFill>
                  <a:srgbClr val="000000"/>
                </a:solidFill>
                <a:latin typeface="Times New Roman"/>
                <a:cs typeface="Times New Roman"/>
              </a:rPr>
              <a:t> </a:t>
            </a:r>
            <a:r>
              <a:rPr spc="-27" dirty="0">
                <a:solidFill>
                  <a:srgbClr val="000000"/>
                </a:solidFill>
              </a:rPr>
              <a:t>Data</a:t>
            </a:r>
          </a:p>
        </p:txBody>
      </p:sp>
      <p:graphicFrame>
        <p:nvGraphicFramePr>
          <p:cNvPr id="4" name="object 4"/>
          <p:cNvGraphicFramePr>
            <a:graphicFrameLocks noGrp="1"/>
          </p:cNvGraphicFramePr>
          <p:nvPr/>
        </p:nvGraphicFramePr>
        <p:xfrm>
          <a:off x="6713226" y="1679801"/>
          <a:ext cx="3860798" cy="493607"/>
        </p:xfrm>
        <a:graphic>
          <a:graphicData uri="http://schemas.openxmlformats.org/drawingml/2006/table">
            <a:tbl>
              <a:tblPr firstRow="1" bandRow="1">
                <a:tableStyleId>{2D5ABB26-0587-4C30-8999-92F81FD0307C}</a:tableStyleId>
              </a:tblPr>
              <a:tblGrid>
                <a:gridCol w="772160">
                  <a:extLst>
                    <a:ext uri="{9D8B030D-6E8A-4147-A177-3AD203B41FA5}">
                      <a16:colId xmlns:a16="http://schemas.microsoft.com/office/drawing/2014/main" val="20000"/>
                    </a:ext>
                  </a:extLst>
                </a:gridCol>
                <a:gridCol w="772160">
                  <a:extLst>
                    <a:ext uri="{9D8B030D-6E8A-4147-A177-3AD203B41FA5}">
                      <a16:colId xmlns:a16="http://schemas.microsoft.com/office/drawing/2014/main" val="20001"/>
                    </a:ext>
                  </a:extLst>
                </a:gridCol>
                <a:gridCol w="772160">
                  <a:extLst>
                    <a:ext uri="{9D8B030D-6E8A-4147-A177-3AD203B41FA5}">
                      <a16:colId xmlns:a16="http://schemas.microsoft.com/office/drawing/2014/main" val="20002"/>
                    </a:ext>
                  </a:extLst>
                </a:gridCol>
                <a:gridCol w="772159">
                  <a:extLst>
                    <a:ext uri="{9D8B030D-6E8A-4147-A177-3AD203B41FA5}">
                      <a16:colId xmlns:a16="http://schemas.microsoft.com/office/drawing/2014/main" val="20003"/>
                    </a:ext>
                  </a:extLst>
                </a:gridCol>
                <a:gridCol w="772159">
                  <a:extLst>
                    <a:ext uri="{9D8B030D-6E8A-4147-A177-3AD203B41FA5}">
                      <a16:colId xmlns:a16="http://schemas.microsoft.com/office/drawing/2014/main" val="20004"/>
                    </a:ext>
                  </a:extLst>
                </a:gridCol>
              </a:tblGrid>
              <a:tr h="493607">
                <a:tc>
                  <a:txBody>
                    <a:bodyPr/>
                    <a:lstStyle/>
                    <a:p>
                      <a:pPr marL="96520">
                        <a:lnSpc>
                          <a:spcPct val="100000"/>
                        </a:lnSpc>
                        <a:spcBef>
                          <a:spcPts val="229"/>
                        </a:spcBef>
                      </a:pPr>
                      <a:r>
                        <a:rPr sz="2400" b="1" spc="-25" dirty="0">
                          <a:latin typeface="Calibri"/>
                          <a:cs typeface="Calibri"/>
                        </a:rPr>
                        <a:t>10</a:t>
                      </a:r>
                      <a:endParaRPr sz="2400">
                        <a:latin typeface="Calibri"/>
                        <a:cs typeface="Calibri"/>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AC08F"/>
                    </a:solidFill>
                  </a:tcPr>
                </a:tc>
                <a:tc>
                  <a:txBody>
                    <a:bodyPr/>
                    <a:lstStyle/>
                    <a:p>
                      <a:pPr marL="97155">
                        <a:lnSpc>
                          <a:spcPct val="100000"/>
                        </a:lnSpc>
                        <a:spcBef>
                          <a:spcPts val="229"/>
                        </a:spcBef>
                      </a:pPr>
                      <a:r>
                        <a:rPr sz="2400" b="1" spc="-50" dirty="0">
                          <a:latin typeface="Calibri"/>
                          <a:cs typeface="Calibri"/>
                        </a:rPr>
                        <a:t>4</a:t>
                      </a:r>
                      <a:endParaRPr sz="2400">
                        <a:latin typeface="Calibri"/>
                        <a:cs typeface="Calibri"/>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AC08F"/>
                    </a:solidFill>
                  </a:tcPr>
                </a:tc>
                <a:tc>
                  <a:txBody>
                    <a:bodyPr/>
                    <a:lstStyle/>
                    <a:p>
                      <a:pPr marL="97790">
                        <a:lnSpc>
                          <a:spcPct val="100000"/>
                        </a:lnSpc>
                        <a:spcBef>
                          <a:spcPts val="229"/>
                        </a:spcBef>
                      </a:pPr>
                      <a:r>
                        <a:rPr sz="2400" b="1" spc="-50" dirty="0">
                          <a:latin typeface="Calibri"/>
                          <a:cs typeface="Calibri"/>
                        </a:rPr>
                        <a:t>3</a:t>
                      </a:r>
                      <a:endParaRPr sz="2400">
                        <a:latin typeface="Calibri"/>
                        <a:cs typeface="Calibri"/>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8425">
                        <a:lnSpc>
                          <a:spcPct val="100000"/>
                        </a:lnSpc>
                        <a:spcBef>
                          <a:spcPts val="229"/>
                        </a:spcBef>
                      </a:pPr>
                      <a:r>
                        <a:rPr sz="2400" b="1" spc="-50" dirty="0">
                          <a:latin typeface="Calibri"/>
                          <a:cs typeface="Calibri"/>
                        </a:rPr>
                        <a:t>5</a:t>
                      </a:r>
                      <a:endParaRPr sz="2400">
                        <a:latin typeface="Calibri"/>
                        <a:cs typeface="Calibri"/>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9060">
                        <a:lnSpc>
                          <a:spcPct val="100000"/>
                        </a:lnSpc>
                        <a:spcBef>
                          <a:spcPts val="229"/>
                        </a:spcBef>
                      </a:pPr>
                      <a:r>
                        <a:rPr sz="2400" b="1" spc="-50" dirty="0">
                          <a:latin typeface="Calibri"/>
                          <a:cs typeface="Calibri"/>
                        </a:rPr>
                        <a:t>1</a:t>
                      </a:r>
                      <a:endParaRPr sz="2400">
                        <a:latin typeface="Calibri"/>
                        <a:cs typeface="Calibri"/>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bl>
          </a:graphicData>
        </a:graphic>
      </p:graphicFrame>
      <p:sp>
        <p:nvSpPr>
          <p:cNvPr id="5" name="object 5"/>
          <p:cNvSpPr txBox="1"/>
          <p:nvPr/>
        </p:nvSpPr>
        <p:spPr>
          <a:xfrm>
            <a:off x="5206661" y="1341211"/>
            <a:ext cx="1072727" cy="755762"/>
          </a:xfrm>
          <a:prstGeom prst="rect">
            <a:avLst/>
          </a:prstGeom>
        </p:spPr>
        <p:txBody>
          <a:bodyPr vert="horz" wrap="square" lIns="0" tIns="16933" rIns="0" bIns="0" rtlCol="0">
            <a:spAutoFit/>
          </a:bodyPr>
          <a:lstStyle/>
          <a:p>
            <a:pPr marL="16933">
              <a:spcBef>
                <a:spcPts val="133"/>
              </a:spcBef>
            </a:pPr>
            <a:r>
              <a:rPr sz="2400" b="1" spc="-13" dirty="0">
                <a:latin typeface="Calibri"/>
                <a:cs typeface="Calibri"/>
              </a:rPr>
              <a:t>Index</a:t>
            </a:r>
            <a:endParaRPr sz="2400">
              <a:latin typeface="Calibri"/>
              <a:cs typeface="Calibri"/>
            </a:endParaRPr>
          </a:p>
          <a:p>
            <a:pPr marL="16933">
              <a:spcBef>
                <a:spcPts val="27"/>
              </a:spcBef>
            </a:pPr>
            <a:r>
              <a:rPr sz="2400" b="1" dirty="0">
                <a:latin typeface="Calibri"/>
                <a:cs typeface="Calibri"/>
              </a:rPr>
              <a:t>I/P</a:t>
            </a:r>
            <a:r>
              <a:rPr sz="2400" spc="-80" dirty="0">
                <a:latin typeface="Times New Roman"/>
                <a:cs typeface="Times New Roman"/>
              </a:rPr>
              <a:t> </a:t>
            </a:r>
            <a:r>
              <a:rPr sz="2400" b="1" spc="-27" dirty="0">
                <a:latin typeface="Calibri"/>
                <a:cs typeface="Calibri"/>
              </a:rPr>
              <a:t>Data</a:t>
            </a:r>
            <a:endParaRPr sz="2400">
              <a:latin typeface="Calibri"/>
              <a:cs typeface="Calibri"/>
            </a:endParaRPr>
          </a:p>
        </p:txBody>
      </p:sp>
      <p:graphicFrame>
        <p:nvGraphicFramePr>
          <p:cNvPr id="6" name="object 6"/>
          <p:cNvGraphicFramePr>
            <a:graphicFrameLocks noGrp="1"/>
          </p:cNvGraphicFramePr>
          <p:nvPr/>
        </p:nvGraphicFramePr>
        <p:xfrm>
          <a:off x="6725743" y="2997545"/>
          <a:ext cx="3860798" cy="493607"/>
        </p:xfrm>
        <a:graphic>
          <a:graphicData uri="http://schemas.openxmlformats.org/drawingml/2006/table">
            <a:tbl>
              <a:tblPr firstRow="1" bandRow="1">
                <a:tableStyleId>{2D5ABB26-0587-4C30-8999-92F81FD0307C}</a:tableStyleId>
              </a:tblPr>
              <a:tblGrid>
                <a:gridCol w="772160">
                  <a:extLst>
                    <a:ext uri="{9D8B030D-6E8A-4147-A177-3AD203B41FA5}">
                      <a16:colId xmlns:a16="http://schemas.microsoft.com/office/drawing/2014/main" val="20000"/>
                    </a:ext>
                  </a:extLst>
                </a:gridCol>
                <a:gridCol w="772160">
                  <a:extLst>
                    <a:ext uri="{9D8B030D-6E8A-4147-A177-3AD203B41FA5}">
                      <a16:colId xmlns:a16="http://schemas.microsoft.com/office/drawing/2014/main" val="20001"/>
                    </a:ext>
                  </a:extLst>
                </a:gridCol>
                <a:gridCol w="772160">
                  <a:extLst>
                    <a:ext uri="{9D8B030D-6E8A-4147-A177-3AD203B41FA5}">
                      <a16:colId xmlns:a16="http://schemas.microsoft.com/office/drawing/2014/main" val="20002"/>
                    </a:ext>
                  </a:extLst>
                </a:gridCol>
                <a:gridCol w="772159">
                  <a:extLst>
                    <a:ext uri="{9D8B030D-6E8A-4147-A177-3AD203B41FA5}">
                      <a16:colId xmlns:a16="http://schemas.microsoft.com/office/drawing/2014/main" val="20003"/>
                    </a:ext>
                  </a:extLst>
                </a:gridCol>
                <a:gridCol w="772159">
                  <a:extLst>
                    <a:ext uri="{9D8B030D-6E8A-4147-A177-3AD203B41FA5}">
                      <a16:colId xmlns:a16="http://schemas.microsoft.com/office/drawing/2014/main" val="20004"/>
                    </a:ext>
                  </a:extLst>
                </a:gridCol>
              </a:tblGrid>
              <a:tr h="493607">
                <a:tc>
                  <a:txBody>
                    <a:bodyPr/>
                    <a:lstStyle/>
                    <a:p>
                      <a:pPr marL="96520">
                        <a:lnSpc>
                          <a:spcPct val="100000"/>
                        </a:lnSpc>
                        <a:spcBef>
                          <a:spcPts val="245"/>
                        </a:spcBef>
                      </a:pPr>
                      <a:r>
                        <a:rPr sz="2400" b="1" spc="-25" dirty="0">
                          <a:latin typeface="Calibri"/>
                          <a:cs typeface="Calibri"/>
                        </a:rPr>
                        <a:t>10</a:t>
                      </a:r>
                      <a:endParaRPr sz="2400">
                        <a:latin typeface="Calibri"/>
                        <a:cs typeface="Calibri"/>
                      </a:endParaRPr>
                    </a:p>
                  </a:txBody>
                  <a:tcPr marL="0" marR="0" marT="414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7155">
                        <a:lnSpc>
                          <a:spcPct val="100000"/>
                        </a:lnSpc>
                        <a:spcBef>
                          <a:spcPts val="245"/>
                        </a:spcBef>
                      </a:pPr>
                      <a:r>
                        <a:rPr sz="2400" b="1" spc="-50" dirty="0">
                          <a:latin typeface="Calibri"/>
                          <a:cs typeface="Calibri"/>
                        </a:rPr>
                        <a:t>5</a:t>
                      </a:r>
                      <a:endParaRPr sz="2400">
                        <a:latin typeface="Calibri"/>
                        <a:cs typeface="Calibri"/>
                      </a:endParaRPr>
                    </a:p>
                  </a:txBody>
                  <a:tcPr marL="0" marR="0" marT="414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CD5B5"/>
                    </a:solidFill>
                  </a:tcPr>
                </a:tc>
                <a:tc>
                  <a:txBody>
                    <a:bodyPr/>
                    <a:lstStyle/>
                    <a:p>
                      <a:pPr marL="97790">
                        <a:lnSpc>
                          <a:spcPct val="100000"/>
                        </a:lnSpc>
                        <a:spcBef>
                          <a:spcPts val="245"/>
                        </a:spcBef>
                      </a:pPr>
                      <a:r>
                        <a:rPr sz="2400" b="1" spc="-50" dirty="0">
                          <a:latin typeface="Calibri"/>
                          <a:cs typeface="Calibri"/>
                        </a:rPr>
                        <a:t>3</a:t>
                      </a:r>
                      <a:endParaRPr sz="2400">
                        <a:latin typeface="Calibri"/>
                        <a:cs typeface="Calibri"/>
                      </a:endParaRPr>
                    </a:p>
                  </a:txBody>
                  <a:tcPr marL="0" marR="0" marT="414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8425">
                        <a:lnSpc>
                          <a:spcPct val="100000"/>
                        </a:lnSpc>
                        <a:spcBef>
                          <a:spcPts val="245"/>
                        </a:spcBef>
                      </a:pPr>
                      <a:r>
                        <a:rPr sz="2400" b="1" spc="-50" dirty="0">
                          <a:latin typeface="Calibri"/>
                          <a:cs typeface="Calibri"/>
                        </a:rPr>
                        <a:t>4</a:t>
                      </a:r>
                      <a:endParaRPr sz="2400">
                        <a:latin typeface="Calibri"/>
                        <a:cs typeface="Calibri"/>
                      </a:endParaRPr>
                    </a:p>
                  </a:txBody>
                  <a:tcPr marL="0" marR="0" marT="414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CD5B5"/>
                    </a:solidFill>
                  </a:tcPr>
                </a:tc>
                <a:tc>
                  <a:txBody>
                    <a:bodyPr/>
                    <a:lstStyle/>
                    <a:p>
                      <a:pPr marL="99060">
                        <a:lnSpc>
                          <a:spcPct val="100000"/>
                        </a:lnSpc>
                        <a:spcBef>
                          <a:spcPts val="245"/>
                        </a:spcBef>
                      </a:pPr>
                      <a:r>
                        <a:rPr sz="2400" b="1" spc="-50" dirty="0">
                          <a:latin typeface="Calibri"/>
                          <a:cs typeface="Calibri"/>
                        </a:rPr>
                        <a:t>1</a:t>
                      </a:r>
                      <a:endParaRPr sz="2400">
                        <a:latin typeface="Calibri"/>
                        <a:cs typeface="Calibri"/>
                      </a:endParaRPr>
                    </a:p>
                  </a:txBody>
                  <a:tcPr marL="0" marR="0" marT="414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bl>
          </a:graphicData>
        </a:graphic>
      </p:graphicFrame>
      <p:sp>
        <p:nvSpPr>
          <p:cNvPr id="7" name="object 7"/>
          <p:cNvSpPr txBox="1"/>
          <p:nvPr/>
        </p:nvSpPr>
        <p:spPr>
          <a:xfrm>
            <a:off x="6846153" y="2599676"/>
            <a:ext cx="188807" cy="386430"/>
          </a:xfrm>
          <a:prstGeom prst="rect">
            <a:avLst/>
          </a:prstGeom>
        </p:spPr>
        <p:txBody>
          <a:bodyPr vert="horz" wrap="square" lIns="0" tIns="16933" rIns="0" bIns="0" rtlCol="0">
            <a:spAutoFit/>
          </a:bodyPr>
          <a:lstStyle/>
          <a:p>
            <a:pPr marL="16933">
              <a:spcBef>
                <a:spcPts val="133"/>
              </a:spcBef>
            </a:pPr>
            <a:r>
              <a:rPr sz="2400" b="1" spc="-67" dirty="0">
                <a:latin typeface="Calibri"/>
                <a:cs typeface="Calibri"/>
              </a:rPr>
              <a:t>0</a:t>
            </a:r>
            <a:endParaRPr sz="2400">
              <a:latin typeface="Calibri"/>
              <a:cs typeface="Calibri"/>
            </a:endParaRPr>
          </a:p>
        </p:txBody>
      </p:sp>
      <p:sp>
        <p:nvSpPr>
          <p:cNvPr id="8" name="object 8"/>
          <p:cNvSpPr txBox="1"/>
          <p:nvPr/>
        </p:nvSpPr>
        <p:spPr>
          <a:xfrm>
            <a:off x="7619857" y="2663000"/>
            <a:ext cx="188807" cy="386430"/>
          </a:xfrm>
          <a:prstGeom prst="rect">
            <a:avLst/>
          </a:prstGeom>
        </p:spPr>
        <p:txBody>
          <a:bodyPr vert="horz" wrap="square" lIns="0" tIns="16933" rIns="0" bIns="0" rtlCol="0">
            <a:spAutoFit/>
          </a:bodyPr>
          <a:lstStyle/>
          <a:p>
            <a:pPr marL="16933">
              <a:spcBef>
                <a:spcPts val="133"/>
              </a:spcBef>
            </a:pPr>
            <a:r>
              <a:rPr sz="2400" b="1" spc="-67" dirty="0">
                <a:latin typeface="Calibri"/>
                <a:cs typeface="Calibri"/>
              </a:rPr>
              <a:t>1</a:t>
            </a:r>
            <a:endParaRPr sz="2400">
              <a:latin typeface="Calibri"/>
              <a:cs typeface="Calibri"/>
            </a:endParaRPr>
          </a:p>
        </p:txBody>
      </p:sp>
      <p:sp>
        <p:nvSpPr>
          <p:cNvPr id="9" name="object 9"/>
          <p:cNvSpPr txBox="1"/>
          <p:nvPr/>
        </p:nvSpPr>
        <p:spPr>
          <a:xfrm>
            <a:off x="8482058" y="2599676"/>
            <a:ext cx="188807" cy="386430"/>
          </a:xfrm>
          <a:prstGeom prst="rect">
            <a:avLst/>
          </a:prstGeom>
        </p:spPr>
        <p:txBody>
          <a:bodyPr vert="horz" wrap="square" lIns="0" tIns="16933" rIns="0" bIns="0" rtlCol="0">
            <a:spAutoFit/>
          </a:bodyPr>
          <a:lstStyle/>
          <a:p>
            <a:pPr marL="16933">
              <a:spcBef>
                <a:spcPts val="133"/>
              </a:spcBef>
            </a:pPr>
            <a:r>
              <a:rPr sz="2400" b="1" spc="-67" dirty="0">
                <a:latin typeface="Calibri"/>
                <a:cs typeface="Calibri"/>
              </a:rPr>
              <a:t>2</a:t>
            </a:r>
            <a:endParaRPr sz="2400">
              <a:latin typeface="Calibri"/>
              <a:cs typeface="Calibri"/>
            </a:endParaRPr>
          </a:p>
        </p:txBody>
      </p:sp>
      <p:sp>
        <p:nvSpPr>
          <p:cNvPr id="10" name="object 10"/>
          <p:cNvSpPr txBox="1"/>
          <p:nvPr/>
        </p:nvSpPr>
        <p:spPr>
          <a:xfrm>
            <a:off x="9255754" y="2599676"/>
            <a:ext cx="188807" cy="386430"/>
          </a:xfrm>
          <a:prstGeom prst="rect">
            <a:avLst/>
          </a:prstGeom>
        </p:spPr>
        <p:txBody>
          <a:bodyPr vert="horz" wrap="square" lIns="0" tIns="16933" rIns="0" bIns="0" rtlCol="0">
            <a:spAutoFit/>
          </a:bodyPr>
          <a:lstStyle/>
          <a:p>
            <a:pPr marL="16933">
              <a:spcBef>
                <a:spcPts val="133"/>
              </a:spcBef>
            </a:pPr>
            <a:r>
              <a:rPr sz="2400" b="1" spc="-67" dirty="0">
                <a:latin typeface="Calibri"/>
                <a:cs typeface="Calibri"/>
              </a:rPr>
              <a:t>3</a:t>
            </a:r>
            <a:endParaRPr sz="2400">
              <a:latin typeface="Calibri"/>
              <a:cs typeface="Calibri"/>
            </a:endParaRPr>
          </a:p>
        </p:txBody>
      </p:sp>
      <p:sp>
        <p:nvSpPr>
          <p:cNvPr id="11" name="object 11"/>
          <p:cNvSpPr txBox="1"/>
          <p:nvPr/>
        </p:nvSpPr>
        <p:spPr>
          <a:xfrm>
            <a:off x="10117955" y="2599676"/>
            <a:ext cx="188807" cy="386430"/>
          </a:xfrm>
          <a:prstGeom prst="rect">
            <a:avLst/>
          </a:prstGeom>
        </p:spPr>
        <p:txBody>
          <a:bodyPr vert="horz" wrap="square" lIns="0" tIns="16933" rIns="0" bIns="0" rtlCol="0">
            <a:spAutoFit/>
          </a:bodyPr>
          <a:lstStyle/>
          <a:p>
            <a:pPr marL="16933">
              <a:spcBef>
                <a:spcPts val="133"/>
              </a:spcBef>
            </a:pPr>
            <a:r>
              <a:rPr sz="2400" b="1" spc="-67" dirty="0">
                <a:latin typeface="Calibri"/>
                <a:cs typeface="Calibri"/>
              </a:rPr>
              <a:t>4</a:t>
            </a:r>
            <a:endParaRPr sz="2400">
              <a:latin typeface="Calibri"/>
              <a:cs typeface="Calibri"/>
            </a:endParaRPr>
          </a:p>
        </p:txBody>
      </p:sp>
      <p:sp>
        <p:nvSpPr>
          <p:cNvPr id="12" name="object 12"/>
          <p:cNvSpPr txBox="1"/>
          <p:nvPr/>
        </p:nvSpPr>
        <p:spPr>
          <a:xfrm>
            <a:off x="5218853" y="2660562"/>
            <a:ext cx="1074420" cy="756617"/>
          </a:xfrm>
          <a:prstGeom prst="rect">
            <a:avLst/>
          </a:prstGeom>
        </p:spPr>
        <p:txBody>
          <a:bodyPr vert="horz" wrap="square" lIns="0" tIns="17780" rIns="0" bIns="0" rtlCol="0">
            <a:spAutoFit/>
          </a:bodyPr>
          <a:lstStyle/>
          <a:p>
            <a:pPr marL="16933">
              <a:spcBef>
                <a:spcPts val="140"/>
              </a:spcBef>
            </a:pPr>
            <a:r>
              <a:rPr sz="2400" b="1" spc="-13" dirty="0">
                <a:latin typeface="Calibri"/>
                <a:cs typeface="Calibri"/>
              </a:rPr>
              <a:t>Index</a:t>
            </a:r>
            <a:endParaRPr sz="2400">
              <a:latin typeface="Calibri"/>
              <a:cs typeface="Calibri"/>
            </a:endParaRPr>
          </a:p>
          <a:p>
            <a:pPr marL="16933">
              <a:spcBef>
                <a:spcPts val="27"/>
              </a:spcBef>
            </a:pPr>
            <a:r>
              <a:rPr sz="2400" b="1" dirty="0">
                <a:latin typeface="Calibri"/>
                <a:cs typeface="Calibri"/>
              </a:rPr>
              <a:t>I/P</a:t>
            </a:r>
            <a:r>
              <a:rPr sz="2400" spc="-80" dirty="0">
                <a:latin typeface="Times New Roman"/>
                <a:cs typeface="Times New Roman"/>
              </a:rPr>
              <a:t> </a:t>
            </a:r>
            <a:r>
              <a:rPr sz="2400" b="1" spc="-27" dirty="0">
                <a:latin typeface="Calibri"/>
                <a:cs typeface="Calibri"/>
              </a:rPr>
              <a:t>Data</a:t>
            </a:r>
            <a:endParaRPr sz="2400">
              <a:latin typeface="Calibri"/>
              <a:cs typeface="Calibri"/>
            </a:endParaRPr>
          </a:p>
        </p:txBody>
      </p:sp>
      <p:sp>
        <p:nvSpPr>
          <p:cNvPr id="13" name="object 13"/>
          <p:cNvSpPr txBox="1"/>
          <p:nvPr/>
        </p:nvSpPr>
        <p:spPr>
          <a:xfrm>
            <a:off x="5141472" y="4064928"/>
            <a:ext cx="6063827" cy="386430"/>
          </a:xfrm>
          <a:prstGeom prst="rect">
            <a:avLst/>
          </a:prstGeom>
        </p:spPr>
        <p:txBody>
          <a:bodyPr vert="horz" wrap="square" lIns="0" tIns="16933" rIns="0" bIns="0" rtlCol="0">
            <a:spAutoFit/>
          </a:bodyPr>
          <a:lstStyle/>
          <a:p>
            <a:pPr marL="50799">
              <a:spcBef>
                <a:spcPts val="133"/>
              </a:spcBef>
            </a:pPr>
            <a:r>
              <a:rPr sz="2400" b="1" dirty="0">
                <a:solidFill>
                  <a:srgbClr val="FF0000"/>
                </a:solidFill>
                <a:latin typeface="Calibri"/>
                <a:cs typeface="Calibri"/>
              </a:rPr>
              <a:t>Swap</a:t>
            </a:r>
            <a:r>
              <a:rPr sz="2400" spc="-93" dirty="0">
                <a:solidFill>
                  <a:srgbClr val="FF0000"/>
                </a:solidFill>
                <a:latin typeface="Times New Roman"/>
                <a:cs typeface="Times New Roman"/>
              </a:rPr>
              <a:t> </a:t>
            </a:r>
            <a:r>
              <a:rPr sz="2400" b="1" dirty="0">
                <a:solidFill>
                  <a:srgbClr val="FF0000"/>
                </a:solidFill>
                <a:latin typeface="Calibri"/>
                <a:cs typeface="Calibri"/>
              </a:rPr>
              <a:t>1</a:t>
            </a:r>
            <a:r>
              <a:rPr sz="2400" b="1" baseline="25462" dirty="0">
                <a:solidFill>
                  <a:srgbClr val="FF0000"/>
                </a:solidFill>
                <a:latin typeface="Calibri"/>
                <a:cs typeface="Calibri"/>
              </a:rPr>
              <a:t>st</a:t>
            </a:r>
            <a:r>
              <a:rPr sz="2400" spc="229" baseline="25462" dirty="0">
                <a:solidFill>
                  <a:srgbClr val="FF0000"/>
                </a:solidFill>
                <a:latin typeface="Times New Roman"/>
                <a:cs typeface="Times New Roman"/>
              </a:rPr>
              <a:t> </a:t>
            </a:r>
            <a:r>
              <a:rPr sz="2400" b="1" dirty="0">
                <a:solidFill>
                  <a:srgbClr val="FF0000"/>
                </a:solidFill>
                <a:latin typeface="Calibri"/>
                <a:cs typeface="Calibri"/>
              </a:rPr>
              <a:t>and</a:t>
            </a:r>
            <a:r>
              <a:rPr sz="2400" spc="-93" dirty="0">
                <a:solidFill>
                  <a:srgbClr val="FF0000"/>
                </a:solidFill>
                <a:latin typeface="Times New Roman"/>
                <a:cs typeface="Times New Roman"/>
              </a:rPr>
              <a:t> </a:t>
            </a:r>
            <a:r>
              <a:rPr sz="2400" b="1" dirty="0">
                <a:solidFill>
                  <a:srgbClr val="FF0000"/>
                </a:solidFill>
                <a:latin typeface="Calibri"/>
                <a:cs typeface="Calibri"/>
              </a:rPr>
              <a:t>last</a:t>
            </a:r>
            <a:r>
              <a:rPr sz="2400" spc="-127" dirty="0">
                <a:solidFill>
                  <a:srgbClr val="FF0000"/>
                </a:solidFill>
                <a:latin typeface="Times New Roman"/>
                <a:cs typeface="Times New Roman"/>
              </a:rPr>
              <a:t> </a:t>
            </a:r>
            <a:r>
              <a:rPr sz="2400" b="1" dirty="0">
                <a:solidFill>
                  <a:srgbClr val="FF0000"/>
                </a:solidFill>
                <a:latin typeface="Calibri"/>
                <a:cs typeface="Calibri"/>
              </a:rPr>
              <a:t>node</a:t>
            </a:r>
            <a:r>
              <a:rPr sz="2400" spc="-107" dirty="0">
                <a:solidFill>
                  <a:srgbClr val="FF0000"/>
                </a:solidFill>
                <a:latin typeface="Times New Roman"/>
                <a:cs typeface="Times New Roman"/>
              </a:rPr>
              <a:t> </a:t>
            </a:r>
            <a:r>
              <a:rPr sz="2400" b="1" dirty="0">
                <a:solidFill>
                  <a:srgbClr val="FF0000"/>
                </a:solidFill>
                <a:latin typeface="Calibri"/>
                <a:cs typeface="Calibri"/>
              </a:rPr>
              <a:t>and</a:t>
            </a:r>
            <a:r>
              <a:rPr sz="2400" spc="-87" dirty="0">
                <a:solidFill>
                  <a:srgbClr val="FF0000"/>
                </a:solidFill>
                <a:latin typeface="Times New Roman"/>
                <a:cs typeface="Times New Roman"/>
              </a:rPr>
              <a:t> </a:t>
            </a:r>
            <a:r>
              <a:rPr sz="2400" b="1" dirty="0">
                <a:solidFill>
                  <a:srgbClr val="FF0000"/>
                </a:solidFill>
                <a:latin typeface="Calibri"/>
                <a:cs typeface="Calibri"/>
              </a:rPr>
              <a:t>delete</a:t>
            </a:r>
            <a:r>
              <a:rPr sz="2400" spc="-107" dirty="0">
                <a:solidFill>
                  <a:srgbClr val="FF0000"/>
                </a:solidFill>
                <a:latin typeface="Times New Roman"/>
                <a:cs typeface="Times New Roman"/>
              </a:rPr>
              <a:t> </a:t>
            </a:r>
            <a:r>
              <a:rPr sz="2400" b="1" dirty="0">
                <a:solidFill>
                  <a:srgbClr val="FF0000"/>
                </a:solidFill>
                <a:latin typeface="Calibri"/>
                <a:cs typeface="Calibri"/>
              </a:rPr>
              <a:t>the</a:t>
            </a:r>
            <a:r>
              <a:rPr sz="2400" spc="-7" dirty="0">
                <a:solidFill>
                  <a:srgbClr val="FF0000"/>
                </a:solidFill>
                <a:latin typeface="Times New Roman"/>
                <a:cs typeface="Times New Roman"/>
              </a:rPr>
              <a:t> </a:t>
            </a:r>
            <a:r>
              <a:rPr sz="2400" b="1" dirty="0">
                <a:solidFill>
                  <a:srgbClr val="FF0000"/>
                </a:solidFill>
                <a:latin typeface="Calibri"/>
                <a:cs typeface="Calibri"/>
              </a:rPr>
              <a:t>last</a:t>
            </a:r>
            <a:r>
              <a:rPr sz="2400" spc="-233" dirty="0">
                <a:solidFill>
                  <a:srgbClr val="FF0000"/>
                </a:solidFill>
                <a:latin typeface="Times New Roman"/>
                <a:cs typeface="Times New Roman"/>
              </a:rPr>
              <a:t> </a:t>
            </a:r>
            <a:r>
              <a:rPr sz="2400" b="1" spc="-27" dirty="0">
                <a:solidFill>
                  <a:srgbClr val="FF0000"/>
                </a:solidFill>
                <a:latin typeface="Calibri"/>
                <a:cs typeface="Calibri"/>
              </a:rPr>
              <a:t>node</a:t>
            </a:r>
            <a:endParaRPr sz="2400">
              <a:latin typeface="Calibri"/>
              <a:cs typeface="Calibri"/>
            </a:endParaRPr>
          </a:p>
        </p:txBody>
      </p:sp>
      <p:graphicFrame>
        <p:nvGraphicFramePr>
          <p:cNvPr id="14" name="object 14"/>
          <p:cNvGraphicFramePr>
            <a:graphicFrameLocks noGrp="1"/>
          </p:cNvGraphicFramePr>
          <p:nvPr/>
        </p:nvGraphicFramePr>
        <p:xfrm>
          <a:off x="6725743" y="5089822"/>
          <a:ext cx="3860798" cy="493607"/>
        </p:xfrm>
        <a:graphic>
          <a:graphicData uri="http://schemas.openxmlformats.org/drawingml/2006/table">
            <a:tbl>
              <a:tblPr firstRow="1" bandRow="1">
                <a:tableStyleId>{2D5ABB26-0587-4C30-8999-92F81FD0307C}</a:tableStyleId>
              </a:tblPr>
              <a:tblGrid>
                <a:gridCol w="772160">
                  <a:extLst>
                    <a:ext uri="{9D8B030D-6E8A-4147-A177-3AD203B41FA5}">
                      <a16:colId xmlns:a16="http://schemas.microsoft.com/office/drawing/2014/main" val="20000"/>
                    </a:ext>
                  </a:extLst>
                </a:gridCol>
                <a:gridCol w="772160">
                  <a:extLst>
                    <a:ext uri="{9D8B030D-6E8A-4147-A177-3AD203B41FA5}">
                      <a16:colId xmlns:a16="http://schemas.microsoft.com/office/drawing/2014/main" val="20001"/>
                    </a:ext>
                  </a:extLst>
                </a:gridCol>
                <a:gridCol w="772160">
                  <a:extLst>
                    <a:ext uri="{9D8B030D-6E8A-4147-A177-3AD203B41FA5}">
                      <a16:colId xmlns:a16="http://schemas.microsoft.com/office/drawing/2014/main" val="20002"/>
                    </a:ext>
                  </a:extLst>
                </a:gridCol>
                <a:gridCol w="772159">
                  <a:extLst>
                    <a:ext uri="{9D8B030D-6E8A-4147-A177-3AD203B41FA5}">
                      <a16:colId xmlns:a16="http://schemas.microsoft.com/office/drawing/2014/main" val="20003"/>
                    </a:ext>
                  </a:extLst>
                </a:gridCol>
                <a:gridCol w="772159">
                  <a:extLst>
                    <a:ext uri="{9D8B030D-6E8A-4147-A177-3AD203B41FA5}">
                      <a16:colId xmlns:a16="http://schemas.microsoft.com/office/drawing/2014/main" val="20004"/>
                    </a:ext>
                  </a:extLst>
                </a:gridCol>
              </a:tblGrid>
              <a:tr h="493607">
                <a:tc>
                  <a:txBody>
                    <a:bodyPr/>
                    <a:lstStyle/>
                    <a:p>
                      <a:pPr marL="96520">
                        <a:lnSpc>
                          <a:spcPct val="100000"/>
                        </a:lnSpc>
                        <a:spcBef>
                          <a:spcPts val="270"/>
                        </a:spcBef>
                      </a:pPr>
                      <a:r>
                        <a:rPr sz="2400" b="1" spc="-50" dirty="0">
                          <a:latin typeface="Calibri"/>
                          <a:cs typeface="Calibri"/>
                        </a:rPr>
                        <a:t>1</a:t>
                      </a:r>
                      <a:endParaRPr sz="2400">
                        <a:latin typeface="Calibri"/>
                        <a:cs typeface="Calibri"/>
                      </a:endParaRPr>
                    </a:p>
                  </a:txBody>
                  <a:tcPr marL="0" marR="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AC08F"/>
                    </a:solidFill>
                  </a:tcPr>
                </a:tc>
                <a:tc>
                  <a:txBody>
                    <a:bodyPr/>
                    <a:lstStyle/>
                    <a:p>
                      <a:pPr marL="97155">
                        <a:lnSpc>
                          <a:spcPct val="100000"/>
                        </a:lnSpc>
                        <a:spcBef>
                          <a:spcPts val="270"/>
                        </a:spcBef>
                      </a:pPr>
                      <a:r>
                        <a:rPr sz="2400" b="1" spc="-50" dirty="0">
                          <a:latin typeface="Calibri"/>
                          <a:cs typeface="Calibri"/>
                        </a:rPr>
                        <a:t>5</a:t>
                      </a:r>
                      <a:endParaRPr sz="2400">
                        <a:latin typeface="Calibri"/>
                        <a:cs typeface="Calibri"/>
                      </a:endParaRPr>
                    </a:p>
                  </a:txBody>
                  <a:tcPr marL="0" marR="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7790">
                        <a:lnSpc>
                          <a:spcPct val="100000"/>
                        </a:lnSpc>
                        <a:spcBef>
                          <a:spcPts val="270"/>
                        </a:spcBef>
                      </a:pPr>
                      <a:r>
                        <a:rPr sz="2400" b="1" spc="-50" dirty="0">
                          <a:latin typeface="Calibri"/>
                          <a:cs typeface="Calibri"/>
                        </a:rPr>
                        <a:t>3</a:t>
                      </a:r>
                      <a:endParaRPr sz="2400">
                        <a:latin typeface="Calibri"/>
                        <a:cs typeface="Calibri"/>
                      </a:endParaRPr>
                    </a:p>
                  </a:txBody>
                  <a:tcPr marL="0" marR="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8425">
                        <a:lnSpc>
                          <a:spcPct val="100000"/>
                        </a:lnSpc>
                        <a:spcBef>
                          <a:spcPts val="270"/>
                        </a:spcBef>
                      </a:pPr>
                      <a:r>
                        <a:rPr sz="2400" b="1" spc="-50" dirty="0">
                          <a:latin typeface="Calibri"/>
                          <a:cs typeface="Calibri"/>
                        </a:rPr>
                        <a:t>4</a:t>
                      </a:r>
                      <a:endParaRPr sz="2400">
                        <a:latin typeface="Calibri"/>
                        <a:cs typeface="Calibri"/>
                      </a:endParaRPr>
                    </a:p>
                  </a:txBody>
                  <a:tcPr marL="0" marR="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9060">
                        <a:lnSpc>
                          <a:spcPct val="100000"/>
                        </a:lnSpc>
                        <a:spcBef>
                          <a:spcPts val="270"/>
                        </a:spcBef>
                      </a:pPr>
                      <a:r>
                        <a:rPr sz="2400" b="1" spc="-25" dirty="0">
                          <a:latin typeface="Calibri"/>
                          <a:cs typeface="Calibri"/>
                        </a:rPr>
                        <a:t>10</a:t>
                      </a:r>
                      <a:endParaRPr sz="2400">
                        <a:latin typeface="Calibri"/>
                        <a:cs typeface="Calibri"/>
                      </a:endParaRPr>
                    </a:p>
                  </a:txBody>
                  <a:tcPr marL="0" marR="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AC08F"/>
                    </a:solidFill>
                  </a:tcPr>
                </a:tc>
                <a:extLst>
                  <a:ext uri="{0D108BD9-81ED-4DB2-BD59-A6C34878D82A}">
                    <a16:rowId xmlns:a16="http://schemas.microsoft.com/office/drawing/2014/main" val="10000"/>
                  </a:ext>
                </a:extLst>
              </a:tr>
            </a:tbl>
          </a:graphicData>
        </a:graphic>
      </p:graphicFrame>
      <p:sp>
        <p:nvSpPr>
          <p:cNvPr id="15" name="object 15"/>
          <p:cNvSpPr txBox="1"/>
          <p:nvPr/>
        </p:nvSpPr>
        <p:spPr>
          <a:xfrm>
            <a:off x="6846152" y="4695691"/>
            <a:ext cx="3461173" cy="386430"/>
          </a:xfrm>
          <a:prstGeom prst="rect">
            <a:avLst/>
          </a:prstGeom>
        </p:spPr>
        <p:txBody>
          <a:bodyPr vert="horz" wrap="square" lIns="0" tIns="16933" rIns="0" bIns="0" rtlCol="0">
            <a:spAutoFit/>
          </a:bodyPr>
          <a:lstStyle/>
          <a:p>
            <a:pPr marL="16933">
              <a:spcBef>
                <a:spcPts val="133"/>
              </a:spcBef>
              <a:tabLst>
                <a:tab pos="802620" algn="l"/>
                <a:tab pos="1652652" algn="l"/>
                <a:tab pos="2425639" algn="l"/>
                <a:tab pos="3288371" algn="l"/>
              </a:tabLst>
            </a:pPr>
            <a:r>
              <a:rPr sz="2400" b="1" spc="-67" dirty="0">
                <a:latin typeface="Calibri"/>
                <a:cs typeface="Calibri"/>
              </a:rPr>
              <a:t>0</a:t>
            </a:r>
            <a:r>
              <a:rPr sz="2400" dirty="0">
                <a:latin typeface="Times New Roman"/>
                <a:cs typeface="Times New Roman"/>
              </a:rPr>
              <a:t>	</a:t>
            </a:r>
            <a:r>
              <a:rPr sz="2400" b="1" spc="-67" dirty="0">
                <a:latin typeface="Calibri"/>
                <a:cs typeface="Calibri"/>
              </a:rPr>
              <a:t>1</a:t>
            </a:r>
            <a:r>
              <a:rPr sz="2400" dirty="0">
                <a:latin typeface="Times New Roman"/>
                <a:cs typeface="Times New Roman"/>
              </a:rPr>
              <a:t>	</a:t>
            </a:r>
            <a:r>
              <a:rPr sz="2400" b="1" spc="-67" dirty="0">
                <a:latin typeface="Calibri"/>
                <a:cs typeface="Calibri"/>
              </a:rPr>
              <a:t>2</a:t>
            </a:r>
            <a:r>
              <a:rPr sz="2400" dirty="0">
                <a:latin typeface="Times New Roman"/>
                <a:cs typeface="Times New Roman"/>
              </a:rPr>
              <a:t>	</a:t>
            </a:r>
            <a:r>
              <a:rPr sz="2400" b="1" spc="-67" dirty="0">
                <a:latin typeface="Calibri"/>
                <a:cs typeface="Calibri"/>
              </a:rPr>
              <a:t>3</a:t>
            </a:r>
            <a:r>
              <a:rPr sz="2400" dirty="0">
                <a:latin typeface="Times New Roman"/>
                <a:cs typeface="Times New Roman"/>
              </a:rPr>
              <a:t>	</a:t>
            </a:r>
            <a:r>
              <a:rPr sz="2400" b="1" spc="-67" dirty="0">
                <a:latin typeface="Calibri"/>
                <a:cs typeface="Calibri"/>
              </a:rPr>
              <a:t>4</a:t>
            </a:r>
            <a:endParaRPr sz="2400">
              <a:latin typeface="Calibri"/>
              <a:cs typeface="Calibri"/>
            </a:endParaRPr>
          </a:p>
        </p:txBody>
      </p:sp>
      <p:sp>
        <p:nvSpPr>
          <p:cNvPr id="16" name="object 16"/>
          <p:cNvSpPr txBox="1"/>
          <p:nvPr/>
        </p:nvSpPr>
        <p:spPr>
          <a:xfrm>
            <a:off x="5218853" y="4757509"/>
            <a:ext cx="1074420" cy="746722"/>
          </a:xfrm>
          <a:prstGeom prst="rect">
            <a:avLst/>
          </a:prstGeom>
        </p:spPr>
        <p:txBody>
          <a:bodyPr vert="horz" wrap="square" lIns="0" tIns="14393" rIns="0" bIns="0" rtlCol="0">
            <a:spAutoFit/>
          </a:bodyPr>
          <a:lstStyle/>
          <a:p>
            <a:pPr marL="16933" marR="6773">
              <a:lnSpc>
                <a:spcPct val="100800"/>
              </a:lnSpc>
              <a:spcBef>
                <a:spcPts val="113"/>
              </a:spcBef>
            </a:pPr>
            <a:r>
              <a:rPr sz="2400" b="1" spc="-13" dirty="0">
                <a:latin typeface="Calibri"/>
                <a:cs typeface="Calibri"/>
              </a:rPr>
              <a:t>Index</a:t>
            </a:r>
            <a:r>
              <a:rPr sz="2400" spc="-13" dirty="0">
                <a:latin typeface="Times New Roman"/>
                <a:cs typeface="Times New Roman"/>
              </a:rPr>
              <a:t> </a:t>
            </a:r>
            <a:r>
              <a:rPr sz="2400" b="1" dirty="0">
                <a:latin typeface="Calibri"/>
                <a:cs typeface="Calibri"/>
              </a:rPr>
              <a:t>I/P</a:t>
            </a:r>
            <a:r>
              <a:rPr sz="2400" spc="-80" dirty="0">
                <a:latin typeface="Times New Roman"/>
                <a:cs typeface="Times New Roman"/>
              </a:rPr>
              <a:t> </a:t>
            </a:r>
            <a:r>
              <a:rPr sz="2400" b="1" spc="-27" dirty="0">
                <a:latin typeface="Calibri"/>
                <a:cs typeface="Calibri"/>
              </a:rPr>
              <a:t>Data</a:t>
            </a:r>
            <a:endParaRPr sz="2400">
              <a:latin typeface="Calibri"/>
              <a:cs typeface="Calibri"/>
            </a:endParaRPr>
          </a:p>
        </p:txBody>
      </p:sp>
      <p:grpSp>
        <p:nvGrpSpPr>
          <p:cNvPr id="17" name="object 17"/>
          <p:cNvGrpSpPr/>
          <p:nvPr/>
        </p:nvGrpSpPr>
        <p:grpSpPr>
          <a:xfrm>
            <a:off x="-6356" y="267082"/>
            <a:ext cx="3515360" cy="2746585"/>
            <a:chOff x="-4767" y="200311"/>
            <a:chExt cx="2636520" cy="2059939"/>
          </a:xfrm>
        </p:grpSpPr>
        <p:pic>
          <p:nvPicPr>
            <p:cNvPr id="18" name="object 18"/>
            <p:cNvPicPr/>
            <p:nvPr/>
          </p:nvPicPr>
          <p:blipFill>
            <a:blip r:embed="rId2" cstate="print"/>
            <a:stretch>
              <a:fillRect/>
            </a:stretch>
          </p:blipFill>
          <p:spPr>
            <a:xfrm>
              <a:off x="792797" y="408684"/>
              <a:ext cx="1829372" cy="1841629"/>
            </a:xfrm>
            <a:prstGeom prst="rect">
              <a:avLst/>
            </a:prstGeom>
          </p:spPr>
        </p:pic>
        <p:sp>
          <p:nvSpPr>
            <p:cNvPr id="19" name="object 19"/>
            <p:cNvSpPr/>
            <p:nvPr/>
          </p:nvSpPr>
          <p:spPr>
            <a:xfrm>
              <a:off x="757238" y="293120"/>
              <a:ext cx="1870075" cy="1962150"/>
            </a:xfrm>
            <a:custGeom>
              <a:avLst/>
              <a:gdLst/>
              <a:ahLst/>
              <a:cxnLst/>
              <a:rect l="l" t="t" r="r" b="b"/>
              <a:pathLst>
                <a:path w="1870075" h="1962150">
                  <a:moveTo>
                    <a:pt x="0" y="1962018"/>
                  </a:moveTo>
                  <a:lnTo>
                    <a:pt x="1869698" y="1962018"/>
                  </a:lnTo>
                  <a:lnTo>
                    <a:pt x="1869698" y="0"/>
                  </a:lnTo>
                  <a:lnTo>
                    <a:pt x="0" y="0"/>
                  </a:lnTo>
                  <a:lnTo>
                    <a:pt x="0" y="1962018"/>
                  </a:lnTo>
                  <a:close/>
                </a:path>
              </a:pathLst>
            </a:custGeom>
            <a:ln w="9534">
              <a:solidFill>
                <a:srgbClr val="000000"/>
              </a:solidFill>
            </a:ln>
          </p:spPr>
          <p:txBody>
            <a:bodyPr wrap="square" lIns="0" tIns="0" rIns="0" bIns="0" rtlCol="0"/>
            <a:lstStyle/>
            <a:p>
              <a:endParaRPr sz="2400"/>
            </a:p>
          </p:txBody>
        </p:sp>
        <p:sp>
          <p:nvSpPr>
            <p:cNvPr id="20" name="object 20"/>
            <p:cNvSpPr/>
            <p:nvPr/>
          </p:nvSpPr>
          <p:spPr>
            <a:xfrm>
              <a:off x="0" y="205078"/>
              <a:ext cx="1143000" cy="646430"/>
            </a:xfrm>
            <a:custGeom>
              <a:avLst/>
              <a:gdLst/>
              <a:ahLst/>
              <a:cxnLst/>
              <a:rect l="l" t="t" r="r" b="b"/>
              <a:pathLst>
                <a:path w="1143000" h="646430">
                  <a:moveTo>
                    <a:pt x="1142999" y="0"/>
                  </a:moveTo>
                  <a:lnTo>
                    <a:pt x="0" y="0"/>
                  </a:lnTo>
                  <a:lnTo>
                    <a:pt x="0" y="646319"/>
                  </a:lnTo>
                  <a:lnTo>
                    <a:pt x="1142999" y="646319"/>
                  </a:lnTo>
                  <a:lnTo>
                    <a:pt x="1142999" y="0"/>
                  </a:lnTo>
                  <a:close/>
                </a:path>
              </a:pathLst>
            </a:custGeom>
            <a:solidFill>
              <a:srgbClr val="E6E0EC"/>
            </a:solidFill>
          </p:spPr>
          <p:txBody>
            <a:bodyPr wrap="square" lIns="0" tIns="0" rIns="0" bIns="0" rtlCol="0"/>
            <a:lstStyle/>
            <a:p>
              <a:endParaRPr sz="2400"/>
            </a:p>
          </p:txBody>
        </p:sp>
        <p:sp>
          <p:nvSpPr>
            <p:cNvPr id="21" name="object 21"/>
            <p:cNvSpPr/>
            <p:nvPr/>
          </p:nvSpPr>
          <p:spPr>
            <a:xfrm>
              <a:off x="0" y="205078"/>
              <a:ext cx="1143000" cy="646430"/>
            </a:xfrm>
            <a:custGeom>
              <a:avLst/>
              <a:gdLst/>
              <a:ahLst/>
              <a:cxnLst/>
              <a:rect l="l" t="t" r="r" b="b"/>
              <a:pathLst>
                <a:path w="1143000" h="646430">
                  <a:moveTo>
                    <a:pt x="0" y="646319"/>
                  </a:moveTo>
                  <a:lnTo>
                    <a:pt x="1142999" y="646319"/>
                  </a:lnTo>
                  <a:lnTo>
                    <a:pt x="1142999" y="0"/>
                  </a:lnTo>
                  <a:lnTo>
                    <a:pt x="0" y="0"/>
                  </a:lnTo>
                  <a:lnTo>
                    <a:pt x="0" y="646319"/>
                  </a:lnTo>
                  <a:close/>
                </a:path>
              </a:pathLst>
            </a:custGeom>
            <a:ln w="9534">
              <a:solidFill>
                <a:srgbClr val="000000"/>
              </a:solidFill>
            </a:ln>
          </p:spPr>
          <p:txBody>
            <a:bodyPr wrap="square" lIns="0" tIns="0" rIns="0" bIns="0" rtlCol="0"/>
            <a:lstStyle/>
            <a:p>
              <a:endParaRPr sz="2400"/>
            </a:p>
          </p:txBody>
        </p:sp>
      </p:grpSp>
      <p:sp>
        <p:nvSpPr>
          <p:cNvPr id="22" name="object 22"/>
          <p:cNvSpPr txBox="1"/>
          <p:nvPr/>
        </p:nvSpPr>
        <p:spPr>
          <a:xfrm>
            <a:off x="6356" y="305218"/>
            <a:ext cx="1053253" cy="748068"/>
          </a:xfrm>
          <a:prstGeom prst="rect">
            <a:avLst/>
          </a:prstGeom>
        </p:spPr>
        <p:txBody>
          <a:bodyPr vert="horz" wrap="square" lIns="0" tIns="16933" rIns="0" bIns="0" rtlCol="0">
            <a:spAutoFit/>
          </a:bodyPr>
          <a:lstStyle/>
          <a:p>
            <a:pPr marL="255687">
              <a:lnSpc>
                <a:spcPts val="1913"/>
              </a:lnSpc>
              <a:spcBef>
                <a:spcPts val="133"/>
              </a:spcBef>
            </a:pPr>
            <a:r>
              <a:rPr sz="1600" b="1" dirty="0">
                <a:latin typeface="Calibri"/>
                <a:cs typeface="Calibri"/>
              </a:rPr>
              <a:t>5</a:t>
            </a:r>
            <a:r>
              <a:rPr sz="1600" spc="-27" dirty="0">
                <a:latin typeface="Times New Roman"/>
                <a:cs typeface="Times New Roman"/>
              </a:rPr>
              <a:t> </a:t>
            </a:r>
            <a:r>
              <a:rPr sz="1600" b="1" dirty="0">
                <a:latin typeface="Calibri"/>
                <a:cs typeface="Calibri"/>
              </a:rPr>
              <a:t>is</a:t>
            </a:r>
            <a:r>
              <a:rPr sz="1600" spc="-53" dirty="0">
                <a:latin typeface="Times New Roman"/>
                <a:cs typeface="Times New Roman"/>
              </a:rPr>
              <a:t> </a:t>
            </a:r>
            <a:r>
              <a:rPr sz="1600" b="1" spc="-27" dirty="0">
                <a:latin typeface="Calibri"/>
                <a:cs typeface="Calibri"/>
              </a:rPr>
              <a:t>Grea</a:t>
            </a:r>
            <a:endParaRPr sz="1600">
              <a:latin typeface="Calibri"/>
              <a:cs typeface="Calibri"/>
            </a:endParaRPr>
          </a:p>
          <a:p>
            <a:pPr marL="319185">
              <a:lnSpc>
                <a:spcPts val="1900"/>
              </a:lnSpc>
            </a:pPr>
            <a:r>
              <a:rPr sz="1600" b="1" dirty="0">
                <a:latin typeface="Calibri"/>
                <a:cs typeface="Calibri"/>
              </a:rPr>
              <a:t>than</a:t>
            </a:r>
            <a:r>
              <a:rPr sz="1600" spc="-13" dirty="0">
                <a:latin typeface="Times New Roman"/>
                <a:cs typeface="Times New Roman"/>
              </a:rPr>
              <a:t> </a:t>
            </a:r>
            <a:r>
              <a:rPr sz="1600" b="1" spc="-13" dirty="0">
                <a:latin typeface="Calibri"/>
                <a:cs typeface="Calibri"/>
              </a:rPr>
              <a:t>4</a:t>
            </a:r>
            <a:r>
              <a:rPr sz="1600" spc="-73" dirty="0">
                <a:latin typeface="Times New Roman"/>
                <a:cs typeface="Times New Roman"/>
              </a:rPr>
              <a:t> </a:t>
            </a:r>
            <a:r>
              <a:rPr sz="1600" b="1" spc="-67" dirty="0">
                <a:latin typeface="Calibri"/>
                <a:cs typeface="Calibri"/>
              </a:rPr>
              <a:t>,</a:t>
            </a:r>
            <a:endParaRPr sz="1600">
              <a:latin typeface="Calibri"/>
              <a:cs typeface="Calibri"/>
            </a:endParaRPr>
          </a:p>
          <a:p>
            <a:pPr marL="204888">
              <a:lnSpc>
                <a:spcPts val="1913"/>
              </a:lnSpc>
            </a:pPr>
            <a:r>
              <a:rPr sz="1600" b="1" dirty="0">
                <a:latin typeface="Calibri"/>
                <a:cs typeface="Calibri"/>
              </a:rPr>
              <a:t>swap</a:t>
            </a:r>
            <a:r>
              <a:rPr sz="1600" spc="-87" dirty="0">
                <a:latin typeface="Times New Roman"/>
                <a:cs typeface="Times New Roman"/>
              </a:rPr>
              <a:t> </a:t>
            </a:r>
            <a:r>
              <a:rPr sz="1600" b="1" dirty="0">
                <a:latin typeface="Calibri"/>
                <a:cs typeface="Calibri"/>
              </a:rPr>
              <a:t>4</a:t>
            </a:r>
            <a:r>
              <a:rPr sz="1600" spc="-40" dirty="0">
                <a:latin typeface="Times New Roman"/>
                <a:cs typeface="Times New Roman"/>
              </a:rPr>
              <a:t> </a:t>
            </a:r>
            <a:r>
              <a:rPr sz="1600" b="1" spc="-33" dirty="0">
                <a:latin typeface="Calibri"/>
                <a:cs typeface="Calibri"/>
              </a:rPr>
              <a:t>an</a:t>
            </a:r>
            <a:endParaRPr sz="1600">
              <a:latin typeface="Calibri"/>
              <a:cs typeface="Calibri"/>
            </a:endParaRPr>
          </a:p>
        </p:txBody>
      </p:sp>
      <p:sp>
        <p:nvSpPr>
          <p:cNvPr id="23" name="object 23"/>
          <p:cNvSpPr txBox="1"/>
          <p:nvPr/>
        </p:nvSpPr>
        <p:spPr>
          <a:xfrm>
            <a:off x="1009652" y="390827"/>
            <a:ext cx="514773" cy="679673"/>
          </a:xfrm>
          <a:prstGeom prst="rect">
            <a:avLst/>
          </a:prstGeom>
          <a:solidFill>
            <a:srgbClr val="E6E0EC"/>
          </a:solidFill>
          <a:ln w="9534">
            <a:solidFill>
              <a:srgbClr val="000000"/>
            </a:solidFill>
          </a:ln>
        </p:spPr>
        <p:txBody>
          <a:bodyPr vert="horz" wrap="square" lIns="0" tIns="0" rIns="0" bIns="0" rtlCol="0">
            <a:spAutoFit/>
          </a:bodyPr>
          <a:lstStyle/>
          <a:p>
            <a:pPr>
              <a:lnSpc>
                <a:spcPts val="1373"/>
              </a:lnSpc>
            </a:pPr>
            <a:r>
              <a:rPr sz="1600" b="1" spc="-33" dirty="0">
                <a:latin typeface="Calibri"/>
                <a:cs typeface="Calibri"/>
              </a:rPr>
              <a:t>ter</a:t>
            </a:r>
            <a:endParaRPr sz="1600">
              <a:latin typeface="Calibri"/>
              <a:cs typeface="Calibri"/>
            </a:endParaRPr>
          </a:p>
          <a:p>
            <a:pPr marL="54185" marR="193882" indent="-51645">
              <a:lnSpc>
                <a:spcPts val="1907"/>
              </a:lnSpc>
              <a:spcBef>
                <a:spcPts val="67"/>
              </a:spcBef>
            </a:pPr>
            <a:r>
              <a:rPr sz="1600" b="1" spc="-33" dirty="0">
                <a:latin typeface="Calibri"/>
                <a:cs typeface="Calibri"/>
              </a:rPr>
              <a:t>so</a:t>
            </a:r>
            <a:r>
              <a:rPr sz="1600" spc="667" dirty="0">
                <a:latin typeface="Times New Roman"/>
                <a:cs typeface="Times New Roman"/>
              </a:rPr>
              <a:t> </a:t>
            </a:r>
            <a:r>
              <a:rPr sz="1600" b="1" dirty="0">
                <a:latin typeface="Calibri"/>
                <a:cs typeface="Calibri"/>
              </a:rPr>
              <a:t>d</a:t>
            </a:r>
            <a:r>
              <a:rPr sz="1600" spc="-73" dirty="0">
                <a:latin typeface="Times New Roman"/>
                <a:cs typeface="Times New Roman"/>
              </a:rPr>
              <a:t> </a:t>
            </a:r>
            <a:r>
              <a:rPr sz="1600" b="1" spc="-80" dirty="0">
                <a:latin typeface="Calibri"/>
                <a:cs typeface="Calibri"/>
              </a:rPr>
              <a:t>5</a:t>
            </a:r>
            <a:endParaRPr sz="1600">
              <a:latin typeface="Calibri"/>
              <a:cs typeface="Calibri"/>
            </a:endParaRPr>
          </a:p>
        </p:txBody>
      </p:sp>
      <p:grpSp>
        <p:nvGrpSpPr>
          <p:cNvPr id="24" name="object 24"/>
          <p:cNvGrpSpPr/>
          <p:nvPr/>
        </p:nvGrpSpPr>
        <p:grpSpPr>
          <a:xfrm>
            <a:off x="897709" y="3447454"/>
            <a:ext cx="2811780" cy="3048847"/>
            <a:chOff x="673281" y="2585590"/>
            <a:chExt cx="2108835" cy="2286635"/>
          </a:xfrm>
        </p:grpSpPr>
        <p:pic>
          <p:nvPicPr>
            <p:cNvPr id="25" name="object 25"/>
            <p:cNvPicPr/>
            <p:nvPr/>
          </p:nvPicPr>
          <p:blipFill>
            <a:blip r:embed="rId3" cstate="print"/>
            <a:stretch>
              <a:fillRect/>
            </a:stretch>
          </p:blipFill>
          <p:spPr>
            <a:xfrm>
              <a:off x="682816" y="2665226"/>
              <a:ext cx="2061108" cy="2005069"/>
            </a:xfrm>
            <a:prstGeom prst="rect">
              <a:avLst/>
            </a:prstGeom>
          </p:spPr>
        </p:pic>
        <p:sp>
          <p:nvSpPr>
            <p:cNvPr id="26" name="object 26"/>
            <p:cNvSpPr/>
            <p:nvPr/>
          </p:nvSpPr>
          <p:spPr>
            <a:xfrm>
              <a:off x="678048" y="2590358"/>
              <a:ext cx="2098675" cy="2120265"/>
            </a:xfrm>
            <a:custGeom>
              <a:avLst/>
              <a:gdLst/>
              <a:ahLst/>
              <a:cxnLst/>
              <a:rect l="l" t="t" r="r" b="b"/>
              <a:pathLst>
                <a:path w="2098675" h="2120265">
                  <a:moveTo>
                    <a:pt x="0" y="2119752"/>
                  </a:moveTo>
                  <a:lnTo>
                    <a:pt x="2098679" y="2119752"/>
                  </a:lnTo>
                  <a:lnTo>
                    <a:pt x="2098679" y="0"/>
                  </a:lnTo>
                  <a:lnTo>
                    <a:pt x="0" y="0"/>
                  </a:lnTo>
                  <a:lnTo>
                    <a:pt x="0" y="2119752"/>
                  </a:lnTo>
                  <a:close/>
                </a:path>
              </a:pathLst>
            </a:custGeom>
            <a:ln w="9534">
              <a:solidFill>
                <a:srgbClr val="000000"/>
              </a:solidFill>
            </a:ln>
          </p:spPr>
          <p:txBody>
            <a:bodyPr wrap="square" lIns="0" tIns="0" rIns="0" bIns="0" rtlCol="0"/>
            <a:lstStyle/>
            <a:p>
              <a:endParaRPr sz="2400"/>
            </a:p>
          </p:txBody>
        </p:sp>
        <p:sp>
          <p:nvSpPr>
            <p:cNvPr id="27" name="object 27"/>
            <p:cNvSpPr/>
            <p:nvPr/>
          </p:nvSpPr>
          <p:spPr>
            <a:xfrm>
              <a:off x="1600200" y="3943350"/>
              <a:ext cx="533400" cy="914400"/>
            </a:xfrm>
            <a:custGeom>
              <a:avLst/>
              <a:gdLst/>
              <a:ahLst/>
              <a:cxnLst/>
              <a:rect l="l" t="t" r="r" b="b"/>
              <a:pathLst>
                <a:path w="533400" h="914400">
                  <a:moveTo>
                    <a:pt x="533399" y="0"/>
                  </a:moveTo>
                  <a:lnTo>
                    <a:pt x="0" y="914399"/>
                  </a:lnTo>
                </a:path>
              </a:pathLst>
            </a:custGeom>
            <a:ln w="28574">
              <a:solidFill>
                <a:srgbClr val="FF0000"/>
              </a:solidFill>
            </a:ln>
          </p:spPr>
          <p:txBody>
            <a:bodyPr wrap="square" lIns="0" tIns="0" rIns="0" bIns="0" rtlCol="0"/>
            <a:lstStyle/>
            <a:p>
              <a:endParaRPr sz="2400"/>
            </a:p>
          </p:txBody>
        </p:sp>
      </p:gr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p:nvPr/>
        </p:nvSpPr>
        <p:spPr>
          <a:xfrm>
            <a:off x="4721017" y="95244"/>
            <a:ext cx="1711113" cy="386430"/>
          </a:xfrm>
          <a:prstGeom prst="rect">
            <a:avLst/>
          </a:prstGeom>
        </p:spPr>
        <p:txBody>
          <a:bodyPr vert="horz" wrap="square" lIns="0" tIns="16933" rIns="0" bIns="0" rtlCol="0">
            <a:spAutoFit/>
          </a:bodyPr>
          <a:lstStyle/>
          <a:p>
            <a:pPr marL="16933">
              <a:spcBef>
                <a:spcPts val="133"/>
              </a:spcBef>
            </a:pPr>
            <a:r>
              <a:rPr sz="2400" b="1" dirty="0">
                <a:latin typeface="Calibri"/>
                <a:cs typeface="Calibri"/>
              </a:rPr>
              <a:t>Swap</a:t>
            </a:r>
            <a:r>
              <a:rPr sz="2400" spc="-113" dirty="0">
                <a:latin typeface="Times New Roman"/>
                <a:cs typeface="Times New Roman"/>
              </a:rPr>
              <a:t> </a:t>
            </a:r>
            <a:r>
              <a:rPr sz="2400" b="1" dirty="0">
                <a:latin typeface="Calibri"/>
                <a:cs typeface="Calibri"/>
              </a:rPr>
              <a:t>1</a:t>
            </a:r>
            <a:r>
              <a:rPr sz="2400" spc="-33" dirty="0">
                <a:latin typeface="Times New Roman"/>
                <a:cs typeface="Times New Roman"/>
              </a:rPr>
              <a:t> </a:t>
            </a:r>
            <a:r>
              <a:rPr sz="2400" b="1" dirty="0">
                <a:latin typeface="Calibri"/>
                <a:cs typeface="Calibri"/>
              </a:rPr>
              <a:t>and</a:t>
            </a:r>
            <a:r>
              <a:rPr sz="2400" spc="-93" dirty="0">
                <a:latin typeface="Times New Roman"/>
                <a:cs typeface="Times New Roman"/>
              </a:rPr>
              <a:t> </a:t>
            </a:r>
            <a:r>
              <a:rPr sz="2400" b="1" spc="-67" dirty="0">
                <a:latin typeface="Calibri"/>
                <a:cs typeface="Calibri"/>
              </a:rPr>
              <a:t>5</a:t>
            </a:r>
            <a:endParaRPr sz="2400">
              <a:latin typeface="Calibri"/>
              <a:cs typeface="Calibri"/>
            </a:endParaRPr>
          </a:p>
        </p:txBody>
      </p:sp>
      <p:graphicFrame>
        <p:nvGraphicFramePr>
          <p:cNvPr id="8" name="object 8"/>
          <p:cNvGraphicFramePr>
            <a:graphicFrameLocks noGrp="1"/>
          </p:cNvGraphicFramePr>
          <p:nvPr/>
        </p:nvGraphicFramePr>
        <p:xfrm>
          <a:off x="1770548" y="4165437"/>
          <a:ext cx="3860798" cy="493607"/>
        </p:xfrm>
        <a:graphic>
          <a:graphicData uri="http://schemas.openxmlformats.org/drawingml/2006/table">
            <a:tbl>
              <a:tblPr firstRow="1" bandRow="1">
                <a:tableStyleId>{2D5ABB26-0587-4C30-8999-92F81FD0307C}</a:tableStyleId>
              </a:tblPr>
              <a:tblGrid>
                <a:gridCol w="772160">
                  <a:extLst>
                    <a:ext uri="{9D8B030D-6E8A-4147-A177-3AD203B41FA5}">
                      <a16:colId xmlns:a16="http://schemas.microsoft.com/office/drawing/2014/main" val="20000"/>
                    </a:ext>
                  </a:extLst>
                </a:gridCol>
                <a:gridCol w="772160">
                  <a:extLst>
                    <a:ext uri="{9D8B030D-6E8A-4147-A177-3AD203B41FA5}">
                      <a16:colId xmlns:a16="http://schemas.microsoft.com/office/drawing/2014/main" val="20001"/>
                    </a:ext>
                  </a:extLst>
                </a:gridCol>
                <a:gridCol w="772160">
                  <a:extLst>
                    <a:ext uri="{9D8B030D-6E8A-4147-A177-3AD203B41FA5}">
                      <a16:colId xmlns:a16="http://schemas.microsoft.com/office/drawing/2014/main" val="20002"/>
                    </a:ext>
                  </a:extLst>
                </a:gridCol>
                <a:gridCol w="772159">
                  <a:extLst>
                    <a:ext uri="{9D8B030D-6E8A-4147-A177-3AD203B41FA5}">
                      <a16:colId xmlns:a16="http://schemas.microsoft.com/office/drawing/2014/main" val="20003"/>
                    </a:ext>
                  </a:extLst>
                </a:gridCol>
                <a:gridCol w="772159">
                  <a:extLst>
                    <a:ext uri="{9D8B030D-6E8A-4147-A177-3AD203B41FA5}">
                      <a16:colId xmlns:a16="http://schemas.microsoft.com/office/drawing/2014/main" val="20004"/>
                    </a:ext>
                  </a:extLst>
                </a:gridCol>
              </a:tblGrid>
              <a:tr h="493607">
                <a:tc>
                  <a:txBody>
                    <a:bodyPr/>
                    <a:lstStyle/>
                    <a:p>
                      <a:pPr marL="92710">
                        <a:lnSpc>
                          <a:spcPct val="100000"/>
                        </a:lnSpc>
                        <a:spcBef>
                          <a:spcPts val="254"/>
                        </a:spcBef>
                      </a:pPr>
                      <a:r>
                        <a:rPr sz="2400" b="1" spc="-50" dirty="0">
                          <a:latin typeface="Calibri"/>
                          <a:cs typeface="Calibri"/>
                        </a:rPr>
                        <a:t>5</a:t>
                      </a:r>
                      <a:endParaRPr sz="2400">
                        <a:latin typeface="Calibri"/>
                        <a:cs typeface="Calibri"/>
                      </a:endParaRPr>
                    </a:p>
                  </a:txBody>
                  <a:tcPr marL="0" marR="0" marT="4317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CD5B5"/>
                    </a:solidFill>
                  </a:tcPr>
                </a:tc>
                <a:tc>
                  <a:txBody>
                    <a:bodyPr/>
                    <a:lstStyle/>
                    <a:p>
                      <a:pPr marL="93345">
                        <a:lnSpc>
                          <a:spcPct val="100000"/>
                        </a:lnSpc>
                        <a:spcBef>
                          <a:spcPts val="254"/>
                        </a:spcBef>
                      </a:pPr>
                      <a:r>
                        <a:rPr sz="2400" b="1" spc="-50" dirty="0">
                          <a:latin typeface="Calibri"/>
                          <a:cs typeface="Calibri"/>
                        </a:rPr>
                        <a:t>1</a:t>
                      </a:r>
                      <a:endParaRPr sz="2400">
                        <a:latin typeface="Calibri"/>
                        <a:cs typeface="Calibri"/>
                      </a:endParaRPr>
                    </a:p>
                  </a:txBody>
                  <a:tcPr marL="0" marR="0" marT="4317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CD5B5"/>
                    </a:solidFill>
                  </a:tcPr>
                </a:tc>
                <a:tc>
                  <a:txBody>
                    <a:bodyPr/>
                    <a:lstStyle/>
                    <a:p>
                      <a:pPr marL="93980">
                        <a:lnSpc>
                          <a:spcPct val="100000"/>
                        </a:lnSpc>
                        <a:spcBef>
                          <a:spcPts val="254"/>
                        </a:spcBef>
                      </a:pPr>
                      <a:r>
                        <a:rPr sz="2400" b="1" spc="-50" dirty="0">
                          <a:latin typeface="Calibri"/>
                          <a:cs typeface="Calibri"/>
                        </a:rPr>
                        <a:t>3</a:t>
                      </a:r>
                      <a:endParaRPr sz="2400">
                        <a:latin typeface="Calibri"/>
                        <a:cs typeface="Calibri"/>
                      </a:endParaRPr>
                    </a:p>
                  </a:txBody>
                  <a:tcPr marL="0" marR="0" marT="4317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4615">
                        <a:lnSpc>
                          <a:spcPct val="100000"/>
                        </a:lnSpc>
                        <a:spcBef>
                          <a:spcPts val="254"/>
                        </a:spcBef>
                      </a:pPr>
                      <a:r>
                        <a:rPr sz="2400" b="1" spc="-50" dirty="0">
                          <a:latin typeface="Calibri"/>
                          <a:cs typeface="Calibri"/>
                        </a:rPr>
                        <a:t>4</a:t>
                      </a:r>
                      <a:endParaRPr sz="2400">
                        <a:latin typeface="Calibri"/>
                        <a:cs typeface="Calibri"/>
                      </a:endParaRPr>
                    </a:p>
                  </a:txBody>
                  <a:tcPr marL="0" marR="0" marT="4317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5250">
                        <a:lnSpc>
                          <a:spcPct val="100000"/>
                        </a:lnSpc>
                        <a:spcBef>
                          <a:spcPts val="254"/>
                        </a:spcBef>
                      </a:pPr>
                      <a:r>
                        <a:rPr sz="2400" b="1" spc="-25" dirty="0">
                          <a:latin typeface="Calibri"/>
                          <a:cs typeface="Calibri"/>
                        </a:rPr>
                        <a:t>10</a:t>
                      </a:r>
                      <a:endParaRPr sz="2400">
                        <a:latin typeface="Calibri"/>
                        <a:cs typeface="Calibri"/>
                      </a:endParaRPr>
                    </a:p>
                  </a:txBody>
                  <a:tcPr marL="0" marR="0" marT="4317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bl>
          </a:graphicData>
        </a:graphic>
      </p:graphicFrame>
      <p:sp>
        <p:nvSpPr>
          <p:cNvPr id="9" name="object 9"/>
          <p:cNvSpPr txBox="1"/>
          <p:nvPr/>
        </p:nvSpPr>
        <p:spPr>
          <a:xfrm>
            <a:off x="1885867" y="3769362"/>
            <a:ext cx="188807" cy="387286"/>
          </a:xfrm>
          <a:prstGeom prst="rect">
            <a:avLst/>
          </a:prstGeom>
        </p:spPr>
        <p:txBody>
          <a:bodyPr vert="horz" wrap="square" lIns="0" tIns="17780" rIns="0" bIns="0" rtlCol="0">
            <a:spAutoFit/>
          </a:bodyPr>
          <a:lstStyle/>
          <a:p>
            <a:pPr marL="16933">
              <a:spcBef>
                <a:spcPts val="140"/>
              </a:spcBef>
            </a:pPr>
            <a:r>
              <a:rPr sz="2400" b="1" spc="-67" dirty="0">
                <a:latin typeface="Calibri"/>
                <a:cs typeface="Calibri"/>
              </a:rPr>
              <a:t>0</a:t>
            </a:r>
            <a:endParaRPr sz="2400">
              <a:latin typeface="Calibri"/>
              <a:cs typeface="Calibri"/>
            </a:endParaRPr>
          </a:p>
        </p:txBody>
      </p:sp>
      <p:sp>
        <p:nvSpPr>
          <p:cNvPr id="10" name="object 10"/>
          <p:cNvSpPr txBox="1"/>
          <p:nvPr/>
        </p:nvSpPr>
        <p:spPr>
          <a:xfrm>
            <a:off x="2671713" y="3769362"/>
            <a:ext cx="188807" cy="387286"/>
          </a:xfrm>
          <a:prstGeom prst="rect">
            <a:avLst/>
          </a:prstGeom>
        </p:spPr>
        <p:txBody>
          <a:bodyPr vert="horz" wrap="square" lIns="0" tIns="17780" rIns="0" bIns="0" rtlCol="0">
            <a:spAutoFit/>
          </a:bodyPr>
          <a:lstStyle/>
          <a:p>
            <a:pPr marL="16933">
              <a:spcBef>
                <a:spcPts val="140"/>
              </a:spcBef>
            </a:pPr>
            <a:r>
              <a:rPr sz="2400" b="1" spc="-67" dirty="0">
                <a:latin typeface="Calibri"/>
                <a:cs typeface="Calibri"/>
              </a:rPr>
              <a:t>1</a:t>
            </a:r>
            <a:endParaRPr sz="2400">
              <a:latin typeface="Calibri"/>
              <a:cs typeface="Calibri"/>
            </a:endParaRPr>
          </a:p>
        </p:txBody>
      </p:sp>
      <p:sp>
        <p:nvSpPr>
          <p:cNvPr id="11" name="object 11"/>
          <p:cNvSpPr txBox="1"/>
          <p:nvPr/>
        </p:nvSpPr>
        <p:spPr>
          <a:xfrm>
            <a:off x="3521137" y="3769362"/>
            <a:ext cx="188807" cy="387286"/>
          </a:xfrm>
          <a:prstGeom prst="rect">
            <a:avLst/>
          </a:prstGeom>
        </p:spPr>
        <p:txBody>
          <a:bodyPr vert="horz" wrap="square" lIns="0" tIns="17780" rIns="0" bIns="0" rtlCol="0">
            <a:spAutoFit/>
          </a:bodyPr>
          <a:lstStyle/>
          <a:p>
            <a:pPr marL="16933">
              <a:spcBef>
                <a:spcPts val="140"/>
              </a:spcBef>
            </a:pPr>
            <a:r>
              <a:rPr sz="2400" b="1" spc="-67" dirty="0">
                <a:latin typeface="Calibri"/>
                <a:cs typeface="Calibri"/>
              </a:rPr>
              <a:t>2</a:t>
            </a:r>
            <a:endParaRPr sz="2400">
              <a:latin typeface="Calibri"/>
              <a:cs typeface="Calibri"/>
            </a:endParaRPr>
          </a:p>
        </p:txBody>
      </p:sp>
      <p:sp>
        <p:nvSpPr>
          <p:cNvPr id="12" name="object 12"/>
          <p:cNvSpPr txBox="1"/>
          <p:nvPr/>
        </p:nvSpPr>
        <p:spPr>
          <a:xfrm>
            <a:off x="4294759" y="3769362"/>
            <a:ext cx="188807" cy="387286"/>
          </a:xfrm>
          <a:prstGeom prst="rect">
            <a:avLst/>
          </a:prstGeom>
        </p:spPr>
        <p:txBody>
          <a:bodyPr vert="horz" wrap="square" lIns="0" tIns="17780" rIns="0" bIns="0" rtlCol="0">
            <a:spAutoFit/>
          </a:bodyPr>
          <a:lstStyle/>
          <a:p>
            <a:pPr marL="16933">
              <a:spcBef>
                <a:spcPts val="140"/>
              </a:spcBef>
            </a:pPr>
            <a:r>
              <a:rPr sz="2400" b="1" spc="-67" dirty="0">
                <a:latin typeface="Calibri"/>
                <a:cs typeface="Calibri"/>
              </a:rPr>
              <a:t>3</a:t>
            </a:r>
            <a:endParaRPr sz="2400">
              <a:latin typeface="Calibri"/>
              <a:cs typeface="Calibri"/>
            </a:endParaRPr>
          </a:p>
        </p:txBody>
      </p:sp>
      <p:sp>
        <p:nvSpPr>
          <p:cNvPr id="13" name="object 13"/>
          <p:cNvSpPr txBox="1"/>
          <p:nvPr/>
        </p:nvSpPr>
        <p:spPr>
          <a:xfrm>
            <a:off x="5156407" y="3769362"/>
            <a:ext cx="188807" cy="387286"/>
          </a:xfrm>
          <a:prstGeom prst="rect">
            <a:avLst/>
          </a:prstGeom>
        </p:spPr>
        <p:txBody>
          <a:bodyPr vert="horz" wrap="square" lIns="0" tIns="17780" rIns="0" bIns="0" rtlCol="0">
            <a:spAutoFit/>
          </a:bodyPr>
          <a:lstStyle/>
          <a:p>
            <a:pPr marL="16933">
              <a:spcBef>
                <a:spcPts val="140"/>
              </a:spcBef>
            </a:pPr>
            <a:r>
              <a:rPr sz="2400" b="1" spc="-67" dirty="0">
                <a:latin typeface="Calibri"/>
                <a:cs typeface="Calibri"/>
              </a:rPr>
              <a:t>4</a:t>
            </a:r>
            <a:endParaRPr sz="2400">
              <a:latin typeface="Calibri"/>
              <a:cs typeface="Calibri"/>
            </a:endParaRPr>
          </a:p>
        </p:txBody>
      </p:sp>
      <p:sp>
        <p:nvSpPr>
          <p:cNvPr id="14" name="object 14"/>
          <p:cNvSpPr txBox="1"/>
          <p:nvPr/>
        </p:nvSpPr>
        <p:spPr>
          <a:xfrm>
            <a:off x="258662" y="3831079"/>
            <a:ext cx="1074420" cy="745867"/>
          </a:xfrm>
          <a:prstGeom prst="rect">
            <a:avLst/>
          </a:prstGeom>
        </p:spPr>
        <p:txBody>
          <a:bodyPr vert="horz" wrap="square" lIns="0" tIns="13547" rIns="0" bIns="0" rtlCol="0">
            <a:spAutoFit/>
          </a:bodyPr>
          <a:lstStyle/>
          <a:p>
            <a:pPr marL="16933" marR="6773">
              <a:lnSpc>
                <a:spcPct val="101000"/>
              </a:lnSpc>
              <a:spcBef>
                <a:spcPts val="107"/>
              </a:spcBef>
            </a:pPr>
            <a:r>
              <a:rPr sz="2400" b="1" spc="-13" dirty="0">
                <a:latin typeface="Calibri"/>
                <a:cs typeface="Calibri"/>
              </a:rPr>
              <a:t>Index</a:t>
            </a:r>
            <a:r>
              <a:rPr sz="2400" spc="-13" dirty="0">
                <a:latin typeface="Times New Roman"/>
                <a:cs typeface="Times New Roman"/>
              </a:rPr>
              <a:t> </a:t>
            </a:r>
            <a:r>
              <a:rPr sz="2400" b="1" dirty="0">
                <a:latin typeface="Calibri"/>
                <a:cs typeface="Calibri"/>
              </a:rPr>
              <a:t>I/P</a:t>
            </a:r>
            <a:r>
              <a:rPr sz="2400" spc="-80" dirty="0">
                <a:latin typeface="Times New Roman"/>
                <a:cs typeface="Times New Roman"/>
              </a:rPr>
              <a:t> </a:t>
            </a:r>
            <a:r>
              <a:rPr sz="2400" b="1" spc="-27" dirty="0">
                <a:latin typeface="Calibri"/>
                <a:cs typeface="Calibri"/>
              </a:rPr>
              <a:t>Data</a:t>
            </a:r>
            <a:endParaRPr sz="2400">
              <a:latin typeface="Calibri"/>
              <a:cs typeface="Calibri"/>
            </a:endParaRPr>
          </a:p>
        </p:txBody>
      </p:sp>
      <p:grpSp>
        <p:nvGrpSpPr>
          <p:cNvPr id="15" name="object 15"/>
          <p:cNvGrpSpPr/>
          <p:nvPr/>
        </p:nvGrpSpPr>
        <p:grpSpPr>
          <a:xfrm>
            <a:off x="4127585" y="675046"/>
            <a:ext cx="3141980" cy="2782993"/>
            <a:chOff x="3095688" y="506284"/>
            <a:chExt cx="2356485" cy="2087245"/>
          </a:xfrm>
        </p:grpSpPr>
        <p:pic>
          <p:nvPicPr>
            <p:cNvPr id="16" name="object 16"/>
            <p:cNvPicPr/>
            <p:nvPr/>
          </p:nvPicPr>
          <p:blipFill>
            <a:blip r:embed="rId2" cstate="print"/>
            <a:stretch>
              <a:fillRect/>
            </a:stretch>
          </p:blipFill>
          <p:spPr>
            <a:xfrm>
              <a:off x="3253442" y="643713"/>
              <a:ext cx="2007037" cy="1926249"/>
            </a:xfrm>
            <a:prstGeom prst="rect">
              <a:avLst/>
            </a:prstGeom>
          </p:spPr>
        </p:pic>
        <p:sp>
          <p:nvSpPr>
            <p:cNvPr id="17" name="object 17"/>
            <p:cNvSpPr/>
            <p:nvPr/>
          </p:nvSpPr>
          <p:spPr>
            <a:xfrm>
              <a:off x="3100456" y="511052"/>
              <a:ext cx="2346960" cy="2077720"/>
            </a:xfrm>
            <a:custGeom>
              <a:avLst/>
              <a:gdLst/>
              <a:ahLst/>
              <a:cxnLst/>
              <a:rect l="l" t="t" r="r" b="b"/>
              <a:pathLst>
                <a:path w="2346960" h="2077720">
                  <a:moveTo>
                    <a:pt x="0" y="2077211"/>
                  </a:moveTo>
                  <a:lnTo>
                    <a:pt x="2346578" y="2077211"/>
                  </a:lnTo>
                  <a:lnTo>
                    <a:pt x="2346578" y="0"/>
                  </a:lnTo>
                  <a:lnTo>
                    <a:pt x="0" y="0"/>
                  </a:lnTo>
                  <a:lnTo>
                    <a:pt x="0" y="2077211"/>
                  </a:lnTo>
                  <a:close/>
                </a:path>
              </a:pathLst>
            </a:custGeom>
            <a:ln w="9534">
              <a:solidFill>
                <a:srgbClr val="000000"/>
              </a:solidFill>
            </a:ln>
          </p:spPr>
          <p:txBody>
            <a:bodyPr wrap="square" lIns="0" tIns="0" rIns="0" bIns="0" rtlCol="0"/>
            <a:lstStyle/>
            <a:p>
              <a:endParaRPr sz="2400"/>
            </a:p>
          </p:txBody>
        </p:sp>
      </p:grpSp>
      <p:grpSp>
        <p:nvGrpSpPr>
          <p:cNvPr id="18" name="object 18"/>
          <p:cNvGrpSpPr/>
          <p:nvPr/>
        </p:nvGrpSpPr>
        <p:grpSpPr>
          <a:xfrm>
            <a:off x="7685454" y="593591"/>
            <a:ext cx="2694093" cy="2917613"/>
            <a:chOff x="5764090" y="445193"/>
            <a:chExt cx="2020570" cy="2188210"/>
          </a:xfrm>
        </p:grpSpPr>
        <p:pic>
          <p:nvPicPr>
            <p:cNvPr id="19" name="object 19"/>
            <p:cNvPicPr/>
            <p:nvPr/>
          </p:nvPicPr>
          <p:blipFill>
            <a:blip r:embed="rId3" cstate="print"/>
            <a:stretch>
              <a:fillRect/>
            </a:stretch>
          </p:blipFill>
          <p:spPr>
            <a:xfrm>
              <a:off x="5773674" y="715039"/>
              <a:ext cx="1834211" cy="1778399"/>
            </a:xfrm>
            <a:prstGeom prst="rect">
              <a:avLst/>
            </a:prstGeom>
          </p:spPr>
        </p:pic>
        <p:sp>
          <p:nvSpPr>
            <p:cNvPr id="20" name="object 20"/>
            <p:cNvSpPr/>
            <p:nvPr/>
          </p:nvSpPr>
          <p:spPr>
            <a:xfrm>
              <a:off x="5768858" y="449961"/>
              <a:ext cx="2011045" cy="2178685"/>
            </a:xfrm>
            <a:custGeom>
              <a:avLst/>
              <a:gdLst/>
              <a:ahLst/>
              <a:cxnLst/>
              <a:rect l="l" t="t" r="r" b="b"/>
              <a:pathLst>
                <a:path w="2011045" h="2178685">
                  <a:moveTo>
                    <a:pt x="0" y="2178308"/>
                  </a:moveTo>
                  <a:lnTo>
                    <a:pt x="2011036" y="2178308"/>
                  </a:lnTo>
                  <a:lnTo>
                    <a:pt x="2011036" y="0"/>
                  </a:lnTo>
                  <a:lnTo>
                    <a:pt x="0" y="0"/>
                  </a:lnTo>
                  <a:lnTo>
                    <a:pt x="0" y="2178308"/>
                  </a:lnTo>
                  <a:close/>
                </a:path>
              </a:pathLst>
            </a:custGeom>
            <a:ln w="9534">
              <a:solidFill>
                <a:srgbClr val="000000"/>
              </a:solidFill>
            </a:ln>
          </p:spPr>
          <p:txBody>
            <a:bodyPr wrap="square" lIns="0" tIns="0" rIns="0" bIns="0" rtlCol="0"/>
            <a:lstStyle/>
            <a:p>
              <a:endParaRPr sz="2400"/>
            </a:p>
          </p:txBody>
        </p:sp>
      </p:grpSp>
      <p:sp>
        <p:nvSpPr>
          <p:cNvPr id="21" name="object 21"/>
          <p:cNvSpPr txBox="1"/>
          <p:nvPr/>
        </p:nvSpPr>
        <p:spPr>
          <a:xfrm>
            <a:off x="411473" y="5096931"/>
            <a:ext cx="1105747" cy="1685184"/>
          </a:xfrm>
          <a:prstGeom prst="rect">
            <a:avLst/>
          </a:prstGeom>
        </p:spPr>
        <p:txBody>
          <a:bodyPr vert="horz" wrap="square" lIns="0" tIns="14393" rIns="0" bIns="0" rtlCol="0">
            <a:spAutoFit/>
          </a:bodyPr>
          <a:lstStyle/>
          <a:p>
            <a:pPr marL="16933" marR="38944">
              <a:lnSpc>
                <a:spcPct val="100800"/>
              </a:lnSpc>
              <a:spcBef>
                <a:spcPts val="113"/>
              </a:spcBef>
            </a:pPr>
            <a:r>
              <a:rPr sz="2400" b="1" spc="-13" dirty="0">
                <a:latin typeface="Calibri"/>
                <a:cs typeface="Calibri"/>
              </a:rPr>
              <a:t>Index</a:t>
            </a:r>
            <a:r>
              <a:rPr sz="2400" spc="-13" dirty="0">
                <a:latin typeface="Times New Roman"/>
                <a:cs typeface="Times New Roman"/>
              </a:rPr>
              <a:t> </a:t>
            </a:r>
            <a:r>
              <a:rPr sz="2400" b="1" dirty="0">
                <a:latin typeface="Calibri"/>
                <a:cs typeface="Calibri"/>
              </a:rPr>
              <a:t>I/P</a:t>
            </a:r>
            <a:r>
              <a:rPr sz="2400" spc="-80" dirty="0">
                <a:latin typeface="Times New Roman"/>
                <a:cs typeface="Times New Roman"/>
              </a:rPr>
              <a:t> </a:t>
            </a:r>
            <a:r>
              <a:rPr sz="2400" b="1" spc="-27" dirty="0">
                <a:latin typeface="Calibri"/>
                <a:cs typeface="Calibri"/>
              </a:rPr>
              <a:t>Data</a:t>
            </a:r>
            <a:endParaRPr sz="2400">
              <a:latin typeface="Calibri"/>
              <a:cs typeface="Calibri"/>
            </a:endParaRPr>
          </a:p>
          <a:p>
            <a:pPr marL="49105" marR="6773">
              <a:lnSpc>
                <a:spcPct val="100899"/>
              </a:lnSpc>
              <a:spcBef>
                <a:spcPts val="1493"/>
              </a:spcBef>
            </a:pPr>
            <a:r>
              <a:rPr sz="2400" b="1" spc="-13" dirty="0">
                <a:latin typeface="Calibri"/>
                <a:cs typeface="Calibri"/>
              </a:rPr>
              <a:t>Index</a:t>
            </a:r>
            <a:r>
              <a:rPr sz="2400" spc="-13" dirty="0">
                <a:latin typeface="Times New Roman"/>
                <a:cs typeface="Times New Roman"/>
              </a:rPr>
              <a:t> </a:t>
            </a:r>
            <a:r>
              <a:rPr sz="2400" b="1" dirty="0">
                <a:latin typeface="Calibri"/>
                <a:cs typeface="Calibri"/>
              </a:rPr>
              <a:t>I/P</a:t>
            </a:r>
            <a:r>
              <a:rPr sz="2400" spc="-80" dirty="0">
                <a:latin typeface="Times New Roman"/>
                <a:cs typeface="Times New Roman"/>
              </a:rPr>
              <a:t> </a:t>
            </a:r>
            <a:r>
              <a:rPr sz="2400" b="1" spc="-27" dirty="0">
                <a:latin typeface="Calibri"/>
                <a:cs typeface="Calibri"/>
              </a:rPr>
              <a:t>Data</a:t>
            </a:r>
            <a:endParaRPr sz="2400">
              <a:latin typeface="Calibri"/>
              <a:cs typeface="Calibri"/>
            </a:endParaRPr>
          </a:p>
        </p:txBody>
      </p:sp>
      <p:grpSp>
        <p:nvGrpSpPr>
          <p:cNvPr id="22" name="object 22"/>
          <p:cNvGrpSpPr/>
          <p:nvPr/>
        </p:nvGrpSpPr>
        <p:grpSpPr>
          <a:xfrm>
            <a:off x="6388184" y="3729746"/>
            <a:ext cx="2846493" cy="2903220"/>
            <a:chOff x="4791138" y="2797309"/>
            <a:chExt cx="2134870" cy="2177415"/>
          </a:xfrm>
        </p:grpSpPr>
        <p:pic>
          <p:nvPicPr>
            <p:cNvPr id="23" name="object 23"/>
            <p:cNvPicPr/>
            <p:nvPr/>
          </p:nvPicPr>
          <p:blipFill>
            <a:blip r:embed="rId4" cstate="print"/>
            <a:stretch>
              <a:fillRect/>
            </a:stretch>
          </p:blipFill>
          <p:spPr>
            <a:xfrm>
              <a:off x="4933229" y="2946098"/>
              <a:ext cx="1976179" cy="1903223"/>
            </a:xfrm>
            <a:prstGeom prst="rect">
              <a:avLst/>
            </a:prstGeom>
          </p:spPr>
        </p:pic>
        <p:sp>
          <p:nvSpPr>
            <p:cNvPr id="24" name="object 24"/>
            <p:cNvSpPr/>
            <p:nvPr/>
          </p:nvSpPr>
          <p:spPr>
            <a:xfrm>
              <a:off x="4795905" y="2802076"/>
              <a:ext cx="2125345" cy="2158365"/>
            </a:xfrm>
            <a:custGeom>
              <a:avLst/>
              <a:gdLst/>
              <a:ahLst/>
              <a:cxnLst/>
              <a:rect l="l" t="t" r="r" b="b"/>
              <a:pathLst>
                <a:path w="2125345" h="2158365">
                  <a:moveTo>
                    <a:pt x="0" y="2158115"/>
                  </a:moveTo>
                  <a:lnTo>
                    <a:pt x="2124968" y="2158115"/>
                  </a:lnTo>
                  <a:lnTo>
                    <a:pt x="2124968" y="0"/>
                  </a:lnTo>
                  <a:lnTo>
                    <a:pt x="0" y="0"/>
                  </a:lnTo>
                  <a:lnTo>
                    <a:pt x="0" y="2158115"/>
                  </a:lnTo>
                  <a:close/>
                </a:path>
              </a:pathLst>
            </a:custGeom>
            <a:ln w="9534">
              <a:solidFill>
                <a:srgbClr val="000000"/>
              </a:solidFill>
            </a:ln>
          </p:spPr>
          <p:txBody>
            <a:bodyPr wrap="square" lIns="0" tIns="0" rIns="0" bIns="0" rtlCol="0"/>
            <a:lstStyle/>
            <a:p>
              <a:endParaRPr sz="2400"/>
            </a:p>
          </p:txBody>
        </p:sp>
        <p:sp>
          <p:nvSpPr>
            <p:cNvPr id="25" name="object 25"/>
            <p:cNvSpPr/>
            <p:nvPr/>
          </p:nvSpPr>
          <p:spPr>
            <a:xfrm>
              <a:off x="4952999" y="4263307"/>
              <a:ext cx="489584" cy="692150"/>
            </a:xfrm>
            <a:custGeom>
              <a:avLst/>
              <a:gdLst/>
              <a:ahLst/>
              <a:cxnLst/>
              <a:rect l="l" t="t" r="r" b="b"/>
              <a:pathLst>
                <a:path w="489585" h="692150">
                  <a:moveTo>
                    <a:pt x="0" y="0"/>
                  </a:moveTo>
                  <a:lnTo>
                    <a:pt x="489325" y="692121"/>
                  </a:lnTo>
                </a:path>
              </a:pathLst>
            </a:custGeom>
            <a:ln w="38099">
              <a:solidFill>
                <a:srgbClr val="FF0000"/>
              </a:solidFill>
            </a:ln>
          </p:spPr>
          <p:txBody>
            <a:bodyPr wrap="square" lIns="0" tIns="0" rIns="0" bIns="0" rtlCol="0"/>
            <a:lstStyle/>
            <a:p>
              <a:endParaRPr sz="2400"/>
            </a:p>
          </p:txBody>
        </p:sp>
      </p:grpSp>
      <p:graphicFrame>
        <p:nvGraphicFramePr>
          <p:cNvPr id="26" name="object 26"/>
          <p:cNvGraphicFramePr>
            <a:graphicFrameLocks noGrp="1"/>
          </p:cNvGraphicFramePr>
          <p:nvPr/>
        </p:nvGraphicFramePr>
        <p:xfrm>
          <a:off x="1955635" y="6355074"/>
          <a:ext cx="3860798" cy="494453"/>
        </p:xfrm>
        <a:graphic>
          <a:graphicData uri="http://schemas.openxmlformats.org/drawingml/2006/table">
            <a:tbl>
              <a:tblPr firstRow="1" bandRow="1">
                <a:tableStyleId>{2D5ABB26-0587-4C30-8999-92F81FD0307C}</a:tableStyleId>
              </a:tblPr>
              <a:tblGrid>
                <a:gridCol w="772160">
                  <a:extLst>
                    <a:ext uri="{9D8B030D-6E8A-4147-A177-3AD203B41FA5}">
                      <a16:colId xmlns:a16="http://schemas.microsoft.com/office/drawing/2014/main" val="20000"/>
                    </a:ext>
                  </a:extLst>
                </a:gridCol>
                <a:gridCol w="772160">
                  <a:extLst>
                    <a:ext uri="{9D8B030D-6E8A-4147-A177-3AD203B41FA5}">
                      <a16:colId xmlns:a16="http://schemas.microsoft.com/office/drawing/2014/main" val="20001"/>
                    </a:ext>
                  </a:extLst>
                </a:gridCol>
                <a:gridCol w="772160">
                  <a:extLst>
                    <a:ext uri="{9D8B030D-6E8A-4147-A177-3AD203B41FA5}">
                      <a16:colId xmlns:a16="http://schemas.microsoft.com/office/drawing/2014/main" val="20002"/>
                    </a:ext>
                  </a:extLst>
                </a:gridCol>
                <a:gridCol w="772159">
                  <a:extLst>
                    <a:ext uri="{9D8B030D-6E8A-4147-A177-3AD203B41FA5}">
                      <a16:colId xmlns:a16="http://schemas.microsoft.com/office/drawing/2014/main" val="20003"/>
                    </a:ext>
                  </a:extLst>
                </a:gridCol>
                <a:gridCol w="772159">
                  <a:extLst>
                    <a:ext uri="{9D8B030D-6E8A-4147-A177-3AD203B41FA5}">
                      <a16:colId xmlns:a16="http://schemas.microsoft.com/office/drawing/2014/main" val="20004"/>
                    </a:ext>
                  </a:extLst>
                </a:gridCol>
              </a:tblGrid>
              <a:tr h="494453">
                <a:tc>
                  <a:txBody>
                    <a:bodyPr/>
                    <a:lstStyle/>
                    <a:p>
                      <a:pPr marL="92710">
                        <a:lnSpc>
                          <a:spcPct val="100000"/>
                        </a:lnSpc>
                        <a:spcBef>
                          <a:spcPts val="280"/>
                        </a:spcBef>
                      </a:pPr>
                      <a:r>
                        <a:rPr sz="2400" b="1" spc="-50" dirty="0">
                          <a:latin typeface="Calibri"/>
                          <a:cs typeface="Calibri"/>
                        </a:rPr>
                        <a:t>1</a:t>
                      </a:r>
                      <a:endParaRPr sz="2400">
                        <a:latin typeface="Calibri"/>
                        <a:cs typeface="Calibri"/>
                      </a:endParaRPr>
                    </a:p>
                  </a:txBody>
                  <a:tcPr marL="0" marR="0" marT="474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CD5B5"/>
                    </a:solidFill>
                  </a:tcPr>
                </a:tc>
                <a:tc>
                  <a:txBody>
                    <a:bodyPr/>
                    <a:lstStyle/>
                    <a:p>
                      <a:pPr marL="93345">
                        <a:lnSpc>
                          <a:spcPct val="100000"/>
                        </a:lnSpc>
                        <a:spcBef>
                          <a:spcPts val="280"/>
                        </a:spcBef>
                      </a:pPr>
                      <a:r>
                        <a:rPr sz="2400" b="1" spc="-50" dirty="0">
                          <a:latin typeface="Calibri"/>
                          <a:cs typeface="Calibri"/>
                        </a:rPr>
                        <a:t>4</a:t>
                      </a:r>
                      <a:endParaRPr sz="2400">
                        <a:latin typeface="Calibri"/>
                        <a:cs typeface="Calibri"/>
                      </a:endParaRPr>
                    </a:p>
                  </a:txBody>
                  <a:tcPr marL="0" marR="0" marT="474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3980">
                        <a:lnSpc>
                          <a:spcPct val="100000"/>
                        </a:lnSpc>
                        <a:spcBef>
                          <a:spcPts val="280"/>
                        </a:spcBef>
                      </a:pPr>
                      <a:r>
                        <a:rPr sz="2400" b="1" spc="-50" dirty="0">
                          <a:latin typeface="Calibri"/>
                          <a:cs typeface="Calibri"/>
                        </a:rPr>
                        <a:t>3</a:t>
                      </a:r>
                      <a:endParaRPr sz="2400">
                        <a:latin typeface="Calibri"/>
                        <a:cs typeface="Calibri"/>
                      </a:endParaRPr>
                    </a:p>
                  </a:txBody>
                  <a:tcPr marL="0" marR="0" marT="474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4615">
                        <a:lnSpc>
                          <a:spcPct val="100000"/>
                        </a:lnSpc>
                        <a:spcBef>
                          <a:spcPts val="280"/>
                        </a:spcBef>
                      </a:pPr>
                      <a:r>
                        <a:rPr sz="2400" b="1" spc="-50" dirty="0">
                          <a:latin typeface="Calibri"/>
                          <a:cs typeface="Calibri"/>
                        </a:rPr>
                        <a:t>5</a:t>
                      </a:r>
                      <a:endParaRPr sz="2400">
                        <a:latin typeface="Calibri"/>
                        <a:cs typeface="Calibri"/>
                      </a:endParaRPr>
                    </a:p>
                  </a:txBody>
                  <a:tcPr marL="0" marR="0" marT="474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CD5B5"/>
                    </a:solidFill>
                  </a:tcPr>
                </a:tc>
                <a:tc>
                  <a:txBody>
                    <a:bodyPr/>
                    <a:lstStyle/>
                    <a:p>
                      <a:pPr marL="95250">
                        <a:lnSpc>
                          <a:spcPct val="100000"/>
                        </a:lnSpc>
                        <a:spcBef>
                          <a:spcPts val="280"/>
                        </a:spcBef>
                      </a:pPr>
                      <a:r>
                        <a:rPr sz="2400" b="1" spc="-25" dirty="0">
                          <a:latin typeface="Calibri"/>
                          <a:cs typeface="Calibri"/>
                        </a:rPr>
                        <a:t>10</a:t>
                      </a:r>
                      <a:endParaRPr sz="2400">
                        <a:latin typeface="Calibri"/>
                        <a:cs typeface="Calibri"/>
                      </a:endParaRPr>
                    </a:p>
                  </a:txBody>
                  <a:tcPr marL="0" marR="0" marT="474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27" name="object 27"/>
          <p:cNvGraphicFramePr>
            <a:graphicFrameLocks noGrp="1"/>
          </p:cNvGraphicFramePr>
          <p:nvPr/>
        </p:nvGraphicFramePr>
        <p:xfrm>
          <a:off x="1922948" y="5128370"/>
          <a:ext cx="3860798" cy="1231900"/>
        </p:xfrm>
        <a:graphic>
          <a:graphicData uri="http://schemas.openxmlformats.org/drawingml/2006/table">
            <a:tbl>
              <a:tblPr firstRow="1" bandRow="1">
                <a:tableStyleId>{2D5ABB26-0587-4C30-8999-92F81FD0307C}</a:tableStyleId>
              </a:tblPr>
              <a:tblGrid>
                <a:gridCol w="772160">
                  <a:extLst>
                    <a:ext uri="{9D8B030D-6E8A-4147-A177-3AD203B41FA5}">
                      <a16:colId xmlns:a16="http://schemas.microsoft.com/office/drawing/2014/main" val="20000"/>
                    </a:ext>
                  </a:extLst>
                </a:gridCol>
                <a:gridCol w="772160">
                  <a:extLst>
                    <a:ext uri="{9D8B030D-6E8A-4147-A177-3AD203B41FA5}">
                      <a16:colId xmlns:a16="http://schemas.microsoft.com/office/drawing/2014/main" val="20001"/>
                    </a:ext>
                  </a:extLst>
                </a:gridCol>
                <a:gridCol w="772160">
                  <a:extLst>
                    <a:ext uri="{9D8B030D-6E8A-4147-A177-3AD203B41FA5}">
                      <a16:colId xmlns:a16="http://schemas.microsoft.com/office/drawing/2014/main" val="20002"/>
                    </a:ext>
                  </a:extLst>
                </a:gridCol>
                <a:gridCol w="772159">
                  <a:extLst>
                    <a:ext uri="{9D8B030D-6E8A-4147-A177-3AD203B41FA5}">
                      <a16:colId xmlns:a16="http://schemas.microsoft.com/office/drawing/2014/main" val="20003"/>
                    </a:ext>
                  </a:extLst>
                </a:gridCol>
                <a:gridCol w="772159">
                  <a:extLst>
                    <a:ext uri="{9D8B030D-6E8A-4147-A177-3AD203B41FA5}">
                      <a16:colId xmlns:a16="http://schemas.microsoft.com/office/drawing/2014/main" val="20004"/>
                    </a:ext>
                  </a:extLst>
                </a:gridCol>
              </a:tblGrid>
              <a:tr h="308187">
                <a:tc>
                  <a:txBody>
                    <a:bodyPr/>
                    <a:lstStyle/>
                    <a:p>
                      <a:pPr marL="92710">
                        <a:lnSpc>
                          <a:spcPts val="1710"/>
                        </a:lnSpc>
                      </a:pPr>
                      <a:r>
                        <a:rPr sz="2400" b="1" spc="-50" dirty="0">
                          <a:latin typeface="Calibri"/>
                          <a:cs typeface="Calibri"/>
                        </a:rPr>
                        <a:t>0</a:t>
                      </a:r>
                      <a:endParaRPr sz="2400">
                        <a:latin typeface="Calibri"/>
                        <a:cs typeface="Calibri"/>
                      </a:endParaRPr>
                    </a:p>
                  </a:txBody>
                  <a:tcPr marL="0" marR="0" marT="0" marB="0">
                    <a:lnB w="12700">
                      <a:solidFill>
                        <a:srgbClr val="000000"/>
                      </a:solidFill>
                      <a:prstDash val="solid"/>
                    </a:lnB>
                  </a:tcPr>
                </a:tc>
                <a:tc>
                  <a:txBody>
                    <a:bodyPr/>
                    <a:lstStyle/>
                    <a:p>
                      <a:pPr marL="103505">
                        <a:lnSpc>
                          <a:spcPts val="1710"/>
                        </a:lnSpc>
                      </a:pPr>
                      <a:r>
                        <a:rPr sz="2400" b="1" spc="-50" dirty="0">
                          <a:latin typeface="Calibri"/>
                          <a:cs typeface="Calibri"/>
                        </a:rPr>
                        <a:t>1</a:t>
                      </a:r>
                      <a:endParaRPr sz="2400">
                        <a:latin typeface="Calibri"/>
                        <a:cs typeface="Calibri"/>
                      </a:endParaRPr>
                    </a:p>
                  </a:txBody>
                  <a:tcPr marL="0" marR="0" marT="0" marB="0">
                    <a:lnB w="12700">
                      <a:solidFill>
                        <a:srgbClr val="000000"/>
                      </a:solidFill>
                      <a:prstDash val="solid"/>
                    </a:lnB>
                  </a:tcPr>
                </a:tc>
                <a:tc>
                  <a:txBody>
                    <a:bodyPr/>
                    <a:lstStyle/>
                    <a:p>
                      <a:pPr marR="293370" algn="r">
                        <a:lnSpc>
                          <a:spcPts val="1710"/>
                        </a:lnSpc>
                      </a:pPr>
                      <a:r>
                        <a:rPr sz="2400" b="1" spc="-50" dirty="0">
                          <a:latin typeface="Calibri"/>
                          <a:cs typeface="Calibri"/>
                        </a:rPr>
                        <a:t>2</a:t>
                      </a:r>
                      <a:endParaRPr sz="2400">
                        <a:latin typeface="Calibri"/>
                        <a:cs typeface="Calibri"/>
                      </a:endParaRPr>
                    </a:p>
                  </a:txBody>
                  <a:tcPr marL="0" marR="0" marT="0" marB="0">
                    <a:lnB w="12700">
                      <a:solidFill>
                        <a:srgbClr val="000000"/>
                      </a:solidFill>
                      <a:prstDash val="solid"/>
                    </a:lnB>
                  </a:tcPr>
                </a:tc>
                <a:tc>
                  <a:txBody>
                    <a:bodyPr/>
                    <a:lstStyle/>
                    <a:p>
                      <a:pPr marR="292100" algn="r">
                        <a:lnSpc>
                          <a:spcPts val="1710"/>
                        </a:lnSpc>
                      </a:pPr>
                      <a:r>
                        <a:rPr sz="2400" b="1" spc="-50" dirty="0">
                          <a:latin typeface="Calibri"/>
                          <a:cs typeface="Calibri"/>
                        </a:rPr>
                        <a:t>3</a:t>
                      </a:r>
                      <a:endParaRPr sz="2400">
                        <a:latin typeface="Calibri"/>
                        <a:cs typeface="Calibri"/>
                      </a:endParaRPr>
                    </a:p>
                  </a:txBody>
                  <a:tcPr marL="0" marR="0" marT="0" marB="0">
                    <a:lnB w="12700">
                      <a:solidFill>
                        <a:srgbClr val="000000"/>
                      </a:solidFill>
                      <a:prstDash val="solid"/>
                    </a:lnB>
                  </a:tcPr>
                </a:tc>
                <a:tc>
                  <a:txBody>
                    <a:bodyPr/>
                    <a:lstStyle/>
                    <a:p>
                      <a:pPr algn="ctr">
                        <a:lnSpc>
                          <a:spcPts val="1710"/>
                        </a:lnSpc>
                      </a:pPr>
                      <a:r>
                        <a:rPr sz="2400" b="1" spc="-50" dirty="0">
                          <a:latin typeface="Calibri"/>
                          <a:cs typeface="Calibri"/>
                        </a:rPr>
                        <a:t>4</a:t>
                      </a:r>
                      <a:endParaRPr sz="2400">
                        <a:latin typeface="Calibri"/>
                        <a:cs typeface="Calibri"/>
                      </a:endParaRPr>
                    </a:p>
                  </a:txBody>
                  <a:tcPr marL="0" marR="0" marT="0" marB="0">
                    <a:lnB w="12700">
                      <a:solidFill>
                        <a:srgbClr val="000000"/>
                      </a:solidFill>
                      <a:prstDash val="solid"/>
                    </a:lnB>
                  </a:tcPr>
                </a:tc>
                <a:extLst>
                  <a:ext uri="{0D108BD9-81ED-4DB2-BD59-A6C34878D82A}">
                    <a16:rowId xmlns:a16="http://schemas.microsoft.com/office/drawing/2014/main" val="10000"/>
                  </a:ext>
                </a:extLst>
              </a:tr>
              <a:tr h="494453">
                <a:tc>
                  <a:txBody>
                    <a:bodyPr/>
                    <a:lstStyle/>
                    <a:p>
                      <a:pPr marL="92710">
                        <a:lnSpc>
                          <a:spcPct val="100000"/>
                        </a:lnSpc>
                        <a:spcBef>
                          <a:spcPts val="270"/>
                        </a:spcBef>
                      </a:pPr>
                      <a:r>
                        <a:rPr sz="2400" b="1" spc="-50" dirty="0">
                          <a:latin typeface="Calibri"/>
                          <a:cs typeface="Calibri"/>
                        </a:rPr>
                        <a:t>5</a:t>
                      </a:r>
                      <a:endParaRPr sz="2400">
                        <a:latin typeface="Calibri"/>
                        <a:cs typeface="Calibri"/>
                      </a:endParaRPr>
                    </a:p>
                  </a:txBody>
                  <a:tcPr marL="0" marR="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3345">
                        <a:lnSpc>
                          <a:spcPct val="100000"/>
                        </a:lnSpc>
                        <a:spcBef>
                          <a:spcPts val="270"/>
                        </a:spcBef>
                      </a:pPr>
                      <a:r>
                        <a:rPr sz="2400" b="1" spc="-50" dirty="0">
                          <a:latin typeface="Calibri"/>
                          <a:cs typeface="Calibri"/>
                        </a:rPr>
                        <a:t>4</a:t>
                      </a:r>
                      <a:endParaRPr sz="2400">
                        <a:latin typeface="Calibri"/>
                        <a:cs typeface="Calibri"/>
                      </a:endParaRPr>
                    </a:p>
                  </a:txBody>
                  <a:tcPr marL="0" marR="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CD5B5"/>
                    </a:solidFill>
                  </a:tcPr>
                </a:tc>
                <a:tc>
                  <a:txBody>
                    <a:bodyPr/>
                    <a:lstStyle/>
                    <a:p>
                      <a:pPr marL="93980">
                        <a:lnSpc>
                          <a:spcPct val="100000"/>
                        </a:lnSpc>
                        <a:spcBef>
                          <a:spcPts val="270"/>
                        </a:spcBef>
                      </a:pPr>
                      <a:r>
                        <a:rPr sz="2400" b="1" spc="-50" dirty="0">
                          <a:latin typeface="Calibri"/>
                          <a:cs typeface="Calibri"/>
                        </a:rPr>
                        <a:t>3</a:t>
                      </a:r>
                      <a:endParaRPr sz="2400">
                        <a:latin typeface="Calibri"/>
                        <a:cs typeface="Calibri"/>
                      </a:endParaRPr>
                    </a:p>
                  </a:txBody>
                  <a:tcPr marL="0" marR="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4615">
                        <a:lnSpc>
                          <a:spcPct val="100000"/>
                        </a:lnSpc>
                        <a:spcBef>
                          <a:spcPts val="270"/>
                        </a:spcBef>
                      </a:pPr>
                      <a:r>
                        <a:rPr sz="2400" b="1" spc="-50" dirty="0">
                          <a:latin typeface="Calibri"/>
                          <a:cs typeface="Calibri"/>
                        </a:rPr>
                        <a:t>1</a:t>
                      </a:r>
                      <a:endParaRPr sz="2400">
                        <a:latin typeface="Calibri"/>
                        <a:cs typeface="Calibri"/>
                      </a:endParaRPr>
                    </a:p>
                  </a:txBody>
                  <a:tcPr marL="0" marR="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CD5B5"/>
                    </a:solidFill>
                  </a:tcPr>
                </a:tc>
                <a:tc>
                  <a:txBody>
                    <a:bodyPr/>
                    <a:lstStyle/>
                    <a:p>
                      <a:pPr marL="95250">
                        <a:lnSpc>
                          <a:spcPct val="100000"/>
                        </a:lnSpc>
                        <a:spcBef>
                          <a:spcPts val="270"/>
                        </a:spcBef>
                      </a:pPr>
                      <a:r>
                        <a:rPr sz="2400" b="1" spc="-25" dirty="0">
                          <a:latin typeface="Calibri"/>
                          <a:cs typeface="Calibri"/>
                        </a:rPr>
                        <a:t>10</a:t>
                      </a:r>
                      <a:endParaRPr sz="2400">
                        <a:latin typeface="Calibri"/>
                        <a:cs typeface="Calibri"/>
                      </a:endParaRPr>
                    </a:p>
                  </a:txBody>
                  <a:tcPr marL="0" marR="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429260">
                <a:tc>
                  <a:txBody>
                    <a:bodyPr/>
                    <a:lstStyle/>
                    <a:p>
                      <a:pPr marL="116839">
                        <a:lnSpc>
                          <a:spcPts val="2150"/>
                        </a:lnSpc>
                        <a:spcBef>
                          <a:spcPts val="285"/>
                        </a:spcBef>
                      </a:pPr>
                      <a:r>
                        <a:rPr sz="2400" b="1" spc="-50" dirty="0">
                          <a:latin typeface="Calibri"/>
                          <a:cs typeface="Calibri"/>
                        </a:rPr>
                        <a:t>0</a:t>
                      </a:r>
                      <a:endParaRPr sz="2400">
                        <a:latin typeface="Calibri"/>
                        <a:cs typeface="Calibri"/>
                      </a:endParaRPr>
                    </a:p>
                  </a:txBody>
                  <a:tcPr marL="0" marR="0" marT="48260" marB="0">
                    <a:lnT w="12700">
                      <a:solidFill>
                        <a:srgbClr val="000000"/>
                      </a:solidFill>
                      <a:prstDash val="solid"/>
                    </a:lnT>
                  </a:tcPr>
                </a:tc>
                <a:tc>
                  <a:txBody>
                    <a:bodyPr/>
                    <a:lstStyle/>
                    <a:p>
                      <a:pPr marL="130810">
                        <a:lnSpc>
                          <a:spcPts val="2150"/>
                        </a:lnSpc>
                        <a:spcBef>
                          <a:spcPts val="285"/>
                        </a:spcBef>
                      </a:pPr>
                      <a:r>
                        <a:rPr sz="2400" b="1" spc="-50" dirty="0">
                          <a:latin typeface="Calibri"/>
                          <a:cs typeface="Calibri"/>
                        </a:rPr>
                        <a:t>1</a:t>
                      </a:r>
                      <a:endParaRPr sz="2400">
                        <a:latin typeface="Calibri"/>
                        <a:cs typeface="Calibri"/>
                      </a:endParaRPr>
                    </a:p>
                  </a:txBody>
                  <a:tcPr marL="0" marR="0" marT="48260" marB="0">
                    <a:lnT w="12700">
                      <a:solidFill>
                        <a:srgbClr val="000000"/>
                      </a:solidFill>
                      <a:prstDash val="solid"/>
                    </a:lnT>
                  </a:tcPr>
                </a:tc>
                <a:tc>
                  <a:txBody>
                    <a:bodyPr/>
                    <a:lstStyle/>
                    <a:p>
                      <a:pPr marR="262255" algn="r">
                        <a:lnSpc>
                          <a:spcPts val="2150"/>
                        </a:lnSpc>
                        <a:spcBef>
                          <a:spcPts val="285"/>
                        </a:spcBef>
                      </a:pPr>
                      <a:r>
                        <a:rPr sz="2400" b="1" spc="-50" dirty="0">
                          <a:latin typeface="Calibri"/>
                          <a:cs typeface="Calibri"/>
                        </a:rPr>
                        <a:t>2</a:t>
                      </a:r>
                      <a:endParaRPr sz="2400">
                        <a:latin typeface="Calibri"/>
                        <a:cs typeface="Calibri"/>
                      </a:endParaRPr>
                    </a:p>
                  </a:txBody>
                  <a:tcPr marL="0" marR="0" marT="48260" marB="0">
                    <a:lnT w="12700">
                      <a:solidFill>
                        <a:srgbClr val="000000"/>
                      </a:solidFill>
                      <a:prstDash val="solid"/>
                    </a:lnT>
                  </a:tcPr>
                </a:tc>
                <a:tc>
                  <a:txBody>
                    <a:bodyPr/>
                    <a:lstStyle/>
                    <a:p>
                      <a:pPr marR="259079" algn="r">
                        <a:lnSpc>
                          <a:spcPts val="2150"/>
                        </a:lnSpc>
                        <a:spcBef>
                          <a:spcPts val="285"/>
                        </a:spcBef>
                      </a:pPr>
                      <a:r>
                        <a:rPr sz="2400" b="1" spc="-50" dirty="0">
                          <a:latin typeface="Calibri"/>
                          <a:cs typeface="Calibri"/>
                        </a:rPr>
                        <a:t>3</a:t>
                      </a:r>
                      <a:endParaRPr sz="2400">
                        <a:latin typeface="Calibri"/>
                        <a:cs typeface="Calibri"/>
                      </a:endParaRPr>
                    </a:p>
                  </a:txBody>
                  <a:tcPr marL="0" marR="0" marT="48260" marB="0">
                    <a:lnT w="12700">
                      <a:solidFill>
                        <a:srgbClr val="000000"/>
                      </a:solidFill>
                      <a:prstDash val="solid"/>
                    </a:lnT>
                  </a:tcPr>
                </a:tc>
                <a:tc>
                  <a:txBody>
                    <a:bodyPr/>
                    <a:lstStyle/>
                    <a:p>
                      <a:pPr marL="72390" algn="ctr">
                        <a:lnSpc>
                          <a:spcPts val="2150"/>
                        </a:lnSpc>
                        <a:spcBef>
                          <a:spcPts val="285"/>
                        </a:spcBef>
                      </a:pPr>
                      <a:r>
                        <a:rPr sz="2400" b="1" spc="-50" dirty="0">
                          <a:latin typeface="Calibri"/>
                          <a:cs typeface="Calibri"/>
                        </a:rPr>
                        <a:t>4</a:t>
                      </a:r>
                      <a:endParaRPr sz="2400">
                        <a:latin typeface="Calibri"/>
                        <a:cs typeface="Calibri"/>
                      </a:endParaRPr>
                    </a:p>
                  </a:txBody>
                  <a:tcPr marL="0" marR="0" marT="48260" marB="0">
                    <a:lnT w="12700">
                      <a:solidFill>
                        <a:srgbClr val="000000"/>
                      </a:solidFill>
                      <a:prstDash val="solid"/>
                    </a:lnT>
                  </a:tcPr>
                </a:tc>
                <a:extLst>
                  <a:ext uri="{0D108BD9-81ED-4DB2-BD59-A6C34878D82A}">
                    <a16:rowId xmlns:a16="http://schemas.microsoft.com/office/drawing/2014/main" val="10002"/>
                  </a:ext>
                </a:extLst>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710267" y="420433"/>
            <a:ext cx="1151467" cy="1049867"/>
            <a:chOff x="1282700" y="315325"/>
            <a:chExt cx="863600" cy="787400"/>
          </a:xfrm>
        </p:grpSpPr>
        <p:sp>
          <p:nvSpPr>
            <p:cNvPr id="3" name="object 3"/>
            <p:cNvSpPr/>
            <p:nvPr/>
          </p:nvSpPr>
          <p:spPr>
            <a:xfrm>
              <a:off x="1295400" y="328025"/>
              <a:ext cx="838200" cy="762000"/>
            </a:xfrm>
            <a:custGeom>
              <a:avLst/>
              <a:gdLst/>
              <a:ahLst/>
              <a:cxnLst/>
              <a:rect l="l" t="t" r="r" b="b"/>
              <a:pathLst>
                <a:path w="838200" h="762000">
                  <a:moveTo>
                    <a:pt x="419099" y="0"/>
                  </a:moveTo>
                  <a:lnTo>
                    <a:pt x="370214" y="2563"/>
                  </a:lnTo>
                  <a:lnTo>
                    <a:pt x="322987" y="10061"/>
                  </a:lnTo>
                  <a:lnTo>
                    <a:pt x="277733" y="22210"/>
                  </a:lnTo>
                  <a:lnTo>
                    <a:pt x="234766" y="38722"/>
                  </a:lnTo>
                  <a:lnTo>
                    <a:pt x="194401" y="59313"/>
                  </a:lnTo>
                  <a:lnTo>
                    <a:pt x="156951" y="83697"/>
                  </a:lnTo>
                  <a:lnTo>
                    <a:pt x="122731" y="111587"/>
                  </a:lnTo>
                  <a:lnTo>
                    <a:pt x="92054" y="142698"/>
                  </a:lnTo>
                  <a:lnTo>
                    <a:pt x="65235" y="176744"/>
                  </a:lnTo>
                  <a:lnTo>
                    <a:pt x="42588" y="213439"/>
                  </a:lnTo>
                  <a:lnTo>
                    <a:pt x="24427" y="252499"/>
                  </a:lnTo>
                  <a:lnTo>
                    <a:pt x="11065" y="293635"/>
                  </a:lnTo>
                  <a:lnTo>
                    <a:pt x="2818" y="336564"/>
                  </a:lnTo>
                  <a:lnTo>
                    <a:pt x="0" y="380999"/>
                  </a:lnTo>
                  <a:lnTo>
                    <a:pt x="2818" y="425440"/>
                  </a:lnTo>
                  <a:lnTo>
                    <a:pt x="11065" y="468373"/>
                  </a:lnTo>
                  <a:lnTo>
                    <a:pt x="24427" y="509513"/>
                  </a:lnTo>
                  <a:lnTo>
                    <a:pt x="42588" y="548573"/>
                  </a:lnTo>
                  <a:lnTo>
                    <a:pt x="65235" y="585269"/>
                  </a:lnTo>
                  <a:lnTo>
                    <a:pt x="92054" y="619314"/>
                  </a:lnTo>
                  <a:lnTo>
                    <a:pt x="122731" y="650424"/>
                  </a:lnTo>
                  <a:lnTo>
                    <a:pt x="156951" y="678312"/>
                  </a:lnTo>
                  <a:lnTo>
                    <a:pt x="194401" y="702693"/>
                  </a:lnTo>
                  <a:lnTo>
                    <a:pt x="234766" y="723282"/>
                  </a:lnTo>
                  <a:lnTo>
                    <a:pt x="277733" y="739792"/>
                  </a:lnTo>
                  <a:lnTo>
                    <a:pt x="322987" y="751939"/>
                  </a:lnTo>
                  <a:lnTo>
                    <a:pt x="370214" y="759437"/>
                  </a:lnTo>
                  <a:lnTo>
                    <a:pt x="419099" y="761999"/>
                  </a:lnTo>
                  <a:lnTo>
                    <a:pt x="467985" y="759437"/>
                  </a:lnTo>
                  <a:lnTo>
                    <a:pt x="515212" y="751939"/>
                  </a:lnTo>
                  <a:lnTo>
                    <a:pt x="560466" y="739792"/>
                  </a:lnTo>
                  <a:lnTo>
                    <a:pt x="603433" y="723282"/>
                  </a:lnTo>
                  <a:lnTo>
                    <a:pt x="643798" y="702693"/>
                  </a:lnTo>
                  <a:lnTo>
                    <a:pt x="681248" y="678312"/>
                  </a:lnTo>
                  <a:lnTo>
                    <a:pt x="715468" y="650424"/>
                  </a:lnTo>
                  <a:lnTo>
                    <a:pt x="746145" y="619314"/>
                  </a:lnTo>
                  <a:lnTo>
                    <a:pt x="772964" y="585269"/>
                  </a:lnTo>
                  <a:lnTo>
                    <a:pt x="795611" y="548573"/>
                  </a:lnTo>
                  <a:lnTo>
                    <a:pt x="813772" y="509513"/>
                  </a:lnTo>
                  <a:lnTo>
                    <a:pt x="827134" y="468373"/>
                  </a:lnTo>
                  <a:lnTo>
                    <a:pt x="835381" y="425440"/>
                  </a:lnTo>
                  <a:lnTo>
                    <a:pt x="838199" y="380999"/>
                  </a:lnTo>
                  <a:lnTo>
                    <a:pt x="835381" y="336564"/>
                  </a:lnTo>
                  <a:lnTo>
                    <a:pt x="827134" y="293635"/>
                  </a:lnTo>
                  <a:lnTo>
                    <a:pt x="813772" y="252499"/>
                  </a:lnTo>
                  <a:lnTo>
                    <a:pt x="795611" y="213439"/>
                  </a:lnTo>
                  <a:lnTo>
                    <a:pt x="772964" y="176744"/>
                  </a:lnTo>
                  <a:lnTo>
                    <a:pt x="746145" y="142698"/>
                  </a:lnTo>
                  <a:lnTo>
                    <a:pt x="715468" y="111587"/>
                  </a:lnTo>
                  <a:lnTo>
                    <a:pt x="681248" y="83697"/>
                  </a:lnTo>
                  <a:lnTo>
                    <a:pt x="643798" y="59313"/>
                  </a:lnTo>
                  <a:lnTo>
                    <a:pt x="603433" y="38722"/>
                  </a:lnTo>
                  <a:lnTo>
                    <a:pt x="560466" y="22210"/>
                  </a:lnTo>
                  <a:lnTo>
                    <a:pt x="515212" y="10061"/>
                  </a:lnTo>
                  <a:lnTo>
                    <a:pt x="467985" y="2563"/>
                  </a:lnTo>
                  <a:lnTo>
                    <a:pt x="419099" y="0"/>
                  </a:lnTo>
                  <a:close/>
                </a:path>
              </a:pathLst>
            </a:custGeom>
            <a:solidFill>
              <a:srgbClr val="FFC000"/>
            </a:solidFill>
          </p:spPr>
          <p:txBody>
            <a:bodyPr wrap="square" lIns="0" tIns="0" rIns="0" bIns="0" rtlCol="0"/>
            <a:lstStyle/>
            <a:p>
              <a:endParaRPr sz="2400"/>
            </a:p>
          </p:txBody>
        </p:sp>
        <p:sp>
          <p:nvSpPr>
            <p:cNvPr id="4" name="object 4"/>
            <p:cNvSpPr/>
            <p:nvPr/>
          </p:nvSpPr>
          <p:spPr>
            <a:xfrm>
              <a:off x="1295400" y="328025"/>
              <a:ext cx="838200" cy="762000"/>
            </a:xfrm>
            <a:custGeom>
              <a:avLst/>
              <a:gdLst/>
              <a:ahLst/>
              <a:cxnLst/>
              <a:rect l="l" t="t" r="r" b="b"/>
              <a:pathLst>
                <a:path w="838200" h="762000">
                  <a:moveTo>
                    <a:pt x="0" y="380999"/>
                  </a:moveTo>
                  <a:lnTo>
                    <a:pt x="2818" y="336564"/>
                  </a:lnTo>
                  <a:lnTo>
                    <a:pt x="11065" y="293635"/>
                  </a:lnTo>
                  <a:lnTo>
                    <a:pt x="24427" y="252499"/>
                  </a:lnTo>
                  <a:lnTo>
                    <a:pt x="42588" y="213439"/>
                  </a:lnTo>
                  <a:lnTo>
                    <a:pt x="65235" y="176744"/>
                  </a:lnTo>
                  <a:lnTo>
                    <a:pt x="92054" y="142698"/>
                  </a:lnTo>
                  <a:lnTo>
                    <a:pt x="122731" y="111587"/>
                  </a:lnTo>
                  <a:lnTo>
                    <a:pt x="156951" y="83697"/>
                  </a:lnTo>
                  <a:lnTo>
                    <a:pt x="194401" y="59313"/>
                  </a:lnTo>
                  <a:lnTo>
                    <a:pt x="234766" y="38722"/>
                  </a:lnTo>
                  <a:lnTo>
                    <a:pt x="277733" y="22210"/>
                  </a:lnTo>
                  <a:lnTo>
                    <a:pt x="322987" y="10061"/>
                  </a:lnTo>
                  <a:lnTo>
                    <a:pt x="370214" y="2563"/>
                  </a:lnTo>
                  <a:lnTo>
                    <a:pt x="419099" y="0"/>
                  </a:lnTo>
                  <a:lnTo>
                    <a:pt x="467985" y="2563"/>
                  </a:lnTo>
                  <a:lnTo>
                    <a:pt x="515212" y="10061"/>
                  </a:lnTo>
                  <a:lnTo>
                    <a:pt x="560466" y="22210"/>
                  </a:lnTo>
                  <a:lnTo>
                    <a:pt x="603433" y="38722"/>
                  </a:lnTo>
                  <a:lnTo>
                    <a:pt x="643798" y="59313"/>
                  </a:lnTo>
                  <a:lnTo>
                    <a:pt x="681248" y="83697"/>
                  </a:lnTo>
                  <a:lnTo>
                    <a:pt x="715468" y="111587"/>
                  </a:lnTo>
                  <a:lnTo>
                    <a:pt x="746145" y="142698"/>
                  </a:lnTo>
                  <a:lnTo>
                    <a:pt x="772964" y="176744"/>
                  </a:lnTo>
                  <a:lnTo>
                    <a:pt x="795611" y="213439"/>
                  </a:lnTo>
                  <a:lnTo>
                    <a:pt x="813772" y="252499"/>
                  </a:lnTo>
                  <a:lnTo>
                    <a:pt x="827134" y="293635"/>
                  </a:lnTo>
                  <a:lnTo>
                    <a:pt x="835381" y="336564"/>
                  </a:lnTo>
                  <a:lnTo>
                    <a:pt x="838199" y="380999"/>
                  </a:lnTo>
                  <a:lnTo>
                    <a:pt x="835381" y="425440"/>
                  </a:lnTo>
                  <a:lnTo>
                    <a:pt x="827134" y="468373"/>
                  </a:lnTo>
                  <a:lnTo>
                    <a:pt x="813772" y="509513"/>
                  </a:lnTo>
                  <a:lnTo>
                    <a:pt x="795611" y="548573"/>
                  </a:lnTo>
                  <a:lnTo>
                    <a:pt x="772964" y="585269"/>
                  </a:lnTo>
                  <a:lnTo>
                    <a:pt x="746145" y="619314"/>
                  </a:lnTo>
                  <a:lnTo>
                    <a:pt x="715468" y="650424"/>
                  </a:lnTo>
                  <a:lnTo>
                    <a:pt x="681248" y="678312"/>
                  </a:lnTo>
                  <a:lnTo>
                    <a:pt x="643798" y="702693"/>
                  </a:lnTo>
                  <a:lnTo>
                    <a:pt x="603433" y="723282"/>
                  </a:lnTo>
                  <a:lnTo>
                    <a:pt x="560466" y="739792"/>
                  </a:lnTo>
                  <a:lnTo>
                    <a:pt x="515212" y="751939"/>
                  </a:lnTo>
                  <a:lnTo>
                    <a:pt x="467985" y="759437"/>
                  </a:lnTo>
                  <a:lnTo>
                    <a:pt x="419099" y="761999"/>
                  </a:lnTo>
                  <a:lnTo>
                    <a:pt x="370214" y="759437"/>
                  </a:lnTo>
                  <a:lnTo>
                    <a:pt x="322987" y="751939"/>
                  </a:lnTo>
                  <a:lnTo>
                    <a:pt x="277733" y="739792"/>
                  </a:lnTo>
                  <a:lnTo>
                    <a:pt x="234766" y="723282"/>
                  </a:lnTo>
                  <a:lnTo>
                    <a:pt x="194401" y="702693"/>
                  </a:lnTo>
                  <a:lnTo>
                    <a:pt x="156951" y="678312"/>
                  </a:lnTo>
                  <a:lnTo>
                    <a:pt x="122731" y="650424"/>
                  </a:lnTo>
                  <a:lnTo>
                    <a:pt x="92054" y="619314"/>
                  </a:lnTo>
                  <a:lnTo>
                    <a:pt x="65235" y="585269"/>
                  </a:lnTo>
                  <a:lnTo>
                    <a:pt x="42588" y="548573"/>
                  </a:lnTo>
                  <a:lnTo>
                    <a:pt x="24427" y="509513"/>
                  </a:lnTo>
                  <a:lnTo>
                    <a:pt x="11065" y="468373"/>
                  </a:lnTo>
                  <a:lnTo>
                    <a:pt x="2818" y="425440"/>
                  </a:lnTo>
                  <a:lnTo>
                    <a:pt x="0" y="380999"/>
                  </a:lnTo>
                  <a:close/>
                </a:path>
              </a:pathLst>
            </a:custGeom>
            <a:ln w="25399">
              <a:solidFill>
                <a:srgbClr val="000000"/>
              </a:solidFill>
            </a:ln>
          </p:spPr>
          <p:txBody>
            <a:bodyPr wrap="square" lIns="0" tIns="0" rIns="0" bIns="0" rtlCol="0"/>
            <a:lstStyle/>
            <a:p>
              <a:endParaRPr sz="2400"/>
            </a:p>
          </p:txBody>
        </p:sp>
      </p:grpSp>
      <p:sp>
        <p:nvSpPr>
          <p:cNvPr id="5" name="object 5"/>
          <p:cNvSpPr txBox="1"/>
          <p:nvPr/>
        </p:nvSpPr>
        <p:spPr>
          <a:xfrm>
            <a:off x="2150535" y="619756"/>
            <a:ext cx="272627" cy="586550"/>
          </a:xfrm>
          <a:prstGeom prst="rect">
            <a:avLst/>
          </a:prstGeom>
        </p:spPr>
        <p:txBody>
          <a:bodyPr vert="horz" wrap="square" lIns="0" tIns="22013" rIns="0" bIns="0" rtlCol="0">
            <a:spAutoFit/>
          </a:bodyPr>
          <a:lstStyle/>
          <a:p>
            <a:pPr marL="16933">
              <a:spcBef>
                <a:spcPts val="173"/>
              </a:spcBef>
            </a:pPr>
            <a:r>
              <a:rPr sz="3667" b="1" spc="-67" dirty="0">
                <a:latin typeface="Calibri"/>
                <a:cs typeface="Calibri"/>
              </a:rPr>
              <a:t>1</a:t>
            </a:r>
            <a:endParaRPr sz="3667">
              <a:latin typeface="Calibri"/>
              <a:cs typeface="Calibri"/>
            </a:endParaRPr>
          </a:p>
        </p:txBody>
      </p:sp>
      <p:grpSp>
        <p:nvGrpSpPr>
          <p:cNvPr id="6" name="object 6"/>
          <p:cNvGrpSpPr/>
          <p:nvPr/>
        </p:nvGrpSpPr>
        <p:grpSpPr>
          <a:xfrm>
            <a:off x="767641" y="1944434"/>
            <a:ext cx="1151467" cy="1050713"/>
            <a:chOff x="575731" y="1458325"/>
            <a:chExt cx="863600" cy="788035"/>
          </a:xfrm>
        </p:grpSpPr>
        <p:sp>
          <p:nvSpPr>
            <p:cNvPr id="7" name="object 7"/>
            <p:cNvSpPr/>
            <p:nvPr/>
          </p:nvSpPr>
          <p:spPr>
            <a:xfrm>
              <a:off x="588431" y="1471025"/>
              <a:ext cx="838200" cy="762635"/>
            </a:xfrm>
            <a:custGeom>
              <a:avLst/>
              <a:gdLst/>
              <a:ahLst/>
              <a:cxnLst/>
              <a:rect l="l" t="t" r="r" b="b"/>
              <a:pathLst>
                <a:path w="838200" h="762635">
                  <a:moveTo>
                    <a:pt x="419099" y="0"/>
                  </a:moveTo>
                  <a:lnTo>
                    <a:pt x="370224" y="2563"/>
                  </a:lnTo>
                  <a:lnTo>
                    <a:pt x="323005" y="10061"/>
                  </a:lnTo>
                  <a:lnTo>
                    <a:pt x="277756" y="22210"/>
                  </a:lnTo>
                  <a:lnTo>
                    <a:pt x="234791" y="38722"/>
                  </a:lnTo>
                  <a:lnTo>
                    <a:pt x="194426" y="59313"/>
                  </a:lnTo>
                  <a:lnTo>
                    <a:pt x="156975" y="83697"/>
                  </a:lnTo>
                  <a:lnTo>
                    <a:pt x="122752" y="111587"/>
                  </a:lnTo>
                  <a:lnTo>
                    <a:pt x="92072" y="142698"/>
                  </a:lnTo>
                  <a:lnTo>
                    <a:pt x="65249" y="176744"/>
                  </a:lnTo>
                  <a:lnTo>
                    <a:pt x="42598" y="213439"/>
                  </a:lnTo>
                  <a:lnTo>
                    <a:pt x="24433" y="252499"/>
                  </a:lnTo>
                  <a:lnTo>
                    <a:pt x="11068" y="293635"/>
                  </a:lnTo>
                  <a:lnTo>
                    <a:pt x="2819" y="336564"/>
                  </a:lnTo>
                  <a:lnTo>
                    <a:pt x="0" y="380999"/>
                  </a:lnTo>
                  <a:lnTo>
                    <a:pt x="2819" y="425440"/>
                  </a:lnTo>
                  <a:lnTo>
                    <a:pt x="11068" y="468374"/>
                  </a:lnTo>
                  <a:lnTo>
                    <a:pt x="24433" y="509514"/>
                  </a:lnTo>
                  <a:lnTo>
                    <a:pt x="42598" y="548576"/>
                  </a:lnTo>
                  <a:lnTo>
                    <a:pt x="65249" y="585273"/>
                  </a:lnTo>
                  <a:lnTo>
                    <a:pt x="92072" y="619320"/>
                  </a:lnTo>
                  <a:lnTo>
                    <a:pt x="122752" y="650431"/>
                  </a:lnTo>
                  <a:lnTo>
                    <a:pt x="156975" y="678321"/>
                  </a:lnTo>
                  <a:lnTo>
                    <a:pt x="194426" y="702704"/>
                  </a:lnTo>
                  <a:lnTo>
                    <a:pt x="234791" y="723294"/>
                  </a:lnTo>
                  <a:lnTo>
                    <a:pt x="277756" y="739806"/>
                  </a:lnTo>
                  <a:lnTo>
                    <a:pt x="323005" y="751954"/>
                  </a:lnTo>
                  <a:lnTo>
                    <a:pt x="370224" y="759452"/>
                  </a:lnTo>
                  <a:lnTo>
                    <a:pt x="419099" y="762015"/>
                  </a:lnTo>
                  <a:lnTo>
                    <a:pt x="467976" y="759452"/>
                  </a:lnTo>
                  <a:lnTo>
                    <a:pt x="515195" y="751954"/>
                  </a:lnTo>
                  <a:lnTo>
                    <a:pt x="560443" y="739806"/>
                  </a:lnTo>
                  <a:lnTo>
                    <a:pt x="603404" y="723294"/>
                  </a:lnTo>
                  <a:lnTo>
                    <a:pt x="643766" y="702704"/>
                  </a:lnTo>
                  <a:lnTo>
                    <a:pt x="681213" y="678321"/>
                  </a:lnTo>
                  <a:lnTo>
                    <a:pt x="715432" y="650431"/>
                  </a:lnTo>
                  <a:lnTo>
                    <a:pt x="746108" y="619320"/>
                  </a:lnTo>
                  <a:lnTo>
                    <a:pt x="772926" y="585273"/>
                  </a:lnTo>
                  <a:lnTo>
                    <a:pt x="795573" y="548576"/>
                  </a:lnTo>
                  <a:lnTo>
                    <a:pt x="813735" y="509514"/>
                  </a:lnTo>
                  <a:lnTo>
                    <a:pt x="827096" y="468374"/>
                  </a:lnTo>
                  <a:lnTo>
                    <a:pt x="835344" y="425440"/>
                  </a:lnTo>
                  <a:lnTo>
                    <a:pt x="838163" y="380999"/>
                  </a:lnTo>
                  <a:lnTo>
                    <a:pt x="835344" y="336564"/>
                  </a:lnTo>
                  <a:lnTo>
                    <a:pt x="827096" y="293635"/>
                  </a:lnTo>
                  <a:lnTo>
                    <a:pt x="813735" y="252499"/>
                  </a:lnTo>
                  <a:lnTo>
                    <a:pt x="795573" y="213439"/>
                  </a:lnTo>
                  <a:lnTo>
                    <a:pt x="772926" y="176744"/>
                  </a:lnTo>
                  <a:lnTo>
                    <a:pt x="746108" y="142698"/>
                  </a:lnTo>
                  <a:lnTo>
                    <a:pt x="715432" y="111587"/>
                  </a:lnTo>
                  <a:lnTo>
                    <a:pt x="681213" y="83697"/>
                  </a:lnTo>
                  <a:lnTo>
                    <a:pt x="643766" y="59313"/>
                  </a:lnTo>
                  <a:lnTo>
                    <a:pt x="603404" y="38722"/>
                  </a:lnTo>
                  <a:lnTo>
                    <a:pt x="560443" y="22210"/>
                  </a:lnTo>
                  <a:lnTo>
                    <a:pt x="515195" y="10061"/>
                  </a:lnTo>
                  <a:lnTo>
                    <a:pt x="467976" y="2563"/>
                  </a:lnTo>
                  <a:lnTo>
                    <a:pt x="419099" y="0"/>
                  </a:lnTo>
                  <a:close/>
                </a:path>
              </a:pathLst>
            </a:custGeom>
            <a:solidFill>
              <a:srgbClr val="FFC000"/>
            </a:solidFill>
          </p:spPr>
          <p:txBody>
            <a:bodyPr wrap="square" lIns="0" tIns="0" rIns="0" bIns="0" rtlCol="0"/>
            <a:lstStyle/>
            <a:p>
              <a:endParaRPr sz="2400"/>
            </a:p>
          </p:txBody>
        </p:sp>
        <p:sp>
          <p:nvSpPr>
            <p:cNvPr id="8" name="object 8"/>
            <p:cNvSpPr/>
            <p:nvPr/>
          </p:nvSpPr>
          <p:spPr>
            <a:xfrm>
              <a:off x="588431" y="1471025"/>
              <a:ext cx="838200" cy="762635"/>
            </a:xfrm>
            <a:custGeom>
              <a:avLst/>
              <a:gdLst/>
              <a:ahLst/>
              <a:cxnLst/>
              <a:rect l="l" t="t" r="r" b="b"/>
              <a:pathLst>
                <a:path w="838200" h="762635">
                  <a:moveTo>
                    <a:pt x="0" y="380999"/>
                  </a:moveTo>
                  <a:lnTo>
                    <a:pt x="2819" y="336564"/>
                  </a:lnTo>
                  <a:lnTo>
                    <a:pt x="11068" y="293635"/>
                  </a:lnTo>
                  <a:lnTo>
                    <a:pt x="24433" y="252499"/>
                  </a:lnTo>
                  <a:lnTo>
                    <a:pt x="42598" y="213439"/>
                  </a:lnTo>
                  <a:lnTo>
                    <a:pt x="65249" y="176744"/>
                  </a:lnTo>
                  <a:lnTo>
                    <a:pt x="92072" y="142698"/>
                  </a:lnTo>
                  <a:lnTo>
                    <a:pt x="122752" y="111587"/>
                  </a:lnTo>
                  <a:lnTo>
                    <a:pt x="156975" y="83697"/>
                  </a:lnTo>
                  <a:lnTo>
                    <a:pt x="194426" y="59313"/>
                  </a:lnTo>
                  <a:lnTo>
                    <a:pt x="234791" y="38722"/>
                  </a:lnTo>
                  <a:lnTo>
                    <a:pt x="277756" y="22210"/>
                  </a:lnTo>
                  <a:lnTo>
                    <a:pt x="323005" y="10061"/>
                  </a:lnTo>
                  <a:lnTo>
                    <a:pt x="370224" y="2563"/>
                  </a:lnTo>
                  <a:lnTo>
                    <a:pt x="419099" y="0"/>
                  </a:lnTo>
                  <a:lnTo>
                    <a:pt x="467976" y="2563"/>
                  </a:lnTo>
                  <a:lnTo>
                    <a:pt x="515195" y="10061"/>
                  </a:lnTo>
                  <a:lnTo>
                    <a:pt x="560443" y="22210"/>
                  </a:lnTo>
                  <a:lnTo>
                    <a:pt x="603404" y="38722"/>
                  </a:lnTo>
                  <a:lnTo>
                    <a:pt x="643766" y="59313"/>
                  </a:lnTo>
                  <a:lnTo>
                    <a:pt x="681213" y="83697"/>
                  </a:lnTo>
                  <a:lnTo>
                    <a:pt x="715432" y="111587"/>
                  </a:lnTo>
                  <a:lnTo>
                    <a:pt x="746108" y="142698"/>
                  </a:lnTo>
                  <a:lnTo>
                    <a:pt x="772926" y="176744"/>
                  </a:lnTo>
                  <a:lnTo>
                    <a:pt x="795573" y="213439"/>
                  </a:lnTo>
                  <a:lnTo>
                    <a:pt x="813735" y="252499"/>
                  </a:lnTo>
                  <a:lnTo>
                    <a:pt x="827096" y="293635"/>
                  </a:lnTo>
                  <a:lnTo>
                    <a:pt x="835344" y="336564"/>
                  </a:lnTo>
                  <a:lnTo>
                    <a:pt x="838163" y="380999"/>
                  </a:lnTo>
                  <a:lnTo>
                    <a:pt x="835344" y="425440"/>
                  </a:lnTo>
                  <a:lnTo>
                    <a:pt x="827096" y="468374"/>
                  </a:lnTo>
                  <a:lnTo>
                    <a:pt x="813735" y="509514"/>
                  </a:lnTo>
                  <a:lnTo>
                    <a:pt x="795573" y="548576"/>
                  </a:lnTo>
                  <a:lnTo>
                    <a:pt x="772926" y="585273"/>
                  </a:lnTo>
                  <a:lnTo>
                    <a:pt x="746108" y="619320"/>
                  </a:lnTo>
                  <a:lnTo>
                    <a:pt x="715432" y="650431"/>
                  </a:lnTo>
                  <a:lnTo>
                    <a:pt x="681213" y="678321"/>
                  </a:lnTo>
                  <a:lnTo>
                    <a:pt x="643766" y="702704"/>
                  </a:lnTo>
                  <a:lnTo>
                    <a:pt x="603404" y="723294"/>
                  </a:lnTo>
                  <a:lnTo>
                    <a:pt x="560443" y="739806"/>
                  </a:lnTo>
                  <a:lnTo>
                    <a:pt x="515195" y="751954"/>
                  </a:lnTo>
                  <a:lnTo>
                    <a:pt x="467976" y="759452"/>
                  </a:lnTo>
                  <a:lnTo>
                    <a:pt x="419099" y="762015"/>
                  </a:lnTo>
                  <a:lnTo>
                    <a:pt x="370224" y="759452"/>
                  </a:lnTo>
                  <a:lnTo>
                    <a:pt x="323005" y="751954"/>
                  </a:lnTo>
                  <a:lnTo>
                    <a:pt x="277756" y="739806"/>
                  </a:lnTo>
                  <a:lnTo>
                    <a:pt x="234791" y="723294"/>
                  </a:lnTo>
                  <a:lnTo>
                    <a:pt x="194426" y="702704"/>
                  </a:lnTo>
                  <a:lnTo>
                    <a:pt x="156975" y="678321"/>
                  </a:lnTo>
                  <a:lnTo>
                    <a:pt x="122752" y="650431"/>
                  </a:lnTo>
                  <a:lnTo>
                    <a:pt x="92072" y="619320"/>
                  </a:lnTo>
                  <a:lnTo>
                    <a:pt x="65249" y="585273"/>
                  </a:lnTo>
                  <a:lnTo>
                    <a:pt x="42598" y="548576"/>
                  </a:lnTo>
                  <a:lnTo>
                    <a:pt x="24433" y="509514"/>
                  </a:lnTo>
                  <a:lnTo>
                    <a:pt x="11068" y="468374"/>
                  </a:lnTo>
                  <a:lnTo>
                    <a:pt x="2819" y="425440"/>
                  </a:lnTo>
                  <a:lnTo>
                    <a:pt x="0" y="380999"/>
                  </a:lnTo>
                  <a:close/>
                </a:path>
              </a:pathLst>
            </a:custGeom>
            <a:ln w="25399">
              <a:solidFill>
                <a:srgbClr val="000000"/>
              </a:solidFill>
            </a:ln>
          </p:spPr>
          <p:txBody>
            <a:bodyPr wrap="square" lIns="0" tIns="0" rIns="0" bIns="0" rtlCol="0"/>
            <a:lstStyle/>
            <a:p>
              <a:endParaRPr sz="2400"/>
            </a:p>
          </p:txBody>
        </p:sp>
      </p:grpSp>
      <p:sp>
        <p:nvSpPr>
          <p:cNvPr id="9" name="object 9"/>
          <p:cNvSpPr txBox="1"/>
          <p:nvPr/>
        </p:nvSpPr>
        <p:spPr>
          <a:xfrm>
            <a:off x="1206919" y="2146636"/>
            <a:ext cx="272627" cy="586550"/>
          </a:xfrm>
          <a:prstGeom prst="rect">
            <a:avLst/>
          </a:prstGeom>
        </p:spPr>
        <p:txBody>
          <a:bodyPr vert="horz" wrap="square" lIns="0" tIns="22013" rIns="0" bIns="0" rtlCol="0">
            <a:spAutoFit/>
          </a:bodyPr>
          <a:lstStyle/>
          <a:p>
            <a:pPr marL="16933">
              <a:spcBef>
                <a:spcPts val="173"/>
              </a:spcBef>
            </a:pPr>
            <a:r>
              <a:rPr sz="3667" b="1" spc="-67" dirty="0">
                <a:latin typeface="Calibri"/>
                <a:cs typeface="Calibri"/>
              </a:rPr>
              <a:t>4</a:t>
            </a:r>
            <a:endParaRPr sz="3667">
              <a:latin typeface="Calibri"/>
              <a:cs typeface="Calibri"/>
            </a:endParaRPr>
          </a:p>
        </p:txBody>
      </p:sp>
      <p:grpSp>
        <p:nvGrpSpPr>
          <p:cNvPr id="10" name="object 10"/>
          <p:cNvGrpSpPr/>
          <p:nvPr/>
        </p:nvGrpSpPr>
        <p:grpSpPr>
          <a:xfrm>
            <a:off x="2827867" y="1949189"/>
            <a:ext cx="1151467" cy="1050713"/>
            <a:chOff x="2120900" y="1461891"/>
            <a:chExt cx="863600" cy="788035"/>
          </a:xfrm>
        </p:grpSpPr>
        <p:sp>
          <p:nvSpPr>
            <p:cNvPr id="11" name="object 11"/>
            <p:cNvSpPr/>
            <p:nvPr/>
          </p:nvSpPr>
          <p:spPr>
            <a:xfrm>
              <a:off x="2133600" y="1474591"/>
              <a:ext cx="838200" cy="762635"/>
            </a:xfrm>
            <a:custGeom>
              <a:avLst/>
              <a:gdLst/>
              <a:ahLst/>
              <a:cxnLst/>
              <a:rect l="l" t="t" r="r" b="b"/>
              <a:pathLst>
                <a:path w="838200" h="762635">
                  <a:moveTo>
                    <a:pt x="419099" y="0"/>
                  </a:moveTo>
                  <a:lnTo>
                    <a:pt x="370214" y="2563"/>
                  </a:lnTo>
                  <a:lnTo>
                    <a:pt x="322987" y="10061"/>
                  </a:lnTo>
                  <a:lnTo>
                    <a:pt x="277733" y="22210"/>
                  </a:lnTo>
                  <a:lnTo>
                    <a:pt x="234766" y="38722"/>
                  </a:lnTo>
                  <a:lnTo>
                    <a:pt x="194401" y="59313"/>
                  </a:lnTo>
                  <a:lnTo>
                    <a:pt x="156951" y="83697"/>
                  </a:lnTo>
                  <a:lnTo>
                    <a:pt x="122731" y="111587"/>
                  </a:lnTo>
                  <a:lnTo>
                    <a:pt x="92054" y="142698"/>
                  </a:lnTo>
                  <a:lnTo>
                    <a:pt x="65235" y="176744"/>
                  </a:lnTo>
                  <a:lnTo>
                    <a:pt x="42588" y="213439"/>
                  </a:lnTo>
                  <a:lnTo>
                    <a:pt x="24427" y="252499"/>
                  </a:lnTo>
                  <a:lnTo>
                    <a:pt x="11065" y="293635"/>
                  </a:lnTo>
                  <a:lnTo>
                    <a:pt x="2818" y="336564"/>
                  </a:lnTo>
                  <a:lnTo>
                    <a:pt x="0" y="380999"/>
                  </a:lnTo>
                  <a:lnTo>
                    <a:pt x="2818" y="425435"/>
                  </a:lnTo>
                  <a:lnTo>
                    <a:pt x="11065" y="468364"/>
                  </a:lnTo>
                  <a:lnTo>
                    <a:pt x="24427" y="509501"/>
                  </a:lnTo>
                  <a:lnTo>
                    <a:pt x="42588" y="548561"/>
                  </a:lnTo>
                  <a:lnTo>
                    <a:pt x="65235" y="585258"/>
                  </a:lnTo>
                  <a:lnTo>
                    <a:pt x="92054" y="619305"/>
                  </a:lnTo>
                  <a:lnTo>
                    <a:pt x="122731" y="650417"/>
                  </a:lnTo>
                  <a:lnTo>
                    <a:pt x="156951" y="678308"/>
                  </a:lnTo>
                  <a:lnTo>
                    <a:pt x="194401" y="702692"/>
                  </a:lnTo>
                  <a:lnTo>
                    <a:pt x="234766" y="723284"/>
                  </a:lnTo>
                  <a:lnTo>
                    <a:pt x="277733" y="739797"/>
                  </a:lnTo>
                  <a:lnTo>
                    <a:pt x="322987" y="751946"/>
                  </a:lnTo>
                  <a:lnTo>
                    <a:pt x="370214" y="759445"/>
                  </a:lnTo>
                  <a:lnTo>
                    <a:pt x="419099" y="762009"/>
                  </a:lnTo>
                  <a:lnTo>
                    <a:pt x="467985" y="759445"/>
                  </a:lnTo>
                  <a:lnTo>
                    <a:pt x="515212" y="751946"/>
                  </a:lnTo>
                  <a:lnTo>
                    <a:pt x="560466" y="739797"/>
                  </a:lnTo>
                  <a:lnTo>
                    <a:pt x="603433" y="723284"/>
                  </a:lnTo>
                  <a:lnTo>
                    <a:pt x="643798" y="702692"/>
                  </a:lnTo>
                  <a:lnTo>
                    <a:pt x="681248" y="678308"/>
                  </a:lnTo>
                  <a:lnTo>
                    <a:pt x="715468" y="650417"/>
                  </a:lnTo>
                  <a:lnTo>
                    <a:pt x="746145" y="619305"/>
                  </a:lnTo>
                  <a:lnTo>
                    <a:pt x="772964" y="585258"/>
                  </a:lnTo>
                  <a:lnTo>
                    <a:pt x="795611" y="548561"/>
                  </a:lnTo>
                  <a:lnTo>
                    <a:pt x="813772" y="509501"/>
                  </a:lnTo>
                  <a:lnTo>
                    <a:pt x="827134" y="468364"/>
                  </a:lnTo>
                  <a:lnTo>
                    <a:pt x="835381" y="425435"/>
                  </a:lnTo>
                  <a:lnTo>
                    <a:pt x="838199" y="380999"/>
                  </a:lnTo>
                  <a:lnTo>
                    <a:pt x="835381" y="336564"/>
                  </a:lnTo>
                  <a:lnTo>
                    <a:pt x="827134" y="293635"/>
                  </a:lnTo>
                  <a:lnTo>
                    <a:pt x="813772" y="252499"/>
                  </a:lnTo>
                  <a:lnTo>
                    <a:pt x="795611" y="213439"/>
                  </a:lnTo>
                  <a:lnTo>
                    <a:pt x="772964" y="176744"/>
                  </a:lnTo>
                  <a:lnTo>
                    <a:pt x="746145" y="142698"/>
                  </a:lnTo>
                  <a:lnTo>
                    <a:pt x="715468" y="111587"/>
                  </a:lnTo>
                  <a:lnTo>
                    <a:pt x="681248" y="83697"/>
                  </a:lnTo>
                  <a:lnTo>
                    <a:pt x="643798" y="59313"/>
                  </a:lnTo>
                  <a:lnTo>
                    <a:pt x="603433" y="38722"/>
                  </a:lnTo>
                  <a:lnTo>
                    <a:pt x="560466" y="22210"/>
                  </a:lnTo>
                  <a:lnTo>
                    <a:pt x="515212" y="10061"/>
                  </a:lnTo>
                  <a:lnTo>
                    <a:pt x="467985" y="2563"/>
                  </a:lnTo>
                  <a:lnTo>
                    <a:pt x="419099" y="0"/>
                  </a:lnTo>
                  <a:close/>
                </a:path>
              </a:pathLst>
            </a:custGeom>
            <a:solidFill>
              <a:srgbClr val="FFC000"/>
            </a:solidFill>
          </p:spPr>
          <p:txBody>
            <a:bodyPr wrap="square" lIns="0" tIns="0" rIns="0" bIns="0" rtlCol="0"/>
            <a:lstStyle/>
            <a:p>
              <a:endParaRPr sz="2400"/>
            </a:p>
          </p:txBody>
        </p:sp>
        <p:sp>
          <p:nvSpPr>
            <p:cNvPr id="12" name="object 12"/>
            <p:cNvSpPr/>
            <p:nvPr/>
          </p:nvSpPr>
          <p:spPr>
            <a:xfrm>
              <a:off x="2133600" y="1474591"/>
              <a:ext cx="838200" cy="762635"/>
            </a:xfrm>
            <a:custGeom>
              <a:avLst/>
              <a:gdLst/>
              <a:ahLst/>
              <a:cxnLst/>
              <a:rect l="l" t="t" r="r" b="b"/>
              <a:pathLst>
                <a:path w="838200" h="762635">
                  <a:moveTo>
                    <a:pt x="0" y="380999"/>
                  </a:moveTo>
                  <a:lnTo>
                    <a:pt x="2818" y="336564"/>
                  </a:lnTo>
                  <a:lnTo>
                    <a:pt x="11065" y="293635"/>
                  </a:lnTo>
                  <a:lnTo>
                    <a:pt x="24427" y="252499"/>
                  </a:lnTo>
                  <a:lnTo>
                    <a:pt x="42588" y="213439"/>
                  </a:lnTo>
                  <a:lnTo>
                    <a:pt x="65235" y="176744"/>
                  </a:lnTo>
                  <a:lnTo>
                    <a:pt x="92054" y="142698"/>
                  </a:lnTo>
                  <a:lnTo>
                    <a:pt x="122731" y="111587"/>
                  </a:lnTo>
                  <a:lnTo>
                    <a:pt x="156951" y="83697"/>
                  </a:lnTo>
                  <a:lnTo>
                    <a:pt x="194401" y="59313"/>
                  </a:lnTo>
                  <a:lnTo>
                    <a:pt x="234766" y="38722"/>
                  </a:lnTo>
                  <a:lnTo>
                    <a:pt x="277733" y="22210"/>
                  </a:lnTo>
                  <a:lnTo>
                    <a:pt x="322987" y="10061"/>
                  </a:lnTo>
                  <a:lnTo>
                    <a:pt x="370214" y="2563"/>
                  </a:lnTo>
                  <a:lnTo>
                    <a:pt x="419099" y="0"/>
                  </a:lnTo>
                  <a:lnTo>
                    <a:pt x="467985" y="2563"/>
                  </a:lnTo>
                  <a:lnTo>
                    <a:pt x="515212" y="10061"/>
                  </a:lnTo>
                  <a:lnTo>
                    <a:pt x="560466" y="22210"/>
                  </a:lnTo>
                  <a:lnTo>
                    <a:pt x="603433" y="38722"/>
                  </a:lnTo>
                  <a:lnTo>
                    <a:pt x="643798" y="59313"/>
                  </a:lnTo>
                  <a:lnTo>
                    <a:pt x="681248" y="83697"/>
                  </a:lnTo>
                  <a:lnTo>
                    <a:pt x="715468" y="111587"/>
                  </a:lnTo>
                  <a:lnTo>
                    <a:pt x="746145" y="142698"/>
                  </a:lnTo>
                  <a:lnTo>
                    <a:pt x="772964" y="176744"/>
                  </a:lnTo>
                  <a:lnTo>
                    <a:pt x="795611" y="213439"/>
                  </a:lnTo>
                  <a:lnTo>
                    <a:pt x="813772" y="252499"/>
                  </a:lnTo>
                  <a:lnTo>
                    <a:pt x="827134" y="293635"/>
                  </a:lnTo>
                  <a:lnTo>
                    <a:pt x="835381" y="336564"/>
                  </a:lnTo>
                  <a:lnTo>
                    <a:pt x="838199" y="380999"/>
                  </a:lnTo>
                  <a:lnTo>
                    <a:pt x="835381" y="425435"/>
                  </a:lnTo>
                  <a:lnTo>
                    <a:pt x="827134" y="468364"/>
                  </a:lnTo>
                  <a:lnTo>
                    <a:pt x="813772" y="509501"/>
                  </a:lnTo>
                  <a:lnTo>
                    <a:pt x="795611" y="548561"/>
                  </a:lnTo>
                  <a:lnTo>
                    <a:pt x="772964" y="585258"/>
                  </a:lnTo>
                  <a:lnTo>
                    <a:pt x="746145" y="619305"/>
                  </a:lnTo>
                  <a:lnTo>
                    <a:pt x="715468" y="650417"/>
                  </a:lnTo>
                  <a:lnTo>
                    <a:pt x="681248" y="678308"/>
                  </a:lnTo>
                  <a:lnTo>
                    <a:pt x="643798" y="702692"/>
                  </a:lnTo>
                  <a:lnTo>
                    <a:pt x="603433" y="723284"/>
                  </a:lnTo>
                  <a:lnTo>
                    <a:pt x="560466" y="739797"/>
                  </a:lnTo>
                  <a:lnTo>
                    <a:pt x="515212" y="751946"/>
                  </a:lnTo>
                  <a:lnTo>
                    <a:pt x="467985" y="759445"/>
                  </a:lnTo>
                  <a:lnTo>
                    <a:pt x="419099" y="762009"/>
                  </a:lnTo>
                  <a:lnTo>
                    <a:pt x="370214" y="759445"/>
                  </a:lnTo>
                  <a:lnTo>
                    <a:pt x="322987" y="751946"/>
                  </a:lnTo>
                  <a:lnTo>
                    <a:pt x="277733" y="739797"/>
                  </a:lnTo>
                  <a:lnTo>
                    <a:pt x="234766" y="723284"/>
                  </a:lnTo>
                  <a:lnTo>
                    <a:pt x="194401" y="702692"/>
                  </a:lnTo>
                  <a:lnTo>
                    <a:pt x="156951" y="678308"/>
                  </a:lnTo>
                  <a:lnTo>
                    <a:pt x="122731" y="650417"/>
                  </a:lnTo>
                  <a:lnTo>
                    <a:pt x="92054" y="619305"/>
                  </a:lnTo>
                  <a:lnTo>
                    <a:pt x="65235" y="585258"/>
                  </a:lnTo>
                  <a:lnTo>
                    <a:pt x="42588" y="548561"/>
                  </a:lnTo>
                  <a:lnTo>
                    <a:pt x="24427" y="509501"/>
                  </a:lnTo>
                  <a:lnTo>
                    <a:pt x="11065" y="468364"/>
                  </a:lnTo>
                  <a:lnTo>
                    <a:pt x="2818" y="425435"/>
                  </a:lnTo>
                  <a:lnTo>
                    <a:pt x="0" y="380999"/>
                  </a:lnTo>
                  <a:close/>
                </a:path>
              </a:pathLst>
            </a:custGeom>
            <a:ln w="25399">
              <a:solidFill>
                <a:srgbClr val="000000"/>
              </a:solidFill>
            </a:ln>
          </p:spPr>
          <p:txBody>
            <a:bodyPr wrap="square" lIns="0" tIns="0" rIns="0" bIns="0" rtlCol="0"/>
            <a:lstStyle/>
            <a:p>
              <a:endParaRPr sz="2400"/>
            </a:p>
          </p:txBody>
        </p:sp>
      </p:grpSp>
      <p:sp>
        <p:nvSpPr>
          <p:cNvPr id="13" name="object 13"/>
          <p:cNvSpPr txBox="1"/>
          <p:nvPr/>
        </p:nvSpPr>
        <p:spPr>
          <a:xfrm>
            <a:off x="3269489" y="2151377"/>
            <a:ext cx="272627" cy="586550"/>
          </a:xfrm>
          <a:prstGeom prst="rect">
            <a:avLst/>
          </a:prstGeom>
        </p:spPr>
        <p:txBody>
          <a:bodyPr vert="horz" wrap="square" lIns="0" tIns="22013" rIns="0" bIns="0" rtlCol="0">
            <a:spAutoFit/>
          </a:bodyPr>
          <a:lstStyle/>
          <a:p>
            <a:pPr marL="16933">
              <a:spcBef>
                <a:spcPts val="173"/>
              </a:spcBef>
            </a:pPr>
            <a:r>
              <a:rPr sz="3667" b="1" spc="-67" dirty="0">
                <a:latin typeface="Calibri"/>
                <a:cs typeface="Calibri"/>
              </a:rPr>
              <a:t>3</a:t>
            </a:r>
            <a:endParaRPr sz="3667">
              <a:latin typeface="Calibri"/>
              <a:cs typeface="Calibri"/>
            </a:endParaRPr>
          </a:p>
        </p:txBody>
      </p:sp>
      <p:grpSp>
        <p:nvGrpSpPr>
          <p:cNvPr id="17" name="object 17"/>
          <p:cNvGrpSpPr/>
          <p:nvPr/>
        </p:nvGrpSpPr>
        <p:grpSpPr>
          <a:xfrm>
            <a:off x="5497751" y="420433"/>
            <a:ext cx="1151467" cy="1049867"/>
            <a:chOff x="4123313" y="315325"/>
            <a:chExt cx="863600" cy="787400"/>
          </a:xfrm>
        </p:grpSpPr>
        <p:sp>
          <p:nvSpPr>
            <p:cNvPr id="18" name="object 18"/>
            <p:cNvSpPr/>
            <p:nvPr/>
          </p:nvSpPr>
          <p:spPr>
            <a:xfrm>
              <a:off x="4136013" y="328025"/>
              <a:ext cx="838200" cy="762000"/>
            </a:xfrm>
            <a:custGeom>
              <a:avLst/>
              <a:gdLst/>
              <a:ahLst/>
              <a:cxnLst/>
              <a:rect l="l" t="t" r="r" b="b"/>
              <a:pathLst>
                <a:path w="838200" h="762000">
                  <a:moveTo>
                    <a:pt x="419099" y="0"/>
                  </a:moveTo>
                  <a:lnTo>
                    <a:pt x="370212" y="2563"/>
                  </a:lnTo>
                  <a:lnTo>
                    <a:pt x="322984" y="10061"/>
                  </a:lnTo>
                  <a:lnTo>
                    <a:pt x="277729" y="22210"/>
                  </a:lnTo>
                  <a:lnTo>
                    <a:pt x="234762" y="38722"/>
                  </a:lnTo>
                  <a:lnTo>
                    <a:pt x="194397" y="59313"/>
                  </a:lnTo>
                  <a:lnTo>
                    <a:pt x="156947" y="83697"/>
                  </a:lnTo>
                  <a:lnTo>
                    <a:pt x="122727" y="111587"/>
                  </a:lnTo>
                  <a:lnTo>
                    <a:pt x="92051" y="142698"/>
                  </a:lnTo>
                  <a:lnTo>
                    <a:pt x="65233" y="176744"/>
                  </a:lnTo>
                  <a:lnTo>
                    <a:pt x="42586" y="213439"/>
                  </a:lnTo>
                  <a:lnTo>
                    <a:pt x="24426" y="252499"/>
                  </a:lnTo>
                  <a:lnTo>
                    <a:pt x="11065" y="293635"/>
                  </a:lnTo>
                  <a:lnTo>
                    <a:pt x="2818" y="336564"/>
                  </a:lnTo>
                  <a:lnTo>
                    <a:pt x="0" y="380999"/>
                  </a:lnTo>
                  <a:lnTo>
                    <a:pt x="2818" y="425440"/>
                  </a:lnTo>
                  <a:lnTo>
                    <a:pt x="11065" y="468373"/>
                  </a:lnTo>
                  <a:lnTo>
                    <a:pt x="24426" y="509513"/>
                  </a:lnTo>
                  <a:lnTo>
                    <a:pt x="42586" y="548573"/>
                  </a:lnTo>
                  <a:lnTo>
                    <a:pt x="65233" y="585269"/>
                  </a:lnTo>
                  <a:lnTo>
                    <a:pt x="92051" y="619314"/>
                  </a:lnTo>
                  <a:lnTo>
                    <a:pt x="122727" y="650424"/>
                  </a:lnTo>
                  <a:lnTo>
                    <a:pt x="156947" y="678312"/>
                  </a:lnTo>
                  <a:lnTo>
                    <a:pt x="194397" y="702693"/>
                  </a:lnTo>
                  <a:lnTo>
                    <a:pt x="234762" y="723282"/>
                  </a:lnTo>
                  <a:lnTo>
                    <a:pt x="277729" y="739792"/>
                  </a:lnTo>
                  <a:lnTo>
                    <a:pt x="322984" y="751939"/>
                  </a:lnTo>
                  <a:lnTo>
                    <a:pt x="370212" y="759437"/>
                  </a:lnTo>
                  <a:lnTo>
                    <a:pt x="419099" y="761999"/>
                  </a:lnTo>
                  <a:lnTo>
                    <a:pt x="467965" y="759437"/>
                  </a:lnTo>
                  <a:lnTo>
                    <a:pt x="515177" y="751939"/>
                  </a:lnTo>
                  <a:lnTo>
                    <a:pt x="560421" y="739792"/>
                  </a:lnTo>
                  <a:lnTo>
                    <a:pt x="603384" y="723282"/>
                  </a:lnTo>
                  <a:lnTo>
                    <a:pt x="643748" y="702693"/>
                  </a:lnTo>
                  <a:lnTo>
                    <a:pt x="681201" y="678312"/>
                  </a:lnTo>
                  <a:lnTo>
                    <a:pt x="715426" y="650424"/>
                  </a:lnTo>
                  <a:lnTo>
                    <a:pt x="746110" y="619314"/>
                  </a:lnTo>
                  <a:lnTo>
                    <a:pt x="772936" y="585269"/>
                  </a:lnTo>
                  <a:lnTo>
                    <a:pt x="795591" y="548573"/>
                  </a:lnTo>
                  <a:lnTo>
                    <a:pt x="813760" y="509513"/>
                  </a:lnTo>
                  <a:lnTo>
                    <a:pt x="827128" y="468373"/>
                  </a:lnTo>
                  <a:lnTo>
                    <a:pt x="835379" y="425440"/>
                  </a:lnTo>
                  <a:lnTo>
                    <a:pt x="838199" y="380999"/>
                  </a:lnTo>
                  <a:lnTo>
                    <a:pt x="835379" y="336564"/>
                  </a:lnTo>
                  <a:lnTo>
                    <a:pt x="827128" y="293635"/>
                  </a:lnTo>
                  <a:lnTo>
                    <a:pt x="813760" y="252499"/>
                  </a:lnTo>
                  <a:lnTo>
                    <a:pt x="795591" y="213439"/>
                  </a:lnTo>
                  <a:lnTo>
                    <a:pt x="772936" y="176744"/>
                  </a:lnTo>
                  <a:lnTo>
                    <a:pt x="746110" y="142698"/>
                  </a:lnTo>
                  <a:lnTo>
                    <a:pt x="715426" y="111587"/>
                  </a:lnTo>
                  <a:lnTo>
                    <a:pt x="681201" y="83697"/>
                  </a:lnTo>
                  <a:lnTo>
                    <a:pt x="643748" y="59313"/>
                  </a:lnTo>
                  <a:lnTo>
                    <a:pt x="603384" y="38722"/>
                  </a:lnTo>
                  <a:lnTo>
                    <a:pt x="560421" y="22210"/>
                  </a:lnTo>
                  <a:lnTo>
                    <a:pt x="515177" y="10061"/>
                  </a:lnTo>
                  <a:lnTo>
                    <a:pt x="467965" y="2563"/>
                  </a:lnTo>
                  <a:lnTo>
                    <a:pt x="419099" y="0"/>
                  </a:lnTo>
                  <a:close/>
                </a:path>
              </a:pathLst>
            </a:custGeom>
            <a:solidFill>
              <a:srgbClr val="FFC000"/>
            </a:solidFill>
          </p:spPr>
          <p:txBody>
            <a:bodyPr wrap="square" lIns="0" tIns="0" rIns="0" bIns="0" rtlCol="0"/>
            <a:lstStyle/>
            <a:p>
              <a:endParaRPr sz="2400"/>
            </a:p>
          </p:txBody>
        </p:sp>
        <p:sp>
          <p:nvSpPr>
            <p:cNvPr id="19" name="object 19"/>
            <p:cNvSpPr/>
            <p:nvPr/>
          </p:nvSpPr>
          <p:spPr>
            <a:xfrm>
              <a:off x="4136013" y="328025"/>
              <a:ext cx="838200" cy="762000"/>
            </a:xfrm>
            <a:custGeom>
              <a:avLst/>
              <a:gdLst/>
              <a:ahLst/>
              <a:cxnLst/>
              <a:rect l="l" t="t" r="r" b="b"/>
              <a:pathLst>
                <a:path w="838200" h="762000">
                  <a:moveTo>
                    <a:pt x="0" y="380999"/>
                  </a:moveTo>
                  <a:lnTo>
                    <a:pt x="2818" y="336564"/>
                  </a:lnTo>
                  <a:lnTo>
                    <a:pt x="11065" y="293635"/>
                  </a:lnTo>
                  <a:lnTo>
                    <a:pt x="24426" y="252499"/>
                  </a:lnTo>
                  <a:lnTo>
                    <a:pt x="42586" y="213439"/>
                  </a:lnTo>
                  <a:lnTo>
                    <a:pt x="65233" y="176744"/>
                  </a:lnTo>
                  <a:lnTo>
                    <a:pt x="92051" y="142698"/>
                  </a:lnTo>
                  <a:lnTo>
                    <a:pt x="122727" y="111587"/>
                  </a:lnTo>
                  <a:lnTo>
                    <a:pt x="156947" y="83697"/>
                  </a:lnTo>
                  <a:lnTo>
                    <a:pt x="194397" y="59313"/>
                  </a:lnTo>
                  <a:lnTo>
                    <a:pt x="234762" y="38722"/>
                  </a:lnTo>
                  <a:lnTo>
                    <a:pt x="277729" y="22210"/>
                  </a:lnTo>
                  <a:lnTo>
                    <a:pt x="322984" y="10061"/>
                  </a:lnTo>
                  <a:lnTo>
                    <a:pt x="370212" y="2563"/>
                  </a:lnTo>
                  <a:lnTo>
                    <a:pt x="419099" y="0"/>
                  </a:lnTo>
                  <a:lnTo>
                    <a:pt x="467965" y="2563"/>
                  </a:lnTo>
                  <a:lnTo>
                    <a:pt x="515177" y="10061"/>
                  </a:lnTo>
                  <a:lnTo>
                    <a:pt x="560421" y="22210"/>
                  </a:lnTo>
                  <a:lnTo>
                    <a:pt x="603384" y="38722"/>
                  </a:lnTo>
                  <a:lnTo>
                    <a:pt x="643748" y="59313"/>
                  </a:lnTo>
                  <a:lnTo>
                    <a:pt x="681201" y="83697"/>
                  </a:lnTo>
                  <a:lnTo>
                    <a:pt x="715426" y="111587"/>
                  </a:lnTo>
                  <a:lnTo>
                    <a:pt x="746110" y="142698"/>
                  </a:lnTo>
                  <a:lnTo>
                    <a:pt x="772936" y="176744"/>
                  </a:lnTo>
                  <a:lnTo>
                    <a:pt x="795591" y="213439"/>
                  </a:lnTo>
                  <a:lnTo>
                    <a:pt x="813760" y="252499"/>
                  </a:lnTo>
                  <a:lnTo>
                    <a:pt x="827128" y="293635"/>
                  </a:lnTo>
                  <a:lnTo>
                    <a:pt x="835379" y="336564"/>
                  </a:lnTo>
                  <a:lnTo>
                    <a:pt x="838199" y="380999"/>
                  </a:lnTo>
                  <a:lnTo>
                    <a:pt x="835379" y="425440"/>
                  </a:lnTo>
                  <a:lnTo>
                    <a:pt x="827128" y="468373"/>
                  </a:lnTo>
                  <a:lnTo>
                    <a:pt x="813760" y="509513"/>
                  </a:lnTo>
                  <a:lnTo>
                    <a:pt x="795591" y="548573"/>
                  </a:lnTo>
                  <a:lnTo>
                    <a:pt x="772936" y="585269"/>
                  </a:lnTo>
                  <a:lnTo>
                    <a:pt x="746110" y="619314"/>
                  </a:lnTo>
                  <a:lnTo>
                    <a:pt x="715426" y="650424"/>
                  </a:lnTo>
                  <a:lnTo>
                    <a:pt x="681201" y="678312"/>
                  </a:lnTo>
                  <a:lnTo>
                    <a:pt x="643748" y="702693"/>
                  </a:lnTo>
                  <a:lnTo>
                    <a:pt x="603384" y="723282"/>
                  </a:lnTo>
                  <a:lnTo>
                    <a:pt x="560421" y="739792"/>
                  </a:lnTo>
                  <a:lnTo>
                    <a:pt x="515177" y="751939"/>
                  </a:lnTo>
                  <a:lnTo>
                    <a:pt x="467965" y="759437"/>
                  </a:lnTo>
                  <a:lnTo>
                    <a:pt x="419099" y="761999"/>
                  </a:lnTo>
                  <a:lnTo>
                    <a:pt x="370212" y="759437"/>
                  </a:lnTo>
                  <a:lnTo>
                    <a:pt x="322984" y="751939"/>
                  </a:lnTo>
                  <a:lnTo>
                    <a:pt x="277729" y="739792"/>
                  </a:lnTo>
                  <a:lnTo>
                    <a:pt x="234762" y="723282"/>
                  </a:lnTo>
                  <a:lnTo>
                    <a:pt x="194397" y="702693"/>
                  </a:lnTo>
                  <a:lnTo>
                    <a:pt x="156947" y="678312"/>
                  </a:lnTo>
                  <a:lnTo>
                    <a:pt x="122727" y="650424"/>
                  </a:lnTo>
                  <a:lnTo>
                    <a:pt x="92051" y="619314"/>
                  </a:lnTo>
                  <a:lnTo>
                    <a:pt x="65233" y="585269"/>
                  </a:lnTo>
                  <a:lnTo>
                    <a:pt x="42586" y="548573"/>
                  </a:lnTo>
                  <a:lnTo>
                    <a:pt x="24426" y="509513"/>
                  </a:lnTo>
                  <a:lnTo>
                    <a:pt x="11065" y="468373"/>
                  </a:lnTo>
                  <a:lnTo>
                    <a:pt x="2818" y="425440"/>
                  </a:lnTo>
                  <a:lnTo>
                    <a:pt x="0" y="380999"/>
                  </a:lnTo>
                  <a:close/>
                </a:path>
              </a:pathLst>
            </a:custGeom>
            <a:ln w="25399">
              <a:solidFill>
                <a:srgbClr val="000000"/>
              </a:solidFill>
            </a:ln>
          </p:spPr>
          <p:txBody>
            <a:bodyPr wrap="square" lIns="0" tIns="0" rIns="0" bIns="0" rtlCol="0"/>
            <a:lstStyle/>
            <a:p>
              <a:endParaRPr sz="2400"/>
            </a:p>
          </p:txBody>
        </p:sp>
      </p:grpSp>
      <p:sp>
        <p:nvSpPr>
          <p:cNvPr id="20" name="object 20"/>
          <p:cNvSpPr txBox="1"/>
          <p:nvPr/>
        </p:nvSpPr>
        <p:spPr>
          <a:xfrm>
            <a:off x="5941911" y="619756"/>
            <a:ext cx="272627" cy="586550"/>
          </a:xfrm>
          <a:prstGeom prst="rect">
            <a:avLst/>
          </a:prstGeom>
        </p:spPr>
        <p:txBody>
          <a:bodyPr vert="horz" wrap="square" lIns="0" tIns="22013" rIns="0" bIns="0" rtlCol="0">
            <a:spAutoFit/>
          </a:bodyPr>
          <a:lstStyle/>
          <a:p>
            <a:pPr marL="16933">
              <a:spcBef>
                <a:spcPts val="173"/>
              </a:spcBef>
            </a:pPr>
            <a:r>
              <a:rPr sz="3667" b="1" spc="-67" dirty="0">
                <a:latin typeface="Calibri"/>
                <a:cs typeface="Calibri"/>
              </a:rPr>
              <a:t>4</a:t>
            </a:r>
            <a:endParaRPr sz="3667">
              <a:latin typeface="Calibri"/>
              <a:cs typeface="Calibri"/>
            </a:endParaRPr>
          </a:p>
        </p:txBody>
      </p:sp>
      <p:grpSp>
        <p:nvGrpSpPr>
          <p:cNvPr id="21" name="object 21"/>
          <p:cNvGrpSpPr/>
          <p:nvPr/>
        </p:nvGrpSpPr>
        <p:grpSpPr>
          <a:xfrm>
            <a:off x="4555067" y="1944434"/>
            <a:ext cx="1151467" cy="1050713"/>
            <a:chOff x="3416300" y="1458325"/>
            <a:chExt cx="863600" cy="788035"/>
          </a:xfrm>
        </p:grpSpPr>
        <p:sp>
          <p:nvSpPr>
            <p:cNvPr id="22" name="object 22"/>
            <p:cNvSpPr/>
            <p:nvPr/>
          </p:nvSpPr>
          <p:spPr>
            <a:xfrm>
              <a:off x="3429000" y="1471025"/>
              <a:ext cx="838200" cy="762635"/>
            </a:xfrm>
            <a:custGeom>
              <a:avLst/>
              <a:gdLst/>
              <a:ahLst/>
              <a:cxnLst/>
              <a:rect l="l" t="t" r="r" b="b"/>
              <a:pathLst>
                <a:path w="838200" h="762635">
                  <a:moveTo>
                    <a:pt x="419099" y="0"/>
                  </a:moveTo>
                  <a:lnTo>
                    <a:pt x="370212" y="2563"/>
                  </a:lnTo>
                  <a:lnTo>
                    <a:pt x="322984" y="10061"/>
                  </a:lnTo>
                  <a:lnTo>
                    <a:pt x="277729" y="22210"/>
                  </a:lnTo>
                  <a:lnTo>
                    <a:pt x="234762" y="38722"/>
                  </a:lnTo>
                  <a:lnTo>
                    <a:pt x="194397" y="59313"/>
                  </a:lnTo>
                  <a:lnTo>
                    <a:pt x="156947" y="83697"/>
                  </a:lnTo>
                  <a:lnTo>
                    <a:pt x="122727" y="111587"/>
                  </a:lnTo>
                  <a:lnTo>
                    <a:pt x="92051" y="142698"/>
                  </a:lnTo>
                  <a:lnTo>
                    <a:pt x="65233" y="176744"/>
                  </a:lnTo>
                  <a:lnTo>
                    <a:pt x="42586" y="213439"/>
                  </a:lnTo>
                  <a:lnTo>
                    <a:pt x="24426" y="252499"/>
                  </a:lnTo>
                  <a:lnTo>
                    <a:pt x="11065" y="293635"/>
                  </a:lnTo>
                  <a:lnTo>
                    <a:pt x="2818" y="336564"/>
                  </a:lnTo>
                  <a:lnTo>
                    <a:pt x="0" y="380999"/>
                  </a:lnTo>
                  <a:lnTo>
                    <a:pt x="2818" y="425440"/>
                  </a:lnTo>
                  <a:lnTo>
                    <a:pt x="11065" y="468374"/>
                  </a:lnTo>
                  <a:lnTo>
                    <a:pt x="24426" y="509514"/>
                  </a:lnTo>
                  <a:lnTo>
                    <a:pt x="42586" y="548576"/>
                  </a:lnTo>
                  <a:lnTo>
                    <a:pt x="65233" y="585273"/>
                  </a:lnTo>
                  <a:lnTo>
                    <a:pt x="92051" y="619320"/>
                  </a:lnTo>
                  <a:lnTo>
                    <a:pt x="122727" y="650431"/>
                  </a:lnTo>
                  <a:lnTo>
                    <a:pt x="156947" y="678321"/>
                  </a:lnTo>
                  <a:lnTo>
                    <a:pt x="194397" y="702704"/>
                  </a:lnTo>
                  <a:lnTo>
                    <a:pt x="234762" y="723294"/>
                  </a:lnTo>
                  <a:lnTo>
                    <a:pt x="277729" y="739806"/>
                  </a:lnTo>
                  <a:lnTo>
                    <a:pt x="322984" y="751954"/>
                  </a:lnTo>
                  <a:lnTo>
                    <a:pt x="370212" y="759452"/>
                  </a:lnTo>
                  <a:lnTo>
                    <a:pt x="419099" y="762015"/>
                  </a:lnTo>
                  <a:lnTo>
                    <a:pt x="467987" y="759452"/>
                  </a:lnTo>
                  <a:lnTo>
                    <a:pt x="515215" y="751954"/>
                  </a:lnTo>
                  <a:lnTo>
                    <a:pt x="560470" y="739806"/>
                  </a:lnTo>
                  <a:lnTo>
                    <a:pt x="603437" y="723294"/>
                  </a:lnTo>
                  <a:lnTo>
                    <a:pt x="643802" y="702704"/>
                  </a:lnTo>
                  <a:lnTo>
                    <a:pt x="681252" y="678321"/>
                  </a:lnTo>
                  <a:lnTo>
                    <a:pt x="715472" y="650431"/>
                  </a:lnTo>
                  <a:lnTo>
                    <a:pt x="746148" y="619320"/>
                  </a:lnTo>
                  <a:lnTo>
                    <a:pt x="772966" y="585273"/>
                  </a:lnTo>
                  <a:lnTo>
                    <a:pt x="795613" y="548576"/>
                  </a:lnTo>
                  <a:lnTo>
                    <a:pt x="813773" y="509514"/>
                  </a:lnTo>
                  <a:lnTo>
                    <a:pt x="827134" y="468374"/>
                  </a:lnTo>
                  <a:lnTo>
                    <a:pt x="835381" y="425440"/>
                  </a:lnTo>
                  <a:lnTo>
                    <a:pt x="838199" y="380999"/>
                  </a:lnTo>
                  <a:lnTo>
                    <a:pt x="835381" y="336564"/>
                  </a:lnTo>
                  <a:lnTo>
                    <a:pt x="827134" y="293635"/>
                  </a:lnTo>
                  <a:lnTo>
                    <a:pt x="813773" y="252499"/>
                  </a:lnTo>
                  <a:lnTo>
                    <a:pt x="795613" y="213439"/>
                  </a:lnTo>
                  <a:lnTo>
                    <a:pt x="772966" y="176744"/>
                  </a:lnTo>
                  <a:lnTo>
                    <a:pt x="746148" y="142698"/>
                  </a:lnTo>
                  <a:lnTo>
                    <a:pt x="715472" y="111587"/>
                  </a:lnTo>
                  <a:lnTo>
                    <a:pt x="681252" y="83697"/>
                  </a:lnTo>
                  <a:lnTo>
                    <a:pt x="643802" y="59313"/>
                  </a:lnTo>
                  <a:lnTo>
                    <a:pt x="603437" y="38722"/>
                  </a:lnTo>
                  <a:lnTo>
                    <a:pt x="560470" y="22210"/>
                  </a:lnTo>
                  <a:lnTo>
                    <a:pt x="515215" y="10061"/>
                  </a:lnTo>
                  <a:lnTo>
                    <a:pt x="467987" y="2563"/>
                  </a:lnTo>
                  <a:lnTo>
                    <a:pt x="419099" y="0"/>
                  </a:lnTo>
                  <a:close/>
                </a:path>
              </a:pathLst>
            </a:custGeom>
            <a:solidFill>
              <a:srgbClr val="FFC000"/>
            </a:solidFill>
          </p:spPr>
          <p:txBody>
            <a:bodyPr wrap="square" lIns="0" tIns="0" rIns="0" bIns="0" rtlCol="0"/>
            <a:lstStyle/>
            <a:p>
              <a:endParaRPr sz="2400"/>
            </a:p>
          </p:txBody>
        </p:sp>
        <p:sp>
          <p:nvSpPr>
            <p:cNvPr id="23" name="object 23"/>
            <p:cNvSpPr/>
            <p:nvPr/>
          </p:nvSpPr>
          <p:spPr>
            <a:xfrm>
              <a:off x="3429000" y="1471025"/>
              <a:ext cx="838200" cy="762635"/>
            </a:xfrm>
            <a:custGeom>
              <a:avLst/>
              <a:gdLst/>
              <a:ahLst/>
              <a:cxnLst/>
              <a:rect l="l" t="t" r="r" b="b"/>
              <a:pathLst>
                <a:path w="838200" h="762635">
                  <a:moveTo>
                    <a:pt x="0" y="380999"/>
                  </a:moveTo>
                  <a:lnTo>
                    <a:pt x="2818" y="336564"/>
                  </a:lnTo>
                  <a:lnTo>
                    <a:pt x="11065" y="293635"/>
                  </a:lnTo>
                  <a:lnTo>
                    <a:pt x="24426" y="252499"/>
                  </a:lnTo>
                  <a:lnTo>
                    <a:pt x="42586" y="213439"/>
                  </a:lnTo>
                  <a:lnTo>
                    <a:pt x="65233" y="176744"/>
                  </a:lnTo>
                  <a:lnTo>
                    <a:pt x="92051" y="142698"/>
                  </a:lnTo>
                  <a:lnTo>
                    <a:pt x="122727" y="111587"/>
                  </a:lnTo>
                  <a:lnTo>
                    <a:pt x="156947" y="83697"/>
                  </a:lnTo>
                  <a:lnTo>
                    <a:pt x="194397" y="59313"/>
                  </a:lnTo>
                  <a:lnTo>
                    <a:pt x="234762" y="38722"/>
                  </a:lnTo>
                  <a:lnTo>
                    <a:pt x="277729" y="22210"/>
                  </a:lnTo>
                  <a:lnTo>
                    <a:pt x="322984" y="10061"/>
                  </a:lnTo>
                  <a:lnTo>
                    <a:pt x="370212" y="2563"/>
                  </a:lnTo>
                  <a:lnTo>
                    <a:pt x="419099" y="0"/>
                  </a:lnTo>
                  <a:lnTo>
                    <a:pt x="467987" y="2563"/>
                  </a:lnTo>
                  <a:lnTo>
                    <a:pt x="515215" y="10061"/>
                  </a:lnTo>
                  <a:lnTo>
                    <a:pt x="560470" y="22210"/>
                  </a:lnTo>
                  <a:lnTo>
                    <a:pt x="603437" y="38722"/>
                  </a:lnTo>
                  <a:lnTo>
                    <a:pt x="643802" y="59313"/>
                  </a:lnTo>
                  <a:lnTo>
                    <a:pt x="681252" y="83697"/>
                  </a:lnTo>
                  <a:lnTo>
                    <a:pt x="715472" y="111587"/>
                  </a:lnTo>
                  <a:lnTo>
                    <a:pt x="746148" y="142698"/>
                  </a:lnTo>
                  <a:lnTo>
                    <a:pt x="772966" y="176744"/>
                  </a:lnTo>
                  <a:lnTo>
                    <a:pt x="795613" y="213439"/>
                  </a:lnTo>
                  <a:lnTo>
                    <a:pt x="813773" y="252499"/>
                  </a:lnTo>
                  <a:lnTo>
                    <a:pt x="827134" y="293635"/>
                  </a:lnTo>
                  <a:lnTo>
                    <a:pt x="835381" y="336564"/>
                  </a:lnTo>
                  <a:lnTo>
                    <a:pt x="838199" y="380999"/>
                  </a:lnTo>
                  <a:lnTo>
                    <a:pt x="835381" y="425440"/>
                  </a:lnTo>
                  <a:lnTo>
                    <a:pt x="827134" y="468374"/>
                  </a:lnTo>
                  <a:lnTo>
                    <a:pt x="813773" y="509514"/>
                  </a:lnTo>
                  <a:lnTo>
                    <a:pt x="795613" y="548576"/>
                  </a:lnTo>
                  <a:lnTo>
                    <a:pt x="772966" y="585273"/>
                  </a:lnTo>
                  <a:lnTo>
                    <a:pt x="746148" y="619320"/>
                  </a:lnTo>
                  <a:lnTo>
                    <a:pt x="715472" y="650431"/>
                  </a:lnTo>
                  <a:lnTo>
                    <a:pt x="681252" y="678321"/>
                  </a:lnTo>
                  <a:lnTo>
                    <a:pt x="643802" y="702704"/>
                  </a:lnTo>
                  <a:lnTo>
                    <a:pt x="603437" y="723294"/>
                  </a:lnTo>
                  <a:lnTo>
                    <a:pt x="560470" y="739806"/>
                  </a:lnTo>
                  <a:lnTo>
                    <a:pt x="515215" y="751954"/>
                  </a:lnTo>
                  <a:lnTo>
                    <a:pt x="467987" y="759452"/>
                  </a:lnTo>
                  <a:lnTo>
                    <a:pt x="419099" y="762015"/>
                  </a:lnTo>
                  <a:lnTo>
                    <a:pt x="370212" y="759452"/>
                  </a:lnTo>
                  <a:lnTo>
                    <a:pt x="322984" y="751954"/>
                  </a:lnTo>
                  <a:lnTo>
                    <a:pt x="277729" y="739806"/>
                  </a:lnTo>
                  <a:lnTo>
                    <a:pt x="234762" y="723294"/>
                  </a:lnTo>
                  <a:lnTo>
                    <a:pt x="194397" y="702704"/>
                  </a:lnTo>
                  <a:lnTo>
                    <a:pt x="156947" y="678321"/>
                  </a:lnTo>
                  <a:lnTo>
                    <a:pt x="122727" y="650431"/>
                  </a:lnTo>
                  <a:lnTo>
                    <a:pt x="92051" y="619320"/>
                  </a:lnTo>
                  <a:lnTo>
                    <a:pt x="65233" y="585273"/>
                  </a:lnTo>
                  <a:lnTo>
                    <a:pt x="42586" y="548576"/>
                  </a:lnTo>
                  <a:lnTo>
                    <a:pt x="24426" y="509514"/>
                  </a:lnTo>
                  <a:lnTo>
                    <a:pt x="11065" y="468374"/>
                  </a:lnTo>
                  <a:lnTo>
                    <a:pt x="2818" y="425440"/>
                  </a:lnTo>
                  <a:lnTo>
                    <a:pt x="0" y="380999"/>
                  </a:lnTo>
                  <a:close/>
                </a:path>
              </a:pathLst>
            </a:custGeom>
            <a:ln w="25399">
              <a:solidFill>
                <a:srgbClr val="000000"/>
              </a:solidFill>
            </a:ln>
          </p:spPr>
          <p:txBody>
            <a:bodyPr wrap="square" lIns="0" tIns="0" rIns="0" bIns="0" rtlCol="0"/>
            <a:lstStyle/>
            <a:p>
              <a:endParaRPr sz="2400"/>
            </a:p>
          </p:txBody>
        </p:sp>
      </p:grpSp>
      <p:sp>
        <p:nvSpPr>
          <p:cNvPr id="24" name="object 24"/>
          <p:cNvSpPr txBox="1"/>
          <p:nvPr/>
        </p:nvSpPr>
        <p:spPr>
          <a:xfrm>
            <a:off x="4998215" y="2146636"/>
            <a:ext cx="272627" cy="586550"/>
          </a:xfrm>
          <a:prstGeom prst="rect">
            <a:avLst/>
          </a:prstGeom>
        </p:spPr>
        <p:txBody>
          <a:bodyPr vert="horz" wrap="square" lIns="0" tIns="22013" rIns="0" bIns="0" rtlCol="0">
            <a:spAutoFit/>
          </a:bodyPr>
          <a:lstStyle/>
          <a:p>
            <a:pPr marL="16933">
              <a:spcBef>
                <a:spcPts val="173"/>
              </a:spcBef>
            </a:pPr>
            <a:r>
              <a:rPr sz="3667" b="1" spc="-67" dirty="0">
                <a:latin typeface="Calibri"/>
                <a:cs typeface="Calibri"/>
              </a:rPr>
              <a:t>1</a:t>
            </a:r>
            <a:endParaRPr sz="3667">
              <a:latin typeface="Calibri"/>
              <a:cs typeface="Calibri"/>
            </a:endParaRPr>
          </a:p>
        </p:txBody>
      </p:sp>
      <p:grpSp>
        <p:nvGrpSpPr>
          <p:cNvPr id="25" name="object 25"/>
          <p:cNvGrpSpPr/>
          <p:nvPr/>
        </p:nvGrpSpPr>
        <p:grpSpPr>
          <a:xfrm>
            <a:off x="6615351" y="1949189"/>
            <a:ext cx="1151467" cy="1050713"/>
            <a:chOff x="4961513" y="1461891"/>
            <a:chExt cx="863600" cy="788035"/>
          </a:xfrm>
        </p:grpSpPr>
        <p:sp>
          <p:nvSpPr>
            <p:cNvPr id="26" name="object 26"/>
            <p:cNvSpPr/>
            <p:nvPr/>
          </p:nvSpPr>
          <p:spPr>
            <a:xfrm>
              <a:off x="4974213" y="1474591"/>
              <a:ext cx="838200" cy="762635"/>
            </a:xfrm>
            <a:custGeom>
              <a:avLst/>
              <a:gdLst/>
              <a:ahLst/>
              <a:cxnLst/>
              <a:rect l="l" t="t" r="r" b="b"/>
              <a:pathLst>
                <a:path w="838200" h="762635">
                  <a:moveTo>
                    <a:pt x="419099" y="0"/>
                  </a:moveTo>
                  <a:lnTo>
                    <a:pt x="370212" y="2563"/>
                  </a:lnTo>
                  <a:lnTo>
                    <a:pt x="322984" y="10061"/>
                  </a:lnTo>
                  <a:lnTo>
                    <a:pt x="277729" y="22210"/>
                  </a:lnTo>
                  <a:lnTo>
                    <a:pt x="234762" y="38722"/>
                  </a:lnTo>
                  <a:lnTo>
                    <a:pt x="194397" y="59313"/>
                  </a:lnTo>
                  <a:lnTo>
                    <a:pt x="156947" y="83697"/>
                  </a:lnTo>
                  <a:lnTo>
                    <a:pt x="122727" y="111587"/>
                  </a:lnTo>
                  <a:lnTo>
                    <a:pt x="92051" y="142698"/>
                  </a:lnTo>
                  <a:lnTo>
                    <a:pt x="65233" y="176744"/>
                  </a:lnTo>
                  <a:lnTo>
                    <a:pt x="42586" y="213439"/>
                  </a:lnTo>
                  <a:lnTo>
                    <a:pt x="24426" y="252499"/>
                  </a:lnTo>
                  <a:lnTo>
                    <a:pt x="11065" y="293635"/>
                  </a:lnTo>
                  <a:lnTo>
                    <a:pt x="2818" y="336564"/>
                  </a:lnTo>
                  <a:lnTo>
                    <a:pt x="0" y="380999"/>
                  </a:lnTo>
                  <a:lnTo>
                    <a:pt x="2818" y="425435"/>
                  </a:lnTo>
                  <a:lnTo>
                    <a:pt x="11065" y="468364"/>
                  </a:lnTo>
                  <a:lnTo>
                    <a:pt x="24426" y="509501"/>
                  </a:lnTo>
                  <a:lnTo>
                    <a:pt x="42586" y="548561"/>
                  </a:lnTo>
                  <a:lnTo>
                    <a:pt x="65233" y="585258"/>
                  </a:lnTo>
                  <a:lnTo>
                    <a:pt x="92051" y="619305"/>
                  </a:lnTo>
                  <a:lnTo>
                    <a:pt x="122727" y="650417"/>
                  </a:lnTo>
                  <a:lnTo>
                    <a:pt x="156947" y="678308"/>
                  </a:lnTo>
                  <a:lnTo>
                    <a:pt x="194397" y="702692"/>
                  </a:lnTo>
                  <a:lnTo>
                    <a:pt x="234762" y="723284"/>
                  </a:lnTo>
                  <a:lnTo>
                    <a:pt x="277729" y="739797"/>
                  </a:lnTo>
                  <a:lnTo>
                    <a:pt x="322984" y="751946"/>
                  </a:lnTo>
                  <a:lnTo>
                    <a:pt x="370212" y="759445"/>
                  </a:lnTo>
                  <a:lnTo>
                    <a:pt x="419099" y="762009"/>
                  </a:lnTo>
                  <a:lnTo>
                    <a:pt x="467965" y="759445"/>
                  </a:lnTo>
                  <a:lnTo>
                    <a:pt x="515177" y="751946"/>
                  </a:lnTo>
                  <a:lnTo>
                    <a:pt x="560421" y="739797"/>
                  </a:lnTo>
                  <a:lnTo>
                    <a:pt x="603384" y="723284"/>
                  </a:lnTo>
                  <a:lnTo>
                    <a:pt x="643748" y="702692"/>
                  </a:lnTo>
                  <a:lnTo>
                    <a:pt x="681201" y="678308"/>
                  </a:lnTo>
                  <a:lnTo>
                    <a:pt x="715426" y="650417"/>
                  </a:lnTo>
                  <a:lnTo>
                    <a:pt x="746110" y="619305"/>
                  </a:lnTo>
                  <a:lnTo>
                    <a:pt x="772936" y="585258"/>
                  </a:lnTo>
                  <a:lnTo>
                    <a:pt x="795591" y="548561"/>
                  </a:lnTo>
                  <a:lnTo>
                    <a:pt x="813760" y="509501"/>
                  </a:lnTo>
                  <a:lnTo>
                    <a:pt x="827128" y="468364"/>
                  </a:lnTo>
                  <a:lnTo>
                    <a:pt x="835379" y="425435"/>
                  </a:lnTo>
                  <a:lnTo>
                    <a:pt x="838199" y="380999"/>
                  </a:lnTo>
                  <a:lnTo>
                    <a:pt x="835379" y="336564"/>
                  </a:lnTo>
                  <a:lnTo>
                    <a:pt x="827128" y="293635"/>
                  </a:lnTo>
                  <a:lnTo>
                    <a:pt x="813760" y="252499"/>
                  </a:lnTo>
                  <a:lnTo>
                    <a:pt x="795591" y="213439"/>
                  </a:lnTo>
                  <a:lnTo>
                    <a:pt x="772936" y="176744"/>
                  </a:lnTo>
                  <a:lnTo>
                    <a:pt x="746110" y="142698"/>
                  </a:lnTo>
                  <a:lnTo>
                    <a:pt x="715426" y="111587"/>
                  </a:lnTo>
                  <a:lnTo>
                    <a:pt x="681201" y="83697"/>
                  </a:lnTo>
                  <a:lnTo>
                    <a:pt x="643748" y="59313"/>
                  </a:lnTo>
                  <a:lnTo>
                    <a:pt x="603384" y="38722"/>
                  </a:lnTo>
                  <a:lnTo>
                    <a:pt x="560421" y="22210"/>
                  </a:lnTo>
                  <a:lnTo>
                    <a:pt x="515177" y="10061"/>
                  </a:lnTo>
                  <a:lnTo>
                    <a:pt x="467965" y="2563"/>
                  </a:lnTo>
                  <a:lnTo>
                    <a:pt x="419099" y="0"/>
                  </a:lnTo>
                  <a:close/>
                </a:path>
              </a:pathLst>
            </a:custGeom>
            <a:solidFill>
              <a:srgbClr val="FFC000"/>
            </a:solidFill>
          </p:spPr>
          <p:txBody>
            <a:bodyPr wrap="square" lIns="0" tIns="0" rIns="0" bIns="0" rtlCol="0"/>
            <a:lstStyle/>
            <a:p>
              <a:endParaRPr sz="2400"/>
            </a:p>
          </p:txBody>
        </p:sp>
        <p:sp>
          <p:nvSpPr>
            <p:cNvPr id="27" name="object 27"/>
            <p:cNvSpPr/>
            <p:nvPr/>
          </p:nvSpPr>
          <p:spPr>
            <a:xfrm>
              <a:off x="4974213" y="1474591"/>
              <a:ext cx="838200" cy="762635"/>
            </a:xfrm>
            <a:custGeom>
              <a:avLst/>
              <a:gdLst/>
              <a:ahLst/>
              <a:cxnLst/>
              <a:rect l="l" t="t" r="r" b="b"/>
              <a:pathLst>
                <a:path w="838200" h="762635">
                  <a:moveTo>
                    <a:pt x="0" y="380999"/>
                  </a:moveTo>
                  <a:lnTo>
                    <a:pt x="2818" y="336564"/>
                  </a:lnTo>
                  <a:lnTo>
                    <a:pt x="11065" y="293635"/>
                  </a:lnTo>
                  <a:lnTo>
                    <a:pt x="24426" y="252499"/>
                  </a:lnTo>
                  <a:lnTo>
                    <a:pt x="42586" y="213439"/>
                  </a:lnTo>
                  <a:lnTo>
                    <a:pt x="65233" y="176744"/>
                  </a:lnTo>
                  <a:lnTo>
                    <a:pt x="92051" y="142698"/>
                  </a:lnTo>
                  <a:lnTo>
                    <a:pt x="122727" y="111587"/>
                  </a:lnTo>
                  <a:lnTo>
                    <a:pt x="156947" y="83697"/>
                  </a:lnTo>
                  <a:lnTo>
                    <a:pt x="194397" y="59313"/>
                  </a:lnTo>
                  <a:lnTo>
                    <a:pt x="234762" y="38722"/>
                  </a:lnTo>
                  <a:lnTo>
                    <a:pt x="277729" y="22210"/>
                  </a:lnTo>
                  <a:lnTo>
                    <a:pt x="322984" y="10061"/>
                  </a:lnTo>
                  <a:lnTo>
                    <a:pt x="370212" y="2563"/>
                  </a:lnTo>
                  <a:lnTo>
                    <a:pt x="419099" y="0"/>
                  </a:lnTo>
                  <a:lnTo>
                    <a:pt x="467965" y="2563"/>
                  </a:lnTo>
                  <a:lnTo>
                    <a:pt x="515177" y="10061"/>
                  </a:lnTo>
                  <a:lnTo>
                    <a:pt x="560421" y="22210"/>
                  </a:lnTo>
                  <a:lnTo>
                    <a:pt x="603384" y="38722"/>
                  </a:lnTo>
                  <a:lnTo>
                    <a:pt x="643748" y="59313"/>
                  </a:lnTo>
                  <a:lnTo>
                    <a:pt x="681201" y="83697"/>
                  </a:lnTo>
                  <a:lnTo>
                    <a:pt x="715426" y="111587"/>
                  </a:lnTo>
                  <a:lnTo>
                    <a:pt x="746110" y="142698"/>
                  </a:lnTo>
                  <a:lnTo>
                    <a:pt x="772936" y="176744"/>
                  </a:lnTo>
                  <a:lnTo>
                    <a:pt x="795591" y="213439"/>
                  </a:lnTo>
                  <a:lnTo>
                    <a:pt x="813760" y="252499"/>
                  </a:lnTo>
                  <a:lnTo>
                    <a:pt x="827128" y="293635"/>
                  </a:lnTo>
                  <a:lnTo>
                    <a:pt x="835379" y="336564"/>
                  </a:lnTo>
                  <a:lnTo>
                    <a:pt x="838199" y="380999"/>
                  </a:lnTo>
                  <a:lnTo>
                    <a:pt x="835379" y="425435"/>
                  </a:lnTo>
                  <a:lnTo>
                    <a:pt x="827128" y="468364"/>
                  </a:lnTo>
                  <a:lnTo>
                    <a:pt x="813760" y="509501"/>
                  </a:lnTo>
                  <a:lnTo>
                    <a:pt x="795591" y="548561"/>
                  </a:lnTo>
                  <a:lnTo>
                    <a:pt x="772936" y="585258"/>
                  </a:lnTo>
                  <a:lnTo>
                    <a:pt x="746110" y="619305"/>
                  </a:lnTo>
                  <a:lnTo>
                    <a:pt x="715426" y="650417"/>
                  </a:lnTo>
                  <a:lnTo>
                    <a:pt x="681201" y="678308"/>
                  </a:lnTo>
                  <a:lnTo>
                    <a:pt x="643748" y="702692"/>
                  </a:lnTo>
                  <a:lnTo>
                    <a:pt x="603384" y="723284"/>
                  </a:lnTo>
                  <a:lnTo>
                    <a:pt x="560421" y="739797"/>
                  </a:lnTo>
                  <a:lnTo>
                    <a:pt x="515177" y="751946"/>
                  </a:lnTo>
                  <a:lnTo>
                    <a:pt x="467965" y="759445"/>
                  </a:lnTo>
                  <a:lnTo>
                    <a:pt x="419099" y="762009"/>
                  </a:lnTo>
                  <a:lnTo>
                    <a:pt x="370212" y="759445"/>
                  </a:lnTo>
                  <a:lnTo>
                    <a:pt x="322984" y="751946"/>
                  </a:lnTo>
                  <a:lnTo>
                    <a:pt x="277729" y="739797"/>
                  </a:lnTo>
                  <a:lnTo>
                    <a:pt x="234762" y="723284"/>
                  </a:lnTo>
                  <a:lnTo>
                    <a:pt x="194397" y="702692"/>
                  </a:lnTo>
                  <a:lnTo>
                    <a:pt x="156947" y="678308"/>
                  </a:lnTo>
                  <a:lnTo>
                    <a:pt x="122727" y="650417"/>
                  </a:lnTo>
                  <a:lnTo>
                    <a:pt x="92051" y="619305"/>
                  </a:lnTo>
                  <a:lnTo>
                    <a:pt x="65233" y="585258"/>
                  </a:lnTo>
                  <a:lnTo>
                    <a:pt x="42586" y="548561"/>
                  </a:lnTo>
                  <a:lnTo>
                    <a:pt x="24426" y="509501"/>
                  </a:lnTo>
                  <a:lnTo>
                    <a:pt x="11065" y="468364"/>
                  </a:lnTo>
                  <a:lnTo>
                    <a:pt x="2818" y="425435"/>
                  </a:lnTo>
                  <a:lnTo>
                    <a:pt x="0" y="380999"/>
                  </a:lnTo>
                  <a:close/>
                </a:path>
              </a:pathLst>
            </a:custGeom>
            <a:ln w="25399">
              <a:solidFill>
                <a:srgbClr val="000000"/>
              </a:solidFill>
            </a:ln>
          </p:spPr>
          <p:txBody>
            <a:bodyPr wrap="square" lIns="0" tIns="0" rIns="0" bIns="0" rtlCol="0"/>
            <a:lstStyle/>
            <a:p>
              <a:endParaRPr sz="2400"/>
            </a:p>
          </p:txBody>
        </p:sp>
      </p:grpSp>
      <p:sp>
        <p:nvSpPr>
          <p:cNvPr id="28" name="object 28"/>
          <p:cNvSpPr txBox="1"/>
          <p:nvPr/>
        </p:nvSpPr>
        <p:spPr>
          <a:xfrm>
            <a:off x="7060867" y="2151377"/>
            <a:ext cx="272627" cy="586550"/>
          </a:xfrm>
          <a:prstGeom prst="rect">
            <a:avLst/>
          </a:prstGeom>
        </p:spPr>
        <p:txBody>
          <a:bodyPr vert="horz" wrap="square" lIns="0" tIns="22013" rIns="0" bIns="0" rtlCol="0">
            <a:spAutoFit/>
          </a:bodyPr>
          <a:lstStyle/>
          <a:p>
            <a:pPr marL="16933">
              <a:spcBef>
                <a:spcPts val="173"/>
              </a:spcBef>
            </a:pPr>
            <a:r>
              <a:rPr sz="3667" b="1" spc="-67" dirty="0">
                <a:latin typeface="Calibri"/>
                <a:cs typeface="Calibri"/>
              </a:rPr>
              <a:t>3</a:t>
            </a:r>
            <a:endParaRPr sz="3667">
              <a:latin typeface="Calibri"/>
              <a:cs typeface="Calibri"/>
            </a:endParaRPr>
          </a:p>
        </p:txBody>
      </p:sp>
      <p:sp>
        <p:nvSpPr>
          <p:cNvPr id="29" name="object 29"/>
          <p:cNvSpPr/>
          <p:nvPr/>
        </p:nvSpPr>
        <p:spPr>
          <a:xfrm>
            <a:off x="5311484" y="1304544"/>
            <a:ext cx="1625600" cy="662093"/>
          </a:xfrm>
          <a:custGeom>
            <a:avLst/>
            <a:gdLst/>
            <a:ahLst/>
            <a:cxnLst/>
            <a:rect l="l" t="t" r="r" b="b"/>
            <a:pathLst>
              <a:path w="1219200" h="496569">
                <a:moveTo>
                  <a:pt x="275081" y="0"/>
                </a:moveTo>
                <a:lnTo>
                  <a:pt x="0" y="492617"/>
                </a:lnTo>
              </a:path>
              <a:path w="1219200" h="496569">
                <a:moveTo>
                  <a:pt x="867796" y="0"/>
                </a:moveTo>
                <a:lnTo>
                  <a:pt x="1219199" y="496183"/>
                </a:lnTo>
              </a:path>
            </a:pathLst>
          </a:custGeom>
          <a:ln w="9534">
            <a:solidFill>
              <a:srgbClr val="000000"/>
            </a:solidFill>
          </a:ln>
        </p:spPr>
        <p:txBody>
          <a:bodyPr wrap="square" lIns="0" tIns="0" rIns="0" bIns="0" rtlCol="0"/>
          <a:lstStyle/>
          <a:p>
            <a:endParaRPr sz="2400"/>
          </a:p>
        </p:txBody>
      </p:sp>
      <p:graphicFrame>
        <p:nvGraphicFramePr>
          <p:cNvPr id="30" name="object 30"/>
          <p:cNvGraphicFramePr>
            <a:graphicFrameLocks noGrp="1"/>
          </p:cNvGraphicFramePr>
          <p:nvPr/>
        </p:nvGraphicFramePr>
        <p:xfrm>
          <a:off x="1966130" y="4155277"/>
          <a:ext cx="3860798" cy="493607"/>
        </p:xfrm>
        <a:graphic>
          <a:graphicData uri="http://schemas.openxmlformats.org/drawingml/2006/table">
            <a:tbl>
              <a:tblPr firstRow="1" bandRow="1">
                <a:tableStyleId>{2D5ABB26-0587-4C30-8999-92F81FD0307C}</a:tableStyleId>
              </a:tblPr>
              <a:tblGrid>
                <a:gridCol w="772160">
                  <a:extLst>
                    <a:ext uri="{9D8B030D-6E8A-4147-A177-3AD203B41FA5}">
                      <a16:colId xmlns:a16="http://schemas.microsoft.com/office/drawing/2014/main" val="20000"/>
                    </a:ext>
                  </a:extLst>
                </a:gridCol>
                <a:gridCol w="772160">
                  <a:extLst>
                    <a:ext uri="{9D8B030D-6E8A-4147-A177-3AD203B41FA5}">
                      <a16:colId xmlns:a16="http://schemas.microsoft.com/office/drawing/2014/main" val="20001"/>
                    </a:ext>
                  </a:extLst>
                </a:gridCol>
                <a:gridCol w="772160">
                  <a:extLst>
                    <a:ext uri="{9D8B030D-6E8A-4147-A177-3AD203B41FA5}">
                      <a16:colId xmlns:a16="http://schemas.microsoft.com/office/drawing/2014/main" val="20002"/>
                    </a:ext>
                  </a:extLst>
                </a:gridCol>
                <a:gridCol w="772159">
                  <a:extLst>
                    <a:ext uri="{9D8B030D-6E8A-4147-A177-3AD203B41FA5}">
                      <a16:colId xmlns:a16="http://schemas.microsoft.com/office/drawing/2014/main" val="20003"/>
                    </a:ext>
                  </a:extLst>
                </a:gridCol>
                <a:gridCol w="772159">
                  <a:extLst>
                    <a:ext uri="{9D8B030D-6E8A-4147-A177-3AD203B41FA5}">
                      <a16:colId xmlns:a16="http://schemas.microsoft.com/office/drawing/2014/main" val="20004"/>
                    </a:ext>
                  </a:extLst>
                </a:gridCol>
              </a:tblGrid>
              <a:tr h="493607">
                <a:tc>
                  <a:txBody>
                    <a:bodyPr/>
                    <a:lstStyle/>
                    <a:p>
                      <a:pPr marL="92710">
                        <a:lnSpc>
                          <a:spcPct val="100000"/>
                        </a:lnSpc>
                        <a:spcBef>
                          <a:spcPts val="254"/>
                        </a:spcBef>
                      </a:pPr>
                      <a:r>
                        <a:rPr sz="2400" b="1" spc="-50" dirty="0">
                          <a:latin typeface="Calibri"/>
                          <a:cs typeface="Calibri"/>
                        </a:rPr>
                        <a:t>4</a:t>
                      </a:r>
                      <a:endParaRPr sz="2400">
                        <a:latin typeface="Calibri"/>
                        <a:cs typeface="Calibri"/>
                      </a:endParaRPr>
                    </a:p>
                  </a:txBody>
                  <a:tcPr marL="0" marR="0" marT="4317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CD5B5"/>
                    </a:solidFill>
                  </a:tcPr>
                </a:tc>
                <a:tc>
                  <a:txBody>
                    <a:bodyPr/>
                    <a:lstStyle/>
                    <a:p>
                      <a:pPr marL="93345">
                        <a:lnSpc>
                          <a:spcPct val="100000"/>
                        </a:lnSpc>
                        <a:spcBef>
                          <a:spcPts val="254"/>
                        </a:spcBef>
                      </a:pPr>
                      <a:r>
                        <a:rPr sz="2400" b="1" spc="-50" dirty="0">
                          <a:latin typeface="Calibri"/>
                          <a:cs typeface="Calibri"/>
                        </a:rPr>
                        <a:t>1</a:t>
                      </a:r>
                      <a:endParaRPr sz="2400">
                        <a:latin typeface="Calibri"/>
                        <a:cs typeface="Calibri"/>
                      </a:endParaRPr>
                    </a:p>
                  </a:txBody>
                  <a:tcPr marL="0" marR="0" marT="4317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CD5B5"/>
                    </a:solidFill>
                  </a:tcPr>
                </a:tc>
                <a:tc>
                  <a:txBody>
                    <a:bodyPr/>
                    <a:lstStyle/>
                    <a:p>
                      <a:pPr marL="93980">
                        <a:lnSpc>
                          <a:spcPct val="100000"/>
                        </a:lnSpc>
                        <a:spcBef>
                          <a:spcPts val="254"/>
                        </a:spcBef>
                      </a:pPr>
                      <a:r>
                        <a:rPr sz="2400" b="1" spc="-50" dirty="0">
                          <a:latin typeface="Calibri"/>
                          <a:cs typeface="Calibri"/>
                        </a:rPr>
                        <a:t>3</a:t>
                      </a:r>
                      <a:endParaRPr sz="2400">
                        <a:latin typeface="Calibri"/>
                        <a:cs typeface="Calibri"/>
                      </a:endParaRPr>
                    </a:p>
                  </a:txBody>
                  <a:tcPr marL="0" marR="0" marT="4317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4615">
                        <a:lnSpc>
                          <a:spcPct val="100000"/>
                        </a:lnSpc>
                        <a:spcBef>
                          <a:spcPts val="254"/>
                        </a:spcBef>
                      </a:pPr>
                      <a:r>
                        <a:rPr sz="2400" b="1" spc="-50" dirty="0">
                          <a:latin typeface="Calibri"/>
                          <a:cs typeface="Calibri"/>
                        </a:rPr>
                        <a:t>5</a:t>
                      </a:r>
                      <a:endParaRPr sz="2400">
                        <a:latin typeface="Calibri"/>
                        <a:cs typeface="Calibri"/>
                      </a:endParaRPr>
                    </a:p>
                  </a:txBody>
                  <a:tcPr marL="0" marR="0" marT="4317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5250">
                        <a:lnSpc>
                          <a:spcPct val="100000"/>
                        </a:lnSpc>
                        <a:spcBef>
                          <a:spcPts val="254"/>
                        </a:spcBef>
                      </a:pPr>
                      <a:r>
                        <a:rPr sz="2400" b="1" spc="-25" dirty="0">
                          <a:latin typeface="Calibri"/>
                          <a:cs typeface="Calibri"/>
                        </a:rPr>
                        <a:t>10</a:t>
                      </a:r>
                      <a:endParaRPr sz="2400">
                        <a:latin typeface="Calibri"/>
                        <a:cs typeface="Calibri"/>
                      </a:endParaRPr>
                    </a:p>
                  </a:txBody>
                  <a:tcPr marL="0" marR="0" marT="4317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bl>
          </a:graphicData>
        </a:graphic>
      </p:graphicFrame>
      <p:sp>
        <p:nvSpPr>
          <p:cNvPr id="31" name="object 31"/>
          <p:cNvSpPr txBox="1"/>
          <p:nvPr/>
        </p:nvSpPr>
        <p:spPr>
          <a:xfrm>
            <a:off x="2081617" y="3759202"/>
            <a:ext cx="188807" cy="387286"/>
          </a:xfrm>
          <a:prstGeom prst="rect">
            <a:avLst/>
          </a:prstGeom>
        </p:spPr>
        <p:txBody>
          <a:bodyPr vert="horz" wrap="square" lIns="0" tIns="17780" rIns="0" bIns="0" rtlCol="0">
            <a:spAutoFit/>
          </a:bodyPr>
          <a:lstStyle/>
          <a:p>
            <a:pPr marL="16933">
              <a:spcBef>
                <a:spcPts val="140"/>
              </a:spcBef>
            </a:pPr>
            <a:r>
              <a:rPr sz="2400" b="1" spc="-67" dirty="0">
                <a:latin typeface="Calibri"/>
                <a:cs typeface="Calibri"/>
              </a:rPr>
              <a:t>0</a:t>
            </a:r>
            <a:endParaRPr sz="2400">
              <a:latin typeface="Calibri"/>
              <a:cs typeface="Calibri"/>
            </a:endParaRPr>
          </a:p>
        </p:txBody>
      </p:sp>
      <p:sp>
        <p:nvSpPr>
          <p:cNvPr id="32" name="object 32"/>
          <p:cNvSpPr txBox="1"/>
          <p:nvPr/>
        </p:nvSpPr>
        <p:spPr>
          <a:xfrm>
            <a:off x="2867779" y="3759202"/>
            <a:ext cx="188807" cy="387286"/>
          </a:xfrm>
          <a:prstGeom prst="rect">
            <a:avLst/>
          </a:prstGeom>
        </p:spPr>
        <p:txBody>
          <a:bodyPr vert="horz" wrap="square" lIns="0" tIns="17780" rIns="0" bIns="0" rtlCol="0">
            <a:spAutoFit/>
          </a:bodyPr>
          <a:lstStyle/>
          <a:p>
            <a:pPr marL="16933">
              <a:spcBef>
                <a:spcPts val="140"/>
              </a:spcBef>
            </a:pPr>
            <a:r>
              <a:rPr sz="2400" b="1" spc="-67" dirty="0">
                <a:latin typeface="Calibri"/>
                <a:cs typeface="Calibri"/>
              </a:rPr>
              <a:t>1</a:t>
            </a:r>
            <a:endParaRPr sz="2400">
              <a:latin typeface="Calibri"/>
              <a:cs typeface="Calibri"/>
            </a:endParaRPr>
          </a:p>
        </p:txBody>
      </p:sp>
      <p:sp>
        <p:nvSpPr>
          <p:cNvPr id="33" name="object 33"/>
          <p:cNvSpPr txBox="1"/>
          <p:nvPr/>
        </p:nvSpPr>
        <p:spPr>
          <a:xfrm>
            <a:off x="3717522" y="3759202"/>
            <a:ext cx="188807" cy="387286"/>
          </a:xfrm>
          <a:prstGeom prst="rect">
            <a:avLst/>
          </a:prstGeom>
        </p:spPr>
        <p:txBody>
          <a:bodyPr vert="horz" wrap="square" lIns="0" tIns="17780" rIns="0" bIns="0" rtlCol="0">
            <a:spAutoFit/>
          </a:bodyPr>
          <a:lstStyle/>
          <a:p>
            <a:pPr marL="16933">
              <a:spcBef>
                <a:spcPts val="140"/>
              </a:spcBef>
            </a:pPr>
            <a:r>
              <a:rPr sz="2400" b="1" spc="-67" dirty="0">
                <a:latin typeface="Calibri"/>
                <a:cs typeface="Calibri"/>
              </a:rPr>
              <a:t>2</a:t>
            </a:r>
            <a:endParaRPr sz="2400">
              <a:latin typeface="Calibri"/>
              <a:cs typeface="Calibri"/>
            </a:endParaRPr>
          </a:p>
        </p:txBody>
      </p:sp>
      <p:sp>
        <p:nvSpPr>
          <p:cNvPr id="34" name="object 34"/>
          <p:cNvSpPr txBox="1"/>
          <p:nvPr/>
        </p:nvSpPr>
        <p:spPr>
          <a:xfrm>
            <a:off x="4491461" y="3759202"/>
            <a:ext cx="188807" cy="387286"/>
          </a:xfrm>
          <a:prstGeom prst="rect">
            <a:avLst/>
          </a:prstGeom>
        </p:spPr>
        <p:txBody>
          <a:bodyPr vert="horz" wrap="square" lIns="0" tIns="17780" rIns="0" bIns="0" rtlCol="0">
            <a:spAutoFit/>
          </a:bodyPr>
          <a:lstStyle/>
          <a:p>
            <a:pPr marL="16933">
              <a:spcBef>
                <a:spcPts val="140"/>
              </a:spcBef>
            </a:pPr>
            <a:r>
              <a:rPr sz="2400" b="1" spc="-67" dirty="0">
                <a:latin typeface="Calibri"/>
                <a:cs typeface="Calibri"/>
              </a:rPr>
              <a:t>3</a:t>
            </a:r>
            <a:endParaRPr sz="2400">
              <a:latin typeface="Calibri"/>
              <a:cs typeface="Calibri"/>
            </a:endParaRPr>
          </a:p>
        </p:txBody>
      </p:sp>
      <p:sp>
        <p:nvSpPr>
          <p:cNvPr id="35" name="object 35"/>
          <p:cNvSpPr txBox="1"/>
          <p:nvPr/>
        </p:nvSpPr>
        <p:spPr>
          <a:xfrm>
            <a:off x="5353427" y="3759202"/>
            <a:ext cx="188807" cy="387286"/>
          </a:xfrm>
          <a:prstGeom prst="rect">
            <a:avLst/>
          </a:prstGeom>
        </p:spPr>
        <p:txBody>
          <a:bodyPr vert="horz" wrap="square" lIns="0" tIns="17780" rIns="0" bIns="0" rtlCol="0">
            <a:spAutoFit/>
          </a:bodyPr>
          <a:lstStyle/>
          <a:p>
            <a:pPr marL="16933">
              <a:spcBef>
                <a:spcPts val="140"/>
              </a:spcBef>
            </a:pPr>
            <a:r>
              <a:rPr sz="2400" b="1" spc="-67" dirty="0">
                <a:latin typeface="Calibri"/>
                <a:cs typeface="Calibri"/>
              </a:rPr>
              <a:t>4</a:t>
            </a:r>
            <a:endParaRPr sz="2400">
              <a:latin typeface="Calibri"/>
              <a:cs typeface="Calibri"/>
            </a:endParaRPr>
          </a:p>
        </p:txBody>
      </p:sp>
      <p:sp>
        <p:nvSpPr>
          <p:cNvPr id="36" name="object 36"/>
          <p:cNvSpPr txBox="1"/>
          <p:nvPr/>
        </p:nvSpPr>
        <p:spPr>
          <a:xfrm>
            <a:off x="454237" y="3820919"/>
            <a:ext cx="1076113" cy="745867"/>
          </a:xfrm>
          <a:prstGeom prst="rect">
            <a:avLst/>
          </a:prstGeom>
        </p:spPr>
        <p:txBody>
          <a:bodyPr vert="horz" wrap="square" lIns="0" tIns="13547" rIns="0" bIns="0" rtlCol="0">
            <a:spAutoFit/>
          </a:bodyPr>
          <a:lstStyle/>
          <a:p>
            <a:pPr marL="16933" marR="6773">
              <a:lnSpc>
                <a:spcPct val="101000"/>
              </a:lnSpc>
              <a:spcBef>
                <a:spcPts val="107"/>
              </a:spcBef>
            </a:pPr>
            <a:r>
              <a:rPr sz="2400" b="1" spc="-13" dirty="0">
                <a:latin typeface="Calibri"/>
                <a:cs typeface="Calibri"/>
              </a:rPr>
              <a:t>Index</a:t>
            </a:r>
            <a:r>
              <a:rPr sz="2400" spc="-13" dirty="0">
                <a:latin typeface="Times New Roman"/>
                <a:cs typeface="Times New Roman"/>
              </a:rPr>
              <a:t> </a:t>
            </a:r>
            <a:r>
              <a:rPr sz="2400" b="1" dirty="0">
                <a:latin typeface="Calibri"/>
                <a:cs typeface="Calibri"/>
              </a:rPr>
              <a:t>I/P</a:t>
            </a:r>
            <a:r>
              <a:rPr sz="2400" spc="-73" dirty="0">
                <a:latin typeface="Times New Roman"/>
                <a:cs typeface="Times New Roman"/>
              </a:rPr>
              <a:t> </a:t>
            </a:r>
            <a:r>
              <a:rPr sz="2400" b="1" spc="-27" dirty="0">
                <a:latin typeface="Calibri"/>
                <a:cs typeface="Calibri"/>
              </a:rPr>
              <a:t>Data</a:t>
            </a:r>
            <a:endParaRPr sz="2400">
              <a:latin typeface="Calibri"/>
              <a:cs typeface="Calibri"/>
            </a:endParaRPr>
          </a:p>
        </p:txBody>
      </p:sp>
      <p:graphicFrame>
        <p:nvGraphicFramePr>
          <p:cNvPr id="37" name="object 37"/>
          <p:cNvGraphicFramePr>
            <a:graphicFrameLocks noGrp="1"/>
          </p:cNvGraphicFramePr>
          <p:nvPr/>
        </p:nvGraphicFramePr>
        <p:xfrm>
          <a:off x="2111242" y="5554134"/>
          <a:ext cx="3860798" cy="494453"/>
        </p:xfrm>
        <a:graphic>
          <a:graphicData uri="http://schemas.openxmlformats.org/drawingml/2006/table">
            <a:tbl>
              <a:tblPr firstRow="1" bandRow="1">
                <a:tableStyleId>{2D5ABB26-0587-4C30-8999-92F81FD0307C}</a:tableStyleId>
              </a:tblPr>
              <a:tblGrid>
                <a:gridCol w="772160">
                  <a:extLst>
                    <a:ext uri="{9D8B030D-6E8A-4147-A177-3AD203B41FA5}">
                      <a16:colId xmlns:a16="http://schemas.microsoft.com/office/drawing/2014/main" val="20000"/>
                    </a:ext>
                  </a:extLst>
                </a:gridCol>
                <a:gridCol w="772160">
                  <a:extLst>
                    <a:ext uri="{9D8B030D-6E8A-4147-A177-3AD203B41FA5}">
                      <a16:colId xmlns:a16="http://schemas.microsoft.com/office/drawing/2014/main" val="20001"/>
                    </a:ext>
                  </a:extLst>
                </a:gridCol>
                <a:gridCol w="772160">
                  <a:extLst>
                    <a:ext uri="{9D8B030D-6E8A-4147-A177-3AD203B41FA5}">
                      <a16:colId xmlns:a16="http://schemas.microsoft.com/office/drawing/2014/main" val="20002"/>
                    </a:ext>
                  </a:extLst>
                </a:gridCol>
                <a:gridCol w="772159">
                  <a:extLst>
                    <a:ext uri="{9D8B030D-6E8A-4147-A177-3AD203B41FA5}">
                      <a16:colId xmlns:a16="http://schemas.microsoft.com/office/drawing/2014/main" val="20003"/>
                    </a:ext>
                  </a:extLst>
                </a:gridCol>
                <a:gridCol w="772159">
                  <a:extLst>
                    <a:ext uri="{9D8B030D-6E8A-4147-A177-3AD203B41FA5}">
                      <a16:colId xmlns:a16="http://schemas.microsoft.com/office/drawing/2014/main" val="20004"/>
                    </a:ext>
                  </a:extLst>
                </a:gridCol>
              </a:tblGrid>
              <a:tr h="494453">
                <a:tc>
                  <a:txBody>
                    <a:bodyPr/>
                    <a:lstStyle/>
                    <a:p>
                      <a:pPr marL="92710">
                        <a:lnSpc>
                          <a:spcPct val="100000"/>
                        </a:lnSpc>
                        <a:spcBef>
                          <a:spcPts val="270"/>
                        </a:spcBef>
                      </a:pPr>
                      <a:r>
                        <a:rPr sz="2400" b="1" spc="-50" dirty="0">
                          <a:latin typeface="Calibri"/>
                          <a:cs typeface="Calibri"/>
                        </a:rPr>
                        <a:t>1</a:t>
                      </a:r>
                      <a:endParaRPr sz="2400">
                        <a:latin typeface="Calibri"/>
                        <a:cs typeface="Calibri"/>
                      </a:endParaRPr>
                    </a:p>
                  </a:txBody>
                  <a:tcPr marL="0" marR="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3345">
                        <a:lnSpc>
                          <a:spcPct val="100000"/>
                        </a:lnSpc>
                        <a:spcBef>
                          <a:spcPts val="270"/>
                        </a:spcBef>
                      </a:pPr>
                      <a:r>
                        <a:rPr sz="2400" b="1" spc="-50" dirty="0">
                          <a:latin typeface="Calibri"/>
                          <a:cs typeface="Calibri"/>
                        </a:rPr>
                        <a:t>3</a:t>
                      </a:r>
                      <a:endParaRPr sz="2400">
                        <a:latin typeface="Calibri"/>
                        <a:cs typeface="Calibri"/>
                      </a:endParaRPr>
                    </a:p>
                  </a:txBody>
                  <a:tcPr marL="0" marR="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3980">
                        <a:lnSpc>
                          <a:spcPct val="100000"/>
                        </a:lnSpc>
                        <a:spcBef>
                          <a:spcPts val="270"/>
                        </a:spcBef>
                      </a:pPr>
                      <a:r>
                        <a:rPr sz="2400" b="1" spc="-50" dirty="0">
                          <a:latin typeface="Calibri"/>
                          <a:cs typeface="Calibri"/>
                        </a:rPr>
                        <a:t>4</a:t>
                      </a:r>
                      <a:endParaRPr sz="2400">
                        <a:latin typeface="Calibri"/>
                        <a:cs typeface="Calibri"/>
                      </a:endParaRPr>
                    </a:p>
                  </a:txBody>
                  <a:tcPr marL="0" marR="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4615">
                        <a:lnSpc>
                          <a:spcPct val="100000"/>
                        </a:lnSpc>
                        <a:spcBef>
                          <a:spcPts val="270"/>
                        </a:spcBef>
                      </a:pPr>
                      <a:r>
                        <a:rPr sz="2400" b="1" spc="-50" dirty="0">
                          <a:latin typeface="Calibri"/>
                          <a:cs typeface="Calibri"/>
                        </a:rPr>
                        <a:t>5</a:t>
                      </a:r>
                      <a:endParaRPr sz="2400">
                        <a:latin typeface="Calibri"/>
                        <a:cs typeface="Calibri"/>
                      </a:endParaRPr>
                    </a:p>
                  </a:txBody>
                  <a:tcPr marL="0" marR="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5250">
                        <a:lnSpc>
                          <a:spcPct val="100000"/>
                        </a:lnSpc>
                        <a:spcBef>
                          <a:spcPts val="270"/>
                        </a:spcBef>
                      </a:pPr>
                      <a:r>
                        <a:rPr sz="2400" b="1" spc="-25" dirty="0">
                          <a:latin typeface="Calibri"/>
                          <a:cs typeface="Calibri"/>
                        </a:rPr>
                        <a:t>10</a:t>
                      </a:r>
                      <a:endParaRPr sz="2400">
                        <a:latin typeface="Calibri"/>
                        <a:cs typeface="Calibri"/>
                      </a:endParaRPr>
                    </a:p>
                  </a:txBody>
                  <a:tcPr marL="0" marR="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bl>
          </a:graphicData>
        </a:graphic>
      </p:graphicFrame>
      <p:sp>
        <p:nvSpPr>
          <p:cNvPr id="38" name="object 38"/>
          <p:cNvSpPr txBox="1"/>
          <p:nvPr/>
        </p:nvSpPr>
        <p:spPr>
          <a:xfrm>
            <a:off x="2227074" y="5160860"/>
            <a:ext cx="188807" cy="386430"/>
          </a:xfrm>
          <a:prstGeom prst="rect">
            <a:avLst/>
          </a:prstGeom>
        </p:spPr>
        <p:txBody>
          <a:bodyPr vert="horz" wrap="square" lIns="0" tIns="16933" rIns="0" bIns="0" rtlCol="0">
            <a:spAutoFit/>
          </a:bodyPr>
          <a:lstStyle/>
          <a:p>
            <a:pPr marL="16933">
              <a:spcBef>
                <a:spcPts val="133"/>
              </a:spcBef>
            </a:pPr>
            <a:r>
              <a:rPr sz="2400" b="1" spc="-67" dirty="0">
                <a:latin typeface="Calibri"/>
                <a:cs typeface="Calibri"/>
              </a:rPr>
              <a:t>0</a:t>
            </a:r>
            <a:endParaRPr sz="2400">
              <a:latin typeface="Calibri"/>
              <a:cs typeface="Calibri"/>
            </a:endParaRPr>
          </a:p>
        </p:txBody>
      </p:sp>
      <p:sp>
        <p:nvSpPr>
          <p:cNvPr id="39" name="object 39"/>
          <p:cNvSpPr txBox="1"/>
          <p:nvPr/>
        </p:nvSpPr>
        <p:spPr>
          <a:xfrm>
            <a:off x="3013285" y="5160860"/>
            <a:ext cx="188807" cy="386430"/>
          </a:xfrm>
          <a:prstGeom prst="rect">
            <a:avLst/>
          </a:prstGeom>
        </p:spPr>
        <p:txBody>
          <a:bodyPr vert="horz" wrap="square" lIns="0" tIns="16933" rIns="0" bIns="0" rtlCol="0">
            <a:spAutoFit/>
          </a:bodyPr>
          <a:lstStyle/>
          <a:p>
            <a:pPr marL="16933">
              <a:spcBef>
                <a:spcPts val="133"/>
              </a:spcBef>
            </a:pPr>
            <a:r>
              <a:rPr sz="2400" b="1" spc="-67" dirty="0">
                <a:latin typeface="Calibri"/>
                <a:cs typeface="Calibri"/>
              </a:rPr>
              <a:t>1</a:t>
            </a:r>
            <a:endParaRPr sz="2400">
              <a:latin typeface="Calibri"/>
              <a:cs typeface="Calibri"/>
            </a:endParaRPr>
          </a:p>
        </p:txBody>
      </p:sp>
      <p:sp>
        <p:nvSpPr>
          <p:cNvPr id="40" name="object 40"/>
          <p:cNvSpPr txBox="1"/>
          <p:nvPr/>
        </p:nvSpPr>
        <p:spPr>
          <a:xfrm>
            <a:off x="3862981" y="5160860"/>
            <a:ext cx="188807" cy="386430"/>
          </a:xfrm>
          <a:prstGeom prst="rect">
            <a:avLst/>
          </a:prstGeom>
        </p:spPr>
        <p:txBody>
          <a:bodyPr vert="horz" wrap="square" lIns="0" tIns="16933" rIns="0" bIns="0" rtlCol="0">
            <a:spAutoFit/>
          </a:bodyPr>
          <a:lstStyle/>
          <a:p>
            <a:pPr marL="16933">
              <a:spcBef>
                <a:spcPts val="133"/>
              </a:spcBef>
            </a:pPr>
            <a:r>
              <a:rPr sz="2400" b="1" spc="-67" dirty="0">
                <a:latin typeface="Calibri"/>
                <a:cs typeface="Calibri"/>
              </a:rPr>
              <a:t>2</a:t>
            </a:r>
            <a:endParaRPr sz="2400">
              <a:latin typeface="Calibri"/>
              <a:cs typeface="Calibri"/>
            </a:endParaRPr>
          </a:p>
        </p:txBody>
      </p:sp>
      <p:sp>
        <p:nvSpPr>
          <p:cNvPr id="41" name="object 41"/>
          <p:cNvSpPr txBox="1"/>
          <p:nvPr/>
        </p:nvSpPr>
        <p:spPr>
          <a:xfrm>
            <a:off x="4636682" y="5160860"/>
            <a:ext cx="188807" cy="386430"/>
          </a:xfrm>
          <a:prstGeom prst="rect">
            <a:avLst/>
          </a:prstGeom>
        </p:spPr>
        <p:txBody>
          <a:bodyPr vert="horz" wrap="square" lIns="0" tIns="16933" rIns="0" bIns="0" rtlCol="0">
            <a:spAutoFit/>
          </a:bodyPr>
          <a:lstStyle/>
          <a:p>
            <a:pPr marL="16933">
              <a:spcBef>
                <a:spcPts val="133"/>
              </a:spcBef>
            </a:pPr>
            <a:r>
              <a:rPr sz="2400" b="1" spc="-67" dirty="0">
                <a:latin typeface="Calibri"/>
                <a:cs typeface="Calibri"/>
              </a:rPr>
              <a:t>3</a:t>
            </a:r>
            <a:endParaRPr sz="2400">
              <a:latin typeface="Calibri"/>
              <a:cs typeface="Calibri"/>
            </a:endParaRPr>
          </a:p>
        </p:txBody>
      </p:sp>
      <p:sp>
        <p:nvSpPr>
          <p:cNvPr id="42" name="object 42"/>
          <p:cNvSpPr txBox="1"/>
          <p:nvPr/>
        </p:nvSpPr>
        <p:spPr>
          <a:xfrm>
            <a:off x="5498887" y="5160860"/>
            <a:ext cx="188807" cy="386430"/>
          </a:xfrm>
          <a:prstGeom prst="rect">
            <a:avLst/>
          </a:prstGeom>
        </p:spPr>
        <p:txBody>
          <a:bodyPr vert="horz" wrap="square" lIns="0" tIns="16933" rIns="0" bIns="0" rtlCol="0">
            <a:spAutoFit/>
          </a:bodyPr>
          <a:lstStyle/>
          <a:p>
            <a:pPr marL="16933">
              <a:spcBef>
                <a:spcPts val="133"/>
              </a:spcBef>
            </a:pPr>
            <a:r>
              <a:rPr sz="2400" b="1" spc="-67" dirty="0">
                <a:latin typeface="Calibri"/>
                <a:cs typeface="Calibri"/>
              </a:rPr>
              <a:t>4</a:t>
            </a:r>
            <a:endParaRPr sz="2400">
              <a:latin typeface="Calibri"/>
              <a:cs typeface="Calibri"/>
            </a:endParaRPr>
          </a:p>
        </p:txBody>
      </p:sp>
      <p:sp>
        <p:nvSpPr>
          <p:cNvPr id="43" name="object 43"/>
          <p:cNvSpPr txBox="1"/>
          <p:nvPr/>
        </p:nvSpPr>
        <p:spPr>
          <a:xfrm>
            <a:off x="599854" y="5222238"/>
            <a:ext cx="1072727" cy="756617"/>
          </a:xfrm>
          <a:prstGeom prst="rect">
            <a:avLst/>
          </a:prstGeom>
        </p:spPr>
        <p:txBody>
          <a:bodyPr vert="horz" wrap="square" lIns="0" tIns="17780" rIns="0" bIns="0" rtlCol="0">
            <a:spAutoFit/>
          </a:bodyPr>
          <a:lstStyle/>
          <a:p>
            <a:pPr marL="16933">
              <a:spcBef>
                <a:spcPts val="140"/>
              </a:spcBef>
            </a:pPr>
            <a:r>
              <a:rPr sz="2400" b="1" spc="-13" dirty="0">
                <a:latin typeface="Calibri"/>
                <a:cs typeface="Calibri"/>
              </a:rPr>
              <a:t>Index</a:t>
            </a:r>
            <a:endParaRPr sz="2400">
              <a:latin typeface="Calibri"/>
              <a:cs typeface="Calibri"/>
            </a:endParaRPr>
          </a:p>
          <a:p>
            <a:pPr marL="16933">
              <a:spcBef>
                <a:spcPts val="20"/>
              </a:spcBef>
            </a:pPr>
            <a:r>
              <a:rPr sz="2400" b="1" dirty="0">
                <a:latin typeface="Calibri"/>
                <a:cs typeface="Calibri"/>
              </a:rPr>
              <a:t>I/P</a:t>
            </a:r>
            <a:r>
              <a:rPr sz="2400" spc="-80" dirty="0">
                <a:latin typeface="Times New Roman"/>
                <a:cs typeface="Times New Roman"/>
              </a:rPr>
              <a:t> </a:t>
            </a:r>
            <a:r>
              <a:rPr sz="2400" b="1" spc="-27" dirty="0">
                <a:latin typeface="Calibri"/>
                <a:cs typeface="Calibri"/>
              </a:rPr>
              <a:t>Data</a:t>
            </a:r>
            <a:endParaRPr sz="2400">
              <a:latin typeface="Calibri"/>
              <a:cs typeface="Calibri"/>
            </a:endParaRPr>
          </a:p>
        </p:txBody>
      </p:sp>
      <p:grpSp>
        <p:nvGrpSpPr>
          <p:cNvPr id="44" name="object 44"/>
          <p:cNvGrpSpPr/>
          <p:nvPr/>
        </p:nvGrpSpPr>
        <p:grpSpPr>
          <a:xfrm>
            <a:off x="9533467" y="494968"/>
            <a:ext cx="1151467" cy="1049867"/>
            <a:chOff x="7150100" y="371226"/>
            <a:chExt cx="863600" cy="787400"/>
          </a:xfrm>
        </p:grpSpPr>
        <p:sp>
          <p:nvSpPr>
            <p:cNvPr id="45" name="object 45"/>
            <p:cNvSpPr/>
            <p:nvPr/>
          </p:nvSpPr>
          <p:spPr>
            <a:xfrm>
              <a:off x="7162800" y="383926"/>
              <a:ext cx="838200" cy="762000"/>
            </a:xfrm>
            <a:custGeom>
              <a:avLst/>
              <a:gdLst/>
              <a:ahLst/>
              <a:cxnLst/>
              <a:rect l="l" t="t" r="r" b="b"/>
              <a:pathLst>
                <a:path w="838200" h="762000">
                  <a:moveTo>
                    <a:pt x="419099" y="0"/>
                  </a:moveTo>
                  <a:lnTo>
                    <a:pt x="370212" y="2563"/>
                  </a:lnTo>
                  <a:lnTo>
                    <a:pt x="322984" y="10061"/>
                  </a:lnTo>
                  <a:lnTo>
                    <a:pt x="277729" y="22210"/>
                  </a:lnTo>
                  <a:lnTo>
                    <a:pt x="234762" y="38722"/>
                  </a:lnTo>
                  <a:lnTo>
                    <a:pt x="194397" y="59313"/>
                  </a:lnTo>
                  <a:lnTo>
                    <a:pt x="156947" y="83697"/>
                  </a:lnTo>
                  <a:lnTo>
                    <a:pt x="122727" y="111587"/>
                  </a:lnTo>
                  <a:lnTo>
                    <a:pt x="92051" y="142698"/>
                  </a:lnTo>
                  <a:lnTo>
                    <a:pt x="65233" y="176744"/>
                  </a:lnTo>
                  <a:lnTo>
                    <a:pt x="42586" y="213439"/>
                  </a:lnTo>
                  <a:lnTo>
                    <a:pt x="24426" y="252499"/>
                  </a:lnTo>
                  <a:lnTo>
                    <a:pt x="11065" y="293635"/>
                  </a:lnTo>
                  <a:lnTo>
                    <a:pt x="2818" y="336564"/>
                  </a:lnTo>
                  <a:lnTo>
                    <a:pt x="0" y="380999"/>
                  </a:lnTo>
                  <a:lnTo>
                    <a:pt x="2818" y="425435"/>
                  </a:lnTo>
                  <a:lnTo>
                    <a:pt x="11065" y="468364"/>
                  </a:lnTo>
                  <a:lnTo>
                    <a:pt x="24426" y="509500"/>
                  </a:lnTo>
                  <a:lnTo>
                    <a:pt x="42586" y="548560"/>
                  </a:lnTo>
                  <a:lnTo>
                    <a:pt x="65233" y="585255"/>
                  </a:lnTo>
                  <a:lnTo>
                    <a:pt x="92051" y="619301"/>
                  </a:lnTo>
                  <a:lnTo>
                    <a:pt x="122727" y="650412"/>
                  </a:lnTo>
                  <a:lnTo>
                    <a:pt x="156947" y="678302"/>
                  </a:lnTo>
                  <a:lnTo>
                    <a:pt x="194397" y="702686"/>
                  </a:lnTo>
                  <a:lnTo>
                    <a:pt x="234762" y="723277"/>
                  </a:lnTo>
                  <a:lnTo>
                    <a:pt x="277729" y="739789"/>
                  </a:lnTo>
                  <a:lnTo>
                    <a:pt x="322984" y="751938"/>
                  </a:lnTo>
                  <a:lnTo>
                    <a:pt x="370212" y="759436"/>
                  </a:lnTo>
                  <a:lnTo>
                    <a:pt x="419099" y="761999"/>
                  </a:lnTo>
                  <a:lnTo>
                    <a:pt x="467987" y="759436"/>
                  </a:lnTo>
                  <a:lnTo>
                    <a:pt x="515215" y="751938"/>
                  </a:lnTo>
                  <a:lnTo>
                    <a:pt x="560470" y="739789"/>
                  </a:lnTo>
                  <a:lnTo>
                    <a:pt x="603437" y="723277"/>
                  </a:lnTo>
                  <a:lnTo>
                    <a:pt x="643802" y="702686"/>
                  </a:lnTo>
                  <a:lnTo>
                    <a:pt x="681252" y="678302"/>
                  </a:lnTo>
                  <a:lnTo>
                    <a:pt x="715472" y="650412"/>
                  </a:lnTo>
                  <a:lnTo>
                    <a:pt x="746148" y="619301"/>
                  </a:lnTo>
                  <a:lnTo>
                    <a:pt x="772966" y="585255"/>
                  </a:lnTo>
                  <a:lnTo>
                    <a:pt x="795613" y="548560"/>
                  </a:lnTo>
                  <a:lnTo>
                    <a:pt x="813773" y="509500"/>
                  </a:lnTo>
                  <a:lnTo>
                    <a:pt x="827134" y="468364"/>
                  </a:lnTo>
                  <a:lnTo>
                    <a:pt x="835381" y="425435"/>
                  </a:lnTo>
                  <a:lnTo>
                    <a:pt x="838199" y="380999"/>
                  </a:lnTo>
                  <a:lnTo>
                    <a:pt x="835381" y="336564"/>
                  </a:lnTo>
                  <a:lnTo>
                    <a:pt x="827134" y="293635"/>
                  </a:lnTo>
                  <a:lnTo>
                    <a:pt x="813773" y="252499"/>
                  </a:lnTo>
                  <a:lnTo>
                    <a:pt x="795613" y="213439"/>
                  </a:lnTo>
                  <a:lnTo>
                    <a:pt x="772966" y="176744"/>
                  </a:lnTo>
                  <a:lnTo>
                    <a:pt x="746148" y="142698"/>
                  </a:lnTo>
                  <a:lnTo>
                    <a:pt x="715472" y="111587"/>
                  </a:lnTo>
                  <a:lnTo>
                    <a:pt x="681252" y="83697"/>
                  </a:lnTo>
                  <a:lnTo>
                    <a:pt x="643802" y="59313"/>
                  </a:lnTo>
                  <a:lnTo>
                    <a:pt x="603437" y="38722"/>
                  </a:lnTo>
                  <a:lnTo>
                    <a:pt x="560470" y="22210"/>
                  </a:lnTo>
                  <a:lnTo>
                    <a:pt x="515215" y="10061"/>
                  </a:lnTo>
                  <a:lnTo>
                    <a:pt x="467987" y="2563"/>
                  </a:lnTo>
                  <a:lnTo>
                    <a:pt x="419099" y="0"/>
                  </a:lnTo>
                  <a:close/>
                </a:path>
              </a:pathLst>
            </a:custGeom>
            <a:solidFill>
              <a:srgbClr val="FFC000"/>
            </a:solidFill>
          </p:spPr>
          <p:txBody>
            <a:bodyPr wrap="square" lIns="0" tIns="0" rIns="0" bIns="0" rtlCol="0"/>
            <a:lstStyle/>
            <a:p>
              <a:endParaRPr sz="2400"/>
            </a:p>
          </p:txBody>
        </p:sp>
        <p:sp>
          <p:nvSpPr>
            <p:cNvPr id="46" name="object 46"/>
            <p:cNvSpPr/>
            <p:nvPr/>
          </p:nvSpPr>
          <p:spPr>
            <a:xfrm>
              <a:off x="7162800" y="383926"/>
              <a:ext cx="838200" cy="762000"/>
            </a:xfrm>
            <a:custGeom>
              <a:avLst/>
              <a:gdLst/>
              <a:ahLst/>
              <a:cxnLst/>
              <a:rect l="l" t="t" r="r" b="b"/>
              <a:pathLst>
                <a:path w="838200" h="762000">
                  <a:moveTo>
                    <a:pt x="0" y="380999"/>
                  </a:moveTo>
                  <a:lnTo>
                    <a:pt x="2818" y="336564"/>
                  </a:lnTo>
                  <a:lnTo>
                    <a:pt x="11065" y="293635"/>
                  </a:lnTo>
                  <a:lnTo>
                    <a:pt x="24426" y="252499"/>
                  </a:lnTo>
                  <a:lnTo>
                    <a:pt x="42586" y="213439"/>
                  </a:lnTo>
                  <a:lnTo>
                    <a:pt x="65233" y="176744"/>
                  </a:lnTo>
                  <a:lnTo>
                    <a:pt x="92051" y="142698"/>
                  </a:lnTo>
                  <a:lnTo>
                    <a:pt x="122727" y="111587"/>
                  </a:lnTo>
                  <a:lnTo>
                    <a:pt x="156947" y="83697"/>
                  </a:lnTo>
                  <a:lnTo>
                    <a:pt x="194397" y="59313"/>
                  </a:lnTo>
                  <a:lnTo>
                    <a:pt x="234762" y="38722"/>
                  </a:lnTo>
                  <a:lnTo>
                    <a:pt x="277729" y="22210"/>
                  </a:lnTo>
                  <a:lnTo>
                    <a:pt x="322984" y="10061"/>
                  </a:lnTo>
                  <a:lnTo>
                    <a:pt x="370212" y="2563"/>
                  </a:lnTo>
                  <a:lnTo>
                    <a:pt x="419099" y="0"/>
                  </a:lnTo>
                  <a:lnTo>
                    <a:pt x="467987" y="2563"/>
                  </a:lnTo>
                  <a:lnTo>
                    <a:pt x="515215" y="10061"/>
                  </a:lnTo>
                  <a:lnTo>
                    <a:pt x="560470" y="22210"/>
                  </a:lnTo>
                  <a:lnTo>
                    <a:pt x="603437" y="38722"/>
                  </a:lnTo>
                  <a:lnTo>
                    <a:pt x="643802" y="59313"/>
                  </a:lnTo>
                  <a:lnTo>
                    <a:pt x="681252" y="83697"/>
                  </a:lnTo>
                  <a:lnTo>
                    <a:pt x="715472" y="111587"/>
                  </a:lnTo>
                  <a:lnTo>
                    <a:pt x="746148" y="142698"/>
                  </a:lnTo>
                  <a:lnTo>
                    <a:pt x="772966" y="176744"/>
                  </a:lnTo>
                  <a:lnTo>
                    <a:pt x="795613" y="213439"/>
                  </a:lnTo>
                  <a:lnTo>
                    <a:pt x="813773" y="252499"/>
                  </a:lnTo>
                  <a:lnTo>
                    <a:pt x="827134" y="293635"/>
                  </a:lnTo>
                  <a:lnTo>
                    <a:pt x="835381" y="336564"/>
                  </a:lnTo>
                  <a:lnTo>
                    <a:pt x="838199" y="380999"/>
                  </a:lnTo>
                  <a:lnTo>
                    <a:pt x="835381" y="425435"/>
                  </a:lnTo>
                  <a:lnTo>
                    <a:pt x="827134" y="468364"/>
                  </a:lnTo>
                  <a:lnTo>
                    <a:pt x="813773" y="509500"/>
                  </a:lnTo>
                  <a:lnTo>
                    <a:pt x="795613" y="548560"/>
                  </a:lnTo>
                  <a:lnTo>
                    <a:pt x="772966" y="585255"/>
                  </a:lnTo>
                  <a:lnTo>
                    <a:pt x="746148" y="619301"/>
                  </a:lnTo>
                  <a:lnTo>
                    <a:pt x="715472" y="650412"/>
                  </a:lnTo>
                  <a:lnTo>
                    <a:pt x="681252" y="678302"/>
                  </a:lnTo>
                  <a:lnTo>
                    <a:pt x="643802" y="702686"/>
                  </a:lnTo>
                  <a:lnTo>
                    <a:pt x="603437" y="723277"/>
                  </a:lnTo>
                  <a:lnTo>
                    <a:pt x="560470" y="739789"/>
                  </a:lnTo>
                  <a:lnTo>
                    <a:pt x="515215" y="751938"/>
                  </a:lnTo>
                  <a:lnTo>
                    <a:pt x="467987" y="759436"/>
                  </a:lnTo>
                  <a:lnTo>
                    <a:pt x="419099" y="761999"/>
                  </a:lnTo>
                  <a:lnTo>
                    <a:pt x="370212" y="759436"/>
                  </a:lnTo>
                  <a:lnTo>
                    <a:pt x="322984" y="751938"/>
                  </a:lnTo>
                  <a:lnTo>
                    <a:pt x="277729" y="739789"/>
                  </a:lnTo>
                  <a:lnTo>
                    <a:pt x="234762" y="723277"/>
                  </a:lnTo>
                  <a:lnTo>
                    <a:pt x="194397" y="702686"/>
                  </a:lnTo>
                  <a:lnTo>
                    <a:pt x="156947" y="678302"/>
                  </a:lnTo>
                  <a:lnTo>
                    <a:pt x="122727" y="650412"/>
                  </a:lnTo>
                  <a:lnTo>
                    <a:pt x="92051" y="619301"/>
                  </a:lnTo>
                  <a:lnTo>
                    <a:pt x="65233" y="585255"/>
                  </a:lnTo>
                  <a:lnTo>
                    <a:pt x="42586" y="548560"/>
                  </a:lnTo>
                  <a:lnTo>
                    <a:pt x="24426" y="509500"/>
                  </a:lnTo>
                  <a:lnTo>
                    <a:pt x="11065" y="468364"/>
                  </a:lnTo>
                  <a:lnTo>
                    <a:pt x="2818" y="425435"/>
                  </a:lnTo>
                  <a:lnTo>
                    <a:pt x="0" y="380999"/>
                  </a:lnTo>
                  <a:close/>
                </a:path>
              </a:pathLst>
            </a:custGeom>
            <a:ln w="25399">
              <a:solidFill>
                <a:srgbClr val="000000"/>
              </a:solidFill>
            </a:ln>
          </p:spPr>
          <p:txBody>
            <a:bodyPr wrap="square" lIns="0" tIns="0" rIns="0" bIns="0" rtlCol="0"/>
            <a:lstStyle/>
            <a:p>
              <a:endParaRPr sz="2400"/>
            </a:p>
          </p:txBody>
        </p:sp>
      </p:grpSp>
      <p:sp>
        <p:nvSpPr>
          <p:cNvPr id="47" name="object 47"/>
          <p:cNvSpPr txBox="1"/>
          <p:nvPr/>
        </p:nvSpPr>
        <p:spPr>
          <a:xfrm>
            <a:off x="9981699" y="694262"/>
            <a:ext cx="272627" cy="586550"/>
          </a:xfrm>
          <a:prstGeom prst="rect">
            <a:avLst/>
          </a:prstGeom>
        </p:spPr>
        <p:txBody>
          <a:bodyPr vert="horz" wrap="square" lIns="0" tIns="22013" rIns="0" bIns="0" rtlCol="0">
            <a:spAutoFit/>
          </a:bodyPr>
          <a:lstStyle/>
          <a:p>
            <a:pPr marL="16933">
              <a:spcBef>
                <a:spcPts val="173"/>
              </a:spcBef>
            </a:pPr>
            <a:r>
              <a:rPr sz="3667" b="1" spc="-67" dirty="0">
                <a:latin typeface="Calibri"/>
                <a:cs typeface="Calibri"/>
              </a:rPr>
              <a:t>3</a:t>
            </a:r>
            <a:endParaRPr sz="3667">
              <a:latin typeface="Calibri"/>
              <a:cs typeface="Calibri"/>
            </a:endParaRPr>
          </a:p>
        </p:txBody>
      </p:sp>
      <p:grpSp>
        <p:nvGrpSpPr>
          <p:cNvPr id="48" name="object 48"/>
          <p:cNvGrpSpPr/>
          <p:nvPr/>
        </p:nvGrpSpPr>
        <p:grpSpPr>
          <a:xfrm>
            <a:off x="8590780" y="2018968"/>
            <a:ext cx="1151467" cy="1049867"/>
            <a:chOff x="6443085" y="1514226"/>
            <a:chExt cx="863600" cy="787400"/>
          </a:xfrm>
        </p:grpSpPr>
        <p:sp>
          <p:nvSpPr>
            <p:cNvPr id="49" name="object 49"/>
            <p:cNvSpPr/>
            <p:nvPr/>
          </p:nvSpPr>
          <p:spPr>
            <a:xfrm>
              <a:off x="6455785" y="1526926"/>
              <a:ext cx="838200" cy="762000"/>
            </a:xfrm>
            <a:custGeom>
              <a:avLst/>
              <a:gdLst/>
              <a:ahLst/>
              <a:cxnLst/>
              <a:rect l="l" t="t" r="r" b="b"/>
              <a:pathLst>
                <a:path w="838200" h="762000">
                  <a:moveTo>
                    <a:pt x="419099" y="0"/>
                  </a:moveTo>
                  <a:lnTo>
                    <a:pt x="370240" y="2563"/>
                  </a:lnTo>
                  <a:lnTo>
                    <a:pt x="323032" y="10061"/>
                  </a:lnTo>
                  <a:lnTo>
                    <a:pt x="277790" y="22210"/>
                  </a:lnTo>
                  <a:lnTo>
                    <a:pt x="234829" y="38722"/>
                  </a:lnTo>
                  <a:lnTo>
                    <a:pt x="194464" y="59313"/>
                  </a:lnTo>
                  <a:lnTo>
                    <a:pt x="157011" y="83697"/>
                  </a:lnTo>
                  <a:lnTo>
                    <a:pt x="122784" y="111587"/>
                  </a:lnTo>
                  <a:lnTo>
                    <a:pt x="92099" y="142698"/>
                  </a:lnTo>
                  <a:lnTo>
                    <a:pt x="65270" y="176744"/>
                  </a:lnTo>
                  <a:lnTo>
                    <a:pt x="42613" y="213439"/>
                  </a:lnTo>
                  <a:lnTo>
                    <a:pt x="24442" y="252499"/>
                  </a:lnTo>
                  <a:lnTo>
                    <a:pt x="11073" y="293635"/>
                  </a:lnTo>
                  <a:lnTo>
                    <a:pt x="2820" y="336564"/>
                  </a:lnTo>
                  <a:lnTo>
                    <a:pt x="0" y="380999"/>
                  </a:lnTo>
                  <a:lnTo>
                    <a:pt x="2820" y="425434"/>
                  </a:lnTo>
                  <a:lnTo>
                    <a:pt x="11073" y="468363"/>
                  </a:lnTo>
                  <a:lnTo>
                    <a:pt x="24442" y="509499"/>
                  </a:lnTo>
                  <a:lnTo>
                    <a:pt x="42613" y="548558"/>
                  </a:lnTo>
                  <a:lnTo>
                    <a:pt x="65270" y="585252"/>
                  </a:lnTo>
                  <a:lnTo>
                    <a:pt x="92099" y="619298"/>
                  </a:lnTo>
                  <a:lnTo>
                    <a:pt x="122784" y="650408"/>
                  </a:lnTo>
                  <a:lnTo>
                    <a:pt x="157011" y="678297"/>
                  </a:lnTo>
                  <a:lnTo>
                    <a:pt x="194464" y="702679"/>
                  </a:lnTo>
                  <a:lnTo>
                    <a:pt x="234829" y="723269"/>
                  </a:lnTo>
                  <a:lnTo>
                    <a:pt x="277790" y="739781"/>
                  </a:lnTo>
                  <a:lnTo>
                    <a:pt x="323032" y="751929"/>
                  </a:lnTo>
                  <a:lnTo>
                    <a:pt x="370240" y="759427"/>
                  </a:lnTo>
                  <a:lnTo>
                    <a:pt x="419099" y="761990"/>
                  </a:lnTo>
                  <a:lnTo>
                    <a:pt x="467987" y="759427"/>
                  </a:lnTo>
                  <a:lnTo>
                    <a:pt x="515215" y="751929"/>
                  </a:lnTo>
                  <a:lnTo>
                    <a:pt x="560470" y="739781"/>
                  </a:lnTo>
                  <a:lnTo>
                    <a:pt x="603437" y="723269"/>
                  </a:lnTo>
                  <a:lnTo>
                    <a:pt x="643802" y="702679"/>
                  </a:lnTo>
                  <a:lnTo>
                    <a:pt x="681252" y="678297"/>
                  </a:lnTo>
                  <a:lnTo>
                    <a:pt x="715472" y="650408"/>
                  </a:lnTo>
                  <a:lnTo>
                    <a:pt x="746148" y="619298"/>
                  </a:lnTo>
                  <a:lnTo>
                    <a:pt x="772966" y="585252"/>
                  </a:lnTo>
                  <a:lnTo>
                    <a:pt x="795613" y="548558"/>
                  </a:lnTo>
                  <a:lnTo>
                    <a:pt x="813773" y="509499"/>
                  </a:lnTo>
                  <a:lnTo>
                    <a:pt x="827134" y="468363"/>
                  </a:lnTo>
                  <a:lnTo>
                    <a:pt x="835381" y="425434"/>
                  </a:lnTo>
                  <a:lnTo>
                    <a:pt x="838199" y="380999"/>
                  </a:lnTo>
                  <a:lnTo>
                    <a:pt x="835381" y="336564"/>
                  </a:lnTo>
                  <a:lnTo>
                    <a:pt x="827134" y="293635"/>
                  </a:lnTo>
                  <a:lnTo>
                    <a:pt x="813773" y="252499"/>
                  </a:lnTo>
                  <a:lnTo>
                    <a:pt x="795613" y="213439"/>
                  </a:lnTo>
                  <a:lnTo>
                    <a:pt x="772966" y="176744"/>
                  </a:lnTo>
                  <a:lnTo>
                    <a:pt x="746148" y="142698"/>
                  </a:lnTo>
                  <a:lnTo>
                    <a:pt x="715472" y="111587"/>
                  </a:lnTo>
                  <a:lnTo>
                    <a:pt x="681252" y="83697"/>
                  </a:lnTo>
                  <a:lnTo>
                    <a:pt x="643802" y="59313"/>
                  </a:lnTo>
                  <a:lnTo>
                    <a:pt x="603437" y="38722"/>
                  </a:lnTo>
                  <a:lnTo>
                    <a:pt x="560470" y="22210"/>
                  </a:lnTo>
                  <a:lnTo>
                    <a:pt x="515215" y="10061"/>
                  </a:lnTo>
                  <a:lnTo>
                    <a:pt x="467987" y="2563"/>
                  </a:lnTo>
                  <a:lnTo>
                    <a:pt x="419099" y="0"/>
                  </a:lnTo>
                  <a:close/>
                </a:path>
              </a:pathLst>
            </a:custGeom>
            <a:solidFill>
              <a:srgbClr val="FFC000"/>
            </a:solidFill>
          </p:spPr>
          <p:txBody>
            <a:bodyPr wrap="square" lIns="0" tIns="0" rIns="0" bIns="0" rtlCol="0"/>
            <a:lstStyle/>
            <a:p>
              <a:endParaRPr sz="2400"/>
            </a:p>
          </p:txBody>
        </p:sp>
        <p:sp>
          <p:nvSpPr>
            <p:cNvPr id="50" name="object 50"/>
            <p:cNvSpPr/>
            <p:nvPr/>
          </p:nvSpPr>
          <p:spPr>
            <a:xfrm>
              <a:off x="6455785" y="1526926"/>
              <a:ext cx="838200" cy="762000"/>
            </a:xfrm>
            <a:custGeom>
              <a:avLst/>
              <a:gdLst/>
              <a:ahLst/>
              <a:cxnLst/>
              <a:rect l="l" t="t" r="r" b="b"/>
              <a:pathLst>
                <a:path w="838200" h="762000">
                  <a:moveTo>
                    <a:pt x="0" y="380999"/>
                  </a:moveTo>
                  <a:lnTo>
                    <a:pt x="2820" y="336564"/>
                  </a:lnTo>
                  <a:lnTo>
                    <a:pt x="11073" y="293635"/>
                  </a:lnTo>
                  <a:lnTo>
                    <a:pt x="24442" y="252499"/>
                  </a:lnTo>
                  <a:lnTo>
                    <a:pt x="42613" y="213439"/>
                  </a:lnTo>
                  <a:lnTo>
                    <a:pt x="65270" y="176744"/>
                  </a:lnTo>
                  <a:lnTo>
                    <a:pt x="92099" y="142698"/>
                  </a:lnTo>
                  <a:lnTo>
                    <a:pt x="122784" y="111587"/>
                  </a:lnTo>
                  <a:lnTo>
                    <a:pt x="157011" y="83697"/>
                  </a:lnTo>
                  <a:lnTo>
                    <a:pt x="194464" y="59313"/>
                  </a:lnTo>
                  <a:lnTo>
                    <a:pt x="234829" y="38722"/>
                  </a:lnTo>
                  <a:lnTo>
                    <a:pt x="277790" y="22210"/>
                  </a:lnTo>
                  <a:lnTo>
                    <a:pt x="323032" y="10061"/>
                  </a:lnTo>
                  <a:lnTo>
                    <a:pt x="370240" y="2563"/>
                  </a:lnTo>
                  <a:lnTo>
                    <a:pt x="419099" y="0"/>
                  </a:lnTo>
                  <a:lnTo>
                    <a:pt x="467987" y="2563"/>
                  </a:lnTo>
                  <a:lnTo>
                    <a:pt x="515215" y="10061"/>
                  </a:lnTo>
                  <a:lnTo>
                    <a:pt x="560470" y="22210"/>
                  </a:lnTo>
                  <a:lnTo>
                    <a:pt x="603437" y="38722"/>
                  </a:lnTo>
                  <a:lnTo>
                    <a:pt x="643802" y="59313"/>
                  </a:lnTo>
                  <a:lnTo>
                    <a:pt x="681252" y="83697"/>
                  </a:lnTo>
                  <a:lnTo>
                    <a:pt x="715472" y="111587"/>
                  </a:lnTo>
                  <a:lnTo>
                    <a:pt x="746148" y="142698"/>
                  </a:lnTo>
                  <a:lnTo>
                    <a:pt x="772966" y="176744"/>
                  </a:lnTo>
                  <a:lnTo>
                    <a:pt x="795613" y="213439"/>
                  </a:lnTo>
                  <a:lnTo>
                    <a:pt x="813773" y="252499"/>
                  </a:lnTo>
                  <a:lnTo>
                    <a:pt x="827134" y="293635"/>
                  </a:lnTo>
                  <a:lnTo>
                    <a:pt x="835381" y="336564"/>
                  </a:lnTo>
                  <a:lnTo>
                    <a:pt x="838199" y="380999"/>
                  </a:lnTo>
                  <a:lnTo>
                    <a:pt x="835381" y="425434"/>
                  </a:lnTo>
                  <a:lnTo>
                    <a:pt x="827134" y="468363"/>
                  </a:lnTo>
                  <a:lnTo>
                    <a:pt x="813773" y="509499"/>
                  </a:lnTo>
                  <a:lnTo>
                    <a:pt x="795613" y="548558"/>
                  </a:lnTo>
                  <a:lnTo>
                    <a:pt x="772966" y="585252"/>
                  </a:lnTo>
                  <a:lnTo>
                    <a:pt x="746148" y="619298"/>
                  </a:lnTo>
                  <a:lnTo>
                    <a:pt x="715472" y="650408"/>
                  </a:lnTo>
                  <a:lnTo>
                    <a:pt x="681252" y="678297"/>
                  </a:lnTo>
                  <a:lnTo>
                    <a:pt x="643802" y="702679"/>
                  </a:lnTo>
                  <a:lnTo>
                    <a:pt x="603437" y="723269"/>
                  </a:lnTo>
                  <a:lnTo>
                    <a:pt x="560470" y="739781"/>
                  </a:lnTo>
                  <a:lnTo>
                    <a:pt x="515215" y="751929"/>
                  </a:lnTo>
                  <a:lnTo>
                    <a:pt x="467987" y="759427"/>
                  </a:lnTo>
                  <a:lnTo>
                    <a:pt x="419099" y="761990"/>
                  </a:lnTo>
                  <a:lnTo>
                    <a:pt x="370240" y="759427"/>
                  </a:lnTo>
                  <a:lnTo>
                    <a:pt x="323032" y="751929"/>
                  </a:lnTo>
                  <a:lnTo>
                    <a:pt x="277790" y="739781"/>
                  </a:lnTo>
                  <a:lnTo>
                    <a:pt x="234829" y="723269"/>
                  </a:lnTo>
                  <a:lnTo>
                    <a:pt x="194464" y="702679"/>
                  </a:lnTo>
                  <a:lnTo>
                    <a:pt x="157011" y="678297"/>
                  </a:lnTo>
                  <a:lnTo>
                    <a:pt x="122784" y="650408"/>
                  </a:lnTo>
                  <a:lnTo>
                    <a:pt x="92099" y="619298"/>
                  </a:lnTo>
                  <a:lnTo>
                    <a:pt x="65270" y="585252"/>
                  </a:lnTo>
                  <a:lnTo>
                    <a:pt x="42613" y="548558"/>
                  </a:lnTo>
                  <a:lnTo>
                    <a:pt x="24442" y="509499"/>
                  </a:lnTo>
                  <a:lnTo>
                    <a:pt x="11073" y="468363"/>
                  </a:lnTo>
                  <a:lnTo>
                    <a:pt x="2820" y="425434"/>
                  </a:lnTo>
                  <a:lnTo>
                    <a:pt x="0" y="380999"/>
                  </a:lnTo>
                  <a:close/>
                </a:path>
              </a:pathLst>
            </a:custGeom>
            <a:ln w="25399">
              <a:solidFill>
                <a:srgbClr val="000000"/>
              </a:solidFill>
            </a:ln>
          </p:spPr>
          <p:txBody>
            <a:bodyPr wrap="square" lIns="0" tIns="0" rIns="0" bIns="0" rtlCol="0"/>
            <a:lstStyle/>
            <a:p>
              <a:endParaRPr sz="2400"/>
            </a:p>
          </p:txBody>
        </p:sp>
      </p:grpSp>
      <p:sp>
        <p:nvSpPr>
          <p:cNvPr id="51" name="object 51"/>
          <p:cNvSpPr txBox="1"/>
          <p:nvPr/>
        </p:nvSpPr>
        <p:spPr>
          <a:xfrm>
            <a:off x="9038173" y="2221312"/>
            <a:ext cx="272627" cy="586550"/>
          </a:xfrm>
          <a:prstGeom prst="rect">
            <a:avLst/>
          </a:prstGeom>
        </p:spPr>
        <p:txBody>
          <a:bodyPr vert="horz" wrap="square" lIns="0" tIns="22013" rIns="0" bIns="0" rtlCol="0">
            <a:spAutoFit/>
          </a:bodyPr>
          <a:lstStyle/>
          <a:p>
            <a:pPr marL="16933">
              <a:spcBef>
                <a:spcPts val="173"/>
              </a:spcBef>
            </a:pPr>
            <a:r>
              <a:rPr sz="3667" b="1" spc="-67" dirty="0">
                <a:latin typeface="Calibri"/>
                <a:cs typeface="Calibri"/>
              </a:rPr>
              <a:t>1</a:t>
            </a:r>
            <a:endParaRPr sz="3667">
              <a:latin typeface="Calibri"/>
              <a:cs typeface="Calibri"/>
            </a:endParaRPr>
          </a:p>
        </p:txBody>
      </p:sp>
      <p:grpSp>
        <p:nvGrpSpPr>
          <p:cNvPr id="52" name="object 52"/>
          <p:cNvGrpSpPr/>
          <p:nvPr/>
        </p:nvGrpSpPr>
        <p:grpSpPr>
          <a:xfrm>
            <a:off x="10651067" y="2023682"/>
            <a:ext cx="1151467" cy="1050713"/>
            <a:chOff x="7988300" y="1517761"/>
            <a:chExt cx="863600" cy="788035"/>
          </a:xfrm>
        </p:grpSpPr>
        <p:sp>
          <p:nvSpPr>
            <p:cNvPr id="53" name="object 53"/>
            <p:cNvSpPr/>
            <p:nvPr/>
          </p:nvSpPr>
          <p:spPr>
            <a:xfrm>
              <a:off x="8001000" y="1530461"/>
              <a:ext cx="838200" cy="762635"/>
            </a:xfrm>
            <a:custGeom>
              <a:avLst/>
              <a:gdLst/>
              <a:ahLst/>
              <a:cxnLst/>
              <a:rect l="l" t="t" r="r" b="b"/>
              <a:pathLst>
                <a:path w="838200" h="762635">
                  <a:moveTo>
                    <a:pt x="419099" y="0"/>
                  </a:moveTo>
                  <a:lnTo>
                    <a:pt x="370212" y="2563"/>
                  </a:lnTo>
                  <a:lnTo>
                    <a:pt x="322984" y="10061"/>
                  </a:lnTo>
                  <a:lnTo>
                    <a:pt x="277729" y="22210"/>
                  </a:lnTo>
                  <a:lnTo>
                    <a:pt x="234762" y="38722"/>
                  </a:lnTo>
                  <a:lnTo>
                    <a:pt x="194397" y="59313"/>
                  </a:lnTo>
                  <a:lnTo>
                    <a:pt x="156947" y="83697"/>
                  </a:lnTo>
                  <a:lnTo>
                    <a:pt x="122727" y="111587"/>
                  </a:lnTo>
                  <a:lnTo>
                    <a:pt x="92051" y="142698"/>
                  </a:lnTo>
                  <a:lnTo>
                    <a:pt x="65233" y="176744"/>
                  </a:lnTo>
                  <a:lnTo>
                    <a:pt x="42586" y="213439"/>
                  </a:lnTo>
                  <a:lnTo>
                    <a:pt x="24426" y="252499"/>
                  </a:lnTo>
                  <a:lnTo>
                    <a:pt x="11065" y="293635"/>
                  </a:lnTo>
                  <a:lnTo>
                    <a:pt x="2818" y="336564"/>
                  </a:lnTo>
                  <a:lnTo>
                    <a:pt x="0" y="380999"/>
                  </a:lnTo>
                  <a:lnTo>
                    <a:pt x="2818" y="425439"/>
                  </a:lnTo>
                  <a:lnTo>
                    <a:pt x="11065" y="468372"/>
                  </a:lnTo>
                  <a:lnTo>
                    <a:pt x="24426" y="509512"/>
                  </a:lnTo>
                  <a:lnTo>
                    <a:pt x="42586" y="548573"/>
                  </a:lnTo>
                  <a:lnTo>
                    <a:pt x="65233" y="585270"/>
                  </a:lnTo>
                  <a:lnTo>
                    <a:pt x="92051" y="619317"/>
                  </a:lnTo>
                  <a:lnTo>
                    <a:pt x="122727" y="650429"/>
                  </a:lnTo>
                  <a:lnTo>
                    <a:pt x="156947" y="678319"/>
                  </a:lnTo>
                  <a:lnTo>
                    <a:pt x="194397" y="702702"/>
                  </a:lnTo>
                  <a:lnTo>
                    <a:pt x="234762" y="723293"/>
                  </a:lnTo>
                  <a:lnTo>
                    <a:pt x="277729" y="739805"/>
                  </a:lnTo>
                  <a:lnTo>
                    <a:pt x="322984" y="751953"/>
                  </a:lnTo>
                  <a:lnTo>
                    <a:pt x="370212" y="759452"/>
                  </a:lnTo>
                  <a:lnTo>
                    <a:pt x="419099" y="762015"/>
                  </a:lnTo>
                  <a:lnTo>
                    <a:pt x="467987" y="759452"/>
                  </a:lnTo>
                  <a:lnTo>
                    <a:pt x="515215" y="751953"/>
                  </a:lnTo>
                  <a:lnTo>
                    <a:pt x="560470" y="739805"/>
                  </a:lnTo>
                  <a:lnTo>
                    <a:pt x="603437" y="723293"/>
                  </a:lnTo>
                  <a:lnTo>
                    <a:pt x="643802" y="702702"/>
                  </a:lnTo>
                  <a:lnTo>
                    <a:pt x="681252" y="678319"/>
                  </a:lnTo>
                  <a:lnTo>
                    <a:pt x="715472" y="650429"/>
                  </a:lnTo>
                  <a:lnTo>
                    <a:pt x="746148" y="619317"/>
                  </a:lnTo>
                  <a:lnTo>
                    <a:pt x="772966" y="585270"/>
                  </a:lnTo>
                  <a:lnTo>
                    <a:pt x="795613" y="548573"/>
                  </a:lnTo>
                  <a:lnTo>
                    <a:pt x="813773" y="509512"/>
                  </a:lnTo>
                  <a:lnTo>
                    <a:pt x="827134" y="468372"/>
                  </a:lnTo>
                  <a:lnTo>
                    <a:pt x="835381" y="425439"/>
                  </a:lnTo>
                  <a:lnTo>
                    <a:pt x="838199" y="380999"/>
                  </a:lnTo>
                  <a:lnTo>
                    <a:pt x="835381" y="336564"/>
                  </a:lnTo>
                  <a:lnTo>
                    <a:pt x="827134" y="293635"/>
                  </a:lnTo>
                  <a:lnTo>
                    <a:pt x="813773" y="252499"/>
                  </a:lnTo>
                  <a:lnTo>
                    <a:pt x="795613" y="213439"/>
                  </a:lnTo>
                  <a:lnTo>
                    <a:pt x="772966" y="176744"/>
                  </a:lnTo>
                  <a:lnTo>
                    <a:pt x="746148" y="142698"/>
                  </a:lnTo>
                  <a:lnTo>
                    <a:pt x="715472" y="111587"/>
                  </a:lnTo>
                  <a:lnTo>
                    <a:pt x="681252" y="83697"/>
                  </a:lnTo>
                  <a:lnTo>
                    <a:pt x="643802" y="59313"/>
                  </a:lnTo>
                  <a:lnTo>
                    <a:pt x="603437" y="38722"/>
                  </a:lnTo>
                  <a:lnTo>
                    <a:pt x="560470" y="22210"/>
                  </a:lnTo>
                  <a:lnTo>
                    <a:pt x="515215" y="10061"/>
                  </a:lnTo>
                  <a:lnTo>
                    <a:pt x="467987" y="2563"/>
                  </a:lnTo>
                  <a:lnTo>
                    <a:pt x="419099" y="0"/>
                  </a:lnTo>
                  <a:close/>
                </a:path>
              </a:pathLst>
            </a:custGeom>
            <a:solidFill>
              <a:srgbClr val="FFC000"/>
            </a:solidFill>
          </p:spPr>
          <p:txBody>
            <a:bodyPr wrap="square" lIns="0" tIns="0" rIns="0" bIns="0" rtlCol="0"/>
            <a:lstStyle/>
            <a:p>
              <a:endParaRPr sz="2400"/>
            </a:p>
          </p:txBody>
        </p:sp>
        <p:sp>
          <p:nvSpPr>
            <p:cNvPr id="54" name="object 54"/>
            <p:cNvSpPr/>
            <p:nvPr/>
          </p:nvSpPr>
          <p:spPr>
            <a:xfrm>
              <a:off x="8001000" y="1530461"/>
              <a:ext cx="838200" cy="762635"/>
            </a:xfrm>
            <a:custGeom>
              <a:avLst/>
              <a:gdLst/>
              <a:ahLst/>
              <a:cxnLst/>
              <a:rect l="l" t="t" r="r" b="b"/>
              <a:pathLst>
                <a:path w="838200" h="762635">
                  <a:moveTo>
                    <a:pt x="0" y="380999"/>
                  </a:moveTo>
                  <a:lnTo>
                    <a:pt x="2818" y="336564"/>
                  </a:lnTo>
                  <a:lnTo>
                    <a:pt x="11065" y="293635"/>
                  </a:lnTo>
                  <a:lnTo>
                    <a:pt x="24426" y="252499"/>
                  </a:lnTo>
                  <a:lnTo>
                    <a:pt x="42586" y="213439"/>
                  </a:lnTo>
                  <a:lnTo>
                    <a:pt x="65233" y="176744"/>
                  </a:lnTo>
                  <a:lnTo>
                    <a:pt x="92051" y="142698"/>
                  </a:lnTo>
                  <a:lnTo>
                    <a:pt x="122727" y="111587"/>
                  </a:lnTo>
                  <a:lnTo>
                    <a:pt x="156947" y="83697"/>
                  </a:lnTo>
                  <a:lnTo>
                    <a:pt x="194397" y="59313"/>
                  </a:lnTo>
                  <a:lnTo>
                    <a:pt x="234762" y="38722"/>
                  </a:lnTo>
                  <a:lnTo>
                    <a:pt x="277729" y="22210"/>
                  </a:lnTo>
                  <a:lnTo>
                    <a:pt x="322984" y="10061"/>
                  </a:lnTo>
                  <a:lnTo>
                    <a:pt x="370212" y="2563"/>
                  </a:lnTo>
                  <a:lnTo>
                    <a:pt x="419099" y="0"/>
                  </a:lnTo>
                  <a:lnTo>
                    <a:pt x="467987" y="2563"/>
                  </a:lnTo>
                  <a:lnTo>
                    <a:pt x="515215" y="10061"/>
                  </a:lnTo>
                  <a:lnTo>
                    <a:pt x="560470" y="22210"/>
                  </a:lnTo>
                  <a:lnTo>
                    <a:pt x="603437" y="38722"/>
                  </a:lnTo>
                  <a:lnTo>
                    <a:pt x="643802" y="59313"/>
                  </a:lnTo>
                  <a:lnTo>
                    <a:pt x="681252" y="83697"/>
                  </a:lnTo>
                  <a:lnTo>
                    <a:pt x="715472" y="111587"/>
                  </a:lnTo>
                  <a:lnTo>
                    <a:pt x="746148" y="142698"/>
                  </a:lnTo>
                  <a:lnTo>
                    <a:pt x="772966" y="176744"/>
                  </a:lnTo>
                  <a:lnTo>
                    <a:pt x="795613" y="213439"/>
                  </a:lnTo>
                  <a:lnTo>
                    <a:pt x="813773" y="252499"/>
                  </a:lnTo>
                  <a:lnTo>
                    <a:pt x="827134" y="293635"/>
                  </a:lnTo>
                  <a:lnTo>
                    <a:pt x="835381" y="336564"/>
                  </a:lnTo>
                  <a:lnTo>
                    <a:pt x="838199" y="380999"/>
                  </a:lnTo>
                  <a:lnTo>
                    <a:pt x="835381" y="425439"/>
                  </a:lnTo>
                  <a:lnTo>
                    <a:pt x="827134" y="468372"/>
                  </a:lnTo>
                  <a:lnTo>
                    <a:pt x="813773" y="509512"/>
                  </a:lnTo>
                  <a:lnTo>
                    <a:pt x="795613" y="548573"/>
                  </a:lnTo>
                  <a:lnTo>
                    <a:pt x="772966" y="585270"/>
                  </a:lnTo>
                  <a:lnTo>
                    <a:pt x="746148" y="619317"/>
                  </a:lnTo>
                  <a:lnTo>
                    <a:pt x="715472" y="650429"/>
                  </a:lnTo>
                  <a:lnTo>
                    <a:pt x="681252" y="678319"/>
                  </a:lnTo>
                  <a:lnTo>
                    <a:pt x="643802" y="702702"/>
                  </a:lnTo>
                  <a:lnTo>
                    <a:pt x="603437" y="723293"/>
                  </a:lnTo>
                  <a:lnTo>
                    <a:pt x="560470" y="739805"/>
                  </a:lnTo>
                  <a:lnTo>
                    <a:pt x="515215" y="751953"/>
                  </a:lnTo>
                  <a:lnTo>
                    <a:pt x="467987" y="759452"/>
                  </a:lnTo>
                  <a:lnTo>
                    <a:pt x="419099" y="762015"/>
                  </a:lnTo>
                  <a:lnTo>
                    <a:pt x="370212" y="759452"/>
                  </a:lnTo>
                  <a:lnTo>
                    <a:pt x="322984" y="751953"/>
                  </a:lnTo>
                  <a:lnTo>
                    <a:pt x="277729" y="739805"/>
                  </a:lnTo>
                  <a:lnTo>
                    <a:pt x="234762" y="723293"/>
                  </a:lnTo>
                  <a:lnTo>
                    <a:pt x="194397" y="702702"/>
                  </a:lnTo>
                  <a:lnTo>
                    <a:pt x="156947" y="678319"/>
                  </a:lnTo>
                  <a:lnTo>
                    <a:pt x="122727" y="650429"/>
                  </a:lnTo>
                  <a:lnTo>
                    <a:pt x="92051" y="619317"/>
                  </a:lnTo>
                  <a:lnTo>
                    <a:pt x="65233" y="585270"/>
                  </a:lnTo>
                  <a:lnTo>
                    <a:pt x="42586" y="548573"/>
                  </a:lnTo>
                  <a:lnTo>
                    <a:pt x="24426" y="509512"/>
                  </a:lnTo>
                  <a:lnTo>
                    <a:pt x="11065" y="468372"/>
                  </a:lnTo>
                  <a:lnTo>
                    <a:pt x="2818" y="425439"/>
                  </a:lnTo>
                  <a:lnTo>
                    <a:pt x="0" y="380999"/>
                  </a:lnTo>
                  <a:close/>
                </a:path>
              </a:pathLst>
            </a:custGeom>
            <a:ln w="25399">
              <a:solidFill>
                <a:srgbClr val="000000"/>
              </a:solidFill>
            </a:ln>
          </p:spPr>
          <p:txBody>
            <a:bodyPr wrap="square" lIns="0" tIns="0" rIns="0" bIns="0" rtlCol="0"/>
            <a:lstStyle/>
            <a:p>
              <a:endParaRPr sz="2400"/>
            </a:p>
          </p:txBody>
        </p:sp>
      </p:grpSp>
      <p:sp>
        <p:nvSpPr>
          <p:cNvPr id="55" name="object 55"/>
          <p:cNvSpPr txBox="1"/>
          <p:nvPr/>
        </p:nvSpPr>
        <p:spPr>
          <a:xfrm>
            <a:off x="11100655" y="2225884"/>
            <a:ext cx="272627" cy="586550"/>
          </a:xfrm>
          <a:prstGeom prst="rect">
            <a:avLst/>
          </a:prstGeom>
        </p:spPr>
        <p:txBody>
          <a:bodyPr vert="horz" wrap="square" lIns="0" tIns="22013" rIns="0" bIns="0" rtlCol="0">
            <a:spAutoFit/>
          </a:bodyPr>
          <a:lstStyle/>
          <a:p>
            <a:pPr marL="16933">
              <a:spcBef>
                <a:spcPts val="173"/>
              </a:spcBef>
            </a:pPr>
            <a:r>
              <a:rPr sz="3667" b="1" spc="-67" dirty="0">
                <a:latin typeface="Calibri"/>
                <a:cs typeface="Calibri"/>
              </a:rPr>
              <a:t>4</a:t>
            </a:r>
            <a:endParaRPr sz="3667">
              <a:latin typeface="Calibri"/>
              <a:cs typeface="Calibri"/>
            </a:endParaRPr>
          </a:p>
        </p:txBody>
      </p:sp>
      <p:grpSp>
        <p:nvGrpSpPr>
          <p:cNvPr id="56" name="object 56"/>
          <p:cNvGrpSpPr/>
          <p:nvPr/>
        </p:nvGrpSpPr>
        <p:grpSpPr>
          <a:xfrm>
            <a:off x="7565150" y="1372263"/>
            <a:ext cx="4030133" cy="3147060"/>
            <a:chOff x="5673862" y="1029197"/>
            <a:chExt cx="3022600" cy="2360295"/>
          </a:xfrm>
        </p:grpSpPr>
        <p:sp>
          <p:nvSpPr>
            <p:cNvPr id="57" name="object 57"/>
            <p:cNvSpPr/>
            <p:nvPr/>
          </p:nvSpPr>
          <p:spPr>
            <a:xfrm>
              <a:off x="7010400" y="1034277"/>
              <a:ext cx="1219200" cy="496570"/>
            </a:xfrm>
            <a:custGeom>
              <a:avLst/>
              <a:gdLst/>
              <a:ahLst/>
              <a:cxnLst/>
              <a:rect l="l" t="t" r="r" b="b"/>
              <a:pathLst>
                <a:path w="1219200" h="496569">
                  <a:moveTo>
                    <a:pt x="275203" y="0"/>
                  </a:moveTo>
                  <a:lnTo>
                    <a:pt x="0" y="492648"/>
                  </a:lnTo>
                </a:path>
                <a:path w="1219200" h="496569">
                  <a:moveTo>
                    <a:pt x="867796" y="0"/>
                  </a:moveTo>
                  <a:lnTo>
                    <a:pt x="1219199" y="496183"/>
                  </a:lnTo>
                </a:path>
              </a:pathLst>
            </a:custGeom>
            <a:ln w="9534">
              <a:solidFill>
                <a:srgbClr val="000000"/>
              </a:solidFill>
            </a:ln>
          </p:spPr>
          <p:txBody>
            <a:bodyPr wrap="square" lIns="0" tIns="0" rIns="0" bIns="0" rtlCol="0"/>
            <a:lstStyle/>
            <a:p>
              <a:endParaRPr sz="2400"/>
            </a:p>
          </p:txBody>
        </p:sp>
        <p:sp>
          <p:nvSpPr>
            <p:cNvPr id="58" name="object 58"/>
            <p:cNvSpPr/>
            <p:nvPr/>
          </p:nvSpPr>
          <p:spPr>
            <a:xfrm>
              <a:off x="8001000" y="1282446"/>
              <a:ext cx="685800" cy="1518285"/>
            </a:xfrm>
            <a:custGeom>
              <a:avLst/>
              <a:gdLst/>
              <a:ahLst/>
              <a:cxnLst/>
              <a:rect l="l" t="t" r="r" b="b"/>
              <a:pathLst>
                <a:path w="685800" h="1518285">
                  <a:moveTo>
                    <a:pt x="685799" y="0"/>
                  </a:moveTo>
                  <a:lnTo>
                    <a:pt x="0" y="1517903"/>
                  </a:lnTo>
                </a:path>
              </a:pathLst>
            </a:custGeom>
            <a:ln w="19049">
              <a:solidFill>
                <a:srgbClr val="FF0000"/>
              </a:solidFill>
            </a:ln>
          </p:spPr>
          <p:txBody>
            <a:bodyPr wrap="square" lIns="0" tIns="0" rIns="0" bIns="0" rtlCol="0"/>
            <a:lstStyle/>
            <a:p>
              <a:endParaRPr sz="2400"/>
            </a:p>
          </p:txBody>
        </p:sp>
        <p:sp>
          <p:nvSpPr>
            <p:cNvPr id="59" name="object 59"/>
            <p:cNvSpPr/>
            <p:nvPr/>
          </p:nvSpPr>
          <p:spPr>
            <a:xfrm>
              <a:off x="5686562" y="2614671"/>
              <a:ext cx="838200" cy="762000"/>
            </a:xfrm>
            <a:custGeom>
              <a:avLst/>
              <a:gdLst/>
              <a:ahLst/>
              <a:cxnLst/>
              <a:rect l="l" t="t" r="r" b="b"/>
              <a:pathLst>
                <a:path w="838200" h="762000">
                  <a:moveTo>
                    <a:pt x="419099" y="0"/>
                  </a:moveTo>
                  <a:lnTo>
                    <a:pt x="370234" y="2563"/>
                  </a:lnTo>
                  <a:lnTo>
                    <a:pt x="323022" y="10061"/>
                  </a:lnTo>
                  <a:lnTo>
                    <a:pt x="277778" y="22210"/>
                  </a:lnTo>
                  <a:lnTo>
                    <a:pt x="234815" y="38723"/>
                  </a:lnTo>
                  <a:lnTo>
                    <a:pt x="194451" y="59314"/>
                  </a:lnTo>
                  <a:lnTo>
                    <a:pt x="156998" y="83698"/>
                  </a:lnTo>
                  <a:lnTo>
                    <a:pt x="122773" y="111588"/>
                  </a:lnTo>
                  <a:lnTo>
                    <a:pt x="92089" y="142699"/>
                  </a:lnTo>
                  <a:lnTo>
                    <a:pt x="65263" y="176745"/>
                  </a:lnTo>
                  <a:lnTo>
                    <a:pt x="42608" y="213441"/>
                  </a:lnTo>
                  <a:lnTo>
                    <a:pt x="24439" y="252500"/>
                  </a:lnTo>
                  <a:lnTo>
                    <a:pt x="11071" y="293636"/>
                  </a:lnTo>
                  <a:lnTo>
                    <a:pt x="2820" y="336565"/>
                  </a:lnTo>
                  <a:lnTo>
                    <a:pt x="0" y="380999"/>
                  </a:lnTo>
                  <a:lnTo>
                    <a:pt x="2820" y="425436"/>
                  </a:lnTo>
                  <a:lnTo>
                    <a:pt x="11071" y="468366"/>
                  </a:lnTo>
                  <a:lnTo>
                    <a:pt x="24439" y="509504"/>
                  </a:lnTo>
                  <a:lnTo>
                    <a:pt x="42608" y="548564"/>
                  </a:lnTo>
                  <a:lnTo>
                    <a:pt x="65263" y="585259"/>
                  </a:lnTo>
                  <a:lnTo>
                    <a:pt x="92089" y="619305"/>
                  </a:lnTo>
                  <a:lnTo>
                    <a:pt x="122773" y="650416"/>
                  </a:lnTo>
                  <a:lnTo>
                    <a:pt x="156998" y="678305"/>
                  </a:lnTo>
                  <a:lnTo>
                    <a:pt x="194451" y="702688"/>
                  </a:lnTo>
                  <a:lnTo>
                    <a:pt x="234815" y="723278"/>
                  </a:lnTo>
                  <a:lnTo>
                    <a:pt x="277778" y="739790"/>
                  </a:lnTo>
                  <a:lnTo>
                    <a:pt x="323022" y="751938"/>
                  </a:lnTo>
                  <a:lnTo>
                    <a:pt x="370234" y="759437"/>
                  </a:lnTo>
                  <a:lnTo>
                    <a:pt x="419099" y="761999"/>
                  </a:lnTo>
                  <a:lnTo>
                    <a:pt x="467987" y="759437"/>
                  </a:lnTo>
                  <a:lnTo>
                    <a:pt x="515215" y="751938"/>
                  </a:lnTo>
                  <a:lnTo>
                    <a:pt x="560470" y="739790"/>
                  </a:lnTo>
                  <a:lnTo>
                    <a:pt x="603437" y="723278"/>
                  </a:lnTo>
                  <a:lnTo>
                    <a:pt x="643802" y="702688"/>
                  </a:lnTo>
                  <a:lnTo>
                    <a:pt x="681252" y="678305"/>
                  </a:lnTo>
                  <a:lnTo>
                    <a:pt x="715472" y="650416"/>
                  </a:lnTo>
                  <a:lnTo>
                    <a:pt x="746148" y="619305"/>
                  </a:lnTo>
                  <a:lnTo>
                    <a:pt x="772966" y="585259"/>
                  </a:lnTo>
                  <a:lnTo>
                    <a:pt x="795613" y="548564"/>
                  </a:lnTo>
                  <a:lnTo>
                    <a:pt x="813773" y="509504"/>
                  </a:lnTo>
                  <a:lnTo>
                    <a:pt x="827134" y="468366"/>
                  </a:lnTo>
                  <a:lnTo>
                    <a:pt x="835381" y="425436"/>
                  </a:lnTo>
                  <a:lnTo>
                    <a:pt x="838199" y="380999"/>
                  </a:lnTo>
                  <a:lnTo>
                    <a:pt x="835381" y="336565"/>
                  </a:lnTo>
                  <a:lnTo>
                    <a:pt x="827134" y="293636"/>
                  </a:lnTo>
                  <a:lnTo>
                    <a:pt x="813773" y="252500"/>
                  </a:lnTo>
                  <a:lnTo>
                    <a:pt x="795613" y="213441"/>
                  </a:lnTo>
                  <a:lnTo>
                    <a:pt x="772966" y="176745"/>
                  </a:lnTo>
                  <a:lnTo>
                    <a:pt x="746148" y="142699"/>
                  </a:lnTo>
                  <a:lnTo>
                    <a:pt x="715472" y="111588"/>
                  </a:lnTo>
                  <a:lnTo>
                    <a:pt x="681252" y="83698"/>
                  </a:lnTo>
                  <a:lnTo>
                    <a:pt x="643802" y="59314"/>
                  </a:lnTo>
                  <a:lnTo>
                    <a:pt x="603437" y="38723"/>
                  </a:lnTo>
                  <a:lnTo>
                    <a:pt x="560470" y="22210"/>
                  </a:lnTo>
                  <a:lnTo>
                    <a:pt x="515215" y="10061"/>
                  </a:lnTo>
                  <a:lnTo>
                    <a:pt x="467987" y="2563"/>
                  </a:lnTo>
                  <a:lnTo>
                    <a:pt x="419099" y="0"/>
                  </a:lnTo>
                  <a:close/>
                </a:path>
              </a:pathLst>
            </a:custGeom>
            <a:solidFill>
              <a:srgbClr val="FFC000"/>
            </a:solidFill>
          </p:spPr>
          <p:txBody>
            <a:bodyPr wrap="square" lIns="0" tIns="0" rIns="0" bIns="0" rtlCol="0"/>
            <a:lstStyle/>
            <a:p>
              <a:endParaRPr sz="2400"/>
            </a:p>
          </p:txBody>
        </p:sp>
        <p:sp>
          <p:nvSpPr>
            <p:cNvPr id="60" name="object 60"/>
            <p:cNvSpPr/>
            <p:nvPr/>
          </p:nvSpPr>
          <p:spPr>
            <a:xfrm>
              <a:off x="5686562" y="2614671"/>
              <a:ext cx="838200" cy="762000"/>
            </a:xfrm>
            <a:custGeom>
              <a:avLst/>
              <a:gdLst/>
              <a:ahLst/>
              <a:cxnLst/>
              <a:rect l="l" t="t" r="r" b="b"/>
              <a:pathLst>
                <a:path w="838200" h="762000">
                  <a:moveTo>
                    <a:pt x="0" y="380999"/>
                  </a:moveTo>
                  <a:lnTo>
                    <a:pt x="2820" y="336565"/>
                  </a:lnTo>
                  <a:lnTo>
                    <a:pt x="11071" y="293636"/>
                  </a:lnTo>
                  <a:lnTo>
                    <a:pt x="24439" y="252500"/>
                  </a:lnTo>
                  <a:lnTo>
                    <a:pt x="42608" y="213441"/>
                  </a:lnTo>
                  <a:lnTo>
                    <a:pt x="65263" y="176745"/>
                  </a:lnTo>
                  <a:lnTo>
                    <a:pt x="92089" y="142699"/>
                  </a:lnTo>
                  <a:lnTo>
                    <a:pt x="122773" y="111588"/>
                  </a:lnTo>
                  <a:lnTo>
                    <a:pt x="156998" y="83698"/>
                  </a:lnTo>
                  <a:lnTo>
                    <a:pt x="194451" y="59314"/>
                  </a:lnTo>
                  <a:lnTo>
                    <a:pt x="234815" y="38723"/>
                  </a:lnTo>
                  <a:lnTo>
                    <a:pt x="277778" y="22210"/>
                  </a:lnTo>
                  <a:lnTo>
                    <a:pt x="323022" y="10061"/>
                  </a:lnTo>
                  <a:lnTo>
                    <a:pt x="370234" y="2563"/>
                  </a:lnTo>
                  <a:lnTo>
                    <a:pt x="419099" y="0"/>
                  </a:lnTo>
                  <a:lnTo>
                    <a:pt x="467987" y="2563"/>
                  </a:lnTo>
                  <a:lnTo>
                    <a:pt x="515215" y="10061"/>
                  </a:lnTo>
                  <a:lnTo>
                    <a:pt x="560470" y="22210"/>
                  </a:lnTo>
                  <a:lnTo>
                    <a:pt x="603437" y="38723"/>
                  </a:lnTo>
                  <a:lnTo>
                    <a:pt x="643802" y="59314"/>
                  </a:lnTo>
                  <a:lnTo>
                    <a:pt x="681252" y="83698"/>
                  </a:lnTo>
                  <a:lnTo>
                    <a:pt x="715472" y="111588"/>
                  </a:lnTo>
                  <a:lnTo>
                    <a:pt x="746148" y="142699"/>
                  </a:lnTo>
                  <a:lnTo>
                    <a:pt x="772966" y="176745"/>
                  </a:lnTo>
                  <a:lnTo>
                    <a:pt x="795613" y="213441"/>
                  </a:lnTo>
                  <a:lnTo>
                    <a:pt x="813773" y="252500"/>
                  </a:lnTo>
                  <a:lnTo>
                    <a:pt x="827134" y="293636"/>
                  </a:lnTo>
                  <a:lnTo>
                    <a:pt x="835381" y="336565"/>
                  </a:lnTo>
                  <a:lnTo>
                    <a:pt x="838199" y="380999"/>
                  </a:lnTo>
                  <a:lnTo>
                    <a:pt x="835381" y="425436"/>
                  </a:lnTo>
                  <a:lnTo>
                    <a:pt x="827134" y="468366"/>
                  </a:lnTo>
                  <a:lnTo>
                    <a:pt x="813773" y="509504"/>
                  </a:lnTo>
                  <a:lnTo>
                    <a:pt x="795613" y="548564"/>
                  </a:lnTo>
                  <a:lnTo>
                    <a:pt x="772966" y="585259"/>
                  </a:lnTo>
                  <a:lnTo>
                    <a:pt x="746148" y="619305"/>
                  </a:lnTo>
                  <a:lnTo>
                    <a:pt x="715472" y="650416"/>
                  </a:lnTo>
                  <a:lnTo>
                    <a:pt x="681252" y="678305"/>
                  </a:lnTo>
                  <a:lnTo>
                    <a:pt x="643802" y="702688"/>
                  </a:lnTo>
                  <a:lnTo>
                    <a:pt x="603437" y="723278"/>
                  </a:lnTo>
                  <a:lnTo>
                    <a:pt x="560470" y="739790"/>
                  </a:lnTo>
                  <a:lnTo>
                    <a:pt x="515215" y="751938"/>
                  </a:lnTo>
                  <a:lnTo>
                    <a:pt x="467987" y="759437"/>
                  </a:lnTo>
                  <a:lnTo>
                    <a:pt x="419099" y="761999"/>
                  </a:lnTo>
                  <a:lnTo>
                    <a:pt x="370234" y="759437"/>
                  </a:lnTo>
                  <a:lnTo>
                    <a:pt x="323022" y="751938"/>
                  </a:lnTo>
                  <a:lnTo>
                    <a:pt x="277778" y="739790"/>
                  </a:lnTo>
                  <a:lnTo>
                    <a:pt x="234815" y="723278"/>
                  </a:lnTo>
                  <a:lnTo>
                    <a:pt x="194451" y="702688"/>
                  </a:lnTo>
                  <a:lnTo>
                    <a:pt x="156998" y="678305"/>
                  </a:lnTo>
                  <a:lnTo>
                    <a:pt x="122773" y="650416"/>
                  </a:lnTo>
                  <a:lnTo>
                    <a:pt x="92089" y="619305"/>
                  </a:lnTo>
                  <a:lnTo>
                    <a:pt x="65263" y="585259"/>
                  </a:lnTo>
                  <a:lnTo>
                    <a:pt x="42608" y="548564"/>
                  </a:lnTo>
                  <a:lnTo>
                    <a:pt x="24439" y="509504"/>
                  </a:lnTo>
                  <a:lnTo>
                    <a:pt x="11071" y="468366"/>
                  </a:lnTo>
                  <a:lnTo>
                    <a:pt x="2820" y="425436"/>
                  </a:lnTo>
                  <a:lnTo>
                    <a:pt x="0" y="380999"/>
                  </a:lnTo>
                  <a:close/>
                </a:path>
              </a:pathLst>
            </a:custGeom>
            <a:ln w="25399">
              <a:solidFill>
                <a:srgbClr val="000000"/>
              </a:solidFill>
            </a:ln>
          </p:spPr>
          <p:txBody>
            <a:bodyPr wrap="square" lIns="0" tIns="0" rIns="0" bIns="0" rtlCol="0"/>
            <a:lstStyle/>
            <a:p>
              <a:endParaRPr sz="2400"/>
            </a:p>
          </p:txBody>
        </p:sp>
      </p:grpSp>
      <p:sp>
        <p:nvSpPr>
          <p:cNvPr id="61" name="object 61"/>
          <p:cNvSpPr txBox="1"/>
          <p:nvPr/>
        </p:nvSpPr>
        <p:spPr>
          <a:xfrm>
            <a:off x="8011673" y="3674024"/>
            <a:ext cx="272627" cy="586550"/>
          </a:xfrm>
          <a:prstGeom prst="rect">
            <a:avLst/>
          </a:prstGeom>
        </p:spPr>
        <p:txBody>
          <a:bodyPr vert="horz" wrap="square" lIns="0" tIns="22013" rIns="0" bIns="0" rtlCol="0">
            <a:spAutoFit/>
          </a:bodyPr>
          <a:lstStyle/>
          <a:p>
            <a:pPr marL="16933">
              <a:spcBef>
                <a:spcPts val="173"/>
              </a:spcBef>
            </a:pPr>
            <a:r>
              <a:rPr sz="3667" b="1" spc="-67" dirty="0">
                <a:latin typeface="Calibri"/>
                <a:cs typeface="Calibri"/>
              </a:rPr>
              <a:t>1</a:t>
            </a:r>
            <a:endParaRPr sz="3667">
              <a:latin typeface="Calibri"/>
              <a:cs typeface="Calibri"/>
            </a:endParaRPr>
          </a:p>
        </p:txBody>
      </p:sp>
      <p:grpSp>
        <p:nvGrpSpPr>
          <p:cNvPr id="62" name="object 62"/>
          <p:cNvGrpSpPr/>
          <p:nvPr/>
        </p:nvGrpSpPr>
        <p:grpSpPr>
          <a:xfrm>
            <a:off x="6622627" y="4993295"/>
            <a:ext cx="1151467" cy="1049867"/>
            <a:chOff x="4966970" y="3744971"/>
            <a:chExt cx="863600" cy="787400"/>
          </a:xfrm>
        </p:grpSpPr>
        <p:sp>
          <p:nvSpPr>
            <p:cNvPr id="63" name="object 63"/>
            <p:cNvSpPr/>
            <p:nvPr/>
          </p:nvSpPr>
          <p:spPr>
            <a:xfrm>
              <a:off x="4979670" y="3757671"/>
              <a:ext cx="838200" cy="762000"/>
            </a:xfrm>
            <a:custGeom>
              <a:avLst/>
              <a:gdLst/>
              <a:ahLst/>
              <a:cxnLst/>
              <a:rect l="l" t="t" r="r" b="b"/>
              <a:pathLst>
                <a:path w="838200" h="762000">
                  <a:moveTo>
                    <a:pt x="419099" y="0"/>
                  </a:moveTo>
                  <a:lnTo>
                    <a:pt x="370212" y="2562"/>
                  </a:lnTo>
                  <a:lnTo>
                    <a:pt x="322984" y="10061"/>
                  </a:lnTo>
                  <a:lnTo>
                    <a:pt x="277729" y="22209"/>
                  </a:lnTo>
                  <a:lnTo>
                    <a:pt x="234762" y="38720"/>
                  </a:lnTo>
                  <a:lnTo>
                    <a:pt x="194397" y="59310"/>
                  </a:lnTo>
                  <a:lnTo>
                    <a:pt x="156947" y="83692"/>
                  </a:lnTo>
                  <a:lnTo>
                    <a:pt x="122727" y="111580"/>
                  </a:lnTo>
                  <a:lnTo>
                    <a:pt x="92051" y="142689"/>
                  </a:lnTo>
                  <a:lnTo>
                    <a:pt x="65233" y="176733"/>
                  </a:lnTo>
                  <a:lnTo>
                    <a:pt x="42586" y="213427"/>
                  </a:lnTo>
                  <a:lnTo>
                    <a:pt x="24426" y="252483"/>
                  </a:lnTo>
                  <a:lnTo>
                    <a:pt x="11065" y="293617"/>
                  </a:lnTo>
                  <a:lnTo>
                    <a:pt x="2818" y="336543"/>
                  </a:lnTo>
                  <a:lnTo>
                    <a:pt x="0" y="380975"/>
                  </a:lnTo>
                  <a:lnTo>
                    <a:pt x="2818" y="425407"/>
                  </a:lnTo>
                  <a:lnTo>
                    <a:pt x="11065" y="468334"/>
                  </a:lnTo>
                  <a:lnTo>
                    <a:pt x="24426" y="509470"/>
                  </a:lnTo>
                  <a:lnTo>
                    <a:pt x="42586" y="548528"/>
                  </a:lnTo>
                  <a:lnTo>
                    <a:pt x="65233" y="585224"/>
                  </a:lnTo>
                  <a:lnTo>
                    <a:pt x="92051" y="619270"/>
                  </a:lnTo>
                  <a:lnTo>
                    <a:pt x="122727" y="650382"/>
                  </a:lnTo>
                  <a:lnTo>
                    <a:pt x="156947" y="678273"/>
                  </a:lnTo>
                  <a:lnTo>
                    <a:pt x="194397" y="702658"/>
                  </a:lnTo>
                  <a:lnTo>
                    <a:pt x="234762" y="723250"/>
                  </a:lnTo>
                  <a:lnTo>
                    <a:pt x="277729" y="739763"/>
                  </a:lnTo>
                  <a:lnTo>
                    <a:pt x="322984" y="751913"/>
                  </a:lnTo>
                  <a:lnTo>
                    <a:pt x="370212" y="759412"/>
                  </a:lnTo>
                  <a:lnTo>
                    <a:pt x="419099" y="761975"/>
                  </a:lnTo>
                  <a:lnTo>
                    <a:pt x="467965" y="759412"/>
                  </a:lnTo>
                  <a:lnTo>
                    <a:pt x="515177" y="751913"/>
                  </a:lnTo>
                  <a:lnTo>
                    <a:pt x="560421" y="739763"/>
                  </a:lnTo>
                  <a:lnTo>
                    <a:pt x="603384" y="723250"/>
                  </a:lnTo>
                  <a:lnTo>
                    <a:pt x="643748" y="702658"/>
                  </a:lnTo>
                  <a:lnTo>
                    <a:pt x="681201" y="678273"/>
                  </a:lnTo>
                  <a:lnTo>
                    <a:pt x="715426" y="650382"/>
                  </a:lnTo>
                  <a:lnTo>
                    <a:pt x="746110" y="619270"/>
                  </a:lnTo>
                  <a:lnTo>
                    <a:pt x="772936" y="585224"/>
                  </a:lnTo>
                  <a:lnTo>
                    <a:pt x="795591" y="548528"/>
                  </a:lnTo>
                  <a:lnTo>
                    <a:pt x="813760" y="509470"/>
                  </a:lnTo>
                  <a:lnTo>
                    <a:pt x="827128" y="468334"/>
                  </a:lnTo>
                  <a:lnTo>
                    <a:pt x="835379" y="425407"/>
                  </a:lnTo>
                  <a:lnTo>
                    <a:pt x="838199" y="380975"/>
                  </a:lnTo>
                  <a:lnTo>
                    <a:pt x="835379" y="336543"/>
                  </a:lnTo>
                  <a:lnTo>
                    <a:pt x="827128" y="293617"/>
                  </a:lnTo>
                  <a:lnTo>
                    <a:pt x="813760" y="252483"/>
                  </a:lnTo>
                  <a:lnTo>
                    <a:pt x="795591" y="213427"/>
                  </a:lnTo>
                  <a:lnTo>
                    <a:pt x="772936" y="176733"/>
                  </a:lnTo>
                  <a:lnTo>
                    <a:pt x="746110" y="142689"/>
                  </a:lnTo>
                  <a:lnTo>
                    <a:pt x="715426" y="111580"/>
                  </a:lnTo>
                  <a:lnTo>
                    <a:pt x="681201" y="83692"/>
                  </a:lnTo>
                  <a:lnTo>
                    <a:pt x="643748" y="59310"/>
                  </a:lnTo>
                  <a:lnTo>
                    <a:pt x="603384" y="38720"/>
                  </a:lnTo>
                  <a:lnTo>
                    <a:pt x="560421" y="22209"/>
                  </a:lnTo>
                  <a:lnTo>
                    <a:pt x="515177" y="10061"/>
                  </a:lnTo>
                  <a:lnTo>
                    <a:pt x="467965" y="2562"/>
                  </a:lnTo>
                  <a:lnTo>
                    <a:pt x="419099" y="0"/>
                  </a:lnTo>
                  <a:close/>
                </a:path>
              </a:pathLst>
            </a:custGeom>
            <a:solidFill>
              <a:srgbClr val="FFC000"/>
            </a:solidFill>
          </p:spPr>
          <p:txBody>
            <a:bodyPr wrap="square" lIns="0" tIns="0" rIns="0" bIns="0" rtlCol="0"/>
            <a:lstStyle/>
            <a:p>
              <a:endParaRPr sz="2400"/>
            </a:p>
          </p:txBody>
        </p:sp>
        <p:sp>
          <p:nvSpPr>
            <p:cNvPr id="64" name="object 64"/>
            <p:cNvSpPr/>
            <p:nvPr/>
          </p:nvSpPr>
          <p:spPr>
            <a:xfrm>
              <a:off x="4979670" y="3757671"/>
              <a:ext cx="838200" cy="762000"/>
            </a:xfrm>
            <a:custGeom>
              <a:avLst/>
              <a:gdLst/>
              <a:ahLst/>
              <a:cxnLst/>
              <a:rect l="l" t="t" r="r" b="b"/>
              <a:pathLst>
                <a:path w="838200" h="762000">
                  <a:moveTo>
                    <a:pt x="0" y="380975"/>
                  </a:moveTo>
                  <a:lnTo>
                    <a:pt x="2818" y="336543"/>
                  </a:lnTo>
                  <a:lnTo>
                    <a:pt x="11065" y="293617"/>
                  </a:lnTo>
                  <a:lnTo>
                    <a:pt x="24426" y="252483"/>
                  </a:lnTo>
                  <a:lnTo>
                    <a:pt x="42586" y="213427"/>
                  </a:lnTo>
                  <a:lnTo>
                    <a:pt x="65233" y="176733"/>
                  </a:lnTo>
                  <a:lnTo>
                    <a:pt x="92051" y="142689"/>
                  </a:lnTo>
                  <a:lnTo>
                    <a:pt x="122727" y="111580"/>
                  </a:lnTo>
                  <a:lnTo>
                    <a:pt x="156947" y="83692"/>
                  </a:lnTo>
                  <a:lnTo>
                    <a:pt x="194397" y="59310"/>
                  </a:lnTo>
                  <a:lnTo>
                    <a:pt x="234762" y="38720"/>
                  </a:lnTo>
                  <a:lnTo>
                    <a:pt x="277729" y="22209"/>
                  </a:lnTo>
                  <a:lnTo>
                    <a:pt x="322984" y="10061"/>
                  </a:lnTo>
                  <a:lnTo>
                    <a:pt x="370212" y="2562"/>
                  </a:lnTo>
                  <a:lnTo>
                    <a:pt x="419099" y="0"/>
                  </a:lnTo>
                  <a:lnTo>
                    <a:pt x="467965" y="2562"/>
                  </a:lnTo>
                  <a:lnTo>
                    <a:pt x="515177" y="10061"/>
                  </a:lnTo>
                  <a:lnTo>
                    <a:pt x="560421" y="22209"/>
                  </a:lnTo>
                  <a:lnTo>
                    <a:pt x="603384" y="38720"/>
                  </a:lnTo>
                  <a:lnTo>
                    <a:pt x="643748" y="59310"/>
                  </a:lnTo>
                  <a:lnTo>
                    <a:pt x="681201" y="83692"/>
                  </a:lnTo>
                  <a:lnTo>
                    <a:pt x="715426" y="111580"/>
                  </a:lnTo>
                  <a:lnTo>
                    <a:pt x="746110" y="142689"/>
                  </a:lnTo>
                  <a:lnTo>
                    <a:pt x="772936" y="176733"/>
                  </a:lnTo>
                  <a:lnTo>
                    <a:pt x="795591" y="213427"/>
                  </a:lnTo>
                  <a:lnTo>
                    <a:pt x="813760" y="252483"/>
                  </a:lnTo>
                  <a:lnTo>
                    <a:pt x="827128" y="293617"/>
                  </a:lnTo>
                  <a:lnTo>
                    <a:pt x="835379" y="336543"/>
                  </a:lnTo>
                  <a:lnTo>
                    <a:pt x="838199" y="380975"/>
                  </a:lnTo>
                  <a:lnTo>
                    <a:pt x="835379" y="425407"/>
                  </a:lnTo>
                  <a:lnTo>
                    <a:pt x="827128" y="468334"/>
                  </a:lnTo>
                  <a:lnTo>
                    <a:pt x="813760" y="509470"/>
                  </a:lnTo>
                  <a:lnTo>
                    <a:pt x="795591" y="548528"/>
                  </a:lnTo>
                  <a:lnTo>
                    <a:pt x="772936" y="585224"/>
                  </a:lnTo>
                  <a:lnTo>
                    <a:pt x="746110" y="619270"/>
                  </a:lnTo>
                  <a:lnTo>
                    <a:pt x="715426" y="650382"/>
                  </a:lnTo>
                  <a:lnTo>
                    <a:pt x="681201" y="678273"/>
                  </a:lnTo>
                  <a:lnTo>
                    <a:pt x="643748" y="702658"/>
                  </a:lnTo>
                  <a:lnTo>
                    <a:pt x="603384" y="723250"/>
                  </a:lnTo>
                  <a:lnTo>
                    <a:pt x="560421" y="739763"/>
                  </a:lnTo>
                  <a:lnTo>
                    <a:pt x="515177" y="751913"/>
                  </a:lnTo>
                  <a:lnTo>
                    <a:pt x="467965" y="759412"/>
                  </a:lnTo>
                  <a:lnTo>
                    <a:pt x="419099" y="761975"/>
                  </a:lnTo>
                  <a:lnTo>
                    <a:pt x="370212" y="759412"/>
                  </a:lnTo>
                  <a:lnTo>
                    <a:pt x="322984" y="751913"/>
                  </a:lnTo>
                  <a:lnTo>
                    <a:pt x="277729" y="739763"/>
                  </a:lnTo>
                  <a:lnTo>
                    <a:pt x="234762" y="723250"/>
                  </a:lnTo>
                  <a:lnTo>
                    <a:pt x="194397" y="702658"/>
                  </a:lnTo>
                  <a:lnTo>
                    <a:pt x="156947" y="678273"/>
                  </a:lnTo>
                  <a:lnTo>
                    <a:pt x="122727" y="650382"/>
                  </a:lnTo>
                  <a:lnTo>
                    <a:pt x="92051" y="619270"/>
                  </a:lnTo>
                  <a:lnTo>
                    <a:pt x="65233" y="585224"/>
                  </a:lnTo>
                  <a:lnTo>
                    <a:pt x="42586" y="548528"/>
                  </a:lnTo>
                  <a:lnTo>
                    <a:pt x="24426" y="509470"/>
                  </a:lnTo>
                  <a:lnTo>
                    <a:pt x="11065" y="468334"/>
                  </a:lnTo>
                  <a:lnTo>
                    <a:pt x="2818" y="425407"/>
                  </a:lnTo>
                  <a:lnTo>
                    <a:pt x="0" y="380975"/>
                  </a:lnTo>
                  <a:close/>
                </a:path>
              </a:pathLst>
            </a:custGeom>
            <a:ln w="25399">
              <a:solidFill>
                <a:srgbClr val="000000"/>
              </a:solidFill>
            </a:ln>
          </p:spPr>
          <p:txBody>
            <a:bodyPr wrap="square" lIns="0" tIns="0" rIns="0" bIns="0" rtlCol="0"/>
            <a:lstStyle/>
            <a:p>
              <a:endParaRPr sz="2400"/>
            </a:p>
          </p:txBody>
        </p:sp>
      </p:grpSp>
      <p:sp>
        <p:nvSpPr>
          <p:cNvPr id="65" name="object 65"/>
          <p:cNvSpPr txBox="1"/>
          <p:nvPr/>
        </p:nvSpPr>
        <p:spPr>
          <a:xfrm>
            <a:off x="7067979" y="5201077"/>
            <a:ext cx="272627" cy="586550"/>
          </a:xfrm>
          <a:prstGeom prst="rect">
            <a:avLst/>
          </a:prstGeom>
        </p:spPr>
        <p:txBody>
          <a:bodyPr vert="horz" wrap="square" lIns="0" tIns="22013" rIns="0" bIns="0" rtlCol="0">
            <a:spAutoFit/>
          </a:bodyPr>
          <a:lstStyle/>
          <a:p>
            <a:pPr marL="16933">
              <a:spcBef>
                <a:spcPts val="173"/>
              </a:spcBef>
            </a:pPr>
            <a:r>
              <a:rPr sz="3667" b="1" spc="-67" dirty="0">
                <a:latin typeface="Calibri"/>
                <a:cs typeface="Calibri"/>
              </a:rPr>
              <a:t>3</a:t>
            </a:r>
            <a:endParaRPr sz="3667">
              <a:latin typeface="Calibri"/>
              <a:cs typeface="Calibri"/>
            </a:endParaRPr>
          </a:p>
        </p:txBody>
      </p:sp>
      <p:grpSp>
        <p:nvGrpSpPr>
          <p:cNvPr id="66" name="object 66"/>
          <p:cNvGrpSpPr/>
          <p:nvPr/>
        </p:nvGrpSpPr>
        <p:grpSpPr>
          <a:xfrm>
            <a:off x="6721184" y="4132236"/>
            <a:ext cx="4140200" cy="2517985"/>
            <a:chOff x="5040888" y="3099176"/>
            <a:chExt cx="3105150" cy="1888489"/>
          </a:xfrm>
        </p:grpSpPr>
        <p:sp>
          <p:nvSpPr>
            <p:cNvPr id="67" name="object 67"/>
            <p:cNvSpPr/>
            <p:nvPr/>
          </p:nvSpPr>
          <p:spPr>
            <a:xfrm>
              <a:off x="5534161" y="3265038"/>
              <a:ext cx="275590" cy="492759"/>
            </a:xfrm>
            <a:custGeom>
              <a:avLst/>
              <a:gdLst/>
              <a:ahLst/>
              <a:cxnLst/>
              <a:rect l="l" t="t" r="r" b="b"/>
              <a:pathLst>
                <a:path w="275589" h="492760">
                  <a:moveTo>
                    <a:pt x="275203" y="0"/>
                  </a:moveTo>
                  <a:lnTo>
                    <a:pt x="0" y="492632"/>
                  </a:lnTo>
                </a:path>
              </a:pathLst>
            </a:custGeom>
            <a:ln w="9534">
              <a:solidFill>
                <a:srgbClr val="000000"/>
              </a:solidFill>
            </a:ln>
          </p:spPr>
          <p:txBody>
            <a:bodyPr wrap="square" lIns="0" tIns="0" rIns="0" bIns="0" rtlCol="0"/>
            <a:lstStyle/>
            <a:p>
              <a:endParaRPr sz="2400"/>
            </a:p>
          </p:txBody>
        </p:sp>
        <p:sp>
          <p:nvSpPr>
            <p:cNvPr id="68" name="object 68"/>
            <p:cNvSpPr/>
            <p:nvPr/>
          </p:nvSpPr>
          <p:spPr>
            <a:xfrm>
              <a:off x="5050413" y="3459860"/>
              <a:ext cx="685800" cy="1518285"/>
            </a:xfrm>
            <a:custGeom>
              <a:avLst/>
              <a:gdLst/>
              <a:ahLst/>
              <a:cxnLst/>
              <a:rect l="l" t="t" r="r" b="b"/>
              <a:pathLst>
                <a:path w="685800" h="1518285">
                  <a:moveTo>
                    <a:pt x="685799" y="0"/>
                  </a:moveTo>
                  <a:lnTo>
                    <a:pt x="0" y="1517951"/>
                  </a:lnTo>
                </a:path>
              </a:pathLst>
            </a:custGeom>
            <a:ln w="19049">
              <a:solidFill>
                <a:srgbClr val="FF0000"/>
              </a:solidFill>
            </a:ln>
          </p:spPr>
          <p:txBody>
            <a:bodyPr wrap="square" lIns="0" tIns="0" rIns="0" bIns="0" rtlCol="0"/>
            <a:lstStyle/>
            <a:p>
              <a:endParaRPr sz="2400"/>
            </a:p>
          </p:txBody>
        </p:sp>
        <p:sp>
          <p:nvSpPr>
            <p:cNvPr id="69" name="object 69"/>
            <p:cNvSpPr/>
            <p:nvPr/>
          </p:nvSpPr>
          <p:spPr>
            <a:xfrm>
              <a:off x="7294625" y="3111876"/>
              <a:ext cx="838200" cy="762000"/>
            </a:xfrm>
            <a:custGeom>
              <a:avLst/>
              <a:gdLst/>
              <a:ahLst/>
              <a:cxnLst/>
              <a:rect l="l" t="t" r="r" b="b"/>
              <a:pathLst>
                <a:path w="838200" h="762000">
                  <a:moveTo>
                    <a:pt x="419099" y="0"/>
                  </a:moveTo>
                  <a:lnTo>
                    <a:pt x="370234" y="2563"/>
                  </a:lnTo>
                  <a:lnTo>
                    <a:pt x="323022" y="10061"/>
                  </a:lnTo>
                  <a:lnTo>
                    <a:pt x="277778" y="22210"/>
                  </a:lnTo>
                  <a:lnTo>
                    <a:pt x="234815" y="38723"/>
                  </a:lnTo>
                  <a:lnTo>
                    <a:pt x="194451" y="59314"/>
                  </a:lnTo>
                  <a:lnTo>
                    <a:pt x="156998" y="83698"/>
                  </a:lnTo>
                  <a:lnTo>
                    <a:pt x="122773" y="111588"/>
                  </a:lnTo>
                  <a:lnTo>
                    <a:pt x="92089" y="142699"/>
                  </a:lnTo>
                  <a:lnTo>
                    <a:pt x="65263" y="176745"/>
                  </a:lnTo>
                  <a:lnTo>
                    <a:pt x="42608" y="213441"/>
                  </a:lnTo>
                  <a:lnTo>
                    <a:pt x="24439" y="252500"/>
                  </a:lnTo>
                  <a:lnTo>
                    <a:pt x="11071" y="293636"/>
                  </a:lnTo>
                  <a:lnTo>
                    <a:pt x="2820" y="336565"/>
                  </a:lnTo>
                  <a:lnTo>
                    <a:pt x="0" y="380999"/>
                  </a:lnTo>
                  <a:lnTo>
                    <a:pt x="2820" y="425436"/>
                  </a:lnTo>
                  <a:lnTo>
                    <a:pt x="11071" y="468364"/>
                  </a:lnTo>
                  <a:lnTo>
                    <a:pt x="24439" y="509500"/>
                  </a:lnTo>
                  <a:lnTo>
                    <a:pt x="42608" y="548556"/>
                  </a:lnTo>
                  <a:lnTo>
                    <a:pt x="65263" y="585248"/>
                  </a:lnTo>
                  <a:lnTo>
                    <a:pt x="92089" y="619291"/>
                  </a:lnTo>
                  <a:lnTo>
                    <a:pt x="122773" y="650397"/>
                  </a:lnTo>
                  <a:lnTo>
                    <a:pt x="156998" y="678283"/>
                  </a:lnTo>
                  <a:lnTo>
                    <a:pt x="194451" y="702662"/>
                  </a:lnTo>
                  <a:lnTo>
                    <a:pt x="234815" y="723249"/>
                  </a:lnTo>
                  <a:lnTo>
                    <a:pt x="277778" y="739758"/>
                  </a:lnTo>
                  <a:lnTo>
                    <a:pt x="323022" y="751904"/>
                  </a:lnTo>
                  <a:lnTo>
                    <a:pt x="370234" y="759400"/>
                  </a:lnTo>
                  <a:lnTo>
                    <a:pt x="419099" y="761963"/>
                  </a:lnTo>
                  <a:lnTo>
                    <a:pt x="467987" y="759400"/>
                  </a:lnTo>
                  <a:lnTo>
                    <a:pt x="515215" y="751904"/>
                  </a:lnTo>
                  <a:lnTo>
                    <a:pt x="560470" y="739758"/>
                  </a:lnTo>
                  <a:lnTo>
                    <a:pt x="603437" y="723249"/>
                  </a:lnTo>
                  <a:lnTo>
                    <a:pt x="643802" y="702662"/>
                  </a:lnTo>
                  <a:lnTo>
                    <a:pt x="681252" y="678283"/>
                  </a:lnTo>
                  <a:lnTo>
                    <a:pt x="715472" y="650397"/>
                  </a:lnTo>
                  <a:lnTo>
                    <a:pt x="746148" y="619291"/>
                  </a:lnTo>
                  <a:lnTo>
                    <a:pt x="772966" y="585248"/>
                  </a:lnTo>
                  <a:lnTo>
                    <a:pt x="795613" y="548556"/>
                  </a:lnTo>
                  <a:lnTo>
                    <a:pt x="813773" y="509500"/>
                  </a:lnTo>
                  <a:lnTo>
                    <a:pt x="827134" y="468364"/>
                  </a:lnTo>
                  <a:lnTo>
                    <a:pt x="835381" y="425436"/>
                  </a:lnTo>
                  <a:lnTo>
                    <a:pt x="838199" y="380999"/>
                  </a:lnTo>
                  <a:lnTo>
                    <a:pt x="835381" y="336565"/>
                  </a:lnTo>
                  <a:lnTo>
                    <a:pt x="827134" y="293636"/>
                  </a:lnTo>
                  <a:lnTo>
                    <a:pt x="813773" y="252500"/>
                  </a:lnTo>
                  <a:lnTo>
                    <a:pt x="795613" y="213441"/>
                  </a:lnTo>
                  <a:lnTo>
                    <a:pt x="772966" y="176745"/>
                  </a:lnTo>
                  <a:lnTo>
                    <a:pt x="746148" y="142699"/>
                  </a:lnTo>
                  <a:lnTo>
                    <a:pt x="715472" y="111588"/>
                  </a:lnTo>
                  <a:lnTo>
                    <a:pt x="681252" y="83698"/>
                  </a:lnTo>
                  <a:lnTo>
                    <a:pt x="643802" y="59314"/>
                  </a:lnTo>
                  <a:lnTo>
                    <a:pt x="603437" y="38723"/>
                  </a:lnTo>
                  <a:lnTo>
                    <a:pt x="560470" y="22210"/>
                  </a:lnTo>
                  <a:lnTo>
                    <a:pt x="515215" y="10061"/>
                  </a:lnTo>
                  <a:lnTo>
                    <a:pt x="467987" y="2563"/>
                  </a:lnTo>
                  <a:lnTo>
                    <a:pt x="419099" y="0"/>
                  </a:lnTo>
                  <a:close/>
                </a:path>
              </a:pathLst>
            </a:custGeom>
            <a:solidFill>
              <a:srgbClr val="FFC000"/>
            </a:solidFill>
          </p:spPr>
          <p:txBody>
            <a:bodyPr wrap="square" lIns="0" tIns="0" rIns="0" bIns="0" rtlCol="0"/>
            <a:lstStyle/>
            <a:p>
              <a:endParaRPr sz="2400"/>
            </a:p>
          </p:txBody>
        </p:sp>
        <p:sp>
          <p:nvSpPr>
            <p:cNvPr id="70" name="object 70"/>
            <p:cNvSpPr/>
            <p:nvPr/>
          </p:nvSpPr>
          <p:spPr>
            <a:xfrm>
              <a:off x="7294625" y="3111876"/>
              <a:ext cx="838200" cy="762000"/>
            </a:xfrm>
            <a:custGeom>
              <a:avLst/>
              <a:gdLst/>
              <a:ahLst/>
              <a:cxnLst/>
              <a:rect l="l" t="t" r="r" b="b"/>
              <a:pathLst>
                <a:path w="838200" h="762000">
                  <a:moveTo>
                    <a:pt x="0" y="380999"/>
                  </a:moveTo>
                  <a:lnTo>
                    <a:pt x="2820" y="336565"/>
                  </a:lnTo>
                  <a:lnTo>
                    <a:pt x="11071" y="293636"/>
                  </a:lnTo>
                  <a:lnTo>
                    <a:pt x="24439" y="252500"/>
                  </a:lnTo>
                  <a:lnTo>
                    <a:pt x="42608" y="213441"/>
                  </a:lnTo>
                  <a:lnTo>
                    <a:pt x="65263" y="176745"/>
                  </a:lnTo>
                  <a:lnTo>
                    <a:pt x="92089" y="142699"/>
                  </a:lnTo>
                  <a:lnTo>
                    <a:pt x="122773" y="111588"/>
                  </a:lnTo>
                  <a:lnTo>
                    <a:pt x="156998" y="83698"/>
                  </a:lnTo>
                  <a:lnTo>
                    <a:pt x="194451" y="59314"/>
                  </a:lnTo>
                  <a:lnTo>
                    <a:pt x="234815" y="38723"/>
                  </a:lnTo>
                  <a:lnTo>
                    <a:pt x="277778" y="22210"/>
                  </a:lnTo>
                  <a:lnTo>
                    <a:pt x="323022" y="10061"/>
                  </a:lnTo>
                  <a:lnTo>
                    <a:pt x="370234" y="2563"/>
                  </a:lnTo>
                  <a:lnTo>
                    <a:pt x="419099" y="0"/>
                  </a:lnTo>
                  <a:lnTo>
                    <a:pt x="467987" y="2563"/>
                  </a:lnTo>
                  <a:lnTo>
                    <a:pt x="515215" y="10061"/>
                  </a:lnTo>
                  <a:lnTo>
                    <a:pt x="560470" y="22210"/>
                  </a:lnTo>
                  <a:lnTo>
                    <a:pt x="603437" y="38723"/>
                  </a:lnTo>
                  <a:lnTo>
                    <a:pt x="643802" y="59314"/>
                  </a:lnTo>
                  <a:lnTo>
                    <a:pt x="681252" y="83698"/>
                  </a:lnTo>
                  <a:lnTo>
                    <a:pt x="715472" y="111588"/>
                  </a:lnTo>
                  <a:lnTo>
                    <a:pt x="746148" y="142699"/>
                  </a:lnTo>
                  <a:lnTo>
                    <a:pt x="772966" y="176745"/>
                  </a:lnTo>
                  <a:lnTo>
                    <a:pt x="795613" y="213441"/>
                  </a:lnTo>
                  <a:lnTo>
                    <a:pt x="813773" y="252500"/>
                  </a:lnTo>
                  <a:lnTo>
                    <a:pt x="827134" y="293636"/>
                  </a:lnTo>
                  <a:lnTo>
                    <a:pt x="835381" y="336565"/>
                  </a:lnTo>
                  <a:lnTo>
                    <a:pt x="838199" y="380999"/>
                  </a:lnTo>
                  <a:lnTo>
                    <a:pt x="835381" y="425436"/>
                  </a:lnTo>
                  <a:lnTo>
                    <a:pt x="827134" y="468364"/>
                  </a:lnTo>
                  <a:lnTo>
                    <a:pt x="813773" y="509500"/>
                  </a:lnTo>
                  <a:lnTo>
                    <a:pt x="795613" y="548556"/>
                  </a:lnTo>
                  <a:lnTo>
                    <a:pt x="772966" y="585248"/>
                  </a:lnTo>
                  <a:lnTo>
                    <a:pt x="746148" y="619291"/>
                  </a:lnTo>
                  <a:lnTo>
                    <a:pt x="715472" y="650397"/>
                  </a:lnTo>
                  <a:lnTo>
                    <a:pt x="681252" y="678283"/>
                  </a:lnTo>
                  <a:lnTo>
                    <a:pt x="643802" y="702662"/>
                  </a:lnTo>
                  <a:lnTo>
                    <a:pt x="603437" y="723249"/>
                  </a:lnTo>
                  <a:lnTo>
                    <a:pt x="560470" y="739758"/>
                  </a:lnTo>
                  <a:lnTo>
                    <a:pt x="515215" y="751904"/>
                  </a:lnTo>
                  <a:lnTo>
                    <a:pt x="467987" y="759400"/>
                  </a:lnTo>
                  <a:lnTo>
                    <a:pt x="419099" y="761963"/>
                  </a:lnTo>
                  <a:lnTo>
                    <a:pt x="370234" y="759400"/>
                  </a:lnTo>
                  <a:lnTo>
                    <a:pt x="323022" y="751904"/>
                  </a:lnTo>
                  <a:lnTo>
                    <a:pt x="277778" y="739758"/>
                  </a:lnTo>
                  <a:lnTo>
                    <a:pt x="234815" y="723249"/>
                  </a:lnTo>
                  <a:lnTo>
                    <a:pt x="194451" y="702662"/>
                  </a:lnTo>
                  <a:lnTo>
                    <a:pt x="156998" y="678283"/>
                  </a:lnTo>
                  <a:lnTo>
                    <a:pt x="122773" y="650397"/>
                  </a:lnTo>
                  <a:lnTo>
                    <a:pt x="92089" y="619291"/>
                  </a:lnTo>
                  <a:lnTo>
                    <a:pt x="65263" y="585248"/>
                  </a:lnTo>
                  <a:lnTo>
                    <a:pt x="42608" y="548556"/>
                  </a:lnTo>
                  <a:lnTo>
                    <a:pt x="24439" y="509500"/>
                  </a:lnTo>
                  <a:lnTo>
                    <a:pt x="11071" y="468364"/>
                  </a:lnTo>
                  <a:lnTo>
                    <a:pt x="2820" y="425436"/>
                  </a:lnTo>
                  <a:lnTo>
                    <a:pt x="0" y="380999"/>
                  </a:lnTo>
                  <a:close/>
                </a:path>
              </a:pathLst>
            </a:custGeom>
            <a:ln w="25399">
              <a:solidFill>
                <a:srgbClr val="000000"/>
              </a:solidFill>
            </a:ln>
          </p:spPr>
          <p:txBody>
            <a:bodyPr wrap="square" lIns="0" tIns="0" rIns="0" bIns="0" rtlCol="0"/>
            <a:lstStyle/>
            <a:p>
              <a:endParaRPr sz="2400"/>
            </a:p>
          </p:txBody>
        </p:sp>
      </p:grpSp>
      <p:sp>
        <p:nvSpPr>
          <p:cNvPr id="71" name="object 71"/>
          <p:cNvSpPr txBox="1"/>
          <p:nvPr/>
        </p:nvSpPr>
        <p:spPr>
          <a:xfrm>
            <a:off x="10157976" y="4338318"/>
            <a:ext cx="272627" cy="586550"/>
          </a:xfrm>
          <a:prstGeom prst="rect">
            <a:avLst/>
          </a:prstGeom>
        </p:spPr>
        <p:txBody>
          <a:bodyPr vert="horz" wrap="square" lIns="0" tIns="22013" rIns="0" bIns="0" rtlCol="0">
            <a:spAutoFit/>
          </a:bodyPr>
          <a:lstStyle/>
          <a:p>
            <a:pPr marL="16933">
              <a:spcBef>
                <a:spcPts val="173"/>
              </a:spcBef>
            </a:pPr>
            <a:r>
              <a:rPr sz="3667" b="1" spc="-67" dirty="0">
                <a:latin typeface="Calibri"/>
                <a:cs typeface="Calibri"/>
              </a:rPr>
              <a:t>1</a:t>
            </a:r>
            <a:endParaRPr sz="3667">
              <a:latin typeface="Calibri"/>
              <a:cs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D1B4965-9C88-C4E3-C6D9-4CD80623A70C}"/>
              </a:ext>
            </a:extLst>
          </p:cNvPr>
          <p:cNvSpPr txBox="1"/>
          <p:nvPr/>
        </p:nvSpPr>
        <p:spPr>
          <a:xfrm>
            <a:off x="594360" y="2828835"/>
            <a:ext cx="8979946" cy="1200329"/>
          </a:xfrm>
          <a:prstGeom prst="rect">
            <a:avLst/>
          </a:prstGeom>
          <a:noFill/>
        </p:spPr>
        <p:txBody>
          <a:bodyPr wrap="square">
            <a:spAutoFit/>
          </a:bodyPr>
          <a:lstStyle/>
          <a:p>
            <a:r>
              <a:rPr lang="en-US" b="0" i="0" dirty="0">
                <a:solidFill>
                  <a:srgbClr val="273239"/>
                </a:solidFill>
                <a:effectLst/>
                <a:latin typeface="Nunito" pitchFamily="2" charset="0"/>
              </a:rPr>
              <a:t>A </a:t>
            </a:r>
            <a:r>
              <a:rPr lang="en-US" b="1" i="0" dirty="0">
                <a:solidFill>
                  <a:srgbClr val="FF0000"/>
                </a:solidFill>
                <a:effectLst/>
                <a:latin typeface="Nunito" pitchFamily="2" charset="0"/>
              </a:rPr>
              <a:t>Red</a:t>
            </a:r>
            <a:r>
              <a:rPr lang="en-US" b="1" i="0" dirty="0">
                <a:solidFill>
                  <a:srgbClr val="273239"/>
                </a:solidFill>
                <a:effectLst/>
                <a:latin typeface="Nunito" pitchFamily="2" charset="0"/>
              </a:rPr>
              <a:t>-Black Tree </a:t>
            </a:r>
            <a:r>
              <a:rPr lang="en-US" b="0" i="0" dirty="0">
                <a:solidFill>
                  <a:srgbClr val="273239"/>
                </a:solidFill>
                <a:effectLst/>
                <a:latin typeface="Nunito" pitchFamily="2" charset="0"/>
              </a:rPr>
              <a:t>is a self-balancing</a:t>
            </a:r>
            <a:r>
              <a:rPr lang="en-US" b="0" i="0" u="sng" dirty="0">
                <a:solidFill>
                  <a:srgbClr val="357960"/>
                </a:solidFill>
                <a:effectLst/>
                <a:latin typeface="Nunito" pitchFamily="2" charset="0"/>
                <a:hlinkClick r:id="rId2"/>
              </a:rPr>
              <a:t> binary search tree</a:t>
            </a:r>
            <a:r>
              <a:rPr lang="en-US" b="0" i="0" dirty="0">
                <a:solidFill>
                  <a:srgbClr val="273239"/>
                </a:solidFill>
                <a:effectLst/>
                <a:latin typeface="Nunito" pitchFamily="2" charset="0"/>
              </a:rPr>
              <a:t> where each node has an additional attribute: a color, which can be either </a:t>
            </a:r>
            <a:r>
              <a:rPr lang="en-US" b="1" i="0" dirty="0">
                <a:solidFill>
                  <a:srgbClr val="273239"/>
                </a:solidFill>
                <a:effectLst/>
                <a:latin typeface="Nunito" pitchFamily="2" charset="0"/>
              </a:rPr>
              <a:t>red</a:t>
            </a:r>
            <a:r>
              <a:rPr lang="en-US" b="0" i="0" dirty="0">
                <a:solidFill>
                  <a:srgbClr val="273239"/>
                </a:solidFill>
                <a:effectLst/>
                <a:latin typeface="Nunito" pitchFamily="2" charset="0"/>
              </a:rPr>
              <a:t> or </a:t>
            </a:r>
            <a:r>
              <a:rPr lang="en-US" b="1" i="0" dirty="0">
                <a:solidFill>
                  <a:srgbClr val="273239"/>
                </a:solidFill>
                <a:effectLst/>
                <a:latin typeface="Nunito" pitchFamily="2" charset="0"/>
              </a:rPr>
              <a:t>black</a:t>
            </a:r>
            <a:r>
              <a:rPr lang="en-US" b="0" i="0" dirty="0">
                <a:solidFill>
                  <a:srgbClr val="273239"/>
                </a:solidFill>
                <a:effectLst/>
                <a:latin typeface="Nunito" pitchFamily="2" charset="0"/>
              </a:rPr>
              <a:t>. The primary objective of these trees is to maintain balance during insertions and deletions, ensuring efficient data retrieval and manipulation</a:t>
            </a:r>
            <a:endParaRPr lang="en-US" dirty="0"/>
          </a:p>
        </p:txBody>
      </p:sp>
      <p:sp>
        <p:nvSpPr>
          <p:cNvPr id="4" name="TextBox 3">
            <a:extLst>
              <a:ext uri="{FF2B5EF4-FFF2-40B4-BE49-F238E27FC236}">
                <a16:creationId xmlns:a16="http://schemas.microsoft.com/office/drawing/2014/main" id="{15D9921E-CF03-6812-336C-F74EBDC4A01C}"/>
              </a:ext>
            </a:extLst>
          </p:cNvPr>
          <p:cNvSpPr txBox="1"/>
          <p:nvPr/>
        </p:nvSpPr>
        <p:spPr>
          <a:xfrm>
            <a:off x="1624403" y="1366219"/>
            <a:ext cx="6422317" cy="1015663"/>
          </a:xfrm>
          <a:prstGeom prst="rect">
            <a:avLst/>
          </a:prstGeom>
          <a:noFill/>
        </p:spPr>
        <p:txBody>
          <a:bodyPr wrap="square" rtlCol="0">
            <a:spAutoFit/>
          </a:bodyPr>
          <a:lstStyle/>
          <a:p>
            <a:r>
              <a:rPr lang="en-US" sz="6000" dirty="0">
                <a:solidFill>
                  <a:srgbClr val="FF0000"/>
                </a:solidFill>
              </a:rPr>
              <a:t>RED</a:t>
            </a:r>
            <a:r>
              <a:rPr lang="en-US" sz="6000" dirty="0"/>
              <a:t> BLACK TREE</a:t>
            </a:r>
          </a:p>
        </p:txBody>
      </p:sp>
    </p:spTree>
    <p:extLst>
      <p:ext uri="{BB962C8B-B14F-4D97-AF65-F5344CB8AC3E}">
        <p14:creationId xmlns:p14="http://schemas.microsoft.com/office/powerpoint/2010/main" val="375571363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BDC2EB-AE7A-6058-1376-D8C3009F153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AE5F739-9500-6D83-03A1-269819DEDA51}"/>
              </a:ext>
            </a:extLst>
          </p:cNvPr>
          <p:cNvSpPr txBox="1"/>
          <p:nvPr/>
        </p:nvSpPr>
        <p:spPr>
          <a:xfrm>
            <a:off x="357693" y="1403457"/>
            <a:ext cx="4246580" cy="4247317"/>
          </a:xfrm>
          <a:prstGeom prst="rect">
            <a:avLst/>
          </a:prstGeom>
          <a:noFill/>
        </p:spPr>
        <p:txBody>
          <a:bodyPr wrap="square">
            <a:spAutoFit/>
          </a:bodyPr>
          <a:lstStyle/>
          <a:p>
            <a:pPr fontAlgn="base"/>
            <a:r>
              <a:rPr lang="en-US" b="1" dirty="0"/>
              <a:t>Properties of Red-Black Trees</a:t>
            </a:r>
          </a:p>
          <a:p>
            <a:pPr fontAlgn="base"/>
            <a:r>
              <a:rPr lang="en-US" dirty="0"/>
              <a:t>A</a:t>
            </a:r>
            <a:r>
              <a:rPr lang="en-US" u="sng" dirty="0">
                <a:hlinkClick r:id="rId3"/>
              </a:rPr>
              <a:t> Red-Black Tree</a:t>
            </a:r>
            <a:r>
              <a:rPr lang="en-US" dirty="0"/>
              <a:t> have the following properties:</a:t>
            </a:r>
          </a:p>
          <a:p>
            <a:pPr fontAlgn="base"/>
            <a:r>
              <a:rPr lang="en-US" b="1" dirty="0"/>
              <a:t>Node Color</a:t>
            </a:r>
            <a:r>
              <a:rPr lang="en-US" dirty="0"/>
              <a:t>: Each node is either red or </a:t>
            </a:r>
            <a:r>
              <a:rPr lang="en-US" b="1" dirty="0"/>
              <a:t>black</a:t>
            </a:r>
            <a:r>
              <a:rPr lang="en-US" dirty="0"/>
              <a:t>.</a:t>
            </a:r>
          </a:p>
          <a:p>
            <a:pPr fontAlgn="base"/>
            <a:r>
              <a:rPr lang="en-US" b="1" dirty="0"/>
              <a:t>Root Property</a:t>
            </a:r>
            <a:r>
              <a:rPr lang="en-US" dirty="0"/>
              <a:t>: The root of the tree is always </a:t>
            </a:r>
            <a:r>
              <a:rPr lang="en-US" b="1" dirty="0"/>
              <a:t>black</a:t>
            </a:r>
            <a:r>
              <a:rPr lang="en-US" dirty="0"/>
              <a:t>.</a:t>
            </a:r>
          </a:p>
          <a:p>
            <a:pPr fontAlgn="base"/>
            <a:r>
              <a:rPr lang="en-US" b="1" dirty="0"/>
              <a:t>Red Property</a:t>
            </a:r>
            <a:r>
              <a:rPr lang="en-US" dirty="0"/>
              <a:t>: Red nodes cannot have red children (no two consecutive red nodes on any path).</a:t>
            </a:r>
          </a:p>
          <a:p>
            <a:pPr fontAlgn="base"/>
            <a:r>
              <a:rPr lang="en-US" b="1" dirty="0"/>
              <a:t>Black Property</a:t>
            </a:r>
            <a:r>
              <a:rPr lang="en-US" dirty="0"/>
              <a:t>: Every path from a node to its descendant null nodes (leaves) has the same number of </a:t>
            </a:r>
            <a:r>
              <a:rPr lang="en-US" b="1" dirty="0"/>
              <a:t>black</a:t>
            </a:r>
            <a:r>
              <a:rPr lang="en-US" dirty="0"/>
              <a:t> nodes.</a:t>
            </a:r>
          </a:p>
          <a:p>
            <a:pPr fontAlgn="base"/>
            <a:r>
              <a:rPr lang="en-US" b="1" dirty="0"/>
              <a:t>Leaf Property</a:t>
            </a:r>
            <a:r>
              <a:rPr lang="en-US" dirty="0"/>
              <a:t>: All leaves (NIL nodes) are </a:t>
            </a:r>
            <a:r>
              <a:rPr lang="en-US" b="1" dirty="0"/>
              <a:t>black</a:t>
            </a:r>
            <a:r>
              <a:rPr lang="en-US" dirty="0"/>
              <a:t>.</a:t>
            </a:r>
          </a:p>
        </p:txBody>
      </p:sp>
      <p:pic>
        <p:nvPicPr>
          <p:cNvPr id="8" name="Picture 7">
            <a:extLst>
              <a:ext uri="{FF2B5EF4-FFF2-40B4-BE49-F238E27FC236}">
                <a16:creationId xmlns:a16="http://schemas.microsoft.com/office/drawing/2014/main" id="{57C25379-5D34-C01A-FC68-73FCDD47A947}"/>
              </a:ext>
            </a:extLst>
          </p:cNvPr>
          <p:cNvPicPr>
            <a:picLocks noChangeAspect="1"/>
          </p:cNvPicPr>
          <p:nvPr/>
        </p:nvPicPr>
        <p:blipFill>
          <a:blip r:embed="rId4"/>
          <a:stretch>
            <a:fillRect/>
          </a:stretch>
        </p:blipFill>
        <p:spPr>
          <a:xfrm>
            <a:off x="4759169" y="1682086"/>
            <a:ext cx="6752409" cy="3493827"/>
          </a:xfrm>
          <a:prstGeom prst="rect">
            <a:avLst/>
          </a:prstGeom>
        </p:spPr>
      </p:pic>
    </p:spTree>
    <p:extLst>
      <p:ext uri="{BB962C8B-B14F-4D97-AF65-F5344CB8AC3E}">
        <p14:creationId xmlns:p14="http://schemas.microsoft.com/office/powerpoint/2010/main" val="357711575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6DD4E24-0C96-E492-E9B8-41A7505A194A}"/>
              </a:ext>
            </a:extLst>
          </p:cNvPr>
          <p:cNvSpPr txBox="1"/>
          <p:nvPr/>
        </p:nvSpPr>
        <p:spPr>
          <a:xfrm>
            <a:off x="1382359" y="2118872"/>
            <a:ext cx="6201782" cy="3416320"/>
          </a:xfrm>
          <a:prstGeom prst="rect">
            <a:avLst/>
          </a:prstGeom>
          <a:noFill/>
        </p:spPr>
        <p:txBody>
          <a:bodyPr wrap="square">
            <a:spAutoFit/>
          </a:bodyPr>
          <a:lstStyle/>
          <a:p>
            <a:pPr>
              <a:buNone/>
            </a:pPr>
            <a:r>
              <a:rPr lang="en-US" b="1" dirty="0"/>
              <a:t>Step-1:</a:t>
            </a:r>
            <a:r>
              <a:rPr lang="en-US" dirty="0"/>
              <a:t> Insert the new node with color red</a:t>
            </a:r>
            <a:br>
              <a:rPr lang="en-US" dirty="0"/>
            </a:br>
            <a:r>
              <a:rPr lang="en-US" b="1" dirty="0"/>
              <a:t>Step-2:</a:t>
            </a:r>
            <a:br>
              <a:rPr lang="en-US" dirty="0"/>
            </a:br>
            <a:r>
              <a:rPr lang="en-US" b="1" dirty="0"/>
              <a:t>Case 1:</a:t>
            </a:r>
            <a:r>
              <a:rPr lang="en-US" dirty="0"/>
              <a:t> Node is Root: recolor it to black.</a:t>
            </a:r>
            <a:br>
              <a:rPr lang="en-US" dirty="0"/>
            </a:br>
            <a:r>
              <a:rPr lang="en-US" b="1" dirty="0"/>
              <a:t>Case 2:</a:t>
            </a:r>
            <a:r>
              <a:rPr lang="en-US" dirty="0"/>
              <a:t> Red-Red Violation:</a:t>
            </a:r>
          </a:p>
          <a:p>
            <a:pPr>
              <a:buFont typeface="Arial" panose="020B0604020202020204" pitchFamily="34" charset="0"/>
              <a:buChar char="•"/>
            </a:pPr>
            <a:r>
              <a:rPr lang="en-US" dirty="0"/>
              <a:t>If the new node’s parent is red</a:t>
            </a:r>
          </a:p>
          <a:p>
            <a:pPr>
              <a:buNone/>
            </a:pPr>
            <a:r>
              <a:rPr lang="en-US" b="1" dirty="0"/>
              <a:t>Case 2.1: Uncle is Red:</a:t>
            </a:r>
            <a:endParaRPr lang="en-US" dirty="0"/>
          </a:p>
          <a:p>
            <a:pPr>
              <a:buFont typeface="Arial" panose="020B0604020202020204" pitchFamily="34" charset="0"/>
              <a:buChar char="•"/>
            </a:pPr>
            <a:r>
              <a:rPr lang="en-US" dirty="0"/>
              <a:t>Recolor the parent and the uncle to black, and the grandparent to red.</a:t>
            </a:r>
          </a:p>
          <a:p>
            <a:pPr>
              <a:buFont typeface="Arial" panose="020B0604020202020204" pitchFamily="34" charset="0"/>
              <a:buChar char="•"/>
            </a:pPr>
            <a:r>
              <a:rPr lang="en-US" dirty="0"/>
              <a:t>Then, repeat the fix-up process from the grandparent.</a:t>
            </a:r>
          </a:p>
          <a:p>
            <a:pPr>
              <a:buNone/>
            </a:pPr>
            <a:r>
              <a:rPr lang="en-US" b="1" dirty="0"/>
              <a:t>Case 2.2: Uncle is Black or Null:</a:t>
            </a:r>
            <a:endParaRPr lang="en-US" dirty="0"/>
          </a:p>
          <a:p>
            <a:pPr>
              <a:buFont typeface="Arial" panose="020B0604020202020204" pitchFamily="34" charset="0"/>
              <a:buChar char="•"/>
            </a:pPr>
            <a:r>
              <a:rPr lang="en-US" dirty="0"/>
              <a:t>Perform rotations to balance the tree(LL,LR,RR,RL)</a:t>
            </a:r>
          </a:p>
          <a:p>
            <a:pPr>
              <a:buFont typeface="Arial" panose="020B0604020202020204" pitchFamily="34" charset="0"/>
              <a:buChar char="•"/>
            </a:pPr>
            <a:r>
              <a:rPr lang="en-US" dirty="0"/>
              <a:t>Recolor the nodes accordingly.</a:t>
            </a:r>
          </a:p>
        </p:txBody>
      </p:sp>
      <p:sp>
        <p:nvSpPr>
          <p:cNvPr id="4" name="TextBox 3">
            <a:extLst>
              <a:ext uri="{FF2B5EF4-FFF2-40B4-BE49-F238E27FC236}">
                <a16:creationId xmlns:a16="http://schemas.microsoft.com/office/drawing/2014/main" id="{9F741FE2-FD74-4CF1-E0D0-901984212744}"/>
              </a:ext>
            </a:extLst>
          </p:cNvPr>
          <p:cNvSpPr txBox="1"/>
          <p:nvPr/>
        </p:nvSpPr>
        <p:spPr>
          <a:xfrm>
            <a:off x="2463501" y="1183341"/>
            <a:ext cx="5529431" cy="369332"/>
          </a:xfrm>
          <a:prstGeom prst="rect">
            <a:avLst/>
          </a:prstGeom>
          <a:noFill/>
        </p:spPr>
        <p:txBody>
          <a:bodyPr wrap="square" rtlCol="0">
            <a:spAutoFit/>
          </a:bodyPr>
          <a:lstStyle/>
          <a:p>
            <a:r>
              <a:rPr lang="en-US" dirty="0"/>
              <a:t>INSERTION IN RED BLACK  TREE</a:t>
            </a:r>
          </a:p>
        </p:txBody>
      </p:sp>
    </p:spTree>
    <p:extLst>
      <p:ext uri="{BB962C8B-B14F-4D97-AF65-F5344CB8AC3E}">
        <p14:creationId xmlns:p14="http://schemas.microsoft.com/office/powerpoint/2010/main" val="348021623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09641-C310-62A1-1B32-66ABC7D1D419}"/>
              </a:ext>
            </a:extLst>
          </p:cNvPr>
          <p:cNvSpPr>
            <a:spLocks noGrp="1"/>
          </p:cNvSpPr>
          <p:nvPr>
            <p:ph type="title"/>
          </p:nvPr>
        </p:nvSpPr>
        <p:spPr>
          <a:xfrm>
            <a:off x="440167" y="623308"/>
            <a:ext cx="10515600" cy="1325563"/>
          </a:xfrm>
        </p:spPr>
        <p:txBody>
          <a:bodyPr/>
          <a:lstStyle/>
          <a:p>
            <a:r>
              <a:rPr lang="en-US" dirty="0"/>
              <a:t>Sequence: </a:t>
            </a:r>
            <a:r>
              <a:rPr lang="en-US" b="1" dirty="0"/>
              <a:t>10, 20, 30, 15, 25, 5, 12, 34, 40, 32, 50  CREATE A RED BLACK TREE</a:t>
            </a:r>
            <a:endParaRPr lang="en-US" dirty="0"/>
          </a:p>
        </p:txBody>
      </p:sp>
      <p:sp>
        <p:nvSpPr>
          <p:cNvPr id="3" name="TextBox 2">
            <a:extLst>
              <a:ext uri="{FF2B5EF4-FFF2-40B4-BE49-F238E27FC236}">
                <a16:creationId xmlns:a16="http://schemas.microsoft.com/office/drawing/2014/main" id="{EB8CE899-4F6B-52E4-49BE-371C4DA8848C}"/>
              </a:ext>
            </a:extLst>
          </p:cNvPr>
          <p:cNvSpPr txBox="1"/>
          <p:nvPr/>
        </p:nvSpPr>
        <p:spPr>
          <a:xfrm>
            <a:off x="123714" y="2032811"/>
            <a:ext cx="6201782" cy="3416320"/>
          </a:xfrm>
          <a:prstGeom prst="rect">
            <a:avLst/>
          </a:prstGeom>
          <a:noFill/>
        </p:spPr>
        <p:txBody>
          <a:bodyPr wrap="square">
            <a:spAutoFit/>
          </a:bodyPr>
          <a:lstStyle/>
          <a:p>
            <a:pPr>
              <a:buNone/>
            </a:pPr>
            <a:r>
              <a:rPr lang="en-US" b="1" dirty="0"/>
              <a:t>Step-1:</a:t>
            </a:r>
            <a:r>
              <a:rPr lang="en-US" dirty="0"/>
              <a:t> Insert the new node with color red</a:t>
            </a:r>
            <a:br>
              <a:rPr lang="en-US" dirty="0"/>
            </a:br>
            <a:r>
              <a:rPr lang="en-US" b="1" dirty="0"/>
              <a:t>Step-2:</a:t>
            </a:r>
            <a:br>
              <a:rPr lang="en-US" dirty="0"/>
            </a:br>
            <a:r>
              <a:rPr lang="en-US" b="1" dirty="0"/>
              <a:t>Case 1:</a:t>
            </a:r>
            <a:r>
              <a:rPr lang="en-US" dirty="0"/>
              <a:t> Node is Root: recolor it to black.</a:t>
            </a:r>
            <a:br>
              <a:rPr lang="en-US" dirty="0"/>
            </a:br>
            <a:r>
              <a:rPr lang="en-US" b="1" dirty="0"/>
              <a:t>Case 2:</a:t>
            </a:r>
            <a:r>
              <a:rPr lang="en-US" dirty="0"/>
              <a:t> Red-Red Violation:</a:t>
            </a:r>
          </a:p>
          <a:p>
            <a:pPr>
              <a:buFont typeface="Arial" panose="020B0604020202020204" pitchFamily="34" charset="0"/>
              <a:buChar char="•"/>
            </a:pPr>
            <a:r>
              <a:rPr lang="en-US" dirty="0"/>
              <a:t>If the new node’s parent is red</a:t>
            </a:r>
          </a:p>
          <a:p>
            <a:pPr>
              <a:buNone/>
            </a:pPr>
            <a:r>
              <a:rPr lang="en-US" b="1" dirty="0"/>
              <a:t>Case 2.1: Uncle is Red:</a:t>
            </a:r>
            <a:endParaRPr lang="en-US" dirty="0"/>
          </a:p>
          <a:p>
            <a:pPr>
              <a:buFont typeface="Arial" panose="020B0604020202020204" pitchFamily="34" charset="0"/>
              <a:buChar char="•"/>
            </a:pPr>
            <a:r>
              <a:rPr lang="en-US" dirty="0"/>
              <a:t>Recolor the parent and the uncle to black, and the grandparent to red.</a:t>
            </a:r>
          </a:p>
          <a:p>
            <a:pPr>
              <a:buFont typeface="Arial" panose="020B0604020202020204" pitchFamily="34" charset="0"/>
              <a:buChar char="•"/>
            </a:pPr>
            <a:r>
              <a:rPr lang="en-US" dirty="0"/>
              <a:t>Then, repeat the fix-up process from the grandparent.</a:t>
            </a:r>
          </a:p>
          <a:p>
            <a:pPr>
              <a:buNone/>
            </a:pPr>
            <a:r>
              <a:rPr lang="en-US" b="1" dirty="0"/>
              <a:t>Case 2.2: Uncle is Black or Null:</a:t>
            </a:r>
            <a:endParaRPr lang="en-US" dirty="0"/>
          </a:p>
          <a:p>
            <a:pPr>
              <a:buFont typeface="Arial" panose="020B0604020202020204" pitchFamily="34" charset="0"/>
              <a:buChar char="•"/>
            </a:pPr>
            <a:r>
              <a:rPr lang="en-US" dirty="0"/>
              <a:t>Perform rotations to balance the tree(LL,LR,RR,RL)</a:t>
            </a:r>
          </a:p>
          <a:p>
            <a:pPr>
              <a:buFont typeface="Arial" panose="020B0604020202020204" pitchFamily="34" charset="0"/>
              <a:buChar char="•"/>
            </a:pPr>
            <a:r>
              <a:rPr lang="en-US" dirty="0"/>
              <a:t>Recolor the nodes accordingly.</a:t>
            </a:r>
          </a:p>
        </p:txBody>
      </p:sp>
    </p:spTree>
    <p:extLst>
      <p:ext uri="{BB962C8B-B14F-4D97-AF65-F5344CB8AC3E}">
        <p14:creationId xmlns:p14="http://schemas.microsoft.com/office/powerpoint/2010/main" val="387167171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pic>
        <p:nvPicPr>
          <p:cNvPr id="3" name="Picture 2" descr="rbt_step_1.png"/>
          <p:cNvPicPr>
            <a:picLocks noChangeAspect="1"/>
          </p:cNvPicPr>
          <p:nvPr/>
        </p:nvPicPr>
        <p:blipFill>
          <a:blip r:embed="rId2"/>
          <a:stretch>
            <a:fillRect/>
          </a:stretch>
        </p:blipFill>
        <p:spPr>
          <a:xfrm>
            <a:off x="1981201" y="457200"/>
            <a:ext cx="8157717" cy="5943600"/>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pic>
        <p:nvPicPr>
          <p:cNvPr id="3" name="Picture 2" descr="rbt_step_2.png"/>
          <p:cNvPicPr>
            <a:picLocks noChangeAspect="1"/>
          </p:cNvPicPr>
          <p:nvPr/>
        </p:nvPicPr>
        <p:blipFill>
          <a:blip r:embed="rId2"/>
          <a:stretch>
            <a:fillRect/>
          </a:stretch>
        </p:blipFill>
        <p:spPr>
          <a:xfrm>
            <a:off x="1981201" y="457200"/>
            <a:ext cx="8157717" cy="5943600"/>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pic>
        <p:nvPicPr>
          <p:cNvPr id="3" name="Picture 2" descr="rbt_step_3.png"/>
          <p:cNvPicPr>
            <a:picLocks noChangeAspect="1"/>
          </p:cNvPicPr>
          <p:nvPr/>
        </p:nvPicPr>
        <p:blipFill>
          <a:blip r:embed="rId2"/>
          <a:stretch>
            <a:fillRect/>
          </a:stretch>
        </p:blipFill>
        <p:spPr>
          <a:xfrm>
            <a:off x="1981201" y="457200"/>
            <a:ext cx="8157717" cy="594360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pic>
        <p:nvPicPr>
          <p:cNvPr id="3" name="Picture 2" descr="rbt_step_4.png"/>
          <p:cNvPicPr>
            <a:picLocks noChangeAspect="1"/>
          </p:cNvPicPr>
          <p:nvPr/>
        </p:nvPicPr>
        <p:blipFill>
          <a:blip r:embed="rId2"/>
          <a:stretch>
            <a:fillRect/>
          </a:stretch>
        </p:blipFill>
        <p:spPr>
          <a:xfrm>
            <a:off x="1981201" y="457200"/>
            <a:ext cx="8157717" cy="5943600"/>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pic>
        <p:nvPicPr>
          <p:cNvPr id="3" name="Picture 2" descr="rbt_step_5.png"/>
          <p:cNvPicPr>
            <a:picLocks noChangeAspect="1"/>
          </p:cNvPicPr>
          <p:nvPr/>
        </p:nvPicPr>
        <p:blipFill>
          <a:blip r:embed="rId2"/>
          <a:stretch>
            <a:fillRect/>
          </a:stretch>
        </p:blipFill>
        <p:spPr>
          <a:xfrm>
            <a:off x="1981201" y="457200"/>
            <a:ext cx="8157717" cy="5943600"/>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pic>
        <p:nvPicPr>
          <p:cNvPr id="3" name="Picture 2" descr="rbt_step_6.png"/>
          <p:cNvPicPr>
            <a:picLocks noChangeAspect="1"/>
          </p:cNvPicPr>
          <p:nvPr/>
        </p:nvPicPr>
        <p:blipFill>
          <a:blip r:embed="rId2"/>
          <a:stretch>
            <a:fillRect/>
          </a:stretch>
        </p:blipFill>
        <p:spPr>
          <a:xfrm>
            <a:off x="1981201" y="457200"/>
            <a:ext cx="8157717" cy="5943600"/>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pic>
        <p:nvPicPr>
          <p:cNvPr id="3" name="Picture 2" descr="rbt_step_7.png"/>
          <p:cNvPicPr>
            <a:picLocks noChangeAspect="1"/>
          </p:cNvPicPr>
          <p:nvPr/>
        </p:nvPicPr>
        <p:blipFill>
          <a:blip r:embed="rId2"/>
          <a:stretch>
            <a:fillRect/>
          </a:stretch>
        </p:blipFill>
        <p:spPr>
          <a:xfrm>
            <a:off x="1981201" y="457200"/>
            <a:ext cx="8157717" cy="5943600"/>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pic>
        <p:nvPicPr>
          <p:cNvPr id="3" name="Picture 2" descr="rbt_step_8.png"/>
          <p:cNvPicPr>
            <a:picLocks noChangeAspect="1"/>
          </p:cNvPicPr>
          <p:nvPr/>
        </p:nvPicPr>
        <p:blipFill>
          <a:blip r:embed="rId2"/>
          <a:stretch>
            <a:fillRect/>
          </a:stretch>
        </p:blipFill>
        <p:spPr>
          <a:xfrm>
            <a:off x="1981200" y="457200"/>
            <a:ext cx="8679676" cy="5943600"/>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pic>
        <p:nvPicPr>
          <p:cNvPr id="3" name="Picture 2" descr="rbt_step_9.png"/>
          <p:cNvPicPr>
            <a:picLocks noChangeAspect="1"/>
          </p:cNvPicPr>
          <p:nvPr/>
        </p:nvPicPr>
        <p:blipFill>
          <a:blip r:embed="rId2"/>
          <a:stretch>
            <a:fillRect/>
          </a:stretch>
        </p:blipFill>
        <p:spPr>
          <a:xfrm>
            <a:off x="1981200" y="457200"/>
            <a:ext cx="9732014" cy="5943600"/>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pic>
        <p:nvPicPr>
          <p:cNvPr id="3" name="Picture 2" descr="rbt_step_10.png"/>
          <p:cNvPicPr>
            <a:picLocks noChangeAspect="1"/>
          </p:cNvPicPr>
          <p:nvPr/>
        </p:nvPicPr>
        <p:blipFill>
          <a:blip r:embed="rId2"/>
          <a:stretch>
            <a:fillRect/>
          </a:stretch>
        </p:blipFill>
        <p:spPr>
          <a:xfrm>
            <a:off x="1981200" y="457200"/>
            <a:ext cx="10775932" cy="5943600"/>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pic>
        <p:nvPicPr>
          <p:cNvPr id="3" name="Picture 2" descr="rbt_step_11.png"/>
          <p:cNvPicPr>
            <a:picLocks noChangeAspect="1"/>
          </p:cNvPicPr>
          <p:nvPr/>
        </p:nvPicPr>
        <p:blipFill>
          <a:blip r:embed="rId2"/>
          <a:stretch>
            <a:fillRect/>
          </a:stretch>
        </p:blipFill>
        <p:spPr>
          <a:xfrm>
            <a:off x="1981200" y="457200"/>
            <a:ext cx="8437418" cy="5943600"/>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A8004-5F55-01F3-4CCE-B78CCFCA1BD9}"/>
              </a:ext>
            </a:extLst>
          </p:cNvPr>
          <p:cNvSpPr>
            <a:spLocks noGrp="1"/>
          </p:cNvSpPr>
          <p:nvPr>
            <p:ph type="title"/>
          </p:nvPr>
        </p:nvSpPr>
        <p:spPr/>
        <p:txBody>
          <a:bodyPr/>
          <a:lstStyle/>
          <a:p>
            <a:r>
              <a:rPr lang="en-US" dirty="0"/>
              <a:t>Create a RBT  10 18 7 15 16 30 25 40 60 2 1 70 </a:t>
            </a:r>
          </a:p>
        </p:txBody>
      </p:sp>
    </p:spTree>
    <p:extLst>
      <p:ext uri="{BB962C8B-B14F-4D97-AF65-F5344CB8AC3E}">
        <p14:creationId xmlns:p14="http://schemas.microsoft.com/office/powerpoint/2010/main" val="255688190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4B79CB-6E40-1233-D0F3-2779A29347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D658D9-AB33-E69B-CB82-D74B82AE7864}"/>
              </a:ext>
            </a:extLst>
          </p:cNvPr>
          <p:cNvSpPr>
            <a:spLocks noGrp="1"/>
          </p:cNvSpPr>
          <p:nvPr>
            <p:ph type="title"/>
          </p:nvPr>
        </p:nvSpPr>
        <p:spPr>
          <a:xfrm>
            <a:off x="838200" y="365125"/>
            <a:ext cx="10515600" cy="1325563"/>
          </a:xfrm>
        </p:spPr>
        <p:txBody>
          <a:bodyPr>
            <a:normAutofit/>
          </a:bodyPr>
          <a:lstStyle/>
          <a:p>
            <a:pPr marL="0" marR="0" lvl="0" indent="0" defTabSz="914400" rtl="0" eaLnBrk="0" fontAlgn="base" latinLnBrk="0" hangingPunct="0">
              <a:spcBef>
                <a:spcPct val="0"/>
              </a:spcBef>
              <a:spcAft>
                <a:spcPct val="0"/>
              </a:spcAft>
              <a:buClrTx/>
              <a:buSzTx/>
              <a:buFontTx/>
              <a:buNone/>
              <a:tabLst/>
            </a:pPr>
            <a:r>
              <a:rPr kumimoji="0" lang="en-US" altLang="en-US" b="1" i="0" u="none" strike="noStrike" cap="none" normalizeH="0" baseline="0">
                <a:ln>
                  <a:noFill/>
                </a:ln>
                <a:effectLst/>
              </a:rPr>
              <a:t>Red-Black Tree Deletion Cases</a:t>
            </a:r>
          </a:p>
          <a:p>
            <a:pPr marL="0" marR="0" lvl="0" indent="0" defTabSz="914400" rtl="0" eaLnBrk="0" fontAlgn="base" latinLnBrk="0" hangingPunct="0">
              <a:spcBef>
                <a:spcPct val="0"/>
              </a:spcBef>
              <a:spcAft>
                <a:spcPct val="0"/>
              </a:spcAft>
              <a:buClrTx/>
              <a:buSzTx/>
              <a:buFontTx/>
              <a:buNone/>
              <a:tabLst/>
            </a:pPr>
            <a:endParaRPr kumimoji="0" lang="en-US" altLang="en-US" b="0" i="0" u="none" strike="noStrike" cap="none" normalizeH="0" baseline="0">
              <a:ln>
                <a:noFill/>
              </a:ln>
              <a:effectLst/>
            </a:endParaRPr>
          </a:p>
        </p:txBody>
      </p:sp>
      <p:graphicFrame>
        <p:nvGraphicFramePr>
          <p:cNvPr id="3" name="Table 2">
            <a:extLst>
              <a:ext uri="{FF2B5EF4-FFF2-40B4-BE49-F238E27FC236}">
                <a16:creationId xmlns:a16="http://schemas.microsoft.com/office/drawing/2014/main" id="{5AFAA564-8BC6-71DC-D2DE-721C7DCF1E2E}"/>
              </a:ext>
            </a:extLst>
          </p:cNvPr>
          <p:cNvGraphicFramePr>
            <a:graphicFrameLocks noGrp="1"/>
          </p:cNvGraphicFramePr>
          <p:nvPr>
            <p:extLst>
              <p:ext uri="{D42A27DB-BD31-4B8C-83A1-F6EECF244321}">
                <p14:modId xmlns:p14="http://schemas.microsoft.com/office/powerpoint/2010/main" val="3608078631"/>
              </p:ext>
            </p:extLst>
          </p:nvPr>
        </p:nvGraphicFramePr>
        <p:xfrm>
          <a:off x="406400" y="1027906"/>
          <a:ext cx="10515601" cy="5757658"/>
        </p:xfrm>
        <a:graphic>
          <a:graphicData uri="http://schemas.openxmlformats.org/drawingml/2006/table">
            <a:tbl>
              <a:tblPr/>
              <a:tblGrid>
                <a:gridCol w="1587541">
                  <a:extLst>
                    <a:ext uri="{9D8B030D-6E8A-4147-A177-3AD203B41FA5}">
                      <a16:colId xmlns:a16="http://schemas.microsoft.com/office/drawing/2014/main" val="324201158"/>
                    </a:ext>
                  </a:extLst>
                </a:gridCol>
                <a:gridCol w="4404461">
                  <a:extLst>
                    <a:ext uri="{9D8B030D-6E8A-4147-A177-3AD203B41FA5}">
                      <a16:colId xmlns:a16="http://schemas.microsoft.com/office/drawing/2014/main" val="3076999996"/>
                    </a:ext>
                  </a:extLst>
                </a:gridCol>
                <a:gridCol w="4523599">
                  <a:extLst>
                    <a:ext uri="{9D8B030D-6E8A-4147-A177-3AD203B41FA5}">
                      <a16:colId xmlns:a16="http://schemas.microsoft.com/office/drawing/2014/main" val="4095500326"/>
                    </a:ext>
                  </a:extLst>
                </a:gridCol>
              </a:tblGrid>
              <a:tr h="260231">
                <a:tc>
                  <a:txBody>
                    <a:bodyPr/>
                    <a:lstStyle/>
                    <a:p>
                      <a:pPr algn="l" fontAlgn="ctr">
                        <a:buNone/>
                      </a:pPr>
                      <a:r>
                        <a:rPr lang="en-US" sz="1200" b="1" i="0" u="none" strike="noStrike" dirty="0">
                          <a:effectLst/>
                          <a:latin typeface="Arial" panose="020B0604020202020204" pitchFamily="34" charset="0"/>
                        </a:rPr>
                        <a:t>Case #</a:t>
                      </a:r>
                      <a:endParaRPr lang="en-US" sz="1200" b="0" i="0" u="none" strike="noStrike" dirty="0">
                        <a:effectLst/>
                        <a:latin typeface="Arial" panose="020B0604020202020204" pitchFamily="34" charset="0"/>
                      </a:endParaRPr>
                    </a:p>
                  </a:txBody>
                  <a:tcPr marL="59143" marR="59143" marT="29572" marB="29572" anchor="ctr">
                    <a:lnL>
                      <a:noFill/>
                    </a:lnL>
                    <a:lnR>
                      <a:noFill/>
                    </a:lnR>
                    <a:lnT>
                      <a:noFill/>
                    </a:lnT>
                    <a:lnB>
                      <a:noFill/>
                    </a:lnB>
                    <a:noFill/>
                  </a:tcPr>
                </a:tc>
                <a:tc>
                  <a:txBody>
                    <a:bodyPr/>
                    <a:lstStyle/>
                    <a:p>
                      <a:pPr algn="l" fontAlgn="ctr">
                        <a:buNone/>
                      </a:pPr>
                      <a:r>
                        <a:rPr lang="en-US" sz="1200" b="1" i="0" u="none" strike="noStrike">
                          <a:effectLst/>
                          <a:latin typeface="Arial" panose="020B0604020202020204" pitchFamily="34" charset="0"/>
                        </a:rPr>
                        <a:t>Check condition</a:t>
                      </a:r>
                      <a:endParaRPr lang="en-US" sz="1200" b="0" i="0" u="none" strike="noStrike">
                        <a:effectLst/>
                        <a:latin typeface="Arial" panose="020B0604020202020204" pitchFamily="34" charset="0"/>
                      </a:endParaRPr>
                    </a:p>
                  </a:txBody>
                  <a:tcPr marL="59143" marR="59143" marT="29572" marB="29572" anchor="ctr">
                    <a:lnL>
                      <a:noFill/>
                    </a:lnL>
                    <a:lnR>
                      <a:noFill/>
                    </a:lnR>
                    <a:lnT>
                      <a:noFill/>
                    </a:lnT>
                    <a:lnB>
                      <a:noFill/>
                    </a:lnB>
                    <a:noFill/>
                  </a:tcPr>
                </a:tc>
                <a:tc>
                  <a:txBody>
                    <a:bodyPr/>
                    <a:lstStyle/>
                    <a:p>
                      <a:pPr algn="l" fontAlgn="ctr">
                        <a:buNone/>
                      </a:pPr>
                      <a:r>
                        <a:rPr lang="en-US" sz="1200" b="1" i="0" u="none" strike="noStrike">
                          <a:effectLst/>
                          <a:latin typeface="Arial" panose="020B0604020202020204" pitchFamily="34" charset="0"/>
                        </a:rPr>
                        <a:t>Action</a:t>
                      </a:r>
                      <a:endParaRPr lang="en-US" sz="1200" b="0" i="0" u="none" strike="noStrike">
                        <a:effectLst/>
                        <a:latin typeface="Arial" panose="020B0604020202020204" pitchFamily="34" charset="0"/>
                      </a:endParaRPr>
                    </a:p>
                  </a:txBody>
                  <a:tcPr marL="59143" marR="59143" marT="29572" marB="29572" anchor="ctr">
                    <a:lnL>
                      <a:noFill/>
                    </a:lnL>
                    <a:lnR>
                      <a:noFill/>
                    </a:lnR>
                    <a:lnT>
                      <a:noFill/>
                    </a:lnT>
                    <a:lnB>
                      <a:noFill/>
                    </a:lnB>
                    <a:noFill/>
                  </a:tcPr>
                </a:tc>
                <a:extLst>
                  <a:ext uri="{0D108BD9-81ED-4DB2-BD59-A6C34878D82A}">
                    <a16:rowId xmlns:a16="http://schemas.microsoft.com/office/drawing/2014/main" val="2356025261"/>
                  </a:ext>
                </a:extLst>
              </a:tr>
              <a:tr h="260231">
                <a:tc>
                  <a:txBody>
                    <a:bodyPr/>
                    <a:lstStyle/>
                    <a:p>
                      <a:pPr algn="l" fontAlgn="ctr">
                        <a:buNone/>
                      </a:pPr>
                      <a:r>
                        <a:rPr lang="en-US" sz="1200" b="1" i="0" u="none" strike="noStrike">
                          <a:effectLst/>
                          <a:latin typeface="Arial" panose="020B0604020202020204" pitchFamily="34" charset="0"/>
                        </a:rPr>
                        <a:t>1</a:t>
                      </a:r>
                      <a:endParaRPr lang="en-US" sz="1200" b="0" i="0" u="none" strike="noStrike">
                        <a:effectLst/>
                        <a:latin typeface="Arial" panose="020B0604020202020204" pitchFamily="34" charset="0"/>
                      </a:endParaRPr>
                    </a:p>
                  </a:txBody>
                  <a:tcPr marL="59143" marR="59143" marT="29572" marB="29572" anchor="ctr">
                    <a:lnL>
                      <a:noFill/>
                    </a:lnL>
                    <a:lnR>
                      <a:noFill/>
                    </a:lnR>
                    <a:lnT>
                      <a:noFill/>
                    </a:lnT>
                    <a:lnB>
                      <a:noFill/>
                    </a:lnB>
                    <a:noFill/>
                  </a:tcPr>
                </a:tc>
                <a:tc>
                  <a:txBody>
                    <a:bodyPr/>
                    <a:lstStyle/>
                    <a:p>
                      <a:pPr algn="l" fontAlgn="ctr">
                        <a:buNone/>
                      </a:pPr>
                      <a:r>
                        <a:rPr lang="en-US" sz="1200" b="0" i="0" u="none" strike="noStrike" dirty="0">
                          <a:effectLst/>
                          <a:latin typeface="Arial" panose="020B0604020202020204" pitchFamily="34" charset="0"/>
                        </a:rPr>
                        <a:t>If the node to be deleted is a </a:t>
                      </a:r>
                      <a:r>
                        <a:rPr lang="en-US" sz="1200" b="1" i="0" u="none" strike="noStrike" dirty="0">
                          <a:effectLst/>
                          <a:latin typeface="Arial" panose="020B0604020202020204" pitchFamily="34" charset="0"/>
                        </a:rPr>
                        <a:t>red leaf</a:t>
                      </a:r>
                      <a:endParaRPr lang="en-US" sz="1200" b="0" i="0" u="none" strike="noStrike" dirty="0">
                        <a:effectLst/>
                        <a:latin typeface="Arial" panose="020B0604020202020204" pitchFamily="34" charset="0"/>
                      </a:endParaRPr>
                    </a:p>
                  </a:txBody>
                  <a:tcPr marL="59143" marR="59143" marT="29572" marB="29572" anchor="ctr">
                    <a:lnL>
                      <a:noFill/>
                    </a:lnL>
                    <a:lnR>
                      <a:noFill/>
                    </a:lnR>
                    <a:lnT>
                      <a:noFill/>
                    </a:lnT>
                    <a:lnB>
                      <a:noFill/>
                    </a:lnB>
                    <a:noFill/>
                  </a:tcPr>
                </a:tc>
                <a:tc>
                  <a:txBody>
                    <a:bodyPr/>
                    <a:lstStyle/>
                    <a:p>
                      <a:pPr algn="l" fontAlgn="ctr">
                        <a:buNone/>
                      </a:pPr>
                      <a:r>
                        <a:rPr lang="en-US" sz="1200" b="0" i="0" u="none" strike="noStrike">
                          <a:effectLst/>
                          <a:latin typeface="Arial" panose="020B0604020202020204" pitchFamily="34" charset="0"/>
                        </a:rPr>
                        <a:t>Just remove it from the tree</a:t>
                      </a:r>
                    </a:p>
                  </a:txBody>
                  <a:tcPr marL="59143" marR="59143" marT="29572" marB="29572" anchor="ctr">
                    <a:lnL>
                      <a:noFill/>
                    </a:lnL>
                    <a:lnR>
                      <a:noFill/>
                    </a:lnR>
                    <a:lnT>
                      <a:noFill/>
                    </a:lnT>
                    <a:lnB>
                      <a:noFill/>
                    </a:lnB>
                    <a:noFill/>
                  </a:tcPr>
                </a:tc>
                <a:extLst>
                  <a:ext uri="{0D108BD9-81ED-4DB2-BD59-A6C34878D82A}">
                    <a16:rowId xmlns:a16="http://schemas.microsoft.com/office/drawing/2014/main" val="4250725712"/>
                  </a:ext>
                </a:extLst>
              </a:tr>
              <a:tr h="260231">
                <a:tc>
                  <a:txBody>
                    <a:bodyPr/>
                    <a:lstStyle/>
                    <a:p>
                      <a:pPr algn="l" fontAlgn="ctr">
                        <a:buNone/>
                      </a:pPr>
                      <a:r>
                        <a:rPr lang="en-US" sz="1200" b="1" i="0" u="none" strike="noStrike" dirty="0">
                          <a:effectLst/>
                          <a:latin typeface="Arial" panose="020B0604020202020204" pitchFamily="34" charset="0"/>
                        </a:rPr>
                        <a:t>2</a:t>
                      </a:r>
                      <a:endParaRPr lang="en-US" sz="1200" b="0" i="0" u="none" strike="noStrike" dirty="0">
                        <a:effectLst/>
                        <a:latin typeface="Arial" panose="020B0604020202020204" pitchFamily="34" charset="0"/>
                      </a:endParaRPr>
                    </a:p>
                  </a:txBody>
                  <a:tcPr marL="59143" marR="59143" marT="29572" marB="29572" anchor="ctr">
                    <a:lnL>
                      <a:noFill/>
                    </a:lnL>
                    <a:lnR>
                      <a:noFill/>
                    </a:lnR>
                    <a:lnT>
                      <a:noFill/>
                    </a:lnT>
                    <a:lnB>
                      <a:noFill/>
                    </a:lnB>
                    <a:noFill/>
                  </a:tcPr>
                </a:tc>
                <a:tc>
                  <a:txBody>
                    <a:bodyPr/>
                    <a:lstStyle/>
                    <a:p>
                      <a:pPr algn="l" fontAlgn="ctr">
                        <a:buNone/>
                      </a:pPr>
                      <a:r>
                        <a:rPr lang="en-US" sz="1200" b="0" i="0" u="none" strike="noStrike" dirty="0">
                          <a:effectLst/>
                          <a:latin typeface="Arial" panose="020B0604020202020204" pitchFamily="34" charset="0"/>
                        </a:rPr>
                        <a:t>If the </a:t>
                      </a:r>
                      <a:r>
                        <a:rPr lang="en-US" sz="1200" b="1" i="0" u="none" strike="noStrike" dirty="0">
                          <a:effectLst/>
                          <a:latin typeface="Arial" panose="020B0604020202020204" pitchFamily="34" charset="0"/>
                        </a:rPr>
                        <a:t>Double Black (DB) node is root</a:t>
                      </a:r>
                      <a:endParaRPr lang="en-US" sz="1200" b="0" i="0" u="none" strike="noStrike" dirty="0">
                        <a:effectLst/>
                        <a:latin typeface="Arial" panose="020B0604020202020204" pitchFamily="34" charset="0"/>
                      </a:endParaRPr>
                    </a:p>
                  </a:txBody>
                  <a:tcPr marL="59143" marR="59143" marT="29572" marB="29572" anchor="ctr">
                    <a:lnL>
                      <a:noFill/>
                    </a:lnL>
                    <a:lnR>
                      <a:noFill/>
                    </a:lnR>
                    <a:lnT>
                      <a:noFill/>
                    </a:lnT>
                    <a:lnB>
                      <a:noFill/>
                    </a:lnB>
                    <a:noFill/>
                  </a:tcPr>
                </a:tc>
                <a:tc>
                  <a:txBody>
                    <a:bodyPr/>
                    <a:lstStyle/>
                    <a:p>
                      <a:pPr algn="l" fontAlgn="ctr">
                        <a:buNone/>
                      </a:pPr>
                      <a:endParaRPr lang="en-US" sz="1200" b="0" i="0" u="none" strike="noStrike" dirty="0">
                        <a:effectLst/>
                        <a:latin typeface="Arial" panose="020B0604020202020204" pitchFamily="34" charset="0"/>
                      </a:endParaRPr>
                    </a:p>
                    <a:p>
                      <a:pPr algn="l" fontAlgn="ctr">
                        <a:buNone/>
                      </a:pPr>
                      <a:endParaRPr lang="en-US" sz="1200" b="0" i="0" u="none" strike="noStrike" dirty="0">
                        <a:effectLst/>
                        <a:latin typeface="Arial" panose="020B0604020202020204" pitchFamily="34" charset="0"/>
                      </a:endParaRPr>
                    </a:p>
                    <a:p>
                      <a:pPr algn="l" fontAlgn="ctr">
                        <a:buNone/>
                      </a:pPr>
                      <a:endParaRPr lang="en-US" sz="1200" b="0" i="0" u="none" strike="noStrike" dirty="0">
                        <a:effectLst/>
                        <a:latin typeface="Arial" panose="020B0604020202020204" pitchFamily="34" charset="0"/>
                      </a:endParaRPr>
                    </a:p>
                    <a:p>
                      <a:pPr algn="l" fontAlgn="ctr">
                        <a:buNone/>
                      </a:pPr>
                      <a:r>
                        <a:rPr lang="en-US" sz="1200" b="0" i="0" u="none" strike="noStrike" dirty="0">
                          <a:effectLst/>
                          <a:latin typeface="Arial" panose="020B0604020202020204" pitchFamily="34" charset="0"/>
                        </a:rPr>
                        <a:t>Remove the DB </a:t>
                      </a:r>
                    </a:p>
                    <a:p>
                      <a:pPr algn="l" fontAlgn="ctr">
                        <a:buNone/>
                      </a:pPr>
                      <a:endParaRPr lang="en-US" sz="1200" b="0" i="0" u="none" strike="noStrike" dirty="0">
                        <a:effectLst/>
                        <a:latin typeface="Arial" panose="020B0604020202020204" pitchFamily="34" charset="0"/>
                      </a:endParaRPr>
                    </a:p>
                    <a:p>
                      <a:pPr algn="l" fontAlgn="ctr">
                        <a:buNone/>
                      </a:pPr>
                      <a:endParaRPr lang="en-US" sz="1200" b="0" i="0" u="none" strike="noStrike" dirty="0">
                        <a:effectLst/>
                        <a:latin typeface="Arial" panose="020B0604020202020204" pitchFamily="34" charset="0"/>
                      </a:endParaRPr>
                    </a:p>
                    <a:p>
                      <a:pPr algn="l" fontAlgn="ctr">
                        <a:buNone/>
                      </a:pPr>
                      <a:endParaRPr lang="en-US" sz="1200" b="0" i="0" u="none" strike="noStrike" dirty="0">
                        <a:effectLst/>
                        <a:latin typeface="Arial" panose="020B0604020202020204" pitchFamily="34" charset="0"/>
                      </a:endParaRPr>
                    </a:p>
                  </a:txBody>
                  <a:tcPr marL="59143" marR="59143" marT="29572" marB="29572" anchor="ctr">
                    <a:lnL>
                      <a:noFill/>
                    </a:lnL>
                    <a:lnR>
                      <a:noFill/>
                    </a:lnR>
                    <a:lnT>
                      <a:noFill/>
                    </a:lnT>
                    <a:lnB>
                      <a:noFill/>
                    </a:lnB>
                    <a:noFill/>
                  </a:tcPr>
                </a:tc>
                <a:extLst>
                  <a:ext uri="{0D108BD9-81ED-4DB2-BD59-A6C34878D82A}">
                    <a16:rowId xmlns:a16="http://schemas.microsoft.com/office/drawing/2014/main" val="685937800"/>
                  </a:ext>
                </a:extLst>
              </a:tr>
              <a:tr h="792522">
                <a:tc>
                  <a:txBody>
                    <a:bodyPr/>
                    <a:lstStyle/>
                    <a:p>
                      <a:pPr algn="l" fontAlgn="ctr">
                        <a:buNone/>
                      </a:pPr>
                      <a:r>
                        <a:rPr lang="en-US" sz="1200" b="1" i="0" u="none" strike="noStrike">
                          <a:effectLst/>
                          <a:latin typeface="Arial" panose="020B0604020202020204" pitchFamily="34" charset="0"/>
                        </a:rPr>
                        <a:t>3</a:t>
                      </a:r>
                      <a:endParaRPr lang="en-US" sz="1200" b="0" i="0" u="none" strike="noStrike">
                        <a:effectLst/>
                        <a:latin typeface="Arial" panose="020B0604020202020204" pitchFamily="34" charset="0"/>
                      </a:endParaRPr>
                    </a:p>
                  </a:txBody>
                  <a:tcPr marL="59143" marR="59143" marT="29572" marB="29572" anchor="ctr">
                    <a:lnL>
                      <a:noFill/>
                    </a:lnL>
                    <a:lnR>
                      <a:noFill/>
                    </a:lnR>
                    <a:lnT>
                      <a:noFill/>
                    </a:lnT>
                    <a:lnB>
                      <a:noFill/>
                    </a:lnB>
                    <a:noFill/>
                  </a:tcPr>
                </a:tc>
                <a:tc>
                  <a:txBody>
                    <a:bodyPr/>
                    <a:lstStyle/>
                    <a:p>
                      <a:pPr algn="l" fontAlgn="ctr">
                        <a:buNone/>
                      </a:pPr>
                      <a:r>
                        <a:rPr lang="en-US" sz="1200" b="0" i="0" u="none" strike="noStrike" dirty="0">
                          <a:effectLst/>
                          <a:latin typeface="Arial" panose="020B0604020202020204" pitchFamily="34" charset="0"/>
                        </a:rPr>
                        <a:t>(a) DB’s sibling is </a:t>
                      </a:r>
                      <a:r>
                        <a:rPr lang="en-US" sz="1200" b="1" i="0" u="none" strike="noStrike" dirty="0">
                          <a:effectLst/>
                          <a:latin typeface="Arial" panose="020B0604020202020204" pitchFamily="34" charset="0"/>
                        </a:rPr>
                        <a:t>black</a:t>
                      </a:r>
                      <a:r>
                        <a:rPr lang="en-US" sz="1200" b="0" i="0" u="none" strike="noStrike" dirty="0">
                          <a:effectLst/>
                          <a:latin typeface="Arial" panose="020B0604020202020204" pitchFamily="34" charset="0"/>
                        </a:rPr>
                        <a:t>  and </a:t>
                      </a:r>
                      <a:br>
                        <a:rPr lang="en-US" sz="1200" b="0" i="0" u="none" strike="noStrike" dirty="0">
                          <a:effectLst/>
                          <a:latin typeface="Arial" panose="020B0604020202020204" pitchFamily="34" charset="0"/>
                        </a:rPr>
                      </a:br>
                      <a:r>
                        <a:rPr lang="en-US" sz="1200" b="0" i="0" u="none" strike="noStrike" dirty="0">
                          <a:effectLst/>
                          <a:latin typeface="Arial" panose="020B0604020202020204" pitchFamily="34" charset="0"/>
                        </a:rPr>
                        <a:t>(b) DB’s sibling’s </a:t>
                      </a:r>
                      <a:r>
                        <a:rPr lang="en-US" sz="1200" b="1" i="0" u="none" strike="noStrike" dirty="0">
                          <a:effectLst/>
                          <a:latin typeface="Arial" panose="020B0604020202020204" pitchFamily="34" charset="0"/>
                        </a:rPr>
                        <a:t>children are black</a:t>
                      </a:r>
                      <a:endParaRPr lang="en-US" sz="1200" b="0" i="0" u="none" strike="noStrike" dirty="0">
                        <a:effectLst/>
                        <a:latin typeface="Arial" panose="020B0604020202020204" pitchFamily="34" charset="0"/>
                      </a:endParaRPr>
                    </a:p>
                  </a:txBody>
                  <a:tcPr marL="59143" marR="59143" marT="29572" marB="29572" anchor="ctr">
                    <a:lnL>
                      <a:noFill/>
                    </a:lnL>
                    <a:lnR>
                      <a:noFill/>
                    </a:lnR>
                    <a:lnT>
                      <a:noFill/>
                    </a:lnT>
                    <a:lnB>
                      <a:noFill/>
                    </a:lnB>
                    <a:noFill/>
                  </a:tcPr>
                </a:tc>
                <a:tc>
                  <a:txBody>
                    <a:bodyPr/>
                    <a:lstStyle/>
                    <a:p>
                      <a:pPr marL="228600" indent="-228600" algn="l" fontAlgn="ctr">
                        <a:buAutoNum type="alphaLcParenBoth"/>
                      </a:pPr>
                      <a:r>
                        <a:rPr lang="en-US" sz="1200" b="0" i="0" u="none" strike="noStrike" dirty="0">
                          <a:effectLst/>
                          <a:latin typeface="Arial" panose="020B0604020202020204" pitchFamily="34" charset="0"/>
                        </a:rPr>
                        <a:t>Remove DB (if null DB, then delete the node; for other nodes just remove DB sign) </a:t>
                      </a:r>
                      <a:br>
                        <a:rPr lang="en-US" sz="1200" b="0" i="0" u="none" strike="noStrike" dirty="0">
                          <a:effectLst/>
                          <a:latin typeface="Arial" panose="020B0604020202020204" pitchFamily="34" charset="0"/>
                        </a:rPr>
                      </a:br>
                      <a:r>
                        <a:rPr lang="en-US" sz="1200" b="0" i="0" u="none" strike="noStrike" dirty="0">
                          <a:effectLst/>
                          <a:latin typeface="Arial" panose="020B0604020202020204" pitchFamily="34" charset="0"/>
                        </a:rPr>
                        <a:t>(b) Make DB’s sibling </a:t>
                      </a:r>
                      <a:r>
                        <a:rPr lang="en-US" sz="1200" b="1" i="0" u="none" strike="noStrike" dirty="0">
                          <a:effectLst/>
                          <a:latin typeface="Arial" panose="020B0604020202020204" pitchFamily="34" charset="0"/>
                        </a:rPr>
                        <a:t>red</a:t>
                      </a:r>
                      <a:r>
                        <a:rPr lang="en-US" sz="1200" b="0" i="0" u="none" strike="noStrike" dirty="0">
                          <a:effectLst/>
                          <a:latin typeface="Arial" panose="020B0604020202020204" pitchFamily="34" charset="0"/>
                        </a:rPr>
                        <a:t> </a:t>
                      </a:r>
                      <a:br>
                        <a:rPr lang="en-US" sz="1200" b="0" i="0" u="none" strike="noStrike" dirty="0">
                          <a:effectLst/>
                          <a:latin typeface="Arial" panose="020B0604020202020204" pitchFamily="34" charset="0"/>
                        </a:rPr>
                      </a:br>
                      <a:r>
                        <a:rPr lang="en-US" sz="1200" b="0" i="0" u="none" strike="noStrike" dirty="0">
                          <a:effectLst/>
                          <a:latin typeface="Arial" panose="020B0604020202020204" pitchFamily="34" charset="0"/>
                        </a:rPr>
                        <a:t>(c) If DB’s parent is </a:t>
                      </a:r>
                      <a:r>
                        <a:rPr lang="en-US" sz="1200" b="1" i="0" u="none" strike="noStrike" dirty="0">
                          <a:effectLst/>
                          <a:latin typeface="Arial" panose="020B0604020202020204" pitchFamily="34" charset="0"/>
                        </a:rPr>
                        <a:t>black</a:t>
                      </a:r>
                      <a:r>
                        <a:rPr lang="en-US" sz="1200" b="0" i="0" u="none" strike="noStrike" dirty="0">
                          <a:effectLst/>
                          <a:latin typeface="Arial" panose="020B0604020202020204" pitchFamily="34" charset="0"/>
                        </a:rPr>
                        <a:t>, make it DB, else make it </a:t>
                      </a:r>
                      <a:r>
                        <a:rPr lang="en-US" sz="1200" b="1" i="0" u="none" strike="noStrike" dirty="0">
                          <a:effectLst/>
                          <a:latin typeface="Arial" panose="020B0604020202020204" pitchFamily="34" charset="0"/>
                        </a:rPr>
                        <a:t>black</a:t>
                      </a:r>
                    </a:p>
                    <a:p>
                      <a:pPr marL="0" indent="0" algn="l" fontAlgn="ctr">
                        <a:buNone/>
                      </a:pPr>
                      <a:endParaRPr lang="en-US" sz="1200" b="1" i="0" u="none" strike="noStrike" dirty="0">
                        <a:effectLst/>
                        <a:latin typeface="Arial" panose="020B0604020202020204" pitchFamily="34" charset="0"/>
                      </a:endParaRPr>
                    </a:p>
                    <a:p>
                      <a:pPr marL="0" indent="0" algn="l" fontAlgn="ctr">
                        <a:buNone/>
                      </a:pPr>
                      <a:endParaRPr lang="en-US" sz="1200" b="0" i="0" u="none" strike="noStrike" dirty="0">
                        <a:effectLst/>
                        <a:latin typeface="Arial" panose="020B0604020202020204" pitchFamily="34" charset="0"/>
                      </a:endParaRPr>
                    </a:p>
                  </a:txBody>
                  <a:tcPr marL="59143" marR="59143" marT="29572" marB="29572" anchor="ctr">
                    <a:lnL>
                      <a:noFill/>
                    </a:lnL>
                    <a:lnR>
                      <a:noFill/>
                    </a:lnR>
                    <a:lnT>
                      <a:noFill/>
                    </a:lnT>
                    <a:lnB>
                      <a:noFill/>
                    </a:lnB>
                    <a:noFill/>
                  </a:tcPr>
                </a:tc>
                <a:extLst>
                  <a:ext uri="{0D108BD9-81ED-4DB2-BD59-A6C34878D82A}">
                    <a16:rowId xmlns:a16="http://schemas.microsoft.com/office/drawing/2014/main" val="1763534429"/>
                  </a:ext>
                </a:extLst>
              </a:tr>
              <a:tr h="792522">
                <a:tc>
                  <a:txBody>
                    <a:bodyPr/>
                    <a:lstStyle/>
                    <a:p>
                      <a:pPr algn="l" fontAlgn="ctr">
                        <a:buNone/>
                      </a:pPr>
                      <a:r>
                        <a:rPr lang="en-US" sz="1200" b="1" i="0" u="none" strike="noStrike">
                          <a:effectLst/>
                          <a:latin typeface="Arial" panose="020B0604020202020204" pitchFamily="34" charset="0"/>
                        </a:rPr>
                        <a:t>4</a:t>
                      </a:r>
                      <a:endParaRPr lang="en-US" sz="1200" b="0" i="0" u="none" strike="noStrike">
                        <a:effectLst/>
                        <a:latin typeface="Arial" panose="020B0604020202020204" pitchFamily="34" charset="0"/>
                      </a:endParaRPr>
                    </a:p>
                  </a:txBody>
                  <a:tcPr marL="59143" marR="59143" marT="29572" marB="29572" anchor="ctr">
                    <a:lnL>
                      <a:noFill/>
                    </a:lnL>
                    <a:lnR>
                      <a:noFill/>
                    </a:lnR>
                    <a:lnT>
                      <a:noFill/>
                    </a:lnT>
                    <a:lnB>
                      <a:noFill/>
                    </a:lnB>
                    <a:noFill/>
                  </a:tcPr>
                </a:tc>
                <a:tc>
                  <a:txBody>
                    <a:bodyPr/>
                    <a:lstStyle/>
                    <a:p>
                      <a:pPr algn="l" fontAlgn="ctr">
                        <a:buNone/>
                      </a:pPr>
                      <a:r>
                        <a:rPr lang="en-US" sz="1200" b="0" i="0" u="none" strike="noStrike" dirty="0">
                          <a:effectLst/>
                          <a:latin typeface="Arial" panose="020B0604020202020204" pitchFamily="34" charset="0"/>
                        </a:rPr>
                        <a:t>DB’s sibling is </a:t>
                      </a:r>
                      <a:r>
                        <a:rPr lang="en-US" sz="1200" b="1" i="0" u="none" strike="noStrike" dirty="0">
                          <a:effectLst/>
                          <a:latin typeface="Arial" panose="020B0604020202020204" pitchFamily="34" charset="0"/>
                        </a:rPr>
                        <a:t>red</a:t>
                      </a:r>
                      <a:endParaRPr lang="en-US" sz="1200" b="0" i="0" u="none" strike="noStrike" dirty="0">
                        <a:effectLst/>
                        <a:latin typeface="Arial" panose="020B0604020202020204" pitchFamily="34" charset="0"/>
                      </a:endParaRPr>
                    </a:p>
                  </a:txBody>
                  <a:tcPr marL="59143" marR="59143" marT="29572" marB="29572" anchor="ctr">
                    <a:lnL>
                      <a:noFill/>
                    </a:lnL>
                    <a:lnR>
                      <a:noFill/>
                    </a:lnR>
                    <a:lnT>
                      <a:noFill/>
                    </a:lnT>
                    <a:lnB>
                      <a:noFill/>
                    </a:lnB>
                    <a:noFill/>
                  </a:tcPr>
                </a:tc>
                <a:tc>
                  <a:txBody>
                    <a:bodyPr/>
                    <a:lstStyle/>
                    <a:p>
                      <a:pPr marL="228600" indent="-228600" algn="l" fontAlgn="ctr">
                        <a:buAutoNum type="alphaLcParenBoth"/>
                      </a:pPr>
                      <a:r>
                        <a:rPr lang="en-US" sz="1200" b="0" i="0" u="none" strike="noStrike" dirty="0">
                          <a:effectLst/>
                          <a:latin typeface="Arial" panose="020B0604020202020204" pitchFamily="34" charset="0"/>
                        </a:rPr>
                        <a:t>Swap color of DB’s parent with DB’s sibling </a:t>
                      </a:r>
                      <a:br>
                        <a:rPr lang="en-US" sz="1200" b="0" i="0" u="none" strike="noStrike" dirty="0">
                          <a:effectLst/>
                          <a:latin typeface="Arial" panose="020B0604020202020204" pitchFamily="34" charset="0"/>
                        </a:rPr>
                      </a:br>
                      <a:r>
                        <a:rPr lang="en-US" sz="1200" b="0" i="0" u="none" strike="noStrike" dirty="0">
                          <a:effectLst/>
                          <a:latin typeface="Arial" panose="020B0604020202020204" pitchFamily="34" charset="0"/>
                        </a:rPr>
                        <a:t>(b) Perform rotation at parent node in direction of DB node </a:t>
                      </a:r>
                      <a:br>
                        <a:rPr lang="en-US" sz="1200" b="0" i="0" u="none" strike="noStrike" dirty="0">
                          <a:effectLst/>
                          <a:latin typeface="Arial" panose="020B0604020202020204" pitchFamily="34" charset="0"/>
                        </a:rPr>
                      </a:br>
                      <a:r>
                        <a:rPr lang="en-US" sz="1200" b="0" i="0" u="none" strike="noStrike" dirty="0">
                          <a:effectLst/>
                          <a:latin typeface="Arial" panose="020B0604020202020204" pitchFamily="34" charset="0"/>
                        </a:rPr>
                        <a:t>(c) Re-check which case can be applied to this new tree and perform it</a:t>
                      </a:r>
                    </a:p>
                    <a:p>
                      <a:pPr marL="228600" indent="-228600" algn="l" fontAlgn="ctr">
                        <a:buAutoNum type="alphaLcParenBoth"/>
                      </a:pPr>
                      <a:endParaRPr lang="en-US" sz="1200" b="0" i="0" u="none" strike="noStrike" dirty="0">
                        <a:effectLst/>
                        <a:latin typeface="Arial" panose="020B0604020202020204" pitchFamily="34" charset="0"/>
                      </a:endParaRPr>
                    </a:p>
                    <a:p>
                      <a:pPr marL="0" indent="0" algn="l" fontAlgn="ctr">
                        <a:buNone/>
                      </a:pPr>
                      <a:endParaRPr lang="en-US" sz="1200" b="0" i="0" u="none" strike="noStrike" dirty="0">
                        <a:effectLst/>
                        <a:latin typeface="Arial" panose="020B0604020202020204" pitchFamily="34" charset="0"/>
                      </a:endParaRPr>
                    </a:p>
                  </a:txBody>
                  <a:tcPr marL="59143" marR="59143" marT="29572" marB="29572" anchor="ctr">
                    <a:lnL>
                      <a:noFill/>
                    </a:lnL>
                    <a:lnR>
                      <a:noFill/>
                    </a:lnR>
                    <a:lnT>
                      <a:noFill/>
                    </a:lnT>
                    <a:lnB>
                      <a:noFill/>
                    </a:lnB>
                    <a:noFill/>
                  </a:tcPr>
                </a:tc>
                <a:extLst>
                  <a:ext uri="{0D108BD9-81ED-4DB2-BD59-A6C34878D82A}">
                    <a16:rowId xmlns:a16="http://schemas.microsoft.com/office/drawing/2014/main" val="1447243686"/>
                  </a:ext>
                </a:extLst>
              </a:tr>
              <a:tr h="792522">
                <a:tc>
                  <a:txBody>
                    <a:bodyPr/>
                    <a:lstStyle/>
                    <a:p>
                      <a:pPr algn="l" fontAlgn="ctr">
                        <a:buNone/>
                      </a:pPr>
                      <a:r>
                        <a:rPr lang="en-US" sz="1200" b="1" i="0" u="none" strike="noStrike">
                          <a:effectLst/>
                          <a:latin typeface="Arial" panose="020B0604020202020204" pitchFamily="34" charset="0"/>
                        </a:rPr>
                        <a:t>5</a:t>
                      </a:r>
                      <a:endParaRPr lang="en-US" sz="1200" b="0" i="0" u="none" strike="noStrike">
                        <a:effectLst/>
                        <a:latin typeface="Arial" panose="020B0604020202020204" pitchFamily="34" charset="0"/>
                      </a:endParaRPr>
                    </a:p>
                  </a:txBody>
                  <a:tcPr marL="59143" marR="59143" marT="29572" marB="29572" anchor="ctr">
                    <a:lnL>
                      <a:noFill/>
                    </a:lnL>
                    <a:lnR>
                      <a:noFill/>
                    </a:lnR>
                    <a:lnT>
                      <a:noFill/>
                    </a:lnT>
                    <a:lnB>
                      <a:noFill/>
                    </a:lnB>
                    <a:noFill/>
                  </a:tcPr>
                </a:tc>
                <a:tc>
                  <a:txBody>
                    <a:bodyPr/>
                    <a:lstStyle/>
                    <a:p>
                      <a:pPr algn="l" fontAlgn="ctr">
                        <a:buNone/>
                      </a:pPr>
                      <a:r>
                        <a:rPr lang="en-US" sz="1200" b="0" i="0" u="none" strike="noStrike">
                          <a:effectLst/>
                          <a:latin typeface="Arial" panose="020B0604020202020204" pitchFamily="34" charset="0"/>
                        </a:rPr>
                        <a:t>(a) DB’s sibling is </a:t>
                      </a:r>
                      <a:r>
                        <a:rPr lang="en-US" sz="1200" b="1" i="0" u="none" strike="noStrike">
                          <a:effectLst/>
                          <a:latin typeface="Arial" panose="020B0604020202020204" pitchFamily="34" charset="0"/>
                        </a:rPr>
                        <a:t>black</a:t>
                      </a:r>
                      <a:r>
                        <a:rPr lang="en-US" sz="1200" b="0" i="0" u="none" strike="noStrike">
                          <a:effectLst/>
                          <a:latin typeface="Arial" panose="020B0604020202020204" pitchFamily="34" charset="0"/>
                        </a:rPr>
                        <a:t> </a:t>
                      </a:r>
                      <a:br>
                        <a:rPr lang="en-US" sz="1200" b="0" i="0" u="none" strike="noStrike">
                          <a:effectLst/>
                          <a:latin typeface="Arial" panose="020B0604020202020204" pitchFamily="34" charset="0"/>
                        </a:rPr>
                      </a:br>
                      <a:r>
                        <a:rPr lang="en-US" sz="1200" b="0" i="0" u="none" strike="noStrike">
                          <a:effectLst/>
                          <a:latin typeface="Arial" panose="020B0604020202020204" pitchFamily="34" charset="0"/>
                        </a:rPr>
                        <a:t>(b) DB’s sibling’s child (far from DB) is </a:t>
                      </a:r>
                      <a:r>
                        <a:rPr lang="en-US" sz="1200" b="1" i="0" u="none" strike="noStrike">
                          <a:effectLst/>
                          <a:latin typeface="Arial" panose="020B0604020202020204" pitchFamily="34" charset="0"/>
                        </a:rPr>
                        <a:t>black</a:t>
                      </a:r>
                      <a:r>
                        <a:rPr lang="en-US" sz="1200" b="0" i="0" u="none" strike="noStrike">
                          <a:effectLst/>
                          <a:latin typeface="Arial" panose="020B0604020202020204" pitchFamily="34" charset="0"/>
                        </a:rPr>
                        <a:t> </a:t>
                      </a:r>
                      <a:br>
                        <a:rPr lang="en-US" sz="1200" b="0" i="0" u="none" strike="noStrike">
                          <a:effectLst/>
                          <a:latin typeface="Arial" panose="020B0604020202020204" pitchFamily="34" charset="0"/>
                        </a:rPr>
                      </a:br>
                      <a:r>
                        <a:rPr lang="en-US" sz="1200" b="0" i="0" u="none" strike="noStrike">
                          <a:effectLst/>
                          <a:latin typeface="Arial" panose="020B0604020202020204" pitchFamily="34" charset="0"/>
                        </a:rPr>
                        <a:t>(c) DB’s sibling’s child (near to DB) is </a:t>
                      </a:r>
                      <a:r>
                        <a:rPr lang="en-US" sz="1200" b="1" i="0" u="none" strike="noStrike">
                          <a:effectLst/>
                          <a:latin typeface="Arial" panose="020B0604020202020204" pitchFamily="34" charset="0"/>
                        </a:rPr>
                        <a:t>red</a:t>
                      </a:r>
                      <a:endParaRPr lang="en-US" sz="1200" b="0" i="0" u="none" strike="noStrike">
                        <a:effectLst/>
                        <a:latin typeface="Arial" panose="020B0604020202020204" pitchFamily="34" charset="0"/>
                      </a:endParaRPr>
                    </a:p>
                  </a:txBody>
                  <a:tcPr marL="59143" marR="59143" marT="29572" marB="29572" anchor="ctr">
                    <a:lnL>
                      <a:noFill/>
                    </a:lnL>
                    <a:lnR>
                      <a:noFill/>
                    </a:lnR>
                    <a:lnT>
                      <a:noFill/>
                    </a:lnT>
                    <a:lnB>
                      <a:noFill/>
                    </a:lnB>
                    <a:noFill/>
                  </a:tcPr>
                </a:tc>
                <a:tc>
                  <a:txBody>
                    <a:bodyPr/>
                    <a:lstStyle/>
                    <a:p>
                      <a:pPr algn="l" fontAlgn="ctr">
                        <a:buNone/>
                      </a:pPr>
                      <a:r>
                        <a:rPr lang="en-US" sz="1200" b="0" i="0" u="none" strike="noStrike" dirty="0">
                          <a:effectLst/>
                          <a:latin typeface="Arial" panose="020B0604020202020204" pitchFamily="34" charset="0"/>
                        </a:rPr>
                        <a:t>(a) Swap color of sibling with sibling’s red child </a:t>
                      </a:r>
                      <a:br>
                        <a:rPr lang="en-US" sz="1200" b="0" i="0" u="none" strike="noStrike" dirty="0">
                          <a:effectLst/>
                          <a:latin typeface="Arial" panose="020B0604020202020204" pitchFamily="34" charset="0"/>
                        </a:rPr>
                      </a:br>
                      <a:r>
                        <a:rPr lang="en-US" sz="1200" b="0" i="0" u="none" strike="noStrike" dirty="0">
                          <a:effectLst/>
                          <a:latin typeface="Arial" panose="020B0604020202020204" pitchFamily="34" charset="0"/>
                        </a:rPr>
                        <a:t>(b) Perform rotation at sibling node in direction opposite of DB node </a:t>
                      </a:r>
                      <a:br>
                        <a:rPr lang="en-US" sz="1200" b="0" i="0" u="none" strike="noStrike" dirty="0">
                          <a:effectLst/>
                          <a:latin typeface="Arial" panose="020B0604020202020204" pitchFamily="34" charset="0"/>
                        </a:rPr>
                      </a:br>
                      <a:r>
                        <a:rPr lang="en-US" sz="1200" b="0" i="0" u="none" strike="noStrike" dirty="0">
                          <a:effectLst/>
                          <a:latin typeface="Arial" panose="020B0604020202020204" pitchFamily="34" charset="0"/>
                        </a:rPr>
                        <a:t>(c) Apply </a:t>
                      </a:r>
                      <a:r>
                        <a:rPr lang="en-US" sz="1200" b="1" i="0" u="none" strike="noStrike" dirty="0">
                          <a:effectLst/>
                          <a:latin typeface="Arial" panose="020B0604020202020204" pitchFamily="34" charset="0"/>
                        </a:rPr>
                        <a:t>Case 6</a:t>
                      </a:r>
                      <a:endParaRPr lang="en-US" sz="1200" b="0" i="0" u="none" strike="noStrike" dirty="0">
                        <a:effectLst/>
                        <a:latin typeface="Arial" panose="020B0604020202020204" pitchFamily="34" charset="0"/>
                      </a:endParaRPr>
                    </a:p>
                  </a:txBody>
                  <a:tcPr marL="59143" marR="59143" marT="29572" marB="29572" anchor="ctr">
                    <a:lnL>
                      <a:noFill/>
                    </a:lnL>
                    <a:lnR>
                      <a:noFill/>
                    </a:lnR>
                    <a:lnT>
                      <a:noFill/>
                    </a:lnT>
                    <a:lnB>
                      <a:noFill/>
                    </a:lnB>
                    <a:noFill/>
                  </a:tcPr>
                </a:tc>
                <a:extLst>
                  <a:ext uri="{0D108BD9-81ED-4DB2-BD59-A6C34878D82A}">
                    <a16:rowId xmlns:a16="http://schemas.microsoft.com/office/drawing/2014/main" val="703139364"/>
                  </a:ext>
                </a:extLst>
              </a:tr>
              <a:tr h="792522">
                <a:tc>
                  <a:txBody>
                    <a:bodyPr/>
                    <a:lstStyle/>
                    <a:p>
                      <a:pPr algn="l" fontAlgn="ctr">
                        <a:buNone/>
                      </a:pPr>
                      <a:r>
                        <a:rPr lang="en-US" sz="1200" b="1" i="0" u="none" strike="noStrike">
                          <a:effectLst/>
                          <a:latin typeface="Arial" panose="020B0604020202020204" pitchFamily="34" charset="0"/>
                        </a:rPr>
                        <a:t>6</a:t>
                      </a:r>
                      <a:endParaRPr lang="en-US" sz="1200" b="0" i="0" u="none" strike="noStrike">
                        <a:effectLst/>
                        <a:latin typeface="Arial" panose="020B0604020202020204" pitchFamily="34" charset="0"/>
                      </a:endParaRPr>
                    </a:p>
                  </a:txBody>
                  <a:tcPr marL="59143" marR="59143" marT="29572" marB="29572" anchor="ctr">
                    <a:lnL>
                      <a:noFill/>
                    </a:lnL>
                    <a:lnR>
                      <a:noFill/>
                    </a:lnR>
                    <a:lnT>
                      <a:noFill/>
                    </a:lnT>
                    <a:lnB>
                      <a:noFill/>
                    </a:lnB>
                    <a:noFill/>
                  </a:tcPr>
                </a:tc>
                <a:tc>
                  <a:txBody>
                    <a:bodyPr/>
                    <a:lstStyle/>
                    <a:p>
                      <a:pPr algn="l" fontAlgn="ctr">
                        <a:buNone/>
                      </a:pPr>
                      <a:r>
                        <a:rPr lang="en-US" sz="1200" b="0" i="0" u="none" strike="noStrike">
                          <a:effectLst/>
                          <a:latin typeface="Arial" panose="020B0604020202020204" pitchFamily="34" charset="0"/>
                        </a:rPr>
                        <a:t>(a) DB’s sibling is </a:t>
                      </a:r>
                      <a:r>
                        <a:rPr lang="en-US" sz="1200" b="1" i="0" u="none" strike="noStrike">
                          <a:effectLst/>
                          <a:latin typeface="Arial" panose="020B0604020202020204" pitchFamily="34" charset="0"/>
                        </a:rPr>
                        <a:t>black</a:t>
                      </a:r>
                      <a:r>
                        <a:rPr lang="en-US" sz="1200" b="0" i="0" u="none" strike="noStrike">
                          <a:effectLst/>
                          <a:latin typeface="Arial" panose="020B0604020202020204" pitchFamily="34" charset="0"/>
                        </a:rPr>
                        <a:t> </a:t>
                      </a:r>
                      <a:br>
                        <a:rPr lang="en-US" sz="1200" b="0" i="0" u="none" strike="noStrike">
                          <a:effectLst/>
                          <a:latin typeface="Arial" panose="020B0604020202020204" pitchFamily="34" charset="0"/>
                        </a:rPr>
                      </a:br>
                      <a:r>
                        <a:rPr lang="en-US" sz="1200" b="0" i="0" u="none" strike="noStrike">
                          <a:effectLst/>
                          <a:latin typeface="Arial" panose="020B0604020202020204" pitchFamily="34" charset="0"/>
                        </a:rPr>
                        <a:t>(b) DB’s sibling’s far child is </a:t>
                      </a:r>
                      <a:r>
                        <a:rPr lang="en-US" sz="1200" b="1" i="0" u="none" strike="noStrike">
                          <a:effectLst/>
                          <a:latin typeface="Arial" panose="020B0604020202020204" pitchFamily="34" charset="0"/>
                        </a:rPr>
                        <a:t>red</a:t>
                      </a:r>
                      <a:endParaRPr lang="en-US" sz="1200" b="0" i="0" u="none" strike="noStrike">
                        <a:effectLst/>
                        <a:latin typeface="Arial" panose="020B0604020202020204" pitchFamily="34" charset="0"/>
                      </a:endParaRPr>
                    </a:p>
                  </a:txBody>
                  <a:tcPr marL="59143" marR="59143" marT="29572" marB="29572" anchor="ctr">
                    <a:lnL>
                      <a:noFill/>
                    </a:lnL>
                    <a:lnR>
                      <a:noFill/>
                    </a:lnR>
                    <a:lnT>
                      <a:noFill/>
                    </a:lnT>
                    <a:lnB>
                      <a:noFill/>
                    </a:lnB>
                    <a:noFill/>
                  </a:tcPr>
                </a:tc>
                <a:tc>
                  <a:txBody>
                    <a:bodyPr/>
                    <a:lstStyle/>
                    <a:p>
                      <a:pPr algn="l" fontAlgn="ctr">
                        <a:buNone/>
                      </a:pPr>
                      <a:r>
                        <a:rPr lang="en-US" sz="1200" b="0" i="0" u="none" strike="noStrike" dirty="0">
                          <a:effectLst/>
                          <a:latin typeface="Arial" panose="020B0604020202020204" pitchFamily="34" charset="0"/>
                        </a:rPr>
                        <a:t>(a) Swap color of DB’s parent with sibling’s color </a:t>
                      </a:r>
                      <a:br>
                        <a:rPr lang="en-US" sz="1200" b="0" i="0" u="none" strike="noStrike" dirty="0">
                          <a:effectLst/>
                          <a:latin typeface="Arial" panose="020B0604020202020204" pitchFamily="34" charset="0"/>
                        </a:rPr>
                      </a:br>
                      <a:r>
                        <a:rPr lang="en-US" sz="1200" b="0" i="0" u="none" strike="noStrike" dirty="0">
                          <a:effectLst/>
                          <a:latin typeface="Arial" panose="020B0604020202020204" pitchFamily="34" charset="0"/>
                        </a:rPr>
                        <a:t>(b) Perform rotation at DB’s parent in direction of DB </a:t>
                      </a:r>
                      <a:br>
                        <a:rPr lang="en-US" sz="1200" b="0" i="0" u="none" strike="noStrike" dirty="0">
                          <a:effectLst/>
                          <a:latin typeface="Arial" panose="020B0604020202020204" pitchFamily="34" charset="0"/>
                        </a:rPr>
                      </a:br>
                      <a:r>
                        <a:rPr lang="en-US" sz="1200" b="0" i="0" u="none" strike="noStrike" dirty="0">
                          <a:effectLst/>
                          <a:latin typeface="Arial" panose="020B0604020202020204" pitchFamily="34" charset="0"/>
                        </a:rPr>
                        <a:t>(c) Remove DB sign and make the node normal black </a:t>
                      </a:r>
                      <a:br>
                        <a:rPr lang="en-US" sz="1200" b="0" i="0" u="none" strike="noStrike" dirty="0">
                          <a:effectLst/>
                          <a:latin typeface="Arial" panose="020B0604020202020204" pitchFamily="34" charset="0"/>
                        </a:rPr>
                      </a:br>
                      <a:r>
                        <a:rPr lang="en-US" sz="1200" b="0" i="0" u="none" strike="noStrike" dirty="0">
                          <a:effectLst/>
                          <a:latin typeface="Arial" panose="020B0604020202020204" pitchFamily="34" charset="0"/>
                        </a:rPr>
                        <a:t>(d) Change color of sibling’s far child to black</a:t>
                      </a:r>
                    </a:p>
                  </a:txBody>
                  <a:tcPr marL="59143" marR="59143" marT="29572" marB="29572" anchor="ctr">
                    <a:lnL>
                      <a:noFill/>
                    </a:lnL>
                    <a:lnR>
                      <a:noFill/>
                    </a:lnR>
                    <a:lnT>
                      <a:noFill/>
                    </a:lnT>
                    <a:lnB>
                      <a:noFill/>
                    </a:lnB>
                    <a:noFill/>
                  </a:tcPr>
                </a:tc>
                <a:extLst>
                  <a:ext uri="{0D108BD9-81ED-4DB2-BD59-A6C34878D82A}">
                    <a16:rowId xmlns:a16="http://schemas.microsoft.com/office/drawing/2014/main" val="4270561985"/>
                  </a:ext>
                </a:extLst>
              </a:tr>
            </a:tbl>
          </a:graphicData>
        </a:graphic>
      </p:graphicFrame>
    </p:spTree>
    <p:extLst>
      <p:ext uri="{BB962C8B-B14F-4D97-AF65-F5344CB8AC3E}">
        <p14:creationId xmlns:p14="http://schemas.microsoft.com/office/powerpoint/2010/main" val="270454025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B84FFC-8390-F962-AD98-B14FCD4DF3B0}"/>
              </a:ext>
            </a:extLst>
          </p:cNvPr>
          <p:cNvSpPr>
            <a:spLocks noGrp="1"/>
          </p:cNvSpPr>
          <p:nvPr>
            <p:ph type="title"/>
          </p:nvPr>
        </p:nvSpPr>
        <p:spPr>
          <a:xfrm>
            <a:off x="838200" y="365125"/>
            <a:ext cx="10515600" cy="1325563"/>
          </a:xfrm>
        </p:spPr>
        <p:txBody>
          <a:bodyPr>
            <a:normAutofit/>
          </a:bodyPr>
          <a:lstStyle/>
          <a:p>
            <a:pPr marL="0" marR="0" lvl="0" indent="0" defTabSz="914400" rtl="0" eaLnBrk="0" fontAlgn="base" latinLnBrk="0" hangingPunct="0">
              <a:spcBef>
                <a:spcPct val="0"/>
              </a:spcBef>
              <a:spcAft>
                <a:spcPct val="0"/>
              </a:spcAft>
              <a:buClrTx/>
              <a:buSzTx/>
              <a:buFontTx/>
              <a:buNone/>
              <a:tabLst/>
            </a:pPr>
            <a:r>
              <a:rPr kumimoji="0" lang="en-US" altLang="en-US" b="1" i="0" u="none" strike="noStrike" cap="none" normalizeH="0" baseline="0">
                <a:ln>
                  <a:noFill/>
                </a:ln>
                <a:effectLst/>
              </a:rPr>
              <a:t>Red-Black Tree Deletion Cases</a:t>
            </a:r>
          </a:p>
          <a:p>
            <a:pPr marL="0" marR="0" lvl="0" indent="0" defTabSz="914400" rtl="0" eaLnBrk="0" fontAlgn="base" latinLnBrk="0" hangingPunct="0">
              <a:spcBef>
                <a:spcPct val="0"/>
              </a:spcBef>
              <a:spcAft>
                <a:spcPct val="0"/>
              </a:spcAft>
              <a:buClrTx/>
              <a:buSzTx/>
              <a:buFontTx/>
              <a:buNone/>
              <a:tabLst/>
            </a:pPr>
            <a:endParaRPr kumimoji="0" lang="en-US" altLang="en-US" b="0" i="0" u="none" strike="noStrike" cap="none" normalizeH="0" baseline="0">
              <a:ln>
                <a:noFill/>
              </a:ln>
              <a:effectLst/>
            </a:endParaRPr>
          </a:p>
        </p:txBody>
      </p:sp>
      <p:graphicFrame>
        <p:nvGraphicFramePr>
          <p:cNvPr id="3" name="Table 2">
            <a:extLst>
              <a:ext uri="{FF2B5EF4-FFF2-40B4-BE49-F238E27FC236}">
                <a16:creationId xmlns:a16="http://schemas.microsoft.com/office/drawing/2014/main" id="{A00FEDCD-16B7-34F5-6BFB-BCC97747E6AA}"/>
              </a:ext>
            </a:extLst>
          </p:cNvPr>
          <p:cNvGraphicFramePr>
            <a:graphicFrameLocks noGrp="1"/>
          </p:cNvGraphicFramePr>
          <p:nvPr>
            <p:extLst>
              <p:ext uri="{D42A27DB-BD31-4B8C-83A1-F6EECF244321}">
                <p14:modId xmlns:p14="http://schemas.microsoft.com/office/powerpoint/2010/main" val="2087296740"/>
              </p:ext>
            </p:extLst>
          </p:nvPr>
        </p:nvGraphicFramePr>
        <p:xfrm>
          <a:off x="406400" y="1027906"/>
          <a:ext cx="10515601" cy="3950781"/>
        </p:xfrm>
        <a:graphic>
          <a:graphicData uri="http://schemas.openxmlformats.org/drawingml/2006/table">
            <a:tbl>
              <a:tblPr/>
              <a:tblGrid>
                <a:gridCol w="1587541">
                  <a:extLst>
                    <a:ext uri="{9D8B030D-6E8A-4147-A177-3AD203B41FA5}">
                      <a16:colId xmlns:a16="http://schemas.microsoft.com/office/drawing/2014/main" val="324201158"/>
                    </a:ext>
                  </a:extLst>
                </a:gridCol>
                <a:gridCol w="4404461">
                  <a:extLst>
                    <a:ext uri="{9D8B030D-6E8A-4147-A177-3AD203B41FA5}">
                      <a16:colId xmlns:a16="http://schemas.microsoft.com/office/drawing/2014/main" val="3076999996"/>
                    </a:ext>
                  </a:extLst>
                </a:gridCol>
                <a:gridCol w="4523599">
                  <a:extLst>
                    <a:ext uri="{9D8B030D-6E8A-4147-A177-3AD203B41FA5}">
                      <a16:colId xmlns:a16="http://schemas.microsoft.com/office/drawing/2014/main" val="4095500326"/>
                    </a:ext>
                  </a:extLst>
                </a:gridCol>
              </a:tblGrid>
              <a:tr h="260231">
                <a:tc>
                  <a:txBody>
                    <a:bodyPr/>
                    <a:lstStyle/>
                    <a:p>
                      <a:pPr algn="l" fontAlgn="ctr">
                        <a:buNone/>
                      </a:pPr>
                      <a:r>
                        <a:rPr lang="en-US" sz="1200" b="1" i="0" u="none" strike="noStrike">
                          <a:effectLst/>
                          <a:latin typeface="Arial" panose="020B0604020202020204" pitchFamily="34" charset="0"/>
                        </a:rPr>
                        <a:t>Case #</a:t>
                      </a:r>
                      <a:endParaRPr lang="en-US" sz="1200" b="0" i="0" u="none" strike="noStrike">
                        <a:effectLst/>
                        <a:latin typeface="Arial" panose="020B0604020202020204" pitchFamily="34" charset="0"/>
                      </a:endParaRPr>
                    </a:p>
                  </a:txBody>
                  <a:tcPr marL="59143" marR="59143" marT="29572" marB="29572" anchor="ctr">
                    <a:lnL>
                      <a:noFill/>
                    </a:lnL>
                    <a:lnR>
                      <a:noFill/>
                    </a:lnR>
                    <a:lnT>
                      <a:noFill/>
                    </a:lnT>
                    <a:lnB>
                      <a:noFill/>
                    </a:lnB>
                    <a:noFill/>
                  </a:tcPr>
                </a:tc>
                <a:tc>
                  <a:txBody>
                    <a:bodyPr/>
                    <a:lstStyle/>
                    <a:p>
                      <a:pPr algn="l" fontAlgn="ctr">
                        <a:buNone/>
                      </a:pPr>
                      <a:r>
                        <a:rPr lang="en-US" sz="1200" b="1" i="0" u="none" strike="noStrike">
                          <a:effectLst/>
                          <a:latin typeface="Arial" panose="020B0604020202020204" pitchFamily="34" charset="0"/>
                        </a:rPr>
                        <a:t>Check condition</a:t>
                      </a:r>
                      <a:endParaRPr lang="en-US" sz="1200" b="0" i="0" u="none" strike="noStrike">
                        <a:effectLst/>
                        <a:latin typeface="Arial" panose="020B0604020202020204" pitchFamily="34" charset="0"/>
                      </a:endParaRPr>
                    </a:p>
                  </a:txBody>
                  <a:tcPr marL="59143" marR="59143" marT="29572" marB="29572" anchor="ctr">
                    <a:lnL>
                      <a:noFill/>
                    </a:lnL>
                    <a:lnR>
                      <a:noFill/>
                    </a:lnR>
                    <a:lnT>
                      <a:noFill/>
                    </a:lnT>
                    <a:lnB>
                      <a:noFill/>
                    </a:lnB>
                    <a:noFill/>
                  </a:tcPr>
                </a:tc>
                <a:tc>
                  <a:txBody>
                    <a:bodyPr/>
                    <a:lstStyle/>
                    <a:p>
                      <a:pPr algn="l" fontAlgn="ctr">
                        <a:buNone/>
                      </a:pPr>
                      <a:r>
                        <a:rPr lang="en-US" sz="1200" b="1" i="0" u="none" strike="noStrike">
                          <a:effectLst/>
                          <a:latin typeface="Arial" panose="020B0604020202020204" pitchFamily="34" charset="0"/>
                        </a:rPr>
                        <a:t>Action</a:t>
                      </a:r>
                      <a:endParaRPr lang="en-US" sz="1200" b="0" i="0" u="none" strike="noStrike">
                        <a:effectLst/>
                        <a:latin typeface="Arial" panose="020B0604020202020204" pitchFamily="34" charset="0"/>
                      </a:endParaRPr>
                    </a:p>
                  </a:txBody>
                  <a:tcPr marL="59143" marR="59143" marT="29572" marB="29572" anchor="ctr">
                    <a:lnL>
                      <a:noFill/>
                    </a:lnL>
                    <a:lnR>
                      <a:noFill/>
                    </a:lnR>
                    <a:lnT>
                      <a:noFill/>
                    </a:lnT>
                    <a:lnB>
                      <a:noFill/>
                    </a:lnB>
                    <a:noFill/>
                  </a:tcPr>
                </a:tc>
                <a:extLst>
                  <a:ext uri="{0D108BD9-81ED-4DB2-BD59-A6C34878D82A}">
                    <a16:rowId xmlns:a16="http://schemas.microsoft.com/office/drawing/2014/main" val="2356025261"/>
                  </a:ext>
                </a:extLst>
              </a:tr>
              <a:tr h="260231">
                <a:tc>
                  <a:txBody>
                    <a:bodyPr/>
                    <a:lstStyle/>
                    <a:p>
                      <a:pPr algn="l" fontAlgn="ctr">
                        <a:buNone/>
                      </a:pPr>
                      <a:r>
                        <a:rPr lang="en-US" sz="1200" b="1" i="0" u="none" strike="noStrike">
                          <a:effectLst/>
                          <a:latin typeface="Arial" panose="020B0604020202020204" pitchFamily="34" charset="0"/>
                        </a:rPr>
                        <a:t>1</a:t>
                      </a:r>
                      <a:endParaRPr lang="en-US" sz="1200" b="0" i="0" u="none" strike="noStrike">
                        <a:effectLst/>
                        <a:latin typeface="Arial" panose="020B0604020202020204" pitchFamily="34" charset="0"/>
                      </a:endParaRPr>
                    </a:p>
                  </a:txBody>
                  <a:tcPr marL="59143" marR="59143" marT="29572" marB="29572" anchor="ctr">
                    <a:lnL>
                      <a:noFill/>
                    </a:lnL>
                    <a:lnR>
                      <a:noFill/>
                    </a:lnR>
                    <a:lnT>
                      <a:noFill/>
                    </a:lnT>
                    <a:lnB>
                      <a:noFill/>
                    </a:lnB>
                    <a:noFill/>
                  </a:tcPr>
                </a:tc>
                <a:tc>
                  <a:txBody>
                    <a:bodyPr/>
                    <a:lstStyle/>
                    <a:p>
                      <a:pPr algn="l" fontAlgn="ctr">
                        <a:buNone/>
                      </a:pPr>
                      <a:r>
                        <a:rPr lang="en-US" sz="1200" b="0" i="0" u="none" strike="noStrike" dirty="0">
                          <a:effectLst/>
                          <a:latin typeface="Arial" panose="020B0604020202020204" pitchFamily="34" charset="0"/>
                        </a:rPr>
                        <a:t>If the node to be deleted is a </a:t>
                      </a:r>
                      <a:r>
                        <a:rPr lang="en-US" sz="1200" b="1" i="0" u="none" strike="noStrike" dirty="0">
                          <a:effectLst/>
                          <a:latin typeface="Arial" panose="020B0604020202020204" pitchFamily="34" charset="0"/>
                        </a:rPr>
                        <a:t>red leaf</a:t>
                      </a:r>
                      <a:endParaRPr lang="en-US" sz="1200" b="0" i="0" u="none" strike="noStrike" dirty="0">
                        <a:effectLst/>
                        <a:latin typeface="Arial" panose="020B0604020202020204" pitchFamily="34" charset="0"/>
                      </a:endParaRPr>
                    </a:p>
                  </a:txBody>
                  <a:tcPr marL="59143" marR="59143" marT="29572" marB="29572" anchor="ctr">
                    <a:lnL>
                      <a:noFill/>
                    </a:lnL>
                    <a:lnR>
                      <a:noFill/>
                    </a:lnR>
                    <a:lnT>
                      <a:noFill/>
                    </a:lnT>
                    <a:lnB>
                      <a:noFill/>
                    </a:lnB>
                    <a:noFill/>
                  </a:tcPr>
                </a:tc>
                <a:tc>
                  <a:txBody>
                    <a:bodyPr/>
                    <a:lstStyle/>
                    <a:p>
                      <a:pPr algn="l" fontAlgn="ctr">
                        <a:buNone/>
                      </a:pPr>
                      <a:r>
                        <a:rPr lang="en-US" sz="1200" b="0" i="0" u="none" strike="noStrike">
                          <a:effectLst/>
                          <a:latin typeface="Arial" panose="020B0604020202020204" pitchFamily="34" charset="0"/>
                        </a:rPr>
                        <a:t>Just remove it from the tree</a:t>
                      </a:r>
                    </a:p>
                  </a:txBody>
                  <a:tcPr marL="59143" marR="59143" marT="29572" marB="29572" anchor="ctr">
                    <a:lnL>
                      <a:noFill/>
                    </a:lnL>
                    <a:lnR>
                      <a:noFill/>
                    </a:lnR>
                    <a:lnT>
                      <a:noFill/>
                    </a:lnT>
                    <a:lnB>
                      <a:noFill/>
                    </a:lnB>
                    <a:noFill/>
                  </a:tcPr>
                </a:tc>
                <a:extLst>
                  <a:ext uri="{0D108BD9-81ED-4DB2-BD59-A6C34878D82A}">
                    <a16:rowId xmlns:a16="http://schemas.microsoft.com/office/drawing/2014/main" val="4250725712"/>
                  </a:ext>
                </a:extLst>
              </a:tr>
              <a:tr h="260231">
                <a:tc>
                  <a:txBody>
                    <a:bodyPr/>
                    <a:lstStyle/>
                    <a:p>
                      <a:pPr algn="l" fontAlgn="ctr">
                        <a:buNone/>
                      </a:pPr>
                      <a:endParaRPr lang="en-US" sz="1200" b="0" i="0" u="none" strike="noStrike" dirty="0">
                        <a:effectLst/>
                        <a:latin typeface="Arial" panose="020B0604020202020204" pitchFamily="34" charset="0"/>
                      </a:endParaRPr>
                    </a:p>
                  </a:txBody>
                  <a:tcPr marL="59143" marR="59143" marT="29572" marB="29572" anchor="ctr">
                    <a:lnL>
                      <a:noFill/>
                    </a:lnL>
                    <a:lnR>
                      <a:noFill/>
                    </a:lnR>
                    <a:lnT>
                      <a:noFill/>
                    </a:lnT>
                    <a:lnB>
                      <a:noFill/>
                    </a:lnB>
                    <a:noFill/>
                  </a:tcPr>
                </a:tc>
                <a:tc>
                  <a:txBody>
                    <a:bodyPr/>
                    <a:lstStyle/>
                    <a:p>
                      <a:pPr algn="l" fontAlgn="ctr">
                        <a:buNone/>
                      </a:pPr>
                      <a:endParaRPr lang="en-US" sz="1200" b="0" i="0" u="none" strike="noStrike" dirty="0">
                        <a:effectLst/>
                        <a:latin typeface="Arial" panose="020B0604020202020204" pitchFamily="34" charset="0"/>
                      </a:endParaRPr>
                    </a:p>
                  </a:txBody>
                  <a:tcPr marL="59143" marR="59143" marT="29572" marB="29572" anchor="ctr">
                    <a:lnL>
                      <a:noFill/>
                    </a:lnL>
                    <a:lnR>
                      <a:noFill/>
                    </a:lnR>
                    <a:lnT>
                      <a:noFill/>
                    </a:lnT>
                    <a:lnB>
                      <a:noFill/>
                    </a:lnB>
                    <a:noFill/>
                  </a:tcPr>
                </a:tc>
                <a:tc>
                  <a:txBody>
                    <a:bodyPr/>
                    <a:lstStyle/>
                    <a:p>
                      <a:pPr algn="l" fontAlgn="ctr">
                        <a:buNone/>
                      </a:pPr>
                      <a:endParaRPr lang="en-US" sz="1200" b="0" i="0" u="none" strike="noStrike" dirty="0">
                        <a:effectLst/>
                        <a:latin typeface="Arial" panose="020B0604020202020204" pitchFamily="34" charset="0"/>
                      </a:endParaRPr>
                    </a:p>
                  </a:txBody>
                  <a:tcPr marL="59143" marR="59143" marT="29572" marB="29572" anchor="ctr">
                    <a:lnL>
                      <a:noFill/>
                    </a:lnL>
                    <a:lnR>
                      <a:noFill/>
                    </a:lnR>
                    <a:lnT>
                      <a:noFill/>
                    </a:lnT>
                    <a:lnB>
                      <a:noFill/>
                    </a:lnB>
                    <a:noFill/>
                  </a:tcPr>
                </a:tc>
                <a:extLst>
                  <a:ext uri="{0D108BD9-81ED-4DB2-BD59-A6C34878D82A}">
                    <a16:rowId xmlns:a16="http://schemas.microsoft.com/office/drawing/2014/main" val="685937800"/>
                  </a:ext>
                </a:extLst>
              </a:tr>
              <a:tr h="792522">
                <a:tc>
                  <a:txBody>
                    <a:bodyPr/>
                    <a:lstStyle/>
                    <a:p>
                      <a:pPr algn="l" fontAlgn="ctr">
                        <a:buNone/>
                      </a:pPr>
                      <a:endParaRPr lang="en-US" sz="1200" b="0" i="0" u="none" strike="noStrike">
                        <a:effectLst/>
                        <a:latin typeface="Arial" panose="020B0604020202020204" pitchFamily="34" charset="0"/>
                      </a:endParaRPr>
                    </a:p>
                  </a:txBody>
                  <a:tcPr marL="59143" marR="59143" marT="29572" marB="29572" anchor="ctr">
                    <a:lnL>
                      <a:noFill/>
                    </a:lnL>
                    <a:lnR>
                      <a:noFill/>
                    </a:lnR>
                    <a:lnT>
                      <a:noFill/>
                    </a:lnT>
                    <a:lnB>
                      <a:noFill/>
                    </a:lnB>
                    <a:noFill/>
                  </a:tcPr>
                </a:tc>
                <a:tc>
                  <a:txBody>
                    <a:bodyPr/>
                    <a:lstStyle/>
                    <a:p>
                      <a:pPr algn="l" fontAlgn="ctr">
                        <a:buNone/>
                      </a:pPr>
                      <a:endParaRPr lang="en-US" sz="1200" b="0" i="0" u="none" strike="noStrike" dirty="0">
                        <a:effectLst/>
                        <a:latin typeface="Arial" panose="020B0604020202020204" pitchFamily="34" charset="0"/>
                      </a:endParaRPr>
                    </a:p>
                  </a:txBody>
                  <a:tcPr marL="59143" marR="59143" marT="29572" marB="29572" anchor="ctr">
                    <a:lnL>
                      <a:noFill/>
                    </a:lnL>
                    <a:lnR>
                      <a:noFill/>
                    </a:lnR>
                    <a:lnT>
                      <a:noFill/>
                    </a:lnT>
                    <a:lnB>
                      <a:noFill/>
                    </a:lnB>
                    <a:noFill/>
                  </a:tcPr>
                </a:tc>
                <a:tc>
                  <a:txBody>
                    <a:bodyPr/>
                    <a:lstStyle/>
                    <a:p>
                      <a:pPr marL="0" indent="0" algn="l" fontAlgn="ctr">
                        <a:buNone/>
                      </a:pPr>
                      <a:endParaRPr lang="en-US" sz="1200" b="0" i="0" u="none" strike="noStrike" dirty="0">
                        <a:effectLst/>
                        <a:latin typeface="Arial" panose="020B0604020202020204" pitchFamily="34" charset="0"/>
                      </a:endParaRPr>
                    </a:p>
                  </a:txBody>
                  <a:tcPr marL="59143" marR="59143" marT="29572" marB="29572" anchor="ctr">
                    <a:lnL>
                      <a:noFill/>
                    </a:lnL>
                    <a:lnR>
                      <a:noFill/>
                    </a:lnR>
                    <a:lnT>
                      <a:noFill/>
                    </a:lnT>
                    <a:lnB>
                      <a:noFill/>
                    </a:lnB>
                    <a:noFill/>
                  </a:tcPr>
                </a:tc>
                <a:extLst>
                  <a:ext uri="{0D108BD9-81ED-4DB2-BD59-A6C34878D82A}">
                    <a16:rowId xmlns:a16="http://schemas.microsoft.com/office/drawing/2014/main" val="1763534429"/>
                  </a:ext>
                </a:extLst>
              </a:tr>
              <a:tr h="792522">
                <a:tc>
                  <a:txBody>
                    <a:bodyPr/>
                    <a:lstStyle/>
                    <a:p>
                      <a:pPr algn="l" fontAlgn="ctr">
                        <a:buNone/>
                      </a:pPr>
                      <a:endParaRPr lang="en-US" sz="1200" b="0" i="0" u="none" strike="noStrike">
                        <a:effectLst/>
                        <a:latin typeface="Arial" panose="020B0604020202020204" pitchFamily="34" charset="0"/>
                      </a:endParaRPr>
                    </a:p>
                  </a:txBody>
                  <a:tcPr marL="59143" marR="59143" marT="29572" marB="29572" anchor="ctr">
                    <a:lnL>
                      <a:noFill/>
                    </a:lnL>
                    <a:lnR>
                      <a:noFill/>
                    </a:lnR>
                    <a:lnT>
                      <a:noFill/>
                    </a:lnT>
                    <a:lnB>
                      <a:noFill/>
                    </a:lnB>
                    <a:noFill/>
                  </a:tcPr>
                </a:tc>
                <a:tc>
                  <a:txBody>
                    <a:bodyPr/>
                    <a:lstStyle/>
                    <a:p>
                      <a:pPr algn="l" fontAlgn="ctr">
                        <a:buNone/>
                      </a:pPr>
                      <a:endParaRPr lang="en-US" sz="1200" b="0" i="0" u="none" strike="noStrike" dirty="0">
                        <a:effectLst/>
                        <a:latin typeface="Arial" panose="020B0604020202020204" pitchFamily="34" charset="0"/>
                      </a:endParaRPr>
                    </a:p>
                  </a:txBody>
                  <a:tcPr marL="59143" marR="59143" marT="29572" marB="29572" anchor="ctr">
                    <a:lnL>
                      <a:noFill/>
                    </a:lnL>
                    <a:lnR>
                      <a:noFill/>
                    </a:lnR>
                    <a:lnT>
                      <a:noFill/>
                    </a:lnT>
                    <a:lnB>
                      <a:noFill/>
                    </a:lnB>
                    <a:noFill/>
                  </a:tcPr>
                </a:tc>
                <a:tc>
                  <a:txBody>
                    <a:bodyPr/>
                    <a:lstStyle/>
                    <a:p>
                      <a:pPr marL="0" indent="0" algn="l" fontAlgn="ctr">
                        <a:buNone/>
                      </a:pPr>
                      <a:endParaRPr lang="en-US" sz="1200" b="0" i="0" u="none" strike="noStrike" dirty="0">
                        <a:effectLst/>
                        <a:latin typeface="Arial" panose="020B0604020202020204" pitchFamily="34" charset="0"/>
                      </a:endParaRPr>
                    </a:p>
                  </a:txBody>
                  <a:tcPr marL="59143" marR="59143" marT="29572" marB="29572" anchor="ctr">
                    <a:lnL>
                      <a:noFill/>
                    </a:lnL>
                    <a:lnR>
                      <a:noFill/>
                    </a:lnR>
                    <a:lnT>
                      <a:noFill/>
                    </a:lnT>
                    <a:lnB>
                      <a:noFill/>
                    </a:lnB>
                    <a:noFill/>
                  </a:tcPr>
                </a:tc>
                <a:extLst>
                  <a:ext uri="{0D108BD9-81ED-4DB2-BD59-A6C34878D82A}">
                    <a16:rowId xmlns:a16="http://schemas.microsoft.com/office/drawing/2014/main" val="1447243686"/>
                  </a:ext>
                </a:extLst>
              </a:tr>
              <a:tr h="792522">
                <a:tc>
                  <a:txBody>
                    <a:bodyPr/>
                    <a:lstStyle/>
                    <a:p>
                      <a:pPr algn="l" fontAlgn="ctr">
                        <a:buNone/>
                      </a:pPr>
                      <a:endParaRPr lang="en-US" sz="1200" b="0" i="0" u="none" strike="noStrike">
                        <a:effectLst/>
                        <a:latin typeface="Arial" panose="020B0604020202020204" pitchFamily="34" charset="0"/>
                      </a:endParaRPr>
                    </a:p>
                  </a:txBody>
                  <a:tcPr marL="59143" marR="59143" marT="29572" marB="29572" anchor="ctr">
                    <a:lnL>
                      <a:noFill/>
                    </a:lnL>
                    <a:lnR>
                      <a:noFill/>
                    </a:lnR>
                    <a:lnT>
                      <a:noFill/>
                    </a:lnT>
                    <a:lnB>
                      <a:noFill/>
                    </a:lnB>
                    <a:noFill/>
                  </a:tcPr>
                </a:tc>
                <a:tc>
                  <a:txBody>
                    <a:bodyPr/>
                    <a:lstStyle/>
                    <a:p>
                      <a:pPr algn="l" fontAlgn="ctr">
                        <a:buNone/>
                      </a:pPr>
                      <a:endParaRPr lang="en-US" sz="1200" b="0" i="0" u="none" strike="noStrike">
                        <a:effectLst/>
                        <a:latin typeface="Arial" panose="020B0604020202020204" pitchFamily="34" charset="0"/>
                      </a:endParaRPr>
                    </a:p>
                  </a:txBody>
                  <a:tcPr marL="59143" marR="59143" marT="29572" marB="29572" anchor="ctr">
                    <a:lnL>
                      <a:noFill/>
                    </a:lnL>
                    <a:lnR>
                      <a:noFill/>
                    </a:lnR>
                    <a:lnT>
                      <a:noFill/>
                    </a:lnT>
                    <a:lnB>
                      <a:noFill/>
                    </a:lnB>
                    <a:noFill/>
                  </a:tcPr>
                </a:tc>
                <a:tc>
                  <a:txBody>
                    <a:bodyPr/>
                    <a:lstStyle/>
                    <a:p>
                      <a:pPr algn="l" fontAlgn="ctr">
                        <a:buNone/>
                      </a:pPr>
                      <a:endParaRPr lang="en-US" sz="1200" b="0" i="0" u="none" strike="noStrike" dirty="0">
                        <a:effectLst/>
                        <a:latin typeface="Arial" panose="020B0604020202020204" pitchFamily="34" charset="0"/>
                      </a:endParaRPr>
                    </a:p>
                  </a:txBody>
                  <a:tcPr marL="59143" marR="59143" marT="29572" marB="29572" anchor="ctr">
                    <a:lnL>
                      <a:noFill/>
                    </a:lnL>
                    <a:lnR>
                      <a:noFill/>
                    </a:lnR>
                    <a:lnT>
                      <a:noFill/>
                    </a:lnT>
                    <a:lnB>
                      <a:noFill/>
                    </a:lnB>
                    <a:noFill/>
                  </a:tcPr>
                </a:tc>
                <a:extLst>
                  <a:ext uri="{0D108BD9-81ED-4DB2-BD59-A6C34878D82A}">
                    <a16:rowId xmlns:a16="http://schemas.microsoft.com/office/drawing/2014/main" val="703139364"/>
                  </a:ext>
                </a:extLst>
              </a:tr>
              <a:tr h="792522">
                <a:tc>
                  <a:txBody>
                    <a:bodyPr/>
                    <a:lstStyle/>
                    <a:p>
                      <a:pPr algn="l" fontAlgn="ctr">
                        <a:buNone/>
                      </a:pPr>
                      <a:endParaRPr lang="en-US" sz="1200" b="0" i="0" u="none" strike="noStrike">
                        <a:effectLst/>
                        <a:latin typeface="Arial" panose="020B0604020202020204" pitchFamily="34" charset="0"/>
                      </a:endParaRPr>
                    </a:p>
                  </a:txBody>
                  <a:tcPr marL="59143" marR="59143" marT="29572" marB="29572" anchor="ctr">
                    <a:lnL>
                      <a:noFill/>
                    </a:lnL>
                    <a:lnR>
                      <a:noFill/>
                    </a:lnR>
                    <a:lnT>
                      <a:noFill/>
                    </a:lnT>
                    <a:lnB>
                      <a:noFill/>
                    </a:lnB>
                    <a:noFill/>
                  </a:tcPr>
                </a:tc>
                <a:tc>
                  <a:txBody>
                    <a:bodyPr/>
                    <a:lstStyle/>
                    <a:p>
                      <a:pPr algn="l" fontAlgn="ctr">
                        <a:buNone/>
                      </a:pPr>
                      <a:endParaRPr lang="en-US" sz="1200" b="0" i="0" u="none" strike="noStrike">
                        <a:effectLst/>
                        <a:latin typeface="Arial" panose="020B0604020202020204" pitchFamily="34" charset="0"/>
                      </a:endParaRPr>
                    </a:p>
                  </a:txBody>
                  <a:tcPr marL="59143" marR="59143" marT="29572" marB="29572" anchor="ctr">
                    <a:lnL>
                      <a:noFill/>
                    </a:lnL>
                    <a:lnR>
                      <a:noFill/>
                    </a:lnR>
                    <a:lnT>
                      <a:noFill/>
                    </a:lnT>
                    <a:lnB>
                      <a:noFill/>
                    </a:lnB>
                    <a:noFill/>
                  </a:tcPr>
                </a:tc>
                <a:tc>
                  <a:txBody>
                    <a:bodyPr/>
                    <a:lstStyle/>
                    <a:p>
                      <a:pPr algn="l" fontAlgn="ctr">
                        <a:buNone/>
                      </a:pPr>
                      <a:endParaRPr lang="en-US" sz="1200" b="0" i="0" u="none" strike="noStrike" dirty="0">
                        <a:effectLst/>
                        <a:latin typeface="Arial" panose="020B0604020202020204" pitchFamily="34" charset="0"/>
                      </a:endParaRPr>
                    </a:p>
                  </a:txBody>
                  <a:tcPr marL="59143" marR="59143" marT="29572" marB="29572" anchor="ctr">
                    <a:lnL>
                      <a:noFill/>
                    </a:lnL>
                    <a:lnR>
                      <a:noFill/>
                    </a:lnR>
                    <a:lnT>
                      <a:noFill/>
                    </a:lnT>
                    <a:lnB>
                      <a:noFill/>
                    </a:lnB>
                    <a:noFill/>
                  </a:tcPr>
                </a:tc>
                <a:extLst>
                  <a:ext uri="{0D108BD9-81ED-4DB2-BD59-A6C34878D82A}">
                    <a16:rowId xmlns:a16="http://schemas.microsoft.com/office/drawing/2014/main" val="4270561985"/>
                  </a:ext>
                </a:extLst>
              </a:tr>
            </a:tbl>
          </a:graphicData>
        </a:graphic>
      </p:graphicFrame>
    </p:spTree>
    <p:extLst>
      <p:ext uri="{BB962C8B-B14F-4D97-AF65-F5344CB8AC3E}">
        <p14:creationId xmlns:p14="http://schemas.microsoft.com/office/powerpoint/2010/main" val="135026763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D56989-CA75-52D7-FF4E-F8B165663B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AEF29A-F953-81C1-B098-BB2A00D44962}"/>
              </a:ext>
            </a:extLst>
          </p:cNvPr>
          <p:cNvSpPr>
            <a:spLocks noGrp="1"/>
          </p:cNvSpPr>
          <p:nvPr>
            <p:ph type="title"/>
          </p:nvPr>
        </p:nvSpPr>
        <p:spPr>
          <a:xfrm>
            <a:off x="838200" y="365125"/>
            <a:ext cx="10515600" cy="1325563"/>
          </a:xfrm>
        </p:spPr>
        <p:txBody>
          <a:bodyPr>
            <a:normAutofit/>
          </a:bodyPr>
          <a:lstStyle/>
          <a:p>
            <a:pPr marL="0" marR="0" lvl="0" indent="0" defTabSz="914400" rtl="0" eaLnBrk="0" fontAlgn="base" latinLnBrk="0" hangingPunct="0">
              <a:spcBef>
                <a:spcPct val="0"/>
              </a:spcBef>
              <a:spcAft>
                <a:spcPct val="0"/>
              </a:spcAft>
              <a:buClrTx/>
              <a:buSzTx/>
              <a:buFontTx/>
              <a:buNone/>
              <a:tabLst/>
            </a:pPr>
            <a:r>
              <a:rPr kumimoji="0" lang="en-US" altLang="en-US" b="1" i="0" u="none" strike="noStrike" cap="none" normalizeH="0" baseline="0">
                <a:ln>
                  <a:noFill/>
                </a:ln>
                <a:effectLst/>
              </a:rPr>
              <a:t>Red-Black Tree Deletion Cases</a:t>
            </a:r>
          </a:p>
          <a:p>
            <a:pPr marL="0" marR="0" lvl="0" indent="0" defTabSz="914400" rtl="0" eaLnBrk="0" fontAlgn="base" latinLnBrk="0" hangingPunct="0">
              <a:spcBef>
                <a:spcPct val="0"/>
              </a:spcBef>
              <a:spcAft>
                <a:spcPct val="0"/>
              </a:spcAft>
              <a:buClrTx/>
              <a:buSzTx/>
              <a:buFontTx/>
              <a:buNone/>
              <a:tabLst/>
            </a:pPr>
            <a:endParaRPr kumimoji="0" lang="en-US" altLang="en-US" b="0" i="0" u="none" strike="noStrike" cap="none" normalizeH="0" baseline="0">
              <a:ln>
                <a:noFill/>
              </a:ln>
              <a:effectLst/>
            </a:endParaRPr>
          </a:p>
        </p:txBody>
      </p:sp>
      <p:graphicFrame>
        <p:nvGraphicFramePr>
          <p:cNvPr id="3" name="Table 2">
            <a:extLst>
              <a:ext uri="{FF2B5EF4-FFF2-40B4-BE49-F238E27FC236}">
                <a16:creationId xmlns:a16="http://schemas.microsoft.com/office/drawing/2014/main" id="{EE1D183C-6201-7083-FE5F-9335F500DB7B}"/>
              </a:ext>
            </a:extLst>
          </p:cNvPr>
          <p:cNvGraphicFramePr>
            <a:graphicFrameLocks noGrp="1"/>
          </p:cNvGraphicFramePr>
          <p:nvPr>
            <p:extLst>
              <p:ext uri="{D42A27DB-BD31-4B8C-83A1-F6EECF244321}">
                <p14:modId xmlns:p14="http://schemas.microsoft.com/office/powerpoint/2010/main" val="123557709"/>
              </p:ext>
            </p:extLst>
          </p:nvPr>
        </p:nvGraphicFramePr>
        <p:xfrm>
          <a:off x="406400" y="1027906"/>
          <a:ext cx="10515601" cy="5029854"/>
        </p:xfrm>
        <a:graphic>
          <a:graphicData uri="http://schemas.openxmlformats.org/drawingml/2006/table">
            <a:tbl>
              <a:tblPr/>
              <a:tblGrid>
                <a:gridCol w="1587541">
                  <a:extLst>
                    <a:ext uri="{9D8B030D-6E8A-4147-A177-3AD203B41FA5}">
                      <a16:colId xmlns:a16="http://schemas.microsoft.com/office/drawing/2014/main" val="324201158"/>
                    </a:ext>
                  </a:extLst>
                </a:gridCol>
                <a:gridCol w="4404461">
                  <a:extLst>
                    <a:ext uri="{9D8B030D-6E8A-4147-A177-3AD203B41FA5}">
                      <a16:colId xmlns:a16="http://schemas.microsoft.com/office/drawing/2014/main" val="3076999996"/>
                    </a:ext>
                  </a:extLst>
                </a:gridCol>
                <a:gridCol w="4523599">
                  <a:extLst>
                    <a:ext uri="{9D8B030D-6E8A-4147-A177-3AD203B41FA5}">
                      <a16:colId xmlns:a16="http://schemas.microsoft.com/office/drawing/2014/main" val="4095500326"/>
                    </a:ext>
                  </a:extLst>
                </a:gridCol>
              </a:tblGrid>
              <a:tr h="260231">
                <a:tc>
                  <a:txBody>
                    <a:bodyPr/>
                    <a:lstStyle/>
                    <a:p>
                      <a:pPr algn="l" fontAlgn="ctr">
                        <a:buNone/>
                      </a:pPr>
                      <a:r>
                        <a:rPr lang="en-US" sz="1200" b="1" i="0" u="none" strike="noStrike">
                          <a:effectLst/>
                          <a:latin typeface="Arial" panose="020B0604020202020204" pitchFamily="34" charset="0"/>
                        </a:rPr>
                        <a:t>Case #</a:t>
                      </a:r>
                      <a:endParaRPr lang="en-US" sz="1200" b="0" i="0" u="none" strike="noStrike">
                        <a:effectLst/>
                        <a:latin typeface="Arial" panose="020B0604020202020204" pitchFamily="34" charset="0"/>
                      </a:endParaRPr>
                    </a:p>
                  </a:txBody>
                  <a:tcPr marL="59143" marR="59143" marT="29572" marB="29572" anchor="ctr">
                    <a:lnL>
                      <a:noFill/>
                    </a:lnL>
                    <a:lnR>
                      <a:noFill/>
                    </a:lnR>
                    <a:lnT>
                      <a:noFill/>
                    </a:lnT>
                    <a:lnB>
                      <a:noFill/>
                    </a:lnB>
                    <a:noFill/>
                  </a:tcPr>
                </a:tc>
                <a:tc>
                  <a:txBody>
                    <a:bodyPr/>
                    <a:lstStyle/>
                    <a:p>
                      <a:pPr algn="l" fontAlgn="ctr">
                        <a:buNone/>
                      </a:pPr>
                      <a:r>
                        <a:rPr lang="en-US" sz="1200" b="1" i="0" u="none" strike="noStrike">
                          <a:effectLst/>
                          <a:latin typeface="Arial" panose="020B0604020202020204" pitchFamily="34" charset="0"/>
                        </a:rPr>
                        <a:t>Check condition</a:t>
                      </a:r>
                      <a:endParaRPr lang="en-US" sz="1200" b="0" i="0" u="none" strike="noStrike">
                        <a:effectLst/>
                        <a:latin typeface="Arial" panose="020B0604020202020204" pitchFamily="34" charset="0"/>
                      </a:endParaRPr>
                    </a:p>
                  </a:txBody>
                  <a:tcPr marL="59143" marR="59143" marT="29572" marB="29572" anchor="ctr">
                    <a:lnL>
                      <a:noFill/>
                    </a:lnL>
                    <a:lnR>
                      <a:noFill/>
                    </a:lnR>
                    <a:lnT>
                      <a:noFill/>
                    </a:lnT>
                    <a:lnB>
                      <a:noFill/>
                    </a:lnB>
                    <a:noFill/>
                  </a:tcPr>
                </a:tc>
                <a:tc>
                  <a:txBody>
                    <a:bodyPr/>
                    <a:lstStyle/>
                    <a:p>
                      <a:pPr algn="l" fontAlgn="ctr">
                        <a:buNone/>
                      </a:pPr>
                      <a:r>
                        <a:rPr lang="en-US" sz="1200" b="1" i="0" u="none" strike="noStrike">
                          <a:effectLst/>
                          <a:latin typeface="Arial" panose="020B0604020202020204" pitchFamily="34" charset="0"/>
                        </a:rPr>
                        <a:t>Action</a:t>
                      </a:r>
                      <a:endParaRPr lang="en-US" sz="1200" b="0" i="0" u="none" strike="noStrike">
                        <a:effectLst/>
                        <a:latin typeface="Arial" panose="020B0604020202020204" pitchFamily="34" charset="0"/>
                      </a:endParaRPr>
                    </a:p>
                  </a:txBody>
                  <a:tcPr marL="59143" marR="59143" marT="29572" marB="29572" anchor="ctr">
                    <a:lnL>
                      <a:noFill/>
                    </a:lnL>
                    <a:lnR>
                      <a:noFill/>
                    </a:lnR>
                    <a:lnT>
                      <a:noFill/>
                    </a:lnT>
                    <a:lnB>
                      <a:noFill/>
                    </a:lnB>
                    <a:noFill/>
                  </a:tcPr>
                </a:tc>
                <a:extLst>
                  <a:ext uri="{0D108BD9-81ED-4DB2-BD59-A6C34878D82A}">
                    <a16:rowId xmlns:a16="http://schemas.microsoft.com/office/drawing/2014/main" val="2356025261"/>
                  </a:ext>
                </a:extLst>
              </a:tr>
              <a:tr h="260231">
                <a:tc>
                  <a:txBody>
                    <a:bodyPr/>
                    <a:lstStyle/>
                    <a:p>
                      <a:pPr algn="l" fontAlgn="ctr">
                        <a:buNone/>
                      </a:pPr>
                      <a:r>
                        <a:rPr lang="en-US" sz="1200" b="1" i="0" u="none" strike="noStrike">
                          <a:effectLst/>
                          <a:latin typeface="Arial" panose="020B0604020202020204" pitchFamily="34" charset="0"/>
                        </a:rPr>
                        <a:t>1</a:t>
                      </a:r>
                      <a:endParaRPr lang="en-US" sz="1200" b="0" i="0" u="none" strike="noStrike">
                        <a:effectLst/>
                        <a:latin typeface="Arial" panose="020B0604020202020204" pitchFamily="34" charset="0"/>
                      </a:endParaRPr>
                    </a:p>
                  </a:txBody>
                  <a:tcPr marL="59143" marR="59143" marT="29572" marB="29572" anchor="ctr">
                    <a:lnL>
                      <a:noFill/>
                    </a:lnL>
                    <a:lnR>
                      <a:noFill/>
                    </a:lnR>
                    <a:lnT>
                      <a:noFill/>
                    </a:lnT>
                    <a:lnB>
                      <a:noFill/>
                    </a:lnB>
                    <a:noFill/>
                  </a:tcPr>
                </a:tc>
                <a:tc>
                  <a:txBody>
                    <a:bodyPr/>
                    <a:lstStyle/>
                    <a:p>
                      <a:pPr algn="l" fontAlgn="ctr">
                        <a:buNone/>
                      </a:pPr>
                      <a:r>
                        <a:rPr lang="en-US" sz="1200" b="0" i="0" u="none" strike="noStrike" dirty="0">
                          <a:effectLst/>
                          <a:latin typeface="Arial" panose="020B0604020202020204" pitchFamily="34" charset="0"/>
                        </a:rPr>
                        <a:t>If the node to be deleted is a </a:t>
                      </a:r>
                      <a:r>
                        <a:rPr lang="en-US" sz="1200" b="1" i="0" u="none" strike="noStrike" dirty="0">
                          <a:effectLst/>
                          <a:latin typeface="Arial" panose="020B0604020202020204" pitchFamily="34" charset="0"/>
                        </a:rPr>
                        <a:t>red leaf</a:t>
                      </a:r>
                      <a:endParaRPr lang="en-US" sz="1200" b="0" i="0" u="none" strike="noStrike" dirty="0">
                        <a:effectLst/>
                        <a:latin typeface="Arial" panose="020B0604020202020204" pitchFamily="34" charset="0"/>
                      </a:endParaRPr>
                    </a:p>
                  </a:txBody>
                  <a:tcPr marL="59143" marR="59143" marT="29572" marB="29572" anchor="ctr">
                    <a:lnL>
                      <a:noFill/>
                    </a:lnL>
                    <a:lnR>
                      <a:noFill/>
                    </a:lnR>
                    <a:lnT>
                      <a:noFill/>
                    </a:lnT>
                    <a:lnB>
                      <a:noFill/>
                    </a:lnB>
                    <a:noFill/>
                  </a:tcPr>
                </a:tc>
                <a:tc>
                  <a:txBody>
                    <a:bodyPr/>
                    <a:lstStyle/>
                    <a:p>
                      <a:pPr algn="l" fontAlgn="ctr">
                        <a:buNone/>
                      </a:pPr>
                      <a:r>
                        <a:rPr lang="en-US" sz="1200" b="0" i="0" u="none" strike="noStrike">
                          <a:effectLst/>
                          <a:latin typeface="Arial" panose="020B0604020202020204" pitchFamily="34" charset="0"/>
                        </a:rPr>
                        <a:t>Just remove it from the tree</a:t>
                      </a:r>
                    </a:p>
                  </a:txBody>
                  <a:tcPr marL="59143" marR="59143" marT="29572" marB="29572" anchor="ctr">
                    <a:lnL>
                      <a:noFill/>
                    </a:lnL>
                    <a:lnR>
                      <a:noFill/>
                    </a:lnR>
                    <a:lnT>
                      <a:noFill/>
                    </a:lnT>
                    <a:lnB>
                      <a:noFill/>
                    </a:lnB>
                    <a:noFill/>
                  </a:tcPr>
                </a:tc>
                <a:extLst>
                  <a:ext uri="{0D108BD9-81ED-4DB2-BD59-A6C34878D82A}">
                    <a16:rowId xmlns:a16="http://schemas.microsoft.com/office/drawing/2014/main" val="4250725712"/>
                  </a:ext>
                </a:extLst>
              </a:tr>
              <a:tr h="260231">
                <a:tc>
                  <a:txBody>
                    <a:bodyPr/>
                    <a:lstStyle/>
                    <a:p>
                      <a:pPr algn="l" fontAlgn="ctr">
                        <a:buNone/>
                      </a:pPr>
                      <a:r>
                        <a:rPr lang="en-US" sz="1200" b="1" i="0" u="none" strike="noStrike">
                          <a:effectLst/>
                          <a:latin typeface="Arial" panose="020B0604020202020204" pitchFamily="34" charset="0"/>
                        </a:rPr>
                        <a:t>2</a:t>
                      </a:r>
                      <a:endParaRPr lang="en-US" sz="1200" b="0" i="0" u="none" strike="noStrike">
                        <a:effectLst/>
                        <a:latin typeface="Arial" panose="020B0604020202020204" pitchFamily="34" charset="0"/>
                      </a:endParaRPr>
                    </a:p>
                  </a:txBody>
                  <a:tcPr marL="59143" marR="59143" marT="29572" marB="29572" anchor="ctr">
                    <a:lnL>
                      <a:noFill/>
                    </a:lnL>
                    <a:lnR>
                      <a:noFill/>
                    </a:lnR>
                    <a:lnT>
                      <a:noFill/>
                    </a:lnT>
                    <a:lnB>
                      <a:noFill/>
                    </a:lnB>
                    <a:noFill/>
                  </a:tcPr>
                </a:tc>
                <a:tc>
                  <a:txBody>
                    <a:bodyPr/>
                    <a:lstStyle/>
                    <a:p>
                      <a:pPr algn="l" fontAlgn="ctr">
                        <a:buNone/>
                      </a:pPr>
                      <a:r>
                        <a:rPr lang="en-US" sz="1200" b="0" i="0" u="none" strike="noStrike">
                          <a:effectLst/>
                          <a:latin typeface="Arial" panose="020B0604020202020204" pitchFamily="34" charset="0"/>
                        </a:rPr>
                        <a:t>If the </a:t>
                      </a:r>
                      <a:r>
                        <a:rPr lang="en-US" sz="1200" b="1" i="0" u="none" strike="noStrike">
                          <a:effectLst/>
                          <a:latin typeface="Arial" panose="020B0604020202020204" pitchFamily="34" charset="0"/>
                        </a:rPr>
                        <a:t>Double Black (DB) node is root</a:t>
                      </a:r>
                      <a:endParaRPr lang="en-US" sz="1200" b="0" i="0" u="none" strike="noStrike">
                        <a:effectLst/>
                        <a:latin typeface="Arial" panose="020B0604020202020204" pitchFamily="34" charset="0"/>
                      </a:endParaRPr>
                    </a:p>
                  </a:txBody>
                  <a:tcPr marL="59143" marR="59143" marT="29572" marB="29572" anchor="ctr">
                    <a:lnL>
                      <a:noFill/>
                    </a:lnL>
                    <a:lnR>
                      <a:noFill/>
                    </a:lnR>
                    <a:lnT>
                      <a:noFill/>
                    </a:lnT>
                    <a:lnB>
                      <a:noFill/>
                    </a:lnB>
                    <a:noFill/>
                  </a:tcPr>
                </a:tc>
                <a:tc>
                  <a:txBody>
                    <a:bodyPr/>
                    <a:lstStyle/>
                    <a:p>
                      <a:pPr algn="l" fontAlgn="ctr">
                        <a:buNone/>
                      </a:pPr>
                      <a:endParaRPr lang="en-US" sz="1200" b="0" i="0" u="none" strike="noStrike" dirty="0">
                        <a:effectLst/>
                        <a:latin typeface="Arial" panose="020B0604020202020204" pitchFamily="34" charset="0"/>
                      </a:endParaRPr>
                    </a:p>
                    <a:p>
                      <a:pPr algn="l" fontAlgn="ctr">
                        <a:buNone/>
                      </a:pPr>
                      <a:endParaRPr lang="en-US" sz="1200" b="0" i="0" u="none" strike="noStrike" dirty="0">
                        <a:effectLst/>
                        <a:latin typeface="Arial" panose="020B0604020202020204" pitchFamily="34" charset="0"/>
                      </a:endParaRPr>
                    </a:p>
                    <a:p>
                      <a:pPr algn="l" fontAlgn="ctr">
                        <a:buNone/>
                      </a:pPr>
                      <a:endParaRPr lang="en-US" sz="1200" b="0" i="0" u="none" strike="noStrike" dirty="0">
                        <a:effectLst/>
                        <a:latin typeface="Arial" panose="020B0604020202020204" pitchFamily="34" charset="0"/>
                      </a:endParaRPr>
                    </a:p>
                    <a:p>
                      <a:pPr algn="l" fontAlgn="ctr">
                        <a:buNone/>
                      </a:pPr>
                      <a:r>
                        <a:rPr lang="en-US" sz="1200" b="0" i="0" u="none" strike="noStrike" dirty="0">
                          <a:effectLst/>
                          <a:latin typeface="Arial" panose="020B0604020202020204" pitchFamily="34" charset="0"/>
                        </a:rPr>
                        <a:t>Remove the DB and root node becomes black</a:t>
                      </a:r>
                    </a:p>
                    <a:p>
                      <a:pPr algn="l" fontAlgn="ctr">
                        <a:buNone/>
                      </a:pPr>
                      <a:endParaRPr lang="en-US" sz="1200" b="0" i="0" u="none" strike="noStrike" dirty="0">
                        <a:effectLst/>
                        <a:latin typeface="Arial" panose="020B0604020202020204" pitchFamily="34" charset="0"/>
                      </a:endParaRPr>
                    </a:p>
                    <a:p>
                      <a:pPr algn="l" fontAlgn="ctr">
                        <a:buNone/>
                      </a:pPr>
                      <a:endParaRPr lang="en-US" sz="1200" b="0" i="0" u="none" strike="noStrike" dirty="0">
                        <a:effectLst/>
                        <a:latin typeface="Arial" panose="020B0604020202020204" pitchFamily="34" charset="0"/>
                      </a:endParaRPr>
                    </a:p>
                    <a:p>
                      <a:pPr algn="l" fontAlgn="ctr">
                        <a:buNone/>
                      </a:pPr>
                      <a:endParaRPr lang="en-US" sz="1200" b="0" i="0" u="none" strike="noStrike" dirty="0">
                        <a:effectLst/>
                        <a:latin typeface="Arial" panose="020B0604020202020204" pitchFamily="34" charset="0"/>
                      </a:endParaRPr>
                    </a:p>
                  </a:txBody>
                  <a:tcPr marL="59143" marR="59143" marT="29572" marB="29572" anchor="ctr">
                    <a:lnL>
                      <a:noFill/>
                    </a:lnL>
                    <a:lnR>
                      <a:noFill/>
                    </a:lnR>
                    <a:lnT>
                      <a:noFill/>
                    </a:lnT>
                    <a:lnB>
                      <a:noFill/>
                    </a:lnB>
                    <a:noFill/>
                  </a:tcPr>
                </a:tc>
                <a:extLst>
                  <a:ext uri="{0D108BD9-81ED-4DB2-BD59-A6C34878D82A}">
                    <a16:rowId xmlns:a16="http://schemas.microsoft.com/office/drawing/2014/main" val="685937800"/>
                  </a:ext>
                </a:extLst>
              </a:tr>
              <a:tr h="792522">
                <a:tc>
                  <a:txBody>
                    <a:bodyPr/>
                    <a:lstStyle/>
                    <a:p>
                      <a:pPr algn="l" fontAlgn="ctr">
                        <a:buNone/>
                      </a:pPr>
                      <a:endParaRPr lang="en-US" sz="1200" b="0" i="0" u="none" strike="noStrike" dirty="0">
                        <a:effectLst/>
                        <a:latin typeface="Arial" panose="020B0604020202020204" pitchFamily="34" charset="0"/>
                      </a:endParaRPr>
                    </a:p>
                  </a:txBody>
                  <a:tcPr marL="59143" marR="59143" marT="29572" marB="29572" anchor="ctr">
                    <a:lnL>
                      <a:noFill/>
                    </a:lnL>
                    <a:lnR>
                      <a:noFill/>
                    </a:lnR>
                    <a:lnT>
                      <a:noFill/>
                    </a:lnT>
                    <a:lnB>
                      <a:noFill/>
                    </a:lnB>
                    <a:noFill/>
                  </a:tcPr>
                </a:tc>
                <a:tc>
                  <a:txBody>
                    <a:bodyPr/>
                    <a:lstStyle/>
                    <a:p>
                      <a:pPr algn="l" fontAlgn="ctr">
                        <a:buNone/>
                      </a:pPr>
                      <a:endParaRPr lang="en-US" sz="1200" b="0" i="0" u="none" strike="noStrike" dirty="0">
                        <a:effectLst/>
                        <a:latin typeface="Arial" panose="020B0604020202020204" pitchFamily="34" charset="0"/>
                      </a:endParaRPr>
                    </a:p>
                  </a:txBody>
                  <a:tcPr marL="59143" marR="59143" marT="29572" marB="29572" anchor="ctr">
                    <a:lnL>
                      <a:noFill/>
                    </a:lnL>
                    <a:lnR>
                      <a:noFill/>
                    </a:lnR>
                    <a:lnT>
                      <a:noFill/>
                    </a:lnT>
                    <a:lnB>
                      <a:noFill/>
                    </a:lnB>
                    <a:noFill/>
                  </a:tcPr>
                </a:tc>
                <a:tc>
                  <a:txBody>
                    <a:bodyPr/>
                    <a:lstStyle/>
                    <a:p>
                      <a:pPr marL="0" indent="0" algn="l" fontAlgn="ctr">
                        <a:buNone/>
                      </a:pPr>
                      <a:endParaRPr lang="en-US" sz="1200" b="0" i="0" u="none" strike="noStrike" dirty="0">
                        <a:effectLst/>
                        <a:latin typeface="Arial" panose="020B0604020202020204" pitchFamily="34" charset="0"/>
                      </a:endParaRPr>
                    </a:p>
                  </a:txBody>
                  <a:tcPr marL="59143" marR="59143" marT="29572" marB="29572" anchor="ctr">
                    <a:lnL>
                      <a:noFill/>
                    </a:lnL>
                    <a:lnR>
                      <a:noFill/>
                    </a:lnR>
                    <a:lnT>
                      <a:noFill/>
                    </a:lnT>
                    <a:lnB>
                      <a:noFill/>
                    </a:lnB>
                    <a:noFill/>
                  </a:tcPr>
                </a:tc>
                <a:extLst>
                  <a:ext uri="{0D108BD9-81ED-4DB2-BD59-A6C34878D82A}">
                    <a16:rowId xmlns:a16="http://schemas.microsoft.com/office/drawing/2014/main" val="1763534429"/>
                  </a:ext>
                </a:extLst>
              </a:tr>
              <a:tr h="792522">
                <a:tc>
                  <a:txBody>
                    <a:bodyPr/>
                    <a:lstStyle/>
                    <a:p>
                      <a:pPr algn="l" fontAlgn="ctr">
                        <a:buNone/>
                      </a:pPr>
                      <a:endParaRPr lang="en-US" sz="1200" b="0" i="0" u="none" strike="noStrike">
                        <a:effectLst/>
                        <a:latin typeface="Arial" panose="020B0604020202020204" pitchFamily="34" charset="0"/>
                      </a:endParaRPr>
                    </a:p>
                  </a:txBody>
                  <a:tcPr marL="59143" marR="59143" marT="29572" marB="29572" anchor="ctr">
                    <a:lnL>
                      <a:noFill/>
                    </a:lnL>
                    <a:lnR>
                      <a:noFill/>
                    </a:lnR>
                    <a:lnT>
                      <a:noFill/>
                    </a:lnT>
                    <a:lnB>
                      <a:noFill/>
                    </a:lnB>
                    <a:noFill/>
                  </a:tcPr>
                </a:tc>
                <a:tc>
                  <a:txBody>
                    <a:bodyPr/>
                    <a:lstStyle/>
                    <a:p>
                      <a:pPr algn="l" fontAlgn="ctr">
                        <a:buNone/>
                      </a:pPr>
                      <a:endParaRPr lang="en-US" sz="1200" b="0" i="0" u="none" strike="noStrike" dirty="0">
                        <a:effectLst/>
                        <a:latin typeface="Arial" panose="020B0604020202020204" pitchFamily="34" charset="0"/>
                      </a:endParaRPr>
                    </a:p>
                  </a:txBody>
                  <a:tcPr marL="59143" marR="59143" marT="29572" marB="29572" anchor="ctr">
                    <a:lnL>
                      <a:noFill/>
                    </a:lnL>
                    <a:lnR>
                      <a:noFill/>
                    </a:lnR>
                    <a:lnT>
                      <a:noFill/>
                    </a:lnT>
                    <a:lnB>
                      <a:noFill/>
                    </a:lnB>
                    <a:noFill/>
                  </a:tcPr>
                </a:tc>
                <a:tc>
                  <a:txBody>
                    <a:bodyPr/>
                    <a:lstStyle/>
                    <a:p>
                      <a:pPr marL="0" indent="0" algn="l" fontAlgn="ctr">
                        <a:buNone/>
                      </a:pPr>
                      <a:endParaRPr lang="en-US" sz="1200" b="0" i="0" u="none" strike="noStrike" dirty="0">
                        <a:effectLst/>
                        <a:latin typeface="Arial" panose="020B0604020202020204" pitchFamily="34" charset="0"/>
                      </a:endParaRPr>
                    </a:p>
                  </a:txBody>
                  <a:tcPr marL="59143" marR="59143" marT="29572" marB="29572" anchor="ctr">
                    <a:lnL>
                      <a:noFill/>
                    </a:lnL>
                    <a:lnR>
                      <a:noFill/>
                    </a:lnR>
                    <a:lnT>
                      <a:noFill/>
                    </a:lnT>
                    <a:lnB>
                      <a:noFill/>
                    </a:lnB>
                    <a:noFill/>
                  </a:tcPr>
                </a:tc>
                <a:extLst>
                  <a:ext uri="{0D108BD9-81ED-4DB2-BD59-A6C34878D82A}">
                    <a16:rowId xmlns:a16="http://schemas.microsoft.com/office/drawing/2014/main" val="1447243686"/>
                  </a:ext>
                </a:extLst>
              </a:tr>
              <a:tr h="792522">
                <a:tc>
                  <a:txBody>
                    <a:bodyPr/>
                    <a:lstStyle/>
                    <a:p>
                      <a:pPr algn="l" fontAlgn="ctr">
                        <a:buNone/>
                      </a:pPr>
                      <a:endParaRPr lang="en-US" sz="1200" b="0" i="0" u="none" strike="noStrike">
                        <a:effectLst/>
                        <a:latin typeface="Arial" panose="020B0604020202020204" pitchFamily="34" charset="0"/>
                      </a:endParaRPr>
                    </a:p>
                  </a:txBody>
                  <a:tcPr marL="59143" marR="59143" marT="29572" marB="29572" anchor="ctr">
                    <a:lnL>
                      <a:noFill/>
                    </a:lnL>
                    <a:lnR>
                      <a:noFill/>
                    </a:lnR>
                    <a:lnT>
                      <a:noFill/>
                    </a:lnT>
                    <a:lnB>
                      <a:noFill/>
                    </a:lnB>
                    <a:noFill/>
                  </a:tcPr>
                </a:tc>
                <a:tc>
                  <a:txBody>
                    <a:bodyPr/>
                    <a:lstStyle/>
                    <a:p>
                      <a:pPr algn="l" fontAlgn="ctr">
                        <a:buNone/>
                      </a:pPr>
                      <a:endParaRPr lang="en-US" sz="1200" b="0" i="0" u="none" strike="noStrike">
                        <a:effectLst/>
                        <a:latin typeface="Arial" panose="020B0604020202020204" pitchFamily="34" charset="0"/>
                      </a:endParaRPr>
                    </a:p>
                  </a:txBody>
                  <a:tcPr marL="59143" marR="59143" marT="29572" marB="29572" anchor="ctr">
                    <a:lnL>
                      <a:noFill/>
                    </a:lnL>
                    <a:lnR>
                      <a:noFill/>
                    </a:lnR>
                    <a:lnT>
                      <a:noFill/>
                    </a:lnT>
                    <a:lnB>
                      <a:noFill/>
                    </a:lnB>
                    <a:noFill/>
                  </a:tcPr>
                </a:tc>
                <a:tc>
                  <a:txBody>
                    <a:bodyPr/>
                    <a:lstStyle/>
                    <a:p>
                      <a:pPr algn="l" fontAlgn="ctr">
                        <a:buNone/>
                      </a:pPr>
                      <a:endParaRPr lang="en-US" sz="1200" b="0" i="0" u="none" strike="noStrike" dirty="0">
                        <a:effectLst/>
                        <a:latin typeface="Arial" panose="020B0604020202020204" pitchFamily="34" charset="0"/>
                      </a:endParaRPr>
                    </a:p>
                  </a:txBody>
                  <a:tcPr marL="59143" marR="59143" marT="29572" marB="29572" anchor="ctr">
                    <a:lnL>
                      <a:noFill/>
                    </a:lnL>
                    <a:lnR>
                      <a:noFill/>
                    </a:lnR>
                    <a:lnT>
                      <a:noFill/>
                    </a:lnT>
                    <a:lnB>
                      <a:noFill/>
                    </a:lnB>
                    <a:noFill/>
                  </a:tcPr>
                </a:tc>
                <a:extLst>
                  <a:ext uri="{0D108BD9-81ED-4DB2-BD59-A6C34878D82A}">
                    <a16:rowId xmlns:a16="http://schemas.microsoft.com/office/drawing/2014/main" val="703139364"/>
                  </a:ext>
                </a:extLst>
              </a:tr>
              <a:tr h="792522">
                <a:tc>
                  <a:txBody>
                    <a:bodyPr/>
                    <a:lstStyle/>
                    <a:p>
                      <a:pPr algn="l" fontAlgn="ctr">
                        <a:buNone/>
                      </a:pPr>
                      <a:endParaRPr lang="en-US" sz="1200" b="0" i="0" u="none" strike="noStrike">
                        <a:effectLst/>
                        <a:latin typeface="Arial" panose="020B0604020202020204" pitchFamily="34" charset="0"/>
                      </a:endParaRPr>
                    </a:p>
                  </a:txBody>
                  <a:tcPr marL="59143" marR="59143" marT="29572" marB="29572" anchor="ctr">
                    <a:lnL>
                      <a:noFill/>
                    </a:lnL>
                    <a:lnR>
                      <a:noFill/>
                    </a:lnR>
                    <a:lnT>
                      <a:noFill/>
                    </a:lnT>
                    <a:lnB>
                      <a:noFill/>
                    </a:lnB>
                    <a:noFill/>
                  </a:tcPr>
                </a:tc>
                <a:tc>
                  <a:txBody>
                    <a:bodyPr/>
                    <a:lstStyle/>
                    <a:p>
                      <a:pPr algn="l" fontAlgn="ctr">
                        <a:buNone/>
                      </a:pPr>
                      <a:endParaRPr lang="en-US" sz="1200" b="0" i="0" u="none" strike="noStrike">
                        <a:effectLst/>
                        <a:latin typeface="Arial" panose="020B0604020202020204" pitchFamily="34" charset="0"/>
                      </a:endParaRPr>
                    </a:p>
                  </a:txBody>
                  <a:tcPr marL="59143" marR="59143" marT="29572" marB="29572" anchor="ctr">
                    <a:lnL>
                      <a:noFill/>
                    </a:lnL>
                    <a:lnR>
                      <a:noFill/>
                    </a:lnR>
                    <a:lnT>
                      <a:noFill/>
                    </a:lnT>
                    <a:lnB>
                      <a:noFill/>
                    </a:lnB>
                    <a:noFill/>
                  </a:tcPr>
                </a:tc>
                <a:tc>
                  <a:txBody>
                    <a:bodyPr/>
                    <a:lstStyle/>
                    <a:p>
                      <a:pPr algn="l" fontAlgn="ctr">
                        <a:buNone/>
                      </a:pPr>
                      <a:endParaRPr lang="en-US" sz="1200" b="0" i="0" u="none" strike="noStrike" dirty="0">
                        <a:effectLst/>
                        <a:latin typeface="Arial" panose="020B0604020202020204" pitchFamily="34" charset="0"/>
                      </a:endParaRPr>
                    </a:p>
                  </a:txBody>
                  <a:tcPr marL="59143" marR="59143" marT="29572" marB="29572" anchor="ctr">
                    <a:lnL>
                      <a:noFill/>
                    </a:lnL>
                    <a:lnR>
                      <a:noFill/>
                    </a:lnR>
                    <a:lnT>
                      <a:noFill/>
                    </a:lnT>
                    <a:lnB>
                      <a:noFill/>
                    </a:lnB>
                    <a:noFill/>
                  </a:tcPr>
                </a:tc>
                <a:extLst>
                  <a:ext uri="{0D108BD9-81ED-4DB2-BD59-A6C34878D82A}">
                    <a16:rowId xmlns:a16="http://schemas.microsoft.com/office/drawing/2014/main" val="4270561985"/>
                  </a:ext>
                </a:extLst>
              </a:tr>
            </a:tbl>
          </a:graphicData>
        </a:graphic>
      </p:graphicFrame>
    </p:spTree>
    <p:extLst>
      <p:ext uri="{BB962C8B-B14F-4D97-AF65-F5344CB8AC3E}">
        <p14:creationId xmlns:p14="http://schemas.microsoft.com/office/powerpoint/2010/main" val="384297626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3ED064-39D5-16B2-9940-8137BF0862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6541B5-9FDD-4A65-79CD-084E73527830}"/>
              </a:ext>
            </a:extLst>
          </p:cNvPr>
          <p:cNvSpPr>
            <a:spLocks noGrp="1"/>
          </p:cNvSpPr>
          <p:nvPr>
            <p:ph type="title"/>
          </p:nvPr>
        </p:nvSpPr>
        <p:spPr>
          <a:xfrm>
            <a:off x="838200" y="365125"/>
            <a:ext cx="10515600" cy="1325563"/>
          </a:xfrm>
        </p:spPr>
        <p:txBody>
          <a:bodyPr>
            <a:normAutofit/>
          </a:bodyPr>
          <a:lstStyle/>
          <a:p>
            <a:pPr marL="0" marR="0" lvl="0" indent="0" defTabSz="914400" rtl="0" eaLnBrk="0" fontAlgn="base" latinLnBrk="0" hangingPunct="0">
              <a:spcBef>
                <a:spcPct val="0"/>
              </a:spcBef>
              <a:spcAft>
                <a:spcPct val="0"/>
              </a:spcAft>
              <a:buClrTx/>
              <a:buSzTx/>
              <a:buFontTx/>
              <a:buNone/>
              <a:tabLst/>
            </a:pPr>
            <a:r>
              <a:rPr kumimoji="0" lang="en-US" altLang="en-US" b="1" i="0" u="none" strike="noStrike" cap="none" normalizeH="0" baseline="0">
                <a:ln>
                  <a:noFill/>
                </a:ln>
                <a:effectLst/>
              </a:rPr>
              <a:t>Red-Black Tree Deletion Cases</a:t>
            </a:r>
          </a:p>
          <a:p>
            <a:pPr marL="0" marR="0" lvl="0" indent="0" defTabSz="914400" rtl="0" eaLnBrk="0" fontAlgn="base" latinLnBrk="0" hangingPunct="0">
              <a:spcBef>
                <a:spcPct val="0"/>
              </a:spcBef>
              <a:spcAft>
                <a:spcPct val="0"/>
              </a:spcAft>
              <a:buClrTx/>
              <a:buSzTx/>
              <a:buFontTx/>
              <a:buNone/>
              <a:tabLst/>
            </a:pPr>
            <a:endParaRPr kumimoji="0" lang="en-US" altLang="en-US" b="0" i="0" u="none" strike="noStrike" cap="none" normalizeH="0" baseline="0">
              <a:ln>
                <a:noFill/>
              </a:ln>
              <a:effectLst/>
            </a:endParaRPr>
          </a:p>
        </p:txBody>
      </p:sp>
      <p:graphicFrame>
        <p:nvGraphicFramePr>
          <p:cNvPr id="3" name="Table 2">
            <a:extLst>
              <a:ext uri="{FF2B5EF4-FFF2-40B4-BE49-F238E27FC236}">
                <a16:creationId xmlns:a16="http://schemas.microsoft.com/office/drawing/2014/main" id="{D8F63EE1-54C5-EA13-AE4A-365909757685}"/>
              </a:ext>
            </a:extLst>
          </p:cNvPr>
          <p:cNvGraphicFramePr>
            <a:graphicFrameLocks noGrp="1"/>
          </p:cNvGraphicFramePr>
          <p:nvPr>
            <p:extLst>
              <p:ext uri="{D42A27DB-BD31-4B8C-83A1-F6EECF244321}">
                <p14:modId xmlns:p14="http://schemas.microsoft.com/office/powerpoint/2010/main" val="2563574987"/>
              </p:ext>
            </p:extLst>
          </p:nvPr>
        </p:nvGraphicFramePr>
        <p:xfrm>
          <a:off x="406400" y="1027906"/>
          <a:ext cx="10515601" cy="5393756"/>
        </p:xfrm>
        <a:graphic>
          <a:graphicData uri="http://schemas.openxmlformats.org/drawingml/2006/table">
            <a:tbl>
              <a:tblPr/>
              <a:tblGrid>
                <a:gridCol w="1587541">
                  <a:extLst>
                    <a:ext uri="{9D8B030D-6E8A-4147-A177-3AD203B41FA5}">
                      <a16:colId xmlns:a16="http://schemas.microsoft.com/office/drawing/2014/main" val="324201158"/>
                    </a:ext>
                  </a:extLst>
                </a:gridCol>
                <a:gridCol w="4404461">
                  <a:extLst>
                    <a:ext uri="{9D8B030D-6E8A-4147-A177-3AD203B41FA5}">
                      <a16:colId xmlns:a16="http://schemas.microsoft.com/office/drawing/2014/main" val="3076999996"/>
                    </a:ext>
                  </a:extLst>
                </a:gridCol>
                <a:gridCol w="4523599">
                  <a:extLst>
                    <a:ext uri="{9D8B030D-6E8A-4147-A177-3AD203B41FA5}">
                      <a16:colId xmlns:a16="http://schemas.microsoft.com/office/drawing/2014/main" val="4095500326"/>
                    </a:ext>
                  </a:extLst>
                </a:gridCol>
              </a:tblGrid>
              <a:tr h="260231">
                <a:tc>
                  <a:txBody>
                    <a:bodyPr/>
                    <a:lstStyle/>
                    <a:p>
                      <a:pPr algn="l" fontAlgn="ctr">
                        <a:buNone/>
                      </a:pPr>
                      <a:r>
                        <a:rPr lang="en-US" sz="1200" b="1" i="0" u="none" strike="noStrike">
                          <a:effectLst/>
                          <a:latin typeface="Arial" panose="020B0604020202020204" pitchFamily="34" charset="0"/>
                        </a:rPr>
                        <a:t>Case #</a:t>
                      </a:r>
                      <a:endParaRPr lang="en-US" sz="1200" b="0" i="0" u="none" strike="noStrike">
                        <a:effectLst/>
                        <a:latin typeface="Arial" panose="020B0604020202020204" pitchFamily="34" charset="0"/>
                      </a:endParaRPr>
                    </a:p>
                  </a:txBody>
                  <a:tcPr marL="59143" marR="59143" marT="29572" marB="29572" anchor="ctr">
                    <a:lnL>
                      <a:noFill/>
                    </a:lnL>
                    <a:lnR>
                      <a:noFill/>
                    </a:lnR>
                    <a:lnT>
                      <a:noFill/>
                    </a:lnT>
                    <a:lnB>
                      <a:noFill/>
                    </a:lnB>
                    <a:noFill/>
                  </a:tcPr>
                </a:tc>
                <a:tc>
                  <a:txBody>
                    <a:bodyPr/>
                    <a:lstStyle/>
                    <a:p>
                      <a:pPr algn="l" fontAlgn="ctr">
                        <a:buNone/>
                      </a:pPr>
                      <a:r>
                        <a:rPr lang="en-US" sz="1200" b="1" i="0" u="none" strike="noStrike">
                          <a:effectLst/>
                          <a:latin typeface="Arial" panose="020B0604020202020204" pitchFamily="34" charset="0"/>
                        </a:rPr>
                        <a:t>Check condition</a:t>
                      </a:r>
                      <a:endParaRPr lang="en-US" sz="1200" b="0" i="0" u="none" strike="noStrike">
                        <a:effectLst/>
                        <a:latin typeface="Arial" panose="020B0604020202020204" pitchFamily="34" charset="0"/>
                      </a:endParaRPr>
                    </a:p>
                  </a:txBody>
                  <a:tcPr marL="59143" marR="59143" marT="29572" marB="29572" anchor="ctr">
                    <a:lnL>
                      <a:noFill/>
                    </a:lnL>
                    <a:lnR>
                      <a:noFill/>
                    </a:lnR>
                    <a:lnT>
                      <a:noFill/>
                    </a:lnT>
                    <a:lnB>
                      <a:noFill/>
                    </a:lnB>
                    <a:noFill/>
                  </a:tcPr>
                </a:tc>
                <a:tc>
                  <a:txBody>
                    <a:bodyPr/>
                    <a:lstStyle/>
                    <a:p>
                      <a:pPr algn="l" fontAlgn="ctr">
                        <a:buNone/>
                      </a:pPr>
                      <a:r>
                        <a:rPr lang="en-US" sz="1200" b="1" i="0" u="none" strike="noStrike">
                          <a:effectLst/>
                          <a:latin typeface="Arial" panose="020B0604020202020204" pitchFamily="34" charset="0"/>
                        </a:rPr>
                        <a:t>Action</a:t>
                      </a:r>
                      <a:endParaRPr lang="en-US" sz="1200" b="0" i="0" u="none" strike="noStrike">
                        <a:effectLst/>
                        <a:latin typeface="Arial" panose="020B0604020202020204" pitchFamily="34" charset="0"/>
                      </a:endParaRPr>
                    </a:p>
                  </a:txBody>
                  <a:tcPr marL="59143" marR="59143" marT="29572" marB="29572" anchor="ctr">
                    <a:lnL>
                      <a:noFill/>
                    </a:lnL>
                    <a:lnR>
                      <a:noFill/>
                    </a:lnR>
                    <a:lnT>
                      <a:noFill/>
                    </a:lnT>
                    <a:lnB>
                      <a:noFill/>
                    </a:lnB>
                    <a:noFill/>
                  </a:tcPr>
                </a:tc>
                <a:extLst>
                  <a:ext uri="{0D108BD9-81ED-4DB2-BD59-A6C34878D82A}">
                    <a16:rowId xmlns:a16="http://schemas.microsoft.com/office/drawing/2014/main" val="2356025261"/>
                  </a:ext>
                </a:extLst>
              </a:tr>
              <a:tr h="260231">
                <a:tc>
                  <a:txBody>
                    <a:bodyPr/>
                    <a:lstStyle/>
                    <a:p>
                      <a:pPr algn="l" fontAlgn="ctr">
                        <a:buNone/>
                      </a:pPr>
                      <a:r>
                        <a:rPr lang="en-US" sz="1200" b="1" i="0" u="none" strike="noStrike">
                          <a:effectLst/>
                          <a:latin typeface="Arial" panose="020B0604020202020204" pitchFamily="34" charset="0"/>
                        </a:rPr>
                        <a:t>1</a:t>
                      </a:r>
                      <a:endParaRPr lang="en-US" sz="1200" b="0" i="0" u="none" strike="noStrike">
                        <a:effectLst/>
                        <a:latin typeface="Arial" panose="020B0604020202020204" pitchFamily="34" charset="0"/>
                      </a:endParaRPr>
                    </a:p>
                  </a:txBody>
                  <a:tcPr marL="59143" marR="59143" marT="29572" marB="29572" anchor="ctr">
                    <a:lnL>
                      <a:noFill/>
                    </a:lnL>
                    <a:lnR>
                      <a:noFill/>
                    </a:lnR>
                    <a:lnT>
                      <a:noFill/>
                    </a:lnT>
                    <a:lnB>
                      <a:noFill/>
                    </a:lnB>
                    <a:noFill/>
                  </a:tcPr>
                </a:tc>
                <a:tc>
                  <a:txBody>
                    <a:bodyPr/>
                    <a:lstStyle/>
                    <a:p>
                      <a:pPr algn="l" fontAlgn="ctr">
                        <a:buNone/>
                      </a:pPr>
                      <a:r>
                        <a:rPr lang="en-US" sz="1200" b="0" i="0" u="none" strike="noStrike" dirty="0">
                          <a:effectLst/>
                          <a:latin typeface="Arial" panose="020B0604020202020204" pitchFamily="34" charset="0"/>
                        </a:rPr>
                        <a:t>If the node to be deleted is a </a:t>
                      </a:r>
                      <a:r>
                        <a:rPr lang="en-US" sz="1200" b="1" i="0" u="none" strike="noStrike" dirty="0">
                          <a:effectLst/>
                          <a:latin typeface="Arial" panose="020B0604020202020204" pitchFamily="34" charset="0"/>
                        </a:rPr>
                        <a:t>red leaf</a:t>
                      </a:r>
                      <a:endParaRPr lang="en-US" sz="1200" b="0" i="0" u="none" strike="noStrike" dirty="0">
                        <a:effectLst/>
                        <a:latin typeface="Arial" panose="020B0604020202020204" pitchFamily="34" charset="0"/>
                      </a:endParaRPr>
                    </a:p>
                  </a:txBody>
                  <a:tcPr marL="59143" marR="59143" marT="29572" marB="29572" anchor="ctr">
                    <a:lnL>
                      <a:noFill/>
                    </a:lnL>
                    <a:lnR>
                      <a:noFill/>
                    </a:lnR>
                    <a:lnT>
                      <a:noFill/>
                    </a:lnT>
                    <a:lnB>
                      <a:noFill/>
                    </a:lnB>
                    <a:noFill/>
                  </a:tcPr>
                </a:tc>
                <a:tc>
                  <a:txBody>
                    <a:bodyPr/>
                    <a:lstStyle/>
                    <a:p>
                      <a:pPr algn="l" fontAlgn="ctr">
                        <a:buNone/>
                      </a:pPr>
                      <a:r>
                        <a:rPr lang="en-US" sz="1200" b="0" i="0" u="none" strike="noStrike">
                          <a:effectLst/>
                          <a:latin typeface="Arial" panose="020B0604020202020204" pitchFamily="34" charset="0"/>
                        </a:rPr>
                        <a:t>Just remove it from the tree</a:t>
                      </a:r>
                    </a:p>
                  </a:txBody>
                  <a:tcPr marL="59143" marR="59143" marT="29572" marB="29572" anchor="ctr">
                    <a:lnL>
                      <a:noFill/>
                    </a:lnL>
                    <a:lnR>
                      <a:noFill/>
                    </a:lnR>
                    <a:lnT>
                      <a:noFill/>
                    </a:lnT>
                    <a:lnB>
                      <a:noFill/>
                    </a:lnB>
                    <a:noFill/>
                  </a:tcPr>
                </a:tc>
                <a:extLst>
                  <a:ext uri="{0D108BD9-81ED-4DB2-BD59-A6C34878D82A}">
                    <a16:rowId xmlns:a16="http://schemas.microsoft.com/office/drawing/2014/main" val="4250725712"/>
                  </a:ext>
                </a:extLst>
              </a:tr>
              <a:tr h="260231">
                <a:tc>
                  <a:txBody>
                    <a:bodyPr/>
                    <a:lstStyle/>
                    <a:p>
                      <a:pPr algn="l" fontAlgn="ctr">
                        <a:buNone/>
                      </a:pPr>
                      <a:r>
                        <a:rPr lang="en-US" sz="1200" b="1" i="0" u="none" strike="noStrike" dirty="0">
                          <a:effectLst/>
                          <a:latin typeface="Arial" panose="020B0604020202020204" pitchFamily="34" charset="0"/>
                        </a:rPr>
                        <a:t>2</a:t>
                      </a:r>
                      <a:endParaRPr lang="en-US" sz="1200" b="0" i="0" u="none" strike="noStrike" dirty="0">
                        <a:effectLst/>
                        <a:latin typeface="Arial" panose="020B0604020202020204" pitchFamily="34" charset="0"/>
                      </a:endParaRPr>
                    </a:p>
                  </a:txBody>
                  <a:tcPr marL="59143" marR="59143" marT="29572" marB="29572" anchor="ctr">
                    <a:lnL>
                      <a:noFill/>
                    </a:lnL>
                    <a:lnR>
                      <a:noFill/>
                    </a:lnR>
                    <a:lnT>
                      <a:noFill/>
                    </a:lnT>
                    <a:lnB>
                      <a:noFill/>
                    </a:lnB>
                    <a:noFill/>
                  </a:tcPr>
                </a:tc>
                <a:tc>
                  <a:txBody>
                    <a:bodyPr/>
                    <a:lstStyle/>
                    <a:p>
                      <a:pPr algn="l" fontAlgn="ctr">
                        <a:buNone/>
                      </a:pPr>
                      <a:r>
                        <a:rPr lang="en-US" sz="1200" b="0" i="0" u="none" strike="noStrike" dirty="0">
                          <a:effectLst/>
                          <a:latin typeface="Arial" panose="020B0604020202020204" pitchFamily="34" charset="0"/>
                        </a:rPr>
                        <a:t>If the </a:t>
                      </a:r>
                      <a:r>
                        <a:rPr lang="en-US" sz="1200" b="1" i="0" u="none" strike="noStrike" dirty="0">
                          <a:effectLst/>
                          <a:latin typeface="Arial" panose="020B0604020202020204" pitchFamily="34" charset="0"/>
                        </a:rPr>
                        <a:t>Double Black (DB) node is root</a:t>
                      </a:r>
                      <a:endParaRPr lang="en-US" sz="1200" b="0" i="0" u="none" strike="noStrike" dirty="0">
                        <a:effectLst/>
                        <a:latin typeface="Arial" panose="020B0604020202020204" pitchFamily="34" charset="0"/>
                      </a:endParaRPr>
                    </a:p>
                  </a:txBody>
                  <a:tcPr marL="59143" marR="59143" marT="29572" marB="29572" anchor="ctr">
                    <a:lnL>
                      <a:noFill/>
                    </a:lnL>
                    <a:lnR>
                      <a:noFill/>
                    </a:lnR>
                    <a:lnT>
                      <a:noFill/>
                    </a:lnT>
                    <a:lnB>
                      <a:noFill/>
                    </a:lnB>
                    <a:noFill/>
                  </a:tcPr>
                </a:tc>
                <a:tc>
                  <a:txBody>
                    <a:bodyPr/>
                    <a:lstStyle/>
                    <a:p>
                      <a:pPr algn="l" fontAlgn="ctr">
                        <a:buNone/>
                      </a:pPr>
                      <a:endParaRPr lang="en-US" sz="1200" b="0" i="0" u="none" strike="noStrike" dirty="0">
                        <a:effectLst/>
                        <a:latin typeface="Arial" panose="020B0604020202020204" pitchFamily="34" charset="0"/>
                      </a:endParaRPr>
                    </a:p>
                    <a:p>
                      <a:pPr algn="l" fontAlgn="ctr">
                        <a:buNone/>
                      </a:pPr>
                      <a:endParaRPr lang="en-US" sz="1200" b="0" i="0" u="none" strike="noStrike" dirty="0">
                        <a:effectLst/>
                        <a:latin typeface="Arial" panose="020B0604020202020204" pitchFamily="34" charset="0"/>
                      </a:endParaRPr>
                    </a:p>
                    <a:p>
                      <a:pPr algn="l" fontAlgn="ctr">
                        <a:buNone/>
                      </a:pPr>
                      <a:endParaRPr lang="en-US" sz="1200" b="0" i="0" u="none" strike="noStrike" dirty="0">
                        <a:effectLst/>
                        <a:latin typeface="Arial" panose="020B0604020202020204" pitchFamily="34" charset="0"/>
                      </a:endParaRPr>
                    </a:p>
                    <a:p>
                      <a:pPr algn="l" fontAlgn="ctr">
                        <a:buNone/>
                      </a:pPr>
                      <a:r>
                        <a:rPr lang="en-US" sz="1200" b="0" i="0" u="none" strike="noStrike" dirty="0">
                          <a:effectLst/>
                          <a:latin typeface="Arial" panose="020B0604020202020204" pitchFamily="34" charset="0"/>
                        </a:rPr>
                        <a:t>Remove the DB and root node becomes black</a:t>
                      </a:r>
                    </a:p>
                    <a:p>
                      <a:pPr algn="l" fontAlgn="ctr">
                        <a:buNone/>
                      </a:pPr>
                      <a:endParaRPr lang="en-US" sz="1200" b="0" i="0" u="none" strike="noStrike" dirty="0">
                        <a:effectLst/>
                        <a:latin typeface="Arial" panose="020B0604020202020204" pitchFamily="34" charset="0"/>
                      </a:endParaRPr>
                    </a:p>
                    <a:p>
                      <a:pPr algn="l" fontAlgn="ctr">
                        <a:buNone/>
                      </a:pPr>
                      <a:endParaRPr lang="en-US" sz="1200" b="0" i="0" u="none" strike="noStrike" dirty="0">
                        <a:effectLst/>
                        <a:latin typeface="Arial" panose="020B0604020202020204" pitchFamily="34" charset="0"/>
                      </a:endParaRPr>
                    </a:p>
                    <a:p>
                      <a:pPr algn="l" fontAlgn="ctr">
                        <a:buNone/>
                      </a:pPr>
                      <a:endParaRPr lang="en-US" sz="1200" b="0" i="0" u="none" strike="noStrike" dirty="0">
                        <a:effectLst/>
                        <a:latin typeface="Arial" panose="020B0604020202020204" pitchFamily="34" charset="0"/>
                      </a:endParaRPr>
                    </a:p>
                  </a:txBody>
                  <a:tcPr marL="59143" marR="59143" marT="29572" marB="29572" anchor="ctr">
                    <a:lnL>
                      <a:noFill/>
                    </a:lnL>
                    <a:lnR>
                      <a:noFill/>
                    </a:lnR>
                    <a:lnT>
                      <a:noFill/>
                    </a:lnT>
                    <a:lnB>
                      <a:noFill/>
                    </a:lnB>
                    <a:noFill/>
                  </a:tcPr>
                </a:tc>
                <a:extLst>
                  <a:ext uri="{0D108BD9-81ED-4DB2-BD59-A6C34878D82A}">
                    <a16:rowId xmlns:a16="http://schemas.microsoft.com/office/drawing/2014/main" val="685937800"/>
                  </a:ext>
                </a:extLst>
              </a:tr>
              <a:tr h="792522">
                <a:tc>
                  <a:txBody>
                    <a:bodyPr/>
                    <a:lstStyle/>
                    <a:p>
                      <a:pPr algn="l" fontAlgn="ctr">
                        <a:buNone/>
                      </a:pPr>
                      <a:r>
                        <a:rPr lang="en-US" sz="1200" b="1" i="0" u="none" strike="noStrike" dirty="0">
                          <a:effectLst/>
                          <a:latin typeface="Arial" panose="020B0604020202020204" pitchFamily="34" charset="0"/>
                        </a:rPr>
                        <a:t>3</a:t>
                      </a:r>
                      <a:endParaRPr lang="en-US" sz="1200" b="0" i="0" u="none" strike="noStrike" dirty="0">
                        <a:effectLst/>
                        <a:latin typeface="Arial" panose="020B0604020202020204" pitchFamily="34" charset="0"/>
                      </a:endParaRPr>
                    </a:p>
                  </a:txBody>
                  <a:tcPr marL="59143" marR="59143" marT="29572" marB="29572" anchor="ctr">
                    <a:lnL>
                      <a:noFill/>
                    </a:lnL>
                    <a:lnR>
                      <a:noFill/>
                    </a:lnR>
                    <a:lnT>
                      <a:noFill/>
                    </a:lnT>
                    <a:lnB>
                      <a:noFill/>
                    </a:lnB>
                    <a:noFill/>
                  </a:tcPr>
                </a:tc>
                <a:tc>
                  <a:txBody>
                    <a:bodyPr/>
                    <a:lstStyle/>
                    <a:p>
                      <a:pPr algn="l" fontAlgn="ctr">
                        <a:buNone/>
                      </a:pPr>
                      <a:r>
                        <a:rPr lang="en-US" sz="1200" b="0" i="0" u="none" strike="noStrike" dirty="0">
                          <a:effectLst/>
                          <a:latin typeface="Arial" panose="020B0604020202020204" pitchFamily="34" charset="0"/>
                        </a:rPr>
                        <a:t>(a) DB’s sibling is </a:t>
                      </a:r>
                      <a:r>
                        <a:rPr lang="en-US" sz="1200" b="1" i="0" u="none" strike="noStrike" dirty="0">
                          <a:effectLst/>
                          <a:latin typeface="Arial" panose="020B0604020202020204" pitchFamily="34" charset="0"/>
                        </a:rPr>
                        <a:t>black</a:t>
                      </a:r>
                      <a:r>
                        <a:rPr lang="en-US" sz="1200" b="0" i="0" u="none" strike="noStrike" dirty="0">
                          <a:effectLst/>
                          <a:latin typeface="Arial" panose="020B0604020202020204" pitchFamily="34" charset="0"/>
                        </a:rPr>
                        <a:t>  and </a:t>
                      </a:r>
                      <a:br>
                        <a:rPr lang="en-US" sz="1200" b="0" i="0" u="none" strike="noStrike" dirty="0">
                          <a:effectLst/>
                          <a:latin typeface="Arial" panose="020B0604020202020204" pitchFamily="34" charset="0"/>
                        </a:rPr>
                      </a:br>
                      <a:r>
                        <a:rPr lang="en-US" sz="1200" b="0" i="0" u="none" strike="noStrike" dirty="0">
                          <a:effectLst/>
                          <a:latin typeface="Arial" panose="020B0604020202020204" pitchFamily="34" charset="0"/>
                        </a:rPr>
                        <a:t>(b) DB’s sibling’s </a:t>
                      </a:r>
                      <a:r>
                        <a:rPr lang="en-US" sz="1200" b="1" i="0" u="none" strike="noStrike" dirty="0">
                          <a:effectLst/>
                          <a:latin typeface="Arial" panose="020B0604020202020204" pitchFamily="34" charset="0"/>
                        </a:rPr>
                        <a:t>children are black</a:t>
                      </a:r>
                      <a:endParaRPr lang="en-US" sz="1200" b="0" i="0" u="none" strike="noStrike" dirty="0">
                        <a:effectLst/>
                        <a:latin typeface="Arial" panose="020B0604020202020204" pitchFamily="34" charset="0"/>
                      </a:endParaRPr>
                    </a:p>
                  </a:txBody>
                  <a:tcPr marL="59143" marR="59143" marT="29572" marB="29572" anchor="ctr">
                    <a:lnL>
                      <a:noFill/>
                    </a:lnL>
                    <a:lnR>
                      <a:noFill/>
                    </a:lnR>
                    <a:lnT>
                      <a:noFill/>
                    </a:lnT>
                    <a:lnB>
                      <a:noFill/>
                    </a:lnB>
                    <a:noFill/>
                  </a:tcPr>
                </a:tc>
                <a:tc>
                  <a:txBody>
                    <a:bodyPr/>
                    <a:lstStyle/>
                    <a:p>
                      <a:pPr marL="228600" indent="-228600" algn="l" fontAlgn="ctr">
                        <a:buAutoNum type="alphaLcParenBoth"/>
                      </a:pPr>
                      <a:r>
                        <a:rPr lang="en-US" sz="1200" b="0" i="0" u="none" strike="noStrike" dirty="0">
                          <a:effectLst/>
                          <a:latin typeface="Arial" panose="020B0604020202020204" pitchFamily="34" charset="0"/>
                        </a:rPr>
                        <a:t>Remove DB (if null DB, then delete the node; for other nodes just remove DB sign) </a:t>
                      </a:r>
                      <a:br>
                        <a:rPr lang="en-US" sz="1200" b="0" i="0" u="none" strike="noStrike" dirty="0">
                          <a:effectLst/>
                          <a:latin typeface="Arial" panose="020B0604020202020204" pitchFamily="34" charset="0"/>
                        </a:rPr>
                      </a:br>
                      <a:r>
                        <a:rPr lang="en-US" sz="1200" b="0" i="0" u="none" strike="noStrike" dirty="0">
                          <a:effectLst/>
                          <a:latin typeface="Arial" panose="020B0604020202020204" pitchFamily="34" charset="0"/>
                        </a:rPr>
                        <a:t>(b) Make DB’s sibling </a:t>
                      </a:r>
                      <a:r>
                        <a:rPr lang="en-US" sz="1200" b="1" i="0" u="none" strike="noStrike" dirty="0">
                          <a:effectLst/>
                          <a:latin typeface="Arial" panose="020B0604020202020204" pitchFamily="34" charset="0"/>
                        </a:rPr>
                        <a:t>red</a:t>
                      </a:r>
                      <a:r>
                        <a:rPr lang="en-US" sz="1200" b="0" i="0" u="none" strike="noStrike" dirty="0">
                          <a:effectLst/>
                          <a:latin typeface="Arial" panose="020B0604020202020204" pitchFamily="34" charset="0"/>
                        </a:rPr>
                        <a:t> </a:t>
                      </a:r>
                      <a:br>
                        <a:rPr lang="en-US" sz="1200" b="0" i="0" u="none" strike="noStrike" dirty="0">
                          <a:effectLst/>
                          <a:latin typeface="Arial" panose="020B0604020202020204" pitchFamily="34" charset="0"/>
                        </a:rPr>
                      </a:br>
                      <a:r>
                        <a:rPr lang="en-US" sz="1200" b="0" i="0" u="none" strike="noStrike" dirty="0">
                          <a:effectLst/>
                          <a:latin typeface="Arial" panose="020B0604020202020204" pitchFamily="34" charset="0"/>
                        </a:rPr>
                        <a:t>(c) If DB’s parent is </a:t>
                      </a:r>
                      <a:r>
                        <a:rPr lang="en-US" sz="1200" b="1" i="0" u="none" strike="noStrike" dirty="0">
                          <a:effectLst/>
                          <a:latin typeface="Arial" panose="020B0604020202020204" pitchFamily="34" charset="0"/>
                        </a:rPr>
                        <a:t>black</a:t>
                      </a:r>
                      <a:r>
                        <a:rPr lang="en-US" sz="1200" b="0" i="0" u="none" strike="noStrike" dirty="0">
                          <a:effectLst/>
                          <a:latin typeface="Arial" panose="020B0604020202020204" pitchFamily="34" charset="0"/>
                        </a:rPr>
                        <a:t>, make it DB, else make it </a:t>
                      </a:r>
                      <a:r>
                        <a:rPr lang="en-US" sz="1200" b="1" i="0" u="none" strike="noStrike" dirty="0">
                          <a:effectLst/>
                          <a:latin typeface="Arial" panose="020B0604020202020204" pitchFamily="34" charset="0"/>
                        </a:rPr>
                        <a:t>black</a:t>
                      </a:r>
                    </a:p>
                    <a:p>
                      <a:pPr marL="0" indent="0" algn="l" fontAlgn="ctr">
                        <a:buNone/>
                      </a:pPr>
                      <a:endParaRPr lang="en-US" sz="1200" b="1" i="0" u="none" strike="noStrike" dirty="0">
                        <a:effectLst/>
                        <a:latin typeface="Arial" panose="020B0604020202020204" pitchFamily="34" charset="0"/>
                      </a:endParaRPr>
                    </a:p>
                    <a:p>
                      <a:pPr marL="0" indent="0" algn="l" fontAlgn="ctr">
                        <a:buNone/>
                      </a:pPr>
                      <a:endParaRPr lang="en-US" sz="1200" b="0" i="0" u="none" strike="noStrike" dirty="0">
                        <a:effectLst/>
                        <a:latin typeface="Arial" panose="020B0604020202020204" pitchFamily="34" charset="0"/>
                      </a:endParaRPr>
                    </a:p>
                  </a:txBody>
                  <a:tcPr marL="59143" marR="59143" marT="29572" marB="29572" anchor="ctr">
                    <a:lnL>
                      <a:noFill/>
                    </a:lnL>
                    <a:lnR>
                      <a:noFill/>
                    </a:lnR>
                    <a:lnT>
                      <a:noFill/>
                    </a:lnT>
                    <a:lnB>
                      <a:noFill/>
                    </a:lnB>
                    <a:noFill/>
                  </a:tcPr>
                </a:tc>
                <a:extLst>
                  <a:ext uri="{0D108BD9-81ED-4DB2-BD59-A6C34878D82A}">
                    <a16:rowId xmlns:a16="http://schemas.microsoft.com/office/drawing/2014/main" val="1763534429"/>
                  </a:ext>
                </a:extLst>
              </a:tr>
              <a:tr h="792522">
                <a:tc>
                  <a:txBody>
                    <a:bodyPr/>
                    <a:lstStyle/>
                    <a:p>
                      <a:pPr algn="l" fontAlgn="ctr">
                        <a:buNone/>
                      </a:pPr>
                      <a:endParaRPr lang="en-US" sz="1200" b="0" i="0" u="none" strike="noStrike" dirty="0">
                        <a:effectLst/>
                        <a:latin typeface="Arial" panose="020B0604020202020204" pitchFamily="34" charset="0"/>
                      </a:endParaRPr>
                    </a:p>
                  </a:txBody>
                  <a:tcPr marL="59143" marR="59143" marT="29572" marB="29572" anchor="ctr">
                    <a:lnL>
                      <a:noFill/>
                    </a:lnL>
                    <a:lnR>
                      <a:noFill/>
                    </a:lnR>
                    <a:lnT>
                      <a:noFill/>
                    </a:lnT>
                    <a:lnB>
                      <a:noFill/>
                    </a:lnB>
                    <a:noFill/>
                  </a:tcPr>
                </a:tc>
                <a:tc>
                  <a:txBody>
                    <a:bodyPr/>
                    <a:lstStyle/>
                    <a:p>
                      <a:pPr algn="l" fontAlgn="ctr">
                        <a:buNone/>
                      </a:pPr>
                      <a:endParaRPr lang="en-US" sz="1200" b="0" i="0" u="none" strike="noStrike" dirty="0">
                        <a:effectLst/>
                        <a:latin typeface="Arial" panose="020B0604020202020204" pitchFamily="34" charset="0"/>
                      </a:endParaRPr>
                    </a:p>
                  </a:txBody>
                  <a:tcPr marL="59143" marR="59143" marT="29572" marB="29572" anchor="ctr">
                    <a:lnL>
                      <a:noFill/>
                    </a:lnL>
                    <a:lnR>
                      <a:noFill/>
                    </a:lnR>
                    <a:lnT>
                      <a:noFill/>
                    </a:lnT>
                    <a:lnB>
                      <a:noFill/>
                    </a:lnB>
                    <a:noFill/>
                  </a:tcPr>
                </a:tc>
                <a:tc>
                  <a:txBody>
                    <a:bodyPr/>
                    <a:lstStyle/>
                    <a:p>
                      <a:pPr marL="0" indent="0" algn="l" fontAlgn="ctr">
                        <a:buNone/>
                      </a:pPr>
                      <a:endParaRPr lang="en-US" sz="1200" b="0" i="0" u="none" strike="noStrike" dirty="0">
                        <a:effectLst/>
                        <a:latin typeface="Arial" panose="020B0604020202020204" pitchFamily="34" charset="0"/>
                      </a:endParaRPr>
                    </a:p>
                  </a:txBody>
                  <a:tcPr marL="59143" marR="59143" marT="29572" marB="29572" anchor="ctr">
                    <a:lnL>
                      <a:noFill/>
                    </a:lnL>
                    <a:lnR>
                      <a:noFill/>
                    </a:lnR>
                    <a:lnT>
                      <a:noFill/>
                    </a:lnT>
                    <a:lnB>
                      <a:noFill/>
                    </a:lnB>
                    <a:noFill/>
                  </a:tcPr>
                </a:tc>
                <a:extLst>
                  <a:ext uri="{0D108BD9-81ED-4DB2-BD59-A6C34878D82A}">
                    <a16:rowId xmlns:a16="http://schemas.microsoft.com/office/drawing/2014/main" val="1447243686"/>
                  </a:ext>
                </a:extLst>
              </a:tr>
              <a:tr h="792522">
                <a:tc>
                  <a:txBody>
                    <a:bodyPr/>
                    <a:lstStyle/>
                    <a:p>
                      <a:pPr algn="l" fontAlgn="ctr">
                        <a:buNone/>
                      </a:pPr>
                      <a:endParaRPr lang="en-US" sz="1200" b="0" i="0" u="none" strike="noStrike">
                        <a:effectLst/>
                        <a:latin typeface="Arial" panose="020B0604020202020204" pitchFamily="34" charset="0"/>
                      </a:endParaRPr>
                    </a:p>
                  </a:txBody>
                  <a:tcPr marL="59143" marR="59143" marT="29572" marB="29572" anchor="ctr">
                    <a:lnL>
                      <a:noFill/>
                    </a:lnL>
                    <a:lnR>
                      <a:noFill/>
                    </a:lnR>
                    <a:lnT>
                      <a:noFill/>
                    </a:lnT>
                    <a:lnB>
                      <a:noFill/>
                    </a:lnB>
                    <a:noFill/>
                  </a:tcPr>
                </a:tc>
                <a:tc>
                  <a:txBody>
                    <a:bodyPr/>
                    <a:lstStyle/>
                    <a:p>
                      <a:pPr algn="l" fontAlgn="ctr">
                        <a:buNone/>
                      </a:pPr>
                      <a:endParaRPr lang="en-US" sz="1200" b="0" i="0" u="none" strike="noStrike">
                        <a:effectLst/>
                        <a:latin typeface="Arial" panose="020B0604020202020204" pitchFamily="34" charset="0"/>
                      </a:endParaRPr>
                    </a:p>
                  </a:txBody>
                  <a:tcPr marL="59143" marR="59143" marT="29572" marB="29572" anchor="ctr">
                    <a:lnL>
                      <a:noFill/>
                    </a:lnL>
                    <a:lnR>
                      <a:noFill/>
                    </a:lnR>
                    <a:lnT>
                      <a:noFill/>
                    </a:lnT>
                    <a:lnB>
                      <a:noFill/>
                    </a:lnB>
                    <a:noFill/>
                  </a:tcPr>
                </a:tc>
                <a:tc>
                  <a:txBody>
                    <a:bodyPr/>
                    <a:lstStyle/>
                    <a:p>
                      <a:pPr algn="l" fontAlgn="ctr">
                        <a:buNone/>
                      </a:pPr>
                      <a:endParaRPr lang="en-US" sz="1200" b="0" i="0" u="none" strike="noStrike" dirty="0">
                        <a:effectLst/>
                        <a:latin typeface="Arial" panose="020B0604020202020204" pitchFamily="34" charset="0"/>
                      </a:endParaRPr>
                    </a:p>
                  </a:txBody>
                  <a:tcPr marL="59143" marR="59143" marT="29572" marB="29572" anchor="ctr">
                    <a:lnL>
                      <a:noFill/>
                    </a:lnL>
                    <a:lnR>
                      <a:noFill/>
                    </a:lnR>
                    <a:lnT>
                      <a:noFill/>
                    </a:lnT>
                    <a:lnB>
                      <a:noFill/>
                    </a:lnB>
                    <a:noFill/>
                  </a:tcPr>
                </a:tc>
                <a:extLst>
                  <a:ext uri="{0D108BD9-81ED-4DB2-BD59-A6C34878D82A}">
                    <a16:rowId xmlns:a16="http://schemas.microsoft.com/office/drawing/2014/main" val="703139364"/>
                  </a:ext>
                </a:extLst>
              </a:tr>
              <a:tr h="792522">
                <a:tc>
                  <a:txBody>
                    <a:bodyPr/>
                    <a:lstStyle/>
                    <a:p>
                      <a:pPr algn="l" fontAlgn="ctr">
                        <a:buNone/>
                      </a:pPr>
                      <a:endParaRPr lang="en-US" sz="1200" b="0" i="0" u="none" strike="noStrike">
                        <a:effectLst/>
                        <a:latin typeface="Arial" panose="020B0604020202020204" pitchFamily="34" charset="0"/>
                      </a:endParaRPr>
                    </a:p>
                  </a:txBody>
                  <a:tcPr marL="59143" marR="59143" marT="29572" marB="29572" anchor="ctr">
                    <a:lnL>
                      <a:noFill/>
                    </a:lnL>
                    <a:lnR>
                      <a:noFill/>
                    </a:lnR>
                    <a:lnT>
                      <a:noFill/>
                    </a:lnT>
                    <a:lnB>
                      <a:noFill/>
                    </a:lnB>
                    <a:noFill/>
                  </a:tcPr>
                </a:tc>
                <a:tc>
                  <a:txBody>
                    <a:bodyPr/>
                    <a:lstStyle/>
                    <a:p>
                      <a:pPr algn="l" fontAlgn="ctr">
                        <a:buNone/>
                      </a:pPr>
                      <a:endParaRPr lang="en-US" sz="1200" b="0" i="0" u="none" strike="noStrike">
                        <a:effectLst/>
                        <a:latin typeface="Arial" panose="020B0604020202020204" pitchFamily="34" charset="0"/>
                      </a:endParaRPr>
                    </a:p>
                  </a:txBody>
                  <a:tcPr marL="59143" marR="59143" marT="29572" marB="29572" anchor="ctr">
                    <a:lnL>
                      <a:noFill/>
                    </a:lnL>
                    <a:lnR>
                      <a:noFill/>
                    </a:lnR>
                    <a:lnT>
                      <a:noFill/>
                    </a:lnT>
                    <a:lnB>
                      <a:noFill/>
                    </a:lnB>
                    <a:noFill/>
                  </a:tcPr>
                </a:tc>
                <a:tc>
                  <a:txBody>
                    <a:bodyPr/>
                    <a:lstStyle/>
                    <a:p>
                      <a:pPr algn="l" fontAlgn="ctr">
                        <a:buNone/>
                      </a:pPr>
                      <a:endParaRPr lang="en-US" sz="1200" b="0" i="0" u="none" strike="noStrike" dirty="0">
                        <a:effectLst/>
                        <a:latin typeface="Arial" panose="020B0604020202020204" pitchFamily="34" charset="0"/>
                      </a:endParaRPr>
                    </a:p>
                  </a:txBody>
                  <a:tcPr marL="59143" marR="59143" marT="29572" marB="29572" anchor="ctr">
                    <a:lnL>
                      <a:noFill/>
                    </a:lnL>
                    <a:lnR>
                      <a:noFill/>
                    </a:lnR>
                    <a:lnT>
                      <a:noFill/>
                    </a:lnT>
                    <a:lnB>
                      <a:noFill/>
                    </a:lnB>
                    <a:noFill/>
                  </a:tcPr>
                </a:tc>
                <a:extLst>
                  <a:ext uri="{0D108BD9-81ED-4DB2-BD59-A6C34878D82A}">
                    <a16:rowId xmlns:a16="http://schemas.microsoft.com/office/drawing/2014/main" val="4270561985"/>
                  </a:ext>
                </a:extLst>
              </a:tr>
            </a:tbl>
          </a:graphicData>
        </a:graphic>
      </p:graphicFrame>
    </p:spTree>
    <p:extLst>
      <p:ext uri="{BB962C8B-B14F-4D97-AF65-F5344CB8AC3E}">
        <p14:creationId xmlns:p14="http://schemas.microsoft.com/office/powerpoint/2010/main" val="219709249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1487A1-6CAA-22B9-791D-9A429AE2C2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D97393-8C71-2D45-37F4-DF16DEE05AAD}"/>
              </a:ext>
            </a:extLst>
          </p:cNvPr>
          <p:cNvSpPr>
            <a:spLocks noGrp="1"/>
          </p:cNvSpPr>
          <p:nvPr>
            <p:ph type="title"/>
          </p:nvPr>
        </p:nvSpPr>
        <p:spPr>
          <a:xfrm>
            <a:off x="838200" y="365125"/>
            <a:ext cx="10515600" cy="1325563"/>
          </a:xfrm>
        </p:spPr>
        <p:txBody>
          <a:bodyPr>
            <a:normAutofit/>
          </a:bodyPr>
          <a:lstStyle/>
          <a:p>
            <a:pPr marL="0" marR="0" lvl="0" indent="0" defTabSz="914400" rtl="0" eaLnBrk="0" fontAlgn="base" latinLnBrk="0" hangingPunct="0">
              <a:spcBef>
                <a:spcPct val="0"/>
              </a:spcBef>
              <a:spcAft>
                <a:spcPct val="0"/>
              </a:spcAft>
              <a:buClrTx/>
              <a:buSzTx/>
              <a:buFontTx/>
              <a:buNone/>
              <a:tabLst/>
            </a:pPr>
            <a:r>
              <a:rPr kumimoji="0" lang="en-US" altLang="en-US" b="1" i="0" u="none" strike="noStrike" cap="none" normalizeH="0" baseline="0">
                <a:ln>
                  <a:noFill/>
                </a:ln>
                <a:effectLst/>
              </a:rPr>
              <a:t>Red-Black Tree Deletion Cases</a:t>
            </a:r>
          </a:p>
          <a:p>
            <a:pPr marL="0" marR="0" lvl="0" indent="0" defTabSz="914400" rtl="0" eaLnBrk="0" fontAlgn="base" latinLnBrk="0" hangingPunct="0">
              <a:spcBef>
                <a:spcPct val="0"/>
              </a:spcBef>
              <a:spcAft>
                <a:spcPct val="0"/>
              </a:spcAft>
              <a:buClrTx/>
              <a:buSzTx/>
              <a:buFontTx/>
              <a:buNone/>
              <a:tabLst/>
            </a:pPr>
            <a:endParaRPr kumimoji="0" lang="en-US" altLang="en-US" b="0" i="0" u="none" strike="noStrike" cap="none" normalizeH="0" baseline="0">
              <a:ln>
                <a:noFill/>
              </a:ln>
              <a:effectLst/>
            </a:endParaRPr>
          </a:p>
        </p:txBody>
      </p:sp>
      <p:graphicFrame>
        <p:nvGraphicFramePr>
          <p:cNvPr id="3" name="Table 2">
            <a:extLst>
              <a:ext uri="{FF2B5EF4-FFF2-40B4-BE49-F238E27FC236}">
                <a16:creationId xmlns:a16="http://schemas.microsoft.com/office/drawing/2014/main" id="{2B812138-B913-1545-90D4-7D3C3F4323E6}"/>
              </a:ext>
            </a:extLst>
          </p:cNvPr>
          <p:cNvGraphicFramePr>
            <a:graphicFrameLocks noGrp="1"/>
          </p:cNvGraphicFramePr>
          <p:nvPr>
            <p:extLst>
              <p:ext uri="{D42A27DB-BD31-4B8C-83A1-F6EECF244321}">
                <p14:modId xmlns:p14="http://schemas.microsoft.com/office/powerpoint/2010/main" val="551572556"/>
              </p:ext>
            </p:extLst>
          </p:nvPr>
        </p:nvGraphicFramePr>
        <p:xfrm>
          <a:off x="406400" y="1027906"/>
          <a:ext cx="10515601" cy="3871572"/>
        </p:xfrm>
        <a:graphic>
          <a:graphicData uri="http://schemas.openxmlformats.org/drawingml/2006/table">
            <a:tbl>
              <a:tblPr/>
              <a:tblGrid>
                <a:gridCol w="1587541">
                  <a:extLst>
                    <a:ext uri="{9D8B030D-6E8A-4147-A177-3AD203B41FA5}">
                      <a16:colId xmlns:a16="http://schemas.microsoft.com/office/drawing/2014/main" val="324201158"/>
                    </a:ext>
                  </a:extLst>
                </a:gridCol>
                <a:gridCol w="4404461">
                  <a:extLst>
                    <a:ext uri="{9D8B030D-6E8A-4147-A177-3AD203B41FA5}">
                      <a16:colId xmlns:a16="http://schemas.microsoft.com/office/drawing/2014/main" val="3076999996"/>
                    </a:ext>
                  </a:extLst>
                </a:gridCol>
                <a:gridCol w="4523599">
                  <a:extLst>
                    <a:ext uri="{9D8B030D-6E8A-4147-A177-3AD203B41FA5}">
                      <a16:colId xmlns:a16="http://schemas.microsoft.com/office/drawing/2014/main" val="4095500326"/>
                    </a:ext>
                  </a:extLst>
                </a:gridCol>
              </a:tblGrid>
              <a:tr h="260231">
                <a:tc>
                  <a:txBody>
                    <a:bodyPr/>
                    <a:lstStyle/>
                    <a:p>
                      <a:pPr algn="l" fontAlgn="ctr">
                        <a:buNone/>
                      </a:pPr>
                      <a:r>
                        <a:rPr lang="en-US" sz="1200" b="1" i="0" u="none" strike="noStrike" dirty="0">
                          <a:effectLst/>
                          <a:latin typeface="Arial" panose="020B0604020202020204" pitchFamily="34" charset="0"/>
                        </a:rPr>
                        <a:t>Case #</a:t>
                      </a:r>
                      <a:endParaRPr lang="en-US" sz="1200" b="0" i="0" u="none" strike="noStrike" dirty="0">
                        <a:effectLst/>
                        <a:latin typeface="Arial" panose="020B0604020202020204" pitchFamily="34" charset="0"/>
                      </a:endParaRPr>
                    </a:p>
                  </a:txBody>
                  <a:tcPr marL="59143" marR="59143" marT="29572" marB="29572" anchor="ctr">
                    <a:lnL>
                      <a:noFill/>
                    </a:lnL>
                    <a:lnR>
                      <a:noFill/>
                    </a:lnR>
                    <a:lnT>
                      <a:noFill/>
                    </a:lnT>
                    <a:lnB>
                      <a:noFill/>
                    </a:lnB>
                    <a:noFill/>
                  </a:tcPr>
                </a:tc>
                <a:tc>
                  <a:txBody>
                    <a:bodyPr/>
                    <a:lstStyle/>
                    <a:p>
                      <a:pPr algn="l" fontAlgn="ctr">
                        <a:buNone/>
                      </a:pPr>
                      <a:r>
                        <a:rPr lang="en-US" sz="1200" b="1" i="0" u="none" strike="noStrike">
                          <a:effectLst/>
                          <a:latin typeface="Arial" panose="020B0604020202020204" pitchFamily="34" charset="0"/>
                        </a:rPr>
                        <a:t>Check condition</a:t>
                      </a:r>
                      <a:endParaRPr lang="en-US" sz="1200" b="0" i="0" u="none" strike="noStrike">
                        <a:effectLst/>
                        <a:latin typeface="Arial" panose="020B0604020202020204" pitchFamily="34" charset="0"/>
                      </a:endParaRPr>
                    </a:p>
                  </a:txBody>
                  <a:tcPr marL="59143" marR="59143" marT="29572" marB="29572" anchor="ctr">
                    <a:lnL>
                      <a:noFill/>
                    </a:lnL>
                    <a:lnR>
                      <a:noFill/>
                    </a:lnR>
                    <a:lnT>
                      <a:noFill/>
                    </a:lnT>
                    <a:lnB>
                      <a:noFill/>
                    </a:lnB>
                    <a:noFill/>
                  </a:tcPr>
                </a:tc>
                <a:tc>
                  <a:txBody>
                    <a:bodyPr/>
                    <a:lstStyle/>
                    <a:p>
                      <a:pPr algn="l" fontAlgn="ctr">
                        <a:buNone/>
                      </a:pPr>
                      <a:r>
                        <a:rPr lang="en-US" sz="1200" b="1" i="0" u="none" strike="noStrike">
                          <a:effectLst/>
                          <a:latin typeface="Arial" panose="020B0604020202020204" pitchFamily="34" charset="0"/>
                        </a:rPr>
                        <a:t>Action</a:t>
                      </a:r>
                      <a:endParaRPr lang="en-US" sz="1200" b="0" i="0" u="none" strike="noStrike">
                        <a:effectLst/>
                        <a:latin typeface="Arial" panose="020B0604020202020204" pitchFamily="34" charset="0"/>
                      </a:endParaRPr>
                    </a:p>
                  </a:txBody>
                  <a:tcPr marL="59143" marR="59143" marT="29572" marB="29572" anchor="ctr">
                    <a:lnL>
                      <a:noFill/>
                    </a:lnL>
                    <a:lnR>
                      <a:noFill/>
                    </a:lnR>
                    <a:lnT>
                      <a:noFill/>
                    </a:lnT>
                    <a:lnB>
                      <a:noFill/>
                    </a:lnB>
                    <a:noFill/>
                  </a:tcPr>
                </a:tc>
                <a:extLst>
                  <a:ext uri="{0D108BD9-81ED-4DB2-BD59-A6C34878D82A}">
                    <a16:rowId xmlns:a16="http://schemas.microsoft.com/office/drawing/2014/main" val="2356025261"/>
                  </a:ext>
                </a:extLst>
              </a:tr>
              <a:tr h="260231">
                <a:tc>
                  <a:txBody>
                    <a:bodyPr/>
                    <a:lstStyle/>
                    <a:p>
                      <a:pPr algn="l" fontAlgn="ctr">
                        <a:buNone/>
                      </a:pPr>
                      <a:endParaRPr lang="en-US" sz="1200" b="0" i="0" u="none" strike="noStrike" dirty="0">
                        <a:effectLst/>
                        <a:latin typeface="Arial" panose="020B0604020202020204" pitchFamily="34" charset="0"/>
                      </a:endParaRPr>
                    </a:p>
                  </a:txBody>
                  <a:tcPr marL="59143" marR="59143" marT="29572" marB="29572" anchor="ctr">
                    <a:lnL>
                      <a:noFill/>
                    </a:lnL>
                    <a:lnR>
                      <a:noFill/>
                    </a:lnR>
                    <a:lnT>
                      <a:noFill/>
                    </a:lnT>
                    <a:lnB>
                      <a:noFill/>
                    </a:lnB>
                    <a:noFill/>
                  </a:tcPr>
                </a:tc>
                <a:tc>
                  <a:txBody>
                    <a:bodyPr/>
                    <a:lstStyle/>
                    <a:p>
                      <a:pPr algn="l" fontAlgn="ctr">
                        <a:buNone/>
                      </a:pPr>
                      <a:endParaRPr lang="en-US" sz="1200" b="0" i="0" u="none" strike="noStrike" dirty="0">
                        <a:effectLst/>
                        <a:latin typeface="Arial" panose="020B0604020202020204" pitchFamily="34" charset="0"/>
                      </a:endParaRPr>
                    </a:p>
                  </a:txBody>
                  <a:tcPr marL="59143" marR="59143" marT="29572" marB="29572" anchor="ctr">
                    <a:lnL>
                      <a:noFill/>
                    </a:lnL>
                    <a:lnR>
                      <a:noFill/>
                    </a:lnR>
                    <a:lnT>
                      <a:noFill/>
                    </a:lnT>
                    <a:lnB>
                      <a:noFill/>
                    </a:lnB>
                    <a:noFill/>
                  </a:tcPr>
                </a:tc>
                <a:tc>
                  <a:txBody>
                    <a:bodyPr/>
                    <a:lstStyle/>
                    <a:p>
                      <a:pPr algn="l" fontAlgn="ctr">
                        <a:buNone/>
                      </a:pPr>
                      <a:endParaRPr lang="en-US" sz="1200" b="0" i="0" u="none" strike="noStrike">
                        <a:effectLst/>
                        <a:latin typeface="Arial" panose="020B0604020202020204" pitchFamily="34" charset="0"/>
                      </a:endParaRPr>
                    </a:p>
                  </a:txBody>
                  <a:tcPr marL="59143" marR="59143" marT="29572" marB="29572" anchor="ctr">
                    <a:lnL>
                      <a:noFill/>
                    </a:lnL>
                    <a:lnR>
                      <a:noFill/>
                    </a:lnR>
                    <a:lnT>
                      <a:noFill/>
                    </a:lnT>
                    <a:lnB>
                      <a:noFill/>
                    </a:lnB>
                    <a:noFill/>
                  </a:tcPr>
                </a:tc>
                <a:extLst>
                  <a:ext uri="{0D108BD9-81ED-4DB2-BD59-A6C34878D82A}">
                    <a16:rowId xmlns:a16="http://schemas.microsoft.com/office/drawing/2014/main" val="4250725712"/>
                  </a:ext>
                </a:extLst>
              </a:tr>
              <a:tr h="260231">
                <a:tc>
                  <a:txBody>
                    <a:bodyPr/>
                    <a:lstStyle/>
                    <a:p>
                      <a:pPr algn="l" fontAlgn="ctr">
                        <a:buNone/>
                      </a:pPr>
                      <a:r>
                        <a:rPr lang="en-US" sz="1200" b="1" i="0" u="none" strike="noStrike" dirty="0">
                          <a:effectLst/>
                          <a:latin typeface="Arial" panose="020B0604020202020204" pitchFamily="34" charset="0"/>
                        </a:rPr>
                        <a:t>4</a:t>
                      </a:r>
                      <a:endParaRPr lang="en-US" sz="1200" b="0" i="0" u="none" strike="noStrike" dirty="0">
                        <a:effectLst/>
                        <a:latin typeface="Arial" panose="020B0604020202020204" pitchFamily="34" charset="0"/>
                      </a:endParaRPr>
                    </a:p>
                  </a:txBody>
                  <a:tcPr marL="59143" marR="59143" marT="29572" marB="29572" anchor="ctr">
                    <a:lnL>
                      <a:noFill/>
                    </a:lnL>
                    <a:lnR>
                      <a:noFill/>
                    </a:lnR>
                    <a:lnT>
                      <a:noFill/>
                    </a:lnT>
                    <a:lnB>
                      <a:noFill/>
                    </a:lnB>
                    <a:noFill/>
                  </a:tcPr>
                </a:tc>
                <a:tc>
                  <a:txBody>
                    <a:bodyPr/>
                    <a:lstStyle/>
                    <a:p>
                      <a:pPr algn="l" fontAlgn="ctr">
                        <a:buNone/>
                      </a:pPr>
                      <a:r>
                        <a:rPr lang="en-US" sz="1200" b="0" i="0" u="none" strike="noStrike" dirty="0">
                          <a:effectLst/>
                          <a:latin typeface="Arial" panose="020B0604020202020204" pitchFamily="34" charset="0"/>
                        </a:rPr>
                        <a:t>DB’s sibling is </a:t>
                      </a:r>
                      <a:r>
                        <a:rPr lang="en-US" sz="1200" b="1" i="0" u="none" strike="noStrike" dirty="0">
                          <a:effectLst/>
                          <a:latin typeface="Arial" panose="020B0604020202020204" pitchFamily="34" charset="0"/>
                        </a:rPr>
                        <a:t>red</a:t>
                      </a:r>
                      <a:endParaRPr lang="en-US" sz="1200" b="0" i="0" u="none" strike="noStrike" dirty="0">
                        <a:effectLst/>
                        <a:latin typeface="Arial" panose="020B0604020202020204" pitchFamily="34" charset="0"/>
                      </a:endParaRPr>
                    </a:p>
                  </a:txBody>
                  <a:tcPr marL="59143" marR="59143" marT="29572" marB="29572" anchor="ctr">
                    <a:lnL>
                      <a:noFill/>
                    </a:lnL>
                    <a:lnR>
                      <a:noFill/>
                    </a:lnR>
                    <a:lnT>
                      <a:noFill/>
                    </a:lnT>
                    <a:lnB>
                      <a:noFill/>
                    </a:lnB>
                    <a:noFill/>
                  </a:tcPr>
                </a:tc>
                <a:tc>
                  <a:txBody>
                    <a:bodyPr/>
                    <a:lstStyle/>
                    <a:p>
                      <a:pPr marL="228600" indent="-228600" algn="l" fontAlgn="ctr">
                        <a:buAutoNum type="alphaLcParenBoth"/>
                      </a:pPr>
                      <a:r>
                        <a:rPr lang="en-US" sz="1200" b="0" i="0" u="none" strike="noStrike" dirty="0">
                          <a:effectLst/>
                          <a:latin typeface="Arial" panose="020B0604020202020204" pitchFamily="34" charset="0"/>
                        </a:rPr>
                        <a:t>Swap color of DB’s parent with DB’s sibling </a:t>
                      </a:r>
                      <a:br>
                        <a:rPr lang="en-US" sz="1200" b="0" i="0" u="none" strike="noStrike" dirty="0">
                          <a:effectLst/>
                          <a:latin typeface="Arial" panose="020B0604020202020204" pitchFamily="34" charset="0"/>
                        </a:rPr>
                      </a:br>
                      <a:r>
                        <a:rPr lang="en-US" sz="1200" b="0" i="0" u="none" strike="noStrike" dirty="0">
                          <a:effectLst/>
                          <a:latin typeface="Arial" panose="020B0604020202020204" pitchFamily="34" charset="0"/>
                        </a:rPr>
                        <a:t>(b) Perform rotation at parent node in direction of DB node </a:t>
                      </a:r>
                      <a:br>
                        <a:rPr lang="en-US" sz="1200" b="0" i="0" u="none" strike="noStrike" dirty="0">
                          <a:effectLst/>
                          <a:latin typeface="Arial" panose="020B0604020202020204" pitchFamily="34" charset="0"/>
                        </a:rPr>
                      </a:br>
                      <a:r>
                        <a:rPr lang="en-US" sz="1200" b="0" i="0" u="none" strike="noStrike" dirty="0">
                          <a:effectLst/>
                          <a:latin typeface="Arial" panose="020B0604020202020204" pitchFamily="34" charset="0"/>
                        </a:rPr>
                        <a:t>(c) Re-check which case can be applied to this new tree and perform it</a:t>
                      </a:r>
                    </a:p>
                    <a:p>
                      <a:pPr marL="228600" indent="-228600" algn="l" fontAlgn="ctr">
                        <a:buAutoNum type="alphaLcParenBoth"/>
                      </a:pPr>
                      <a:endParaRPr lang="en-US" sz="1200" b="0" i="0" u="none" strike="noStrike" dirty="0">
                        <a:effectLst/>
                        <a:latin typeface="Arial" panose="020B0604020202020204" pitchFamily="34" charset="0"/>
                      </a:endParaRPr>
                    </a:p>
                  </a:txBody>
                  <a:tcPr marL="59143" marR="59143" marT="29572" marB="29572" anchor="ctr">
                    <a:lnL>
                      <a:noFill/>
                    </a:lnL>
                    <a:lnR>
                      <a:noFill/>
                    </a:lnR>
                    <a:lnT>
                      <a:noFill/>
                    </a:lnT>
                    <a:lnB>
                      <a:noFill/>
                    </a:lnB>
                    <a:noFill/>
                  </a:tcPr>
                </a:tc>
                <a:extLst>
                  <a:ext uri="{0D108BD9-81ED-4DB2-BD59-A6C34878D82A}">
                    <a16:rowId xmlns:a16="http://schemas.microsoft.com/office/drawing/2014/main" val="685937800"/>
                  </a:ext>
                </a:extLst>
              </a:tr>
              <a:tr h="792522">
                <a:tc>
                  <a:txBody>
                    <a:bodyPr/>
                    <a:lstStyle/>
                    <a:p>
                      <a:pPr algn="l" fontAlgn="ctr">
                        <a:buNone/>
                      </a:pPr>
                      <a:endParaRPr lang="en-US" sz="1200" b="0" i="0" u="none" strike="noStrike" dirty="0">
                        <a:effectLst/>
                        <a:latin typeface="Arial" panose="020B0604020202020204" pitchFamily="34" charset="0"/>
                      </a:endParaRPr>
                    </a:p>
                  </a:txBody>
                  <a:tcPr marL="59143" marR="59143" marT="29572" marB="29572" anchor="ctr">
                    <a:lnL>
                      <a:noFill/>
                    </a:lnL>
                    <a:lnR>
                      <a:noFill/>
                    </a:lnR>
                    <a:lnT>
                      <a:noFill/>
                    </a:lnT>
                    <a:lnB>
                      <a:noFill/>
                    </a:lnB>
                    <a:noFill/>
                  </a:tcPr>
                </a:tc>
                <a:tc>
                  <a:txBody>
                    <a:bodyPr/>
                    <a:lstStyle/>
                    <a:p>
                      <a:pPr algn="l" fontAlgn="ctr">
                        <a:buNone/>
                      </a:pPr>
                      <a:endParaRPr lang="en-US" sz="1200" b="0" i="0" u="none" strike="noStrike" dirty="0">
                        <a:effectLst/>
                        <a:latin typeface="Arial" panose="020B0604020202020204" pitchFamily="34" charset="0"/>
                      </a:endParaRPr>
                    </a:p>
                  </a:txBody>
                  <a:tcPr marL="59143" marR="59143" marT="29572" marB="29572" anchor="ctr">
                    <a:lnL>
                      <a:noFill/>
                    </a:lnL>
                    <a:lnR>
                      <a:noFill/>
                    </a:lnR>
                    <a:lnT>
                      <a:noFill/>
                    </a:lnT>
                    <a:lnB>
                      <a:noFill/>
                    </a:lnB>
                    <a:noFill/>
                  </a:tcPr>
                </a:tc>
                <a:tc>
                  <a:txBody>
                    <a:bodyPr/>
                    <a:lstStyle/>
                    <a:p>
                      <a:pPr marL="0" indent="0" algn="l" fontAlgn="ctr">
                        <a:buNone/>
                      </a:pPr>
                      <a:endParaRPr lang="en-US" sz="1200" b="0" i="0" u="none" strike="noStrike" dirty="0">
                        <a:effectLst/>
                        <a:latin typeface="Arial" panose="020B0604020202020204" pitchFamily="34" charset="0"/>
                      </a:endParaRPr>
                    </a:p>
                  </a:txBody>
                  <a:tcPr marL="59143" marR="59143" marT="29572" marB="29572" anchor="ctr">
                    <a:lnL>
                      <a:noFill/>
                    </a:lnL>
                    <a:lnR>
                      <a:noFill/>
                    </a:lnR>
                    <a:lnT>
                      <a:noFill/>
                    </a:lnT>
                    <a:lnB>
                      <a:noFill/>
                    </a:lnB>
                    <a:noFill/>
                  </a:tcPr>
                </a:tc>
                <a:extLst>
                  <a:ext uri="{0D108BD9-81ED-4DB2-BD59-A6C34878D82A}">
                    <a16:rowId xmlns:a16="http://schemas.microsoft.com/office/drawing/2014/main" val="1763534429"/>
                  </a:ext>
                </a:extLst>
              </a:tr>
              <a:tr h="792522">
                <a:tc>
                  <a:txBody>
                    <a:bodyPr/>
                    <a:lstStyle/>
                    <a:p>
                      <a:pPr algn="l" fontAlgn="ctr">
                        <a:buNone/>
                      </a:pPr>
                      <a:endParaRPr lang="en-US" sz="1200" b="0" i="0" u="none" strike="noStrike" dirty="0">
                        <a:effectLst/>
                        <a:latin typeface="Arial" panose="020B0604020202020204" pitchFamily="34" charset="0"/>
                      </a:endParaRPr>
                    </a:p>
                  </a:txBody>
                  <a:tcPr marL="59143" marR="59143" marT="29572" marB="29572" anchor="ctr">
                    <a:lnL>
                      <a:noFill/>
                    </a:lnL>
                    <a:lnR>
                      <a:noFill/>
                    </a:lnR>
                    <a:lnT>
                      <a:noFill/>
                    </a:lnT>
                    <a:lnB>
                      <a:noFill/>
                    </a:lnB>
                    <a:noFill/>
                  </a:tcPr>
                </a:tc>
                <a:tc>
                  <a:txBody>
                    <a:bodyPr/>
                    <a:lstStyle/>
                    <a:p>
                      <a:pPr algn="l" fontAlgn="ctr">
                        <a:buNone/>
                      </a:pPr>
                      <a:endParaRPr lang="en-US" sz="1200" b="0" i="0" u="none" strike="noStrike" dirty="0">
                        <a:effectLst/>
                        <a:latin typeface="Arial" panose="020B0604020202020204" pitchFamily="34" charset="0"/>
                      </a:endParaRPr>
                    </a:p>
                  </a:txBody>
                  <a:tcPr marL="59143" marR="59143" marT="29572" marB="29572" anchor="ctr">
                    <a:lnL>
                      <a:noFill/>
                    </a:lnL>
                    <a:lnR>
                      <a:noFill/>
                    </a:lnR>
                    <a:lnT>
                      <a:noFill/>
                    </a:lnT>
                    <a:lnB>
                      <a:noFill/>
                    </a:lnB>
                    <a:noFill/>
                  </a:tcPr>
                </a:tc>
                <a:tc>
                  <a:txBody>
                    <a:bodyPr/>
                    <a:lstStyle/>
                    <a:p>
                      <a:pPr algn="l" fontAlgn="ctr">
                        <a:buNone/>
                      </a:pPr>
                      <a:endParaRPr lang="en-US" sz="1200" b="0" i="0" u="none" strike="noStrike" dirty="0">
                        <a:effectLst/>
                        <a:latin typeface="Arial" panose="020B0604020202020204" pitchFamily="34" charset="0"/>
                      </a:endParaRPr>
                    </a:p>
                  </a:txBody>
                  <a:tcPr marL="59143" marR="59143" marT="29572" marB="29572" anchor="ctr">
                    <a:lnL>
                      <a:noFill/>
                    </a:lnL>
                    <a:lnR>
                      <a:noFill/>
                    </a:lnR>
                    <a:lnT>
                      <a:noFill/>
                    </a:lnT>
                    <a:lnB>
                      <a:noFill/>
                    </a:lnB>
                    <a:noFill/>
                  </a:tcPr>
                </a:tc>
                <a:extLst>
                  <a:ext uri="{0D108BD9-81ED-4DB2-BD59-A6C34878D82A}">
                    <a16:rowId xmlns:a16="http://schemas.microsoft.com/office/drawing/2014/main" val="703139364"/>
                  </a:ext>
                </a:extLst>
              </a:tr>
              <a:tr h="792522">
                <a:tc>
                  <a:txBody>
                    <a:bodyPr/>
                    <a:lstStyle/>
                    <a:p>
                      <a:pPr algn="l" fontAlgn="ctr">
                        <a:buNone/>
                      </a:pPr>
                      <a:endParaRPr lang="en-US" sz="1200" b="0" i="0" u="none" strike="noStrike">
                        <a:effectLst/>
                        <a:latin typeface="Arial" panose="020B0604020202020204" pitchFamily="34" charset="0"/>
                      </a:endParaRPr>
                    </a:p>
                  </a:txBody>
                  <a:tcPr marL="59143" marR="59143" marT="29572" marB="29572" anchor="ctr">
                    <a:lnL>
                      <a:noFill/>
                    </a:lnL>
                    <a:lnR>
                      <a:noFill/>
                    </a:lnR>
                    <a:lnT>
                      <a:noFill/>
                    </a:lnT>
                    <a:lnB>
                      <a:noFill/>
                    </a:lnB>
                    <a:noFill/>
                  </a:tcPr>
                </a:tc>
                <a:tc>
                  <a:txBody>
                    <a:bodyPr/>
                    <a:lstStyle/>
                    <a:p>
                      <a:pPr algn="l" fontAlgn="ctr">
                        <a:buNone/>
                      </a:pPr>
                      <a:endParaRPr lang="en-US" sz="1200" b="0" i="0" u="none" strike="noStrike" dirty="0">
                        <a:effectLst/>
                        <a:latin typeface="Arial" panose="020B0604020202020204" pitchFamily="34" charset="0"/>
                      </a:endParaRPr>
                    </a:p>
                  </a:txBody>
                  <a:tcPr marL="59143" marR="59143" marT="29572" marB="29572" anchor="ctr">
                    <a:lnL>
                      <a:noFill/>
                    </a:lnL>
                    <a:lnR>
                      <a:noFill/>
                    </a:lnR>
                    <a:lnT>
                      <a:noFill/>
                    </a:lnT>
                    <a:lnB>
                      <a:noFill/>
                    </a:lnB>
                    <a:noFill/>
                  </a:tcPr>
                </a:tc>
                <a:tc>
                  <a:txBody>
                    <a:bodyPr/>
                    <a:lstStyle/>
                    <a:p>
                      <a:pPr algn="l" fontAlgn="ctr">
                        <a:buNone/>
                      </a:pPr>
                      <a:endParaRPr lang="en-US" sz="1200" b="0" i="0" u="none" strike="noStrike" dirty="0">
                        <a:effectLst/>
                        <a:latin typeface="Arial" panose="020B0604020202020204" pitchFamily="34" charset="0"/>
                      </a:endParaRPr>
                    </a:p>
                  </a:txBody>
                  <a:tcPr marL="59143" marR="59143" marT="29572" marB="29572" anchor="ctr">
                    <a:lnL>
                      <a:noFill/>
                    </a:lnL>
                    <a:lnR>
                      <a:noFill/>
                    </a:lnR>
                    <a:lnT>
                      <a:noFill/>
                    </a:lnT>
                    <a:lnB>
                      <a:noFill/>
                    </a:lnB>
                    <a:noFill/>
                  </a:tcPr>
                </a:tc>
                <a:extLst>
                  <a:ext uri="{0D108BD9-81ED-4DB2-BD59-A6C34878D82A}">
                    <a16:rowId xmlns:a16="http://schemas.microsoft.com/office/drawing/2014/main" val="4270561985"/>
                  </a:ext>
                </a:extLst>
              </a:tr>
            </a:tbl>
          </a:graphicData>
        </a:graphic>
      </p:graphicFrame>
    </p:spTree>
    <p:extLst>
      <p:ext uri="{BB962C8B-B14F-4D97-AF65-F5344CB8AC3E}">
        <p14:creationId xmlns:p14="http://schemas.microsoft.com/office/powerpoint/2010/main" val="372419933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615CC-C575-D3F6-9A9C-FD1F5FDDE0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672B4B-9CEE-C5C3-F4F4-6E606F622EE6}"/>
              </a:ext>
            </a:extLst>
          </p:cNvPr>
          <p:cNvSpPr>
            <a:spLocks noGrp="1"/>
          </p:cNvSpPr>
          <p:nvPr>
            <p:ph type="title"/>
          </p:nvPr>
        </p:nvSpPr>
        <p:spPr>
          <a:xfrm>
            <a:off x="838200" y="365125"/>
            <a:ext cx="10515600" cy="1325563"/>
          </a:xfrm>
        </p:spPr>
        <p:txBody>
          <a:bodyPr>
            <a:normAutofit/>
          </a:bodyPr>
          <a:lstStyle/>
          <a:p>
            <a:pPr marL="0" marR="0" lvl="0" indent="0" defTabSz="914400" rtl="0" eaLnBrk="0" fontAlgn="base" latinLnBrk="0" hangingPunct="0">
              <a:spcBef>
                <a:spcPct val="0"/>
              </a:spcBef>
              <a:spcAft>
                <a:spcPct val="0"/>
              </a:spcAft>
              <a:buClrTx/>
              <a:buSzTx/>
              <a:buFontTx/>
              <a:buNone/>
              <a:tabLst/>
            </a:pPr>
            <a:r>
              <a:rPr kumimoji="0" lang="en-US" altLang="en-US" b="1" i="0" u="none" strike="noStrike" cap="none" normalizeH="0" baseline="0">
                <a:ln>
                  <a:noFill/>
                </a:ln>
                <a:effectLst/>
              </a:rPr>
              <a:t>Red-Black Tree Deletion Cases</a:t>
            </a:r>
          </a:p>
          <a:p>
            <a:pPr marL="0" marR="0" lvl="0" indent="0" defTabSz="914400" rtl="0" eaLnBrk="0" fontAlgn="base" latinLnBrk="0" hangingPunct="0">
              <a:spcBef>
                <a:spcPct val="0"/>
              </a:spcBef>
              <a:spcAft>
                <a:spcPct val="0"/>
              </a:spcAft>
              <a:buClrTx/>
              <a:buSzTx/>
              <a:buFontTx/>
              <a:buNone/>
              <a:tabLst/>
            </a:pPr>
            <a:endParaRPr kumimoji="0" lang="en-US" altLang="en-US" b="0" i="0" u="none" strike="noStrike" cap="none" normalizeH="0" baseline="0">
              <a:ln>
                <a:noFill/>
              </a:ln>
              <a:effectLst/>
            </a:endParaRPr>
          </a:p>
        </p:txBody>
      </p:sp>
      <p:graphicFrame>
        <p:nvGraphicFramePr>
          <p:cNvPr id="3" name="Table 2">
            <a:extLst>
              <a:ext uri="{FF2B5EF4-FFF2-40B4-BE49-F238E27FC236}">
                <a16:creationId xmlns:a16="http://schemas.microsoft.com/office/drawing/2014/main" id="{CFE99807-AD28-8C7A-80B6-824DBADB5C59}"/>
              </a:ext>
            </a:extLst>
          </p:cNvPr>
          <p:cNvGraphicFramePr>
            <a:graphicFrameLocks noGrp="1"/>
          </p:cNvGraphicFramePr>
          <p:nvPr>
            <p:extLst>
              <p:ext uri="{D42A27DB-BD31-4B8C-83A1-F6EECF244321}">
                <p14:modId xmlns:p14="http://schemas.microsoft.com/office/powerpoint/2010/main" val="1122317037"/>
              </p:ext>
            </p:extLst>
          </p:nvPr>
        </p:nvGraphicFramePr>
        <p:xfrm>
          <a:off x="406400" y="1027906"/>
          <a:ext cx="10515601" cy="2652288"/>
        </p:xfrm>
        <a:graphic>
          <a:graphicData uri="http://schemas.openxmlformats.org/drawingml/2006/table">
            <a:tbl>
              <a:tblPr/>
              <a:tblGrid>
                <a:gridCol w="1587541">
                  <a:extLst>
                    <a:ext uri="{9D8B030D-6E8A-4147-A177-3AD203B41FA5}">
                      <a16:colId xmlns:a16="http://schemas.microsoft.com/office/drawing/2014/main" val="324201158"/>
                    </a:ext>
                  </a:extLst>
                </a:gridCol>
                <a:gridCol w="4404461">
                  <a:extLst>
                    <a:ext uri="{9D8B030D-6E8A-4147-A177-3AD203B41FA5}">
                      <a16:colId xmlns:a16="http://schemas.microsoft.com/office/drawing/2014/main" val="3076999996"/>
                    </a:ext>
                  </a:extLst>
                </a:gridCol>
                <a:gridCol w="4523599">
                  <a:extLst>
                    <a:ext uri="{9D8B030D-6E8A-4147-A177-3AD203B41FA5}">
                      <a16:colId xmlns:a16="http://schemas.microsoft.com/office/drawing/2014/main" val="4095500326"/>
                    </a:ext>
                  </a:extLst>
                </a:gridCol>
              </a:tblGrid>
              <a:tr h="260231">
                <a:tc>
                  <a:txBody>
                    <a:bodyPr/>
                    <a:lstStyle/>
                    <a:p>
                      <a:pPr algn="l" fontAlgn="ctr">
                        <a:buNone/>
                      </a:pPr>
                      <a:r>
                        <a:rPr lang="en-US" sz="1200" b="1" i="0" u="none" strike="noStrike" dirty="0">
                          <a:effectLst/>
                          <a:latin typeface="Arial" panose="020B0604020202020204" pitchFamily="34" charset="0"/>
                        </a:rPr>
                        <a:t>Case #</a:t>
                      </a:r>
                      <a:endParaRPr lang="en-US" sz="1200" b="0" i="0" u="none" strike="noStrike" dirty="0">
                        <a:effectLst/>
                        <a:latin typeface="Arial" panose="020B0604020202020204" pitchFamily="34" charset="0"/>
                      </a:endParaRPr>
                    </a:p>
                  </a:txBody>
                  <a:tcPr marL="59143" marR="59143" marT="29572" marB="29572" anchor="ctr">
                    <a:lnL>
                      <a:noFill/>
                    </a:lnL>
                    <a:lnR>
                      <a:noFill/>
                    </a:lnR>
                    <a:lnT>
                      <a:noFill/>
                    </a:lnT>
                    <a:lnB>
                      <a:noFill/>
                    </a:lnB>
                    <a:noFill/>
                  </a:tcPr>
                </a:tc>
                <a:tc>
                  <a:txBody>
                    <a:bodyPr/>
                    <a:lstStyle/>
                    <a:p>
                      <a:pPr algn="l" fontAlgn="ctr">
                        <a:buNone/>
                      </a:pPr>
                      <a:r>
                        <a:rPr lang="en-US" sz="1200" b="1" i="0" u="none" strike="noStrike">
                          <a:effectLst/>
                          <a:latin typeface="Arial" panose="020B0604020202020204" pitchFamily="34" charset="0"/>
                        </a:rPr>
                        <a:t>Check condition</a:t>
                      </a:r>
                      <a:endParaRPr lang="en-US" sz="1200" b="0" i="0" u="none" strike="noStrike">
                        <a:effectLst/>
                        <a:latin typeface="Arial" panose="020B0604020202020204" pitchFamily="34" charset="0"/>
                      </a:endParaRPr>
                    </a:p>
                  </a:txBody>
                  <a:tcPr marL="59143" marR="59143" marT="29572" marB="29572" anchor="ctr">
                    <a:lnL>
                      <a:noFill/>
                    </a:lnL>
                    <a:lnR>
                      <a:noFill/>
                    </a:lnR>
                    <a:lnT>
                      <a:noFill/>
                    </a:lnT>
                    <a:lnB>
                      <a:noFill/>
                    </a:lnB>
                    <a:noFill/>
                  </a:tcPr>
                </a:tc>
                <a:tc>
                  <a:txBody>
                    <a:bodyPr/>
                    <a:lstStyle/>
                    <a:p>
                      <a:pPr algn="l" fontAlgn="ctr">
                        <a:buNone/>
                      </a:pPr>
                      <a:r>
                        <a:rPr lang="en-US" sz="1200" b="1" i="0" u="none" strike="noStrike">
                          <a:effectLst/>
                          <a:latin typeface="Arial" panose="020B0604020202020204" pitchFamily="34" charset="0"/>
                        </a:rPr>
                        <a:t>Action</a:t>
                      </a:r>
                      <a:endParaRPr lang="en-US" sz="1200" b="0" i="0" u="none" strike="noStrike">
                        <a:effectLst/>
                        <a:latin typeface="Arial" panose="020B0604020202020204" pitchFamily="34" charset="0"/>
                      </a:endParaRPr>
                    </a:p>
                  </a:txBody>
                  <a:tcPr marL="59143" marR="59143" marT="29572" marB="29572" anchor="ctr">
                    <a:lnL>
                      <a:noFill/>
                    </a:lnL>
                    <a:lnR>
                      <a:noFill/>
                    </a:lnR>
                    <a:lnT>
                      <a:noFill/>
                    </a:lnT>
                    <a:lnB>
                      <a:noFill/>
                    </a:lnB>
                    <a:noFill/>
                  </a:tcPr>
                </a:tc>
                <a:extLst>
                  <a:ext uri="{0D108BD9-81ED-4DB2-BD59-A6C34878D82A}">
                    <a16:rowId xmlns:a16="http://schemas.microsoft.com/office/drawing/2014/main" val="2356025261"/>
                  </a:ext>
                </a:extLst>
              </a:tr>
              <a:tr h="260231">
                <a:tc>
                  <a:txBody>
                    <a:bodyPr/>
                    <a:lstStyle/>
                    <a:p>
                      <a:pPr algn="l" fontAlgn="ctr">
                        <a:buNone/>
                      </a:pPr>
                      <a:endParaRPr lang="en-US" sz="1200" b="0" i="0" u="none" strike="noStrike" dirty="0">
                        <a:effectLst/>
                        <a:latin typeface="Arial" panose="020B0604020202020204" pitchFamily="34" charset="0"/>
                      </a:endParaRPr>
                    </a:p>
                  </a:txBody>
                  <a:tcPr marL="59143" marR="59143" marT="29572" marB="29572" anchor="ctr">
                    <a:lnL>
                      <a:noFill/>
                    </a:lnL>
                    <a:lnR>
                      <a:noFill/>
                    </a:lnR>
                    <a:lnT>
                      <a:noFill/>
                    </a:lnT>
                    <a:lnB>
                      <a:noFill/>
                    </a:lnB>
                    <a:noFill/>
                  </a:tcPr>
                </a:tc>
                <a:tc>
                  <a:txBody>
                    <a:bodyPr/>
                    <a:lstStyle/>
                    <a:p>
                      <a:pPr algn="l" fontAlgn="ctr">
                        <a:buNone/>
                      </a:pPr>
                      <a:endParaRPr lang="en-US" sz="1200" b="0" i="0" u="none" strike="noStrike" dirty="0">
                        <a:effectLst/>
                        <a:latin typeface="Arial" panose="020B0604020202020204" pitchFamily="34" charset="0"/>
                      </a:endParaRPr>
                    </a:p>
                  </a:txBody>
                  <a:tcPr marL="59143" marR="59143" marT="29572" marB="29572" anchor="ctr">
                    <a:lnL>
                      <a:noFill/>
                    </a:lnL>
                    <a:lnR>
                      <a:noFill/>
                    </a:lnR>
                    <a:lnT>
                      <a:noFill/>
                    </a:lnT>
                    <a:lnB>
                      <a:noFill/>
                    </a:lnB>
                    <a:noFill/>
                  </a:tcPr>
                </a:tc>
                <a:tc>
                  <a:txBody>
                    <a:bodyPr/>
                    <a:lstStyle/>
                    <a:p>
                      <a:pPr algn="l" fontAlgn="ctr">
                        <a:buNone/>
                      </a:pPr>
                      <a:r>
                        <a:rPr lang="en-US" sz="1200" b="0" i="0" u="none" strike="noStrike" dirty="0">
                          <a:effectLst/>
                          <a:latin typeface="Arial" panose="020B0604020202020204" pitchFamily="34" charset="0"/>
                        </a:rPr>
                        <a:t> </a:t>
                      </a:r>
                    </a:p>
                  </a:txBody>
                  <a:tcPr marL="59143" marR="59143" marT="29572" marB="29572" anchor="ctr">
                    <a:lnL>
                      <a:noFill/>
                    </a:lnL>
                    <a:lnR>
                      <a:noFill/>
                    </a:lnR>
                    <a:lnT>
                      <a:noFill/>
                    </a:lnT>
                    <a:lnB>
                      <a:noFill/>
                    </a:lnB>
                    <a:noFill/>
                  </a:tcPr>
                </a:tc>
                <a:extLst>
                  <a:ext uri="{0D108BD9-81ED-4DB2-BD59-A6C34878D82A}">
                    <a16:rowId xmlns:a16="http://schemas.microsoft.com/office/drawing/2014/main" val="4250725712"/>
                  </a:ext>
                </a:extLst>
              </a:tr>
              <a:tr h="792522">
                <a:tc>
                  <a:txBody>
                    <a:bodyPr/>
                    <a:lstStyle/>
                    <a:p>
                      <a:pPr algn="l" fontAlgn="ctr">
                        <a:buNone/>
                      </a:pPr>
                      <a:r>
                        <a:rPr lang="en-US" sz="1200" b="1" i="0" u="none" strike="noStrike" dirty="0">
                          <a:effectLst/>
                          <a:latin typeface="Arial" panose="020B0604020202020204" pitchFamily="34" charset="0"/>
                        </a:rPr>
                        <a:t>5</a:t>
                      </a:r>
                      <a:endParaRPr lang="en-US" sz="1200" b="0" i="0" u="none" strike="noStrike" dirty="0">
                        <a:effectLst/>
                        <a:latin typeface="Arial" panose="020B0604020202020204" pitchFamily="34" charset="0"/>
                      </a:endParaRPr>
                    </a:p>
                  </a:txBody>
                  <a:tcPr marL="59143" marR="59143" marT="29572" marB="29572" anchor="ctr">
                    <a:lnL>
                      <a:noFill/>
                    </a:lnL>
                    <a:lnR>
                      <a:noFill/>
                    </a:lnR>
                    <a:lnT>
                      <a:noFill/>
                    </a:lnT>
                    <a:lnB>
                      <a:noFill/>
                    </a:lnB>
                    <a:noFill/>
                  </a:tcPr>
                </a:tc>
                <a:tc>
                  <a:txBody>
                    <a:bodyPr/>
                    <a:lstStyle/>
                    <a:p>
                      <a:pPr algn="l" fontAlgn="ctr">
                        <a:buNone/>
                      </a:pPr>
                      <a:r>
                        <a:rPr lang="en-US" sz="1200" b="0" i="0" u="none" strike="noStrike" dirty="0">
                          <a:effectLst/>
                          <a:latin typeface="Arial" panose="020B0604020202020204" pitchFamily="34" charset="0"/>
                        </a:rPr>
                        <a:t>(a) DB’s sibling is </a:t>
                      </a:r>
                      <a:r>
                        <a:rPr lang="en-US" sz="1200" b="1" i="0" u="none" strike="noStrike" dirty="0">
                          <a:effectLst/>
                          <a:latin typeface="Arial" panose="020B0604020202020204" pitchFamily="34" charset="0"/>
                        </a:rPr>
                        <a:t>black</a:t>
                      </a:r>
                      <a:r>
                        <a:rPr lang="en-US" sz="1200" b="0" i="0" u="none" strike="noStrike" dirty="0">
                          <a:effectLst/>
                          <a:latin typeface="Arial" panose="020B0604020202020204" pitchFamily="34" charset="0"/>
                        </a:rPr>
                        <a:t> </a:t>
                      </a:r>
                      <a:br>
                        <a:rPr lang="en-US" sz="1200" b="0" i="0" u="none" strike="noStrike" dirty="0">
                          <a:effectLst/>
                          <a:latin typeface="Arial" panose="020B0604020202020204" pitchFamily="34" charset="0"/>
                        </a:rPr>
                      </a:br>
                      <a:r>
                        <a:rPr lang="en-US" sz="1200" b="0" i="0" u="none" strike="noStrike" dirty="0">
                          <a:effectLst/>
                          <a:latin typeface="Arial" panose="020B0604020202020204" pitchFamily="34" charset="0"/>
                        </a:rPr>
                        <a:t>(b) DB’s sibling’s child (far from DB) is </a:t>
                      </a:r>
                      <a:r>
                        <a:rPr lang="en-US" sz="1200" b="1" i="0" u="none" strike="noStrike" dirty="0">
                          <a:effectLst/>
                          <a:latin typeface="Arial" panose="020B0604020202020204" pitchFamily="34" charset="0"/>
                        </a:rPr>
                        <a:t>black</a:t>
                      </a:r>
                      <a:r>
                        <a:rPr lang="en-US" sz="1200" b="0" i="0" u="none" strike="noStrike" dirty="0">
                          <a:effectLst/>
                          <a:latin typeface="Arial" panose="020B0604020202020204" pitchFamily="34" charset="0"/>
                        </a:rPr>
                        <a:t> </a:t>
                      </a:r>
                      <a:br>
                        <a:rPr lang="en-US" sz="1200" b="0" i="0" u="none" strike="noStrike" dirty="0">
                          <a:effectLst/>
                          <a:latin typeface="Arial" panose="020B0604020202020204" pitchFamily="34" charset="0"/>
                        </a:rPr>
                      </a:br>
                      <a:r>
                        <a:rPr lang="en-US" sz="1200" b="0" i="0" u="none" strike="noStrike" dirty="0">
                          <a:effectLst/>
                          <a:latin typeface="Arial" panose="020B0604020202020204" pitchFamily="34" charset="0"/>
                        </a:rPr>
                        <a:t>(c) DB’s sibling’s child (near to DB) is </a:t>
                      </a:r>
                      <a:r>
                        <a:rPr lang="en-US" sz="1200" b="1" i="0" u="none" strike="noStrike" dirty="0">
                          <a:effectLst/>
                          <a:latin typeface="Arial" panose="020B0604020202020204" pitchFamily="34" charset="0"/>
                        </a:rPr>
                        <a:t>red</a:t>
                      </a:r>
                      <a:endParaRPr lang="en-US" sz="1200" b="0" i="0" u="none" strike="noStrike" dirty="0">
                        <a:effectLst/>
                        <a:latin typeface="Arial" panose="020B0604020202020204" pitchFamily="34" charset="0"/>
                      </a:endParaRPr>
                    </a:p>
                  </a:txBody>
                  <a:tcPr marL="59143" marR="59143" marT="29572" marB="29572" anchor="ctr">
                    <a:lnL>
                      <a:noFill/>
                    </a:lnL>
                    <a:lnR>
                      <a:noFill/>
                    </a:lnR>
                    <a:lnT>
                      <a:noFill/>
                    </a:lnT>
                    <a:lnB>
                      <a:noFill/>
                    </a:lnB>
                    <a:noFill/>
                  </a:tcPr>
                </a:tc>
                <a:tc>
                  <a:txBody>
                    <a:bodyPr/>
                    <a:lstStyle/>
                    <a:p>
                      <a:pPr marL="228600" indent="-228600" algn="l" fontAlgn="ctr">
                        <a:buAutoNum type="alphaLcParenBoth"/>
                      </a:pPr>
                      <a:r>
                        <a:rPr lang="en-US" sz="1200" b="0" i="0" u="none" strike="noStrike" dirty="0">
                          <a:effectLst/>
                          <a:latin typeface="Arial" panose="020B0604020202020204" pitchFamily="34" charset="0"/>
                        </a:rPr>
                        <a:t>Swap color of sibling with sibling’s red child </a:t>
                      </a:r>
                      <a:br>
                        <a:rPr lang="en-US" sz="1200" b="0" i="0" u="none" strike="noStrike" dirty="0">
                          <a:effectLst/>
                          <a:latin typeface="Arial" panose="020B0604020202020204" pitchFamily="34" charset="0"/>
                        </a:rPr>
                      </a:br>
                      <a:r>
                        <a:rPr lang="en-US" sz="1200" b="0" i="0" u="none" strike="noStrike" dirty="0">
                          <a:effectLst/>
                          <a:latin typeface="Arial" panose="020B0604020202020204" pitchFamily="34" charset="0"/>
                        </a:rPr>
                        <a:t>(b) Perform rotation at sibling node in direction opposite of DB node </a:t>
                      </a:r>
                      <a:br>
                        <a:rPr lang="en-US" sz="1200" b="0" i="0" u="none" strike="noStrike" dirty="0">
                          <a:effectLst/>
                          <a:latin typeface="Arial" panose="020B0604020202020204" pitchFamily="34" charset="0"/>
                        </a:rPr>
                      </a:br>
                      <a:r>
                        <a:rPr lang="en-US" sz="1200" b="0" i="0" u="none" strike="noStrike" dirty="0">
                          <a:effectLst/>
                          <a:latin typeface="Arial" panose="020B0604020202020204" pitchFamily="34" charset="0"/>
                        </a:rPr>
                        <a:t>(c) Apply </a:t>
                      </a:r>
                      <a:r>
                        <a:rPr lang="en-US" sz="1200" b="1" i="0" u="none" strike="noStrike" dirty="0">
                          <a:effectLst/>
                          <a:latin typeface="Arial" panose="020B0604020202020204" pitchFamily="34" charset="0"/>
                        </a:rPr>
                        <a:t>Case 6</a:t>
                      </a:r>
                    </a:p>
                  </a:txBody>
                  <a:tcPr marL="59143" marR="59143" marT="29572" marB="29572" anchor="ctr">
                    <a:lnL>
                      <a:noFill/>
                    </a:lnL>
                    <a:lnR>
                      <a:noFill/>
                    </a:lnR>
                    <a:lnT>
                      <a:noFill/>
                    </a:lnT>
                    <a:lnB>
                      <a:noFill/>
                    </a:lnB>
                    <a:noFill/>
                  </a:tcPr>
                </a:tc>
                <a:extLst>
                  <a:ext uri="{0D108BD9-81ED-4DB2-BD59-A6C34878D82A}">
                    <a16:rowId xmlns:a16="http://schemas.microsoft.com/office/drawing/2014/main" val="703139364"/>
                  </a:ext>
                </a:extLst>
              </a:tr>
              <a:tr h="792522">
                <a:tc>
                  <a:txBody>
                    <a:bodyPr/>
                    <a:lstStyle/>
                    <a:p>
                      <a:pPr algn="l" fontAlgn="ctr">
                        <a:buNone/>
                      </a:pPr>
                      <a:r>
                        <a:rPr lang="en-US" sz="1200" b="1" i="0" u="none" strike="noStrike">
                          <a:effectLst/>
                          <a:latin typeface="Arial" panose="020B0604020202020204" pitchFamily="34" charset="0"/>
                        </a:rPr>
                        <a:t>6</a:t>
                      </a:r>
                      <a:endParaRPr lang="en-US" sz="1200" b="0" i="0" u="none" strike="noStrike">
                        <a:effectLst/>
                        <a:latin typeface="Arial" panose="020B0604020202020204" pitchFamily="34" charset="0"/>
                      </a:endParaRPr>
                    </a:p>
                  </a:txBody>
                  <a:tcPr marL="59143" marR="59143" marT="29572" marB="29572" anchor="ctr">
                    <a:lnL>
                      <a:noFill/>
                    </a:lnL>
                    <a:lnR>
                      <a:noFill/>
                    </a:lnR>
                    <a:lnT>
                      <a:noFill/>
                    </a:lnT>
                    <a:lnB>
                      <a:noFill/>
                    </a:lnB>
                    <a:noFill/>
                  </a:tcPr>
                </a:tc>
                <a:tc>
                  <a:txBody>
                    <a:bodyPr/>
                    <a:lstStyle/>
                    <a:p>
                      <a:pPr algn="l" fontAlgn="ctr">
                        <a:buNone/>
                      </a:pPr>
                      <a:endParaRPr lang="en-US" sz="1200" b="0" i="0" u="none" strike="noStrike" dirty="0">
                        <a:effectLst/>
                        <a:latin typeface="Arial" panose="020B0604020202020204" pitchFamily="34" charset="0"/>
                      </a:endParaRPr>
                    </a:p>
                    <a:p>
                      <a:pPr algn="l" fontAlgn="ctr">
                        <a:buNone/>
                      </a:pPr>
                      <a:r>
                        <a:rPr lang="en-US" sz="1200" b="0" i="0" u="none" strike="noStrike" dirty="0">
                          <a:effectLst/>
                          <a:latin typeface="Arial" panose="020B0604020202020204" pitchFamily="34" charset="0"/>
                        </a:rPr>
                        <a:t>(a) DB’s sibling is </a:t>
                      </a:r>
                      <a:r>
                        <a:rPr lang="en-US" sz="1200" b="1" i="0" u="none" strike="noStrike" dirty="0">
                          <a:effectLst/>
                          <a:latin typeface="Arial" panose="020B0604020202020204" pitchFamily="34" charset="0"/>
                        </a:rPr>
                        <a:t>black</a:t>
                      </a:r>
                      <a:r>
                        <a:rPr lang="en-US" sz="1200" b="0" i="0" u="none" strike="noStrike" dirty="0">
                          <a:effectLst/>
                          <a:latin typeface="Arial" panose="020B0604020202020204" pitchFamily="34" charset="0"/>
                        </a:rPr>
                        <a:t> </a:t>
                      </a:r>
                      <a:br>
                        <a:rPr lang="en-US" sz="1200" b="0" i="0" u="none" strike="noStrike" dirty="0">
                          <a:effectLst/>
                          <a:latin typeface="Arial" panose="020B0604020202020204" pitchFamily="34" charset="0"/>
                        </a:rPr>
                      </a:br>
                      <a:r>
                        <a:rPr lang="en-US" sz="1200" b="0" i="0" u="none" strike="noStrike" dirty="0">
                          <a:effectLst/>
                          <a:latin typeface="Arial" panose="020B0604020202020204" pitchFamily="34" charset="0"/>
                        </a:rPr>
                        <a:t>(b) DB’s sibling’s far child is </a:t>
                      </a:r>
                      <a:r>
                        <a:rPr lang="en-US" sz="1200" b="1" i="0" u="none" strike="noStrike" dirty="0">
                          <a:effectLst/>
                          <a:latin typeface="Arial" panose="020B0604020202020204" pitchFamily="34" charset="0"/>
                        </a:rPr>
                        <a:t>red</a:t>
                      </a:r>
                      <a:endParaRPr lang="en-US" sz="1200" b="0" i="0" u="none" strike="noStrike" dirty="0">
                        <a:effectLst/>
                        <a:latin typeface="Arial" panose="020B0604020202020204" pitchFamily="34" charset="0"/>
                      </a:endParaRPr>
                    </a:p>
                  </a:txBody>
                  <a:tcPr marL="59143" marR="59143" marT="29572" marB="29572" anchor="ctr">
                    <a:lnL>
                      <a:noFill/>
                    </a:lnL>
                    <a:lnR>
                      <a:noFill/>
                    </a:lnR>
                    <a:lnT>
                      <a:noFill/>
                    </a:lnT>
                    <a:lnB>
                      <a:noFill/>
                    </a:lnB>
                    <a:noFill/>
                  </a:tcPr>
                </a:tc>
                <a:tc>
                  <a:txBody>
                    <a:bodyPr/>
                    <a:lstStyle/>
                    <a:p>
                      <a:pPr algn="l" fontAlgn="ctr">
                        <a:buNone/>
                      </a:pPr>
                      <a:endParaRPr lang="en-US" sz="1200" b="0" i="0" u="none" strike="noStrike" dirty="0">
                        <a:effectLst/>
                        <a:latin typeface="Arial" panose="020B0604020202020204" pitchFamily="34" charset="0"/>
                      </a:endParaRPr>
                    </a:p>
                    <a:p>
                      <a:pPr algn="l" fontAlgn="ctr">
                        <a:buNone/>
                      </a:pPr>
                      <a:endParaRPr lang="en-US" sz="1200" b="0" i="0" u="none" strike="noStrike" dirty="0">
                        <a:effectLst/>
                        <a:latin typeface="Arial" panose="020B0604020202020204" pitchFamily="34" charset="0"/>
                      </a:endParaRPr>
                    </a:p>
                    <a:p>
                      <a:pPr algn="l" fontAlgn="ctr">
                        <a:buNone/>
                      </a:pPr>
                      <a:endParaRPr lang="en-US" sz="1200" b="0" i="0" u="none" strike="noStrike" dirty="0">
                        <a:effectLst/>
                        <a:latin typeface="Arial" panose="020B0604020202020204" pitchFamily="34" charset="0"/>
                      </a:endParaRPr>
                    </a:p>
                    <a:p>
                      <a:pPr algn="l" fontAlgn="ctr">
                        <a:buNone/>
                      </a:pPr>
                      <a:r>
                        <a:rPr lang="en-US" sz="1200" b="0" i="0" u="none" strike="noStrike" dirty="0">
                          <a:effectLst/>
                          <a:latin typeface="Arial" panose="020B0604020202020204" pitchFamily="34" charset="0"/>
                        </a:rPr>
                        <a:t>(a) Swap color of DB’s parent with sibling’s color </a:t>
                      </a:r>
                      <a:br>
                        <a:rPr lang="en-US" sz="1200" b="0" i="0" u="none" strike="noStrike" dirty="0">
                          <a:effectLst/>
                          <a:latin typeface="Arial" panose="020B0604020202020204" pitchFamily="34" charset="0"/>
                        </a:rPr>
                      </a:br>
                      <a:r>
                        <a:rPr lang="en-US" sz="1200" b="0" i="0" u="none" strike="noStrike" dirty="0">
                          <a:effectLst/>
                          <a:latin typeface="Arial" panose="020B0604020202020204" pitchFamily="34" charset="0"/>
                        </a:rPr>
                        <a:t>(b) Perform rotation at DB’s parent in direction of DB </a:t>
                      </a:r>
                      <a:br>
                        <a:rPr lang="en-US" sz="1200" b="0" i="0" u="none" strike="noStrike" dirty="0">
                          <a:effectLst/>
                          <a:latin typeface="Arial" panose="020B0604020202020204" pitchFamily="34" charset="0"/>
                        </a:rPr>
                      </a:br>
                      <a:r>
                        <a:rPr lang="en-US" sz="1200" b="0" i="0" u="none" strike="noStrike" dirty="0">
                          <a:effectLst/>
                          <a:latin typeface="Arial" panose="020B0604020202020204" pitchFamily="34" charset="0"/>
                        </a:rPr>
                        <a:t>(c) Remove DB sign and make the node normal black </a:t>
                      </a:r>
                      <a:br>
                        <a:rPr lang="en-US" sz="1200" b="0" i="0" u="none" strike="noStrike" dirty="0">
                          <a:effectLst/>
                          <a:latin typeface="Arial" panose="020B0604020202020204" pitchFamily="34" charset="0"/>
                        </a:rPr>
                      </a:br>
                      <a:r>
                        <a:rPr lang="en-US" sz="1200" b="0" i="0" u="none" strike="noStrike" dirty="0">
                          <a:effectLst/>
                          <a:latin typeface="Arial" panose="020B0604020202020204" pitchFamily="34" charset="0"/>
                        </a:rPr>
                        <a:t>(d) Change color of sibling’s far child to black</a:t>
                      </a:r>
                    </a:p>
                  </a:txBody>
                  <a:tcPr marL="59143" marR="59143" marT="29572" marB="29572" anchor="ctr">
                    <a:lnL>
                      <a:noFill/>
                    </a:lnL>
                    <a:lnR>
                      <a:noFill/>
                    </a:lnR>
                    <a:lnT>
                      <a:noFill/>
                    </a:lnT>
                    <a:lnB>
                      <a:noFill/>
                    </a:lnB>
                    <a:noFill/>
                  </a:tcPr>
                </a:tc>
                <a:extLst>
                  <a:ext uri="{0D108BD9-81ED-4DB2-BD59-A6C34878D82A}">
                    <a16:rowId xmlns:a16="http://schemas.microsoft.com/office/drawing/2014/main" val="4270561985"/>
                  </a:ext>
                </a:extLst>
              </a:tr>
            </a:tbl>
          </a:graphicData>
        </a:graphic>
      </p:graphicFrame>
    </p:spTree>
    <p:extLst>
      <p:ext uri="{BB962C8B-B14F-4D97-AF65-F5344CB8AC3E}">
        <p14:creationId xmlns:p14="http://schemas.microsoft.com/office/powerpoint/2010/main" val="91782683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normAutofit/>
          </a:bodyPr>
          <a:lstStyle/>
          <a:p>
            <a:r>
              <a:rPr dirty="0"/>
              <a:t>Summary of Deletion Cases</a:t>
            </a:r>
          </a:p>
        </p:txBody>
      </p:sp>
      <p:sp>
        <p:nvSpPr>
          <p:cNvPr id="3" name="Content Placeholder 2"/>
          <p:cNvSpPr>
            <a:spLocks noGrp="1"/>
          </p:cNvSpPr>
          <p:nvPr>
            <p:ph sz="half" idx="1"/>
          </p:nvPr>
        </p:nvSpPr>
        <p:spPr>
          <a:xfrm>
            <a:off x="838200" y="1825625"/>
            <a:ext cx="5181600" cy="4351338"/>
          </a:xfrm>
        </p:spPr>
        <p:txBody>
          <a:bodyPr>
            <a:normAutofit/>
          </a:bodyPr>
          <a:lstStyle/>
          <a:p>
            <a:endParaRPr lang="en-US" sz="2400"/>
          </a:p>
          <a:p>
            <a:r>
              <a:rPr lang="en-US" sz="2400"/>
              <a:t>Case 1: Red leaf → delete</a:t>
            </a:r>
          </a:p>
          <a:p>
            <a:r>
              <a:rPr lang="en-US" sz="2400"/>
              <a:t>Case 2: DB root → remove DB</a:t>
            </a:r>
          </a:p>
          <a:p>
            <a:r>
              <a:rPr lang="en-US" sz="2400"/>
              <a:t>Case 3: Sibling black + both children black → recolor</a:t>
            </a:r>
          </a:p>
          <a:p>
            <a:r>
              <a:rPr lang="en-US" sz="2400"/>
              <a:t>Case 4: Sibling red → swap &amp; rotate</a:t>
            </a:r>
          </a:p>
          <a:p>
            <a:r>
              <a:rPr lang="en-US" sz="2400"/>
              <a:t>Case 5: Near child red, far child black → rotate &amp; apply Case 6</a:t>
            </a:r>
          </a:p>
          <a:p>
            <a:r>
              <a:rPr lang="en-US" sz="2400"/>
              <a:t>Case 6: Far child red → swap, rotate, recolor</a:t>
            </a:r>
          </a:p>
        </p:txBody>
      </p:sp>
      <p:sp>
        <p:nvSpPr>
          <p:cNvPr id="14" name="Content Placeholder 3">
            <a:extLst>
              <a:ext uri="{FF2B5EF4-FFF2-40B4-BE49-F238E27FC236}">
                <a16:creationId xmlns:a16="http://schemas.microsoft.com/office/drawing/2014/main" id="{7896416C-C18A-A49E-714F-B339A23B0052}"/>
              </a:ext>
            </a:extLst>
          </p:cNvPr>
          <p:cNvSpPr>
            <a:spLocks noGrp="1"/>
          </p:cNvSpPr>
          <p:nvPr>
            <p:ph sz="half" idx="2"/>
          </p:nvPr>
        </p:nvSpPr>
        <p:spPr>
          <a:xfrm>
            <a:off x="6172200" y="1825625"/>
            <a:ext cx="5181600" cy="4351338"/>
          </a:xfrm>
        </p:spPr>
        <p:txBody>
          <a:bodyPr/>
          <a:lstStyle/>
          <a:p>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21358-D011-2DEF-BEA4-E98E9950B10F}"/>
              </a:ext>
            </a:extLst>
          </p:cNvPr>
          <p:cNvSpPr>
            <a:spLocks noGrp="1"/>
          </p:cNvSpPr>
          <p:nvPr>
            <p:ph type="title"/>
          </p:nvPr>
        </p:nvSpPr>
        <p:spPr/>
        <p:txBody>
          <a:bodyPr/>
          <a:lstStyle/>
          <a:p>
            <a:r>
              <a:rPr lang="en-US" dirty="0"/>
              <a:t>What is a B Tree?</a:t>
            </a:r>
            <a:br>
              <a:rPr lang="en-US" dirty="0"/>
            </a:br>
            <a:endParaRPr lang="en-US" dirty="0"/>
          </a:p>
        </p:txBody>
      </p:sp>
      <p:sp>
        <p:nvSpPr>
          <p:cNvPr id="3" name="Content Placeholder 2">
            <a:extLst>
              <a:ext uri="{FF2B5EF4-FFF2-40B4-BE49-F238E27FC236}">
                <a16:creationId xmlns:a16="http://schemas.microsoft.com/office/drawing/2014/main" id="{B305A0D8-0CCC-855A-8604-4556F358D74B}"/>
              </a:ext>
            </a:extLst>
          </p:cNvPr>
          <p:cNvSpPr>
            <a:spLocks noGrp="1"/>
          </p:cNvSpPr>
          <p:nvPr>
            <p:ph sz="half" idx="1"/>
          </p:nvPr>
        </p:nvSpPr>
        <p:spPr>
          <a:xfrm>
            <a:off x="838200" y="1825625"/>
            <a:ext cx="9575202" cy="4351338"/>
          </a:xfrm>
        </p:spPr>
        <p:txBody>
          <a:bodyPr>
            <a:normAutofit/>
          </a:bodyPr>
          <a:lstStyle/>
          <a:p>
            <a:r>
              <a:rPr lang="en-US" dirty="0"/>
              <a:t>A B tree is a self-balancing tree data structure used in databases and file systems.</a:t>
            </a:r>
          </a:p>
          <a:p>
            <a:r>
              <a:rPr lang="en-US" dirty="0"/>
              <a:t>It stores keys and data in both internal nodes and leaf nodes.</a:t>
            </a:r>
          </a:p>
          <a:p>
            <a:r>
              <a:rPr lang="en-US" dirty="0"/>
              <a:t>Each node can have multiple children (depending on the order).</a:t>
            </a:r>
          </a:p>
          <a:p>
            <a:r>
              <a:rPr lang="en-US" dirty="0"/>
              <a:t>The tree maintains balance by keeping all leaf nodes at the same level.</a:t>
            </a:r>
          </a:p>
          <a:p>
            <a:r>
              <a:rPr lang="en-US" dirty="0"/>
              <a:t>It supports efficient search, insertion, and deletion operations.</a:t>
            </a:r>
          </a:p>
          <a:p>
            <a:endParaRPr lang="en-US" dirty="0"/>
          </a:p>
        </p:txBody>
      </p:sp>
    </p:spTree>
    <p:extLst>
      <p:ext uri="{BB962C8B-B14F-4D97-AF65-F5344CB8AC3E}">
        <p14:creationId xmlns:p14="http://schemas.microsoft.com/office/powerpoint/2010/main" val="404412524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534199-BB6F-C1E5-C804-0F26BD6EDA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4C9E33-2597-38C7-E1A0-E8C09B6FEED5}"/>
              </a:ext>
            </a:extLst>
          </p:cNvPr>
          <p:cNvSpPr>
            <a:spLocks noGrp="1"/>
          </p:cNvSpPr>
          <p:nvPr>
            <p:ph type="title"/>
          </p:nvPr>
        </p:nvSpPr>
        <p:spPr/>
        <p:txBody>
          <a:bodyPr/>
          <a:lstStyle/>
          <a:p>
            <a:r>
              <a:rPr lang="en-US" dirty="0"/>
              <a:t>What is a B Tree?</a:t>
            </a:r>
            <a:br>
              <a:rPr lang="en-US" dirty="0"/>
            </a:br>
            <a:endParaRPr lang="en-US" dirty="0"/>
          </a:p>
        </p:txBody>
      </p:sp>
      <p:sp>
        <p:nvSpPr>
          <p:cNvPr id="3" name="Content Placeholder 2">
            <a:extLst>
              <a:ext uri="{FF2B5EF4-FFF2-40B4-BE49-F238E27FC236}">
                <a16:creationId xmlns:a16="http://schemas.microsoft.com/office/drawing/2014/main" id="{B0B37465-3AAE-C7F1-9395-FC498D387220}"/>
              </a:ext>
            </a:extLst>
          </p:cNvPr>
          <p:cNvSpPr>
            <a:spLocks noGrp="1"/>
          </p:cNvSpPr>
          <p:nvPr>
            <p:ph sz="half" idx="1"/>
          </p:nvPr>
        </p:nvSpPr>
        <p:spPr>
          <a:xfrm>
            <a:off x="838200" y="1825625"/>
            <a:ext cx="9575202" cy="4351338"/>
          </a:xfrm>
        </p:spPr>
        <p:txBody>
          <a:bodyPr>
            <a:normAutofit/>
          </a:bodyPr>
          <a:lstStyle/>
          <a:p>
            <a:r>
              <a:rPr lang="en-US" dirty="0">
                <a:solidFill>
                  <a:srgbClr val="FF0000"/>
                </a:solidFill>
              </a:rPr>
              <a:t>Properties of a B Tree: of order M</a:t>
            </a:r>
          </a:p>
          <a:p>
            <a:r>
              <a:rPr lang="en-US" dirty="0"/>
              <a:t>All leaf nodes are at the same level.</a:t>
            </a:r>
          </a:p>
          <a:p>
            <a:r>
              <a:rPr lang="en-US" dirty="0"/>
              <a:t>Keys within nodes are sorted.</a:t>
            </a:r>
          </a:p>
          <a:p>
            <a:r>
              <a:rPr lang="en-US" dirty="0"/>
              <a:t>Internal and leaf nodes store keys and associated data pointers.</a:t>
            </a:r>
          </a:p>
          <a:p>
            <a:r>
              <a:rPr lang="en-US" dirty="0"/>
              <a:t>Each node </a:t>
            </a:r>
            <a:r>
              <a:rPr lang="en-US" dirty="0" err="1"/>
              <a:t>Containn</a:t>
            </a:r>
            <a:endParaRPr lang="en-US" dirty="0"/>
          </a:p>
          <a:p>
            <a:r>
              <a:rPr lang="en-US" dirty="0">
                <a:solidFill>
                  <a:srgbClr val="FF0000"/>
                </a:solidFill>
              </a:rPr>
              <a:t>Maximum M Children    Minimum children [M/2]</a:t>
            </a:r>
          </a:p>
          <a:p>
            <a:r>
              <a:rPr lang="en-US" dirty="0">
                <a:solidFill>
                  <a:srgbClr val="FF0000"/>
                </a:solidFill>
              </a:rPr>
              <a:t>Maximum M-1 keys         Minimum keys [m/2]-1</a:t>
            </a:r>
          </a:p>
        </p:txBody>
      </p:sp>
    </p:spTree>
    <p:extLst>
      <p:ext uri="{BB962C8B-B14F-4D97-AF65-F5344CB8AC3E}">
        <p14:creationId xmlns:p14="http://schemas.microsoft.com/office/powerpoint/2010/main" val="210727072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a:extLst>
              <a:ext uri="{FF2B5EF4-FFF2-40B4-BE49-F238E27FC236}">
                <a16:creationId xmlns:a16="http://schemas.microsoft.com/office/drawing/2014/main" id="{641AD176-C490-B30C-AF2E-B38EFBFBD470}"/>
              </a:ext>
            </a:extLst>
          </p:cNvPr>
          <p:cNvSpPr>
            <a:spLocks noGrp="1" noChangeArrowheads="1"/>
          </p:cNvSpPr>
          <p:nvPr>
            <p:ph type="title"/>
          </p:nvPr>
        </p:nvSpPr>
        <p:spPr bwMode="auto">
          <a:xfrm>
            <a:off x="762000" y="477959"/>
            <a:ext cx="9659957"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4000" b="1" dirty="0">
                <a:latin typeface="Arial" panose="020B0604020202020204" pitchFamily="34" charset="0"/>
              </a:rPr>
              <a:t>Create a B tree of order 5</a:t>
            </a:r>
            <a:br>
              <a:rPr kumimoji="0" lang="en-US" altLang="en-US" sz="4000" b="0" i="0" u="none" strike="noStrike" cap="none" normalizeH="0" baseline="0" dirty="0">
                <a:ln>
                  <a:noFill/>
                </a:ln>
                <a:solidFill>
                  <a:schemeClr val="tx1"/>
                </a:solidFill>
                <a:effectLst/>
                <a:latin typeface="Arial" panose="020B0604020202020204" pitchFamily="34" charset="0"/>
              </a:rPr>
            </a:br>
            <a:r>
              <a:rPr kumimoji="0" lang="en-US" altLang="en-US" sz="4000" b="0" i="0" u="none" strike="noStrike" cap="none" normalizeH="0" baseline="0" dirty="0">
                <a:ln>
                  <a:noFill/>
                </a:ln>
                <a:solidFill>
                  <a:schemeClr val="tx1"/>
                </a:solidFill>
                <a:effectLst/>
                <a:latin typeface="Arial" panose="020B0604020202020204" pitchFamily="34" charset="0"/>
              </a:rPr>
              <a:t>10,20,50,60,40,80,100,70,130,90,30,</a:t>
            </a:r>
            <a:br>
              <a:rPr kumimoji="0" lang="en-US" altLang="en-US" sz="4000" b="0" i="0" u="none" strike="noStrike" cap="none" normalizeH="0" baseline="0" dirty="0">
                <a:ln>
                  <a:noFill/>
                </a:ln>
                <a:solidFill>
                  <a:schemeClr val="tx1"/>
                </a:solidFill>
                <a:effectLst/>
                <a:latin typeface="Arial" panose="020B0604020202020204" pitchFamily="34" charset="0"/>
              </a:rPr>
            </a:br>
            <a:r>
              <a:rPr kumimoji="0" lang="en-US" altLang="en-US" sz="4000" b="0" i="0" u="none" strike="noStrike" cap="none" normalizeH="0" baseline="0" dirty="0">
                <a:ln>
                  <a:noFill/>
                </a:ln>
                <a:solidFill>
                  <a:schemeClr val="tx1"/>
                </a:solidFill>
                <a:effectLst/>
                <a:latin typeface="Arial" panose="020B0604020202020204" pitchFamily="34" charset="0"/>
              </a:rPr>
              <a:t>120,140,25,45,160,180</a:t>
            </a:r>
          </a:p>
        </p:txBody>
      </p:sp>
    </p:spTree>
    <p:extLst>
      <p:ext uri="{BB962C8B-B14F-4D97-AF65-F5344CB8AC3E}">
        <p14:creationId xmlns:p14="http://schemas.microsoft.com/office/powerpoint/2010/main" val="405571875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C7A82-9AB0-6362-4077-6863A501071F}"/>
            </a:ext>
          </a:extLst>
        </p:cNvPr>
        <p:cNvGrpSpPr/>
        <p:nvPr/>
      </p:nvGrpSpPr>
      <p:grpSpPr>
        <a:xfrm>
          <a:off x="0" y="0"/>
          <a:ext cx="0" cy="0"/>
          <a:chOff x="0" y="0"/>
          <a:chExt cx="0" cy="0"/>
        </a:xfrm>
      </p:grpSpPr>
      <p:sp>
        <p:nvSpPr>
          <p:cNvPr id="5" name="Rectangle 1">
            <a:extLst>
              <a:ext uri="{FF2B5EF4-FFF2-40B4-BE49-F238E27FC236}">
                <a16:creationId xmlns:a16="http://schemas.microsoft.com/office/drawing/2014/main" id="{9018CAED-A35E-5078-007F-9DF6FC85AFFA}"/>
              </a:ext>
            </a:extLst>
          </p:cNvPr>
          <p:cNvSpPr>
            <a:spLocks noGrp="1" noChangeArrowheads="1"/>
          </p:cNvSpPr>
          <p:nvPr>
            <p:ph type="title"/>
          </p:nvPr>
        </p:nvSpPr>
        <p:spPr bwMode="auto">
          <a:xfrm>
            <a:off x="739967" y="118590"/>
            <a:ext cx="9659957"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br>
              <a:rPr kumimoji="0" lang="en-US" altLang="en-US" sz="1800" b="0" i="0" u="none" strike="noStrike" cap="none" normalizeH="0" baseline="0" dirty="0">
                <a:ln>
                  <a:noFill/>
                </a:ln>
                <a:solidFill>
                  <a:schemeClr val="tx1"/>
                </a:solidFill>
                <a:effectLst/>
                <a:latin typeface="Arial" panose="020B0604020202020204" pitchFamily="34" charset="0"/>
              </a:rPr>
            </a:br>
            <a:br>
              <a:rPr kumimoji="0" lang="en-US" altLang="en-US" sz="1800" b="0" i="0" u="none" strike="noStrike" cap="none" normalizeH="0" baseline="0" dirty="0">
                <a:ln>
                  <a:noFill/>
                </a:ln>
                <a:solidFill>
                  <a:schemeClr val="tx1"/>
                </a:solidFill>
                <a:effectLst/>
                <a:latin typeface="Arial" panose="020B0604020202020204" pitchFamily="34" charset="0"/>
              </a:rPr>
            </a:br>
            <a:br>
              <a:rPr kumimoji="0" lang="en-US" altLang="en-US" sz="1800" b="0" i="0" u="none" strike="noStrike" cap="none" normalizeH="0" baseline="0" dirty="0">
                <a:ln>
                  <a:noFill/>
                </a:ln>
                <a:solidFill>
                  <a:schemeClr val="tx1"/>
                </a:solidFill>
                <a:effectLst/>
                <a:latin typeface="Arial" panose="020B0604020202020204" pitchFamily="34" charset="0"/>
              </a:rPr>
            </a:br>
            <a:br>
              <a:rPr kumimoji="0" lang="en-US" altLang="en-US" sz="1800" b="0" i="0" u="none" strike="noStrike" cap="none" normalizeH="0" baseline="0" dirty="0">
                <a:ln>
                  <a:noFill/>
                </a:ln>
                <a:solidFill>
                  <a:schemeClr val="tx1"/>
                </a:solidFill>
                <a:effectLst/>
                <a:latin typeface="Arial" panose="020B0604020202020204" pitchFamily="34" charset="0"/>
              </a:rPr>
            </a:br>
            <a:br>
              <a:rPr kumimoji="0" lang="en-US" altLang="en-US" sz="1800" b="0" i="0" u="none" strike="noStrike" cap="none" normalizeH="0" baseline="0" dirty="0">
                <a:ln>
                  <a:noFill/>
                </a:ln>
                <a:solidFill>
                  <a:schemeClr val="tx1"/>
                </a:solidFill>
                <a:effectLst/>
                <a:latin typeface="Arial" panose="020B0604020202020204" pitchFamily="34" charset="0"/>
              </a:rPr>
            </a:br>
            <a:r>
              <a:rPr lang="en-US" dirty="0">
                <a:solidFill>
                  <a:srgbClr val="FF0000"/>
                </a:solidFill>
              </a:rPr>
              <a:t>What is a B+ Tree?</a:t>
            </a:r>
            <a:br>
              <a:rPr lang="en-US" dirty="0"/>
            </a:br>
            <a:br>
              <a:rPr kumimoji="0" lang="en-US" altLang="en-US" sz="1800" b="0" i="0" u="none" strike="noStrike" cap="none" normalizeH="0" baseline="0" dirty="0">
                <a:ln>
                  <a:noFill/>
                </a:ln>
                <a:solidFill>
                  <a:schemeClr val="tx1"/>
                </a:solidFill>
                <a:effectLst/>
                <a:latin typeface="Arial" panose="020B0604020202020204" pitchFamily="34" charset="0"/>
              </a:rPr>
            </a:br>
            <a:r>
              <a:rPr lang="en-US" sz="1800" dirty="0"/>
              <a:t>A B+ tree is an extension of the B tree designed for more efficient insertions, deletions, and sequential access.</a:t>
            </a:r>
            <a:br>
              <a:rPr lang="en-US" sz="1800" dirty="0"/>
            </a:br>
            <a:r>
              <a:rPr lang="en-US" sz="1800" dirty="0"/>
              <a:t>Keys are stored only in internal nodes (as indexes), data pointers are kept only in the leaf nodes.</a:t>
            </a:r>
            <a:br>
              <a:rPr lang="en-US" sz="1800" dirty="0"/>
            </a:br>
            <a:r>
              <a:rPr lang="en-US" sz="1800" dirty="0"/>
              <a:t>Leaf nodes are linked together to form a linked list for efficient sequential access of data.</a:t>
            </a:r>
            <a:br>
              <a:rPr lang="en-US" sz="1800" dirty="0"/>
            </a:br>
            <a:r>
              <a:rPr lang="en-US" sz="1800" dirty="0"/>
              <a:t>It maintains all leaf nodes at the same level and is a balanced tree.</a:t>
            </a:r>
            <a:br>
              <a:rPr lang="en-US" sz="1800" dirty="0"/>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8478240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A4864A-0DE5-F743-825A-53E461B903FC}"/>
            </a:ext>
          </a:extLst>
        </p:cNvPr>
        <p:cNvGrpSpPr/>
        <p:nvPr/>
      </p:nvGrpSpPr>
      <p:grpSpPr>
        <a:xfrm>
          <a:off x="0" y="0"/>
          <a:ext cx="0" cy="0"/>
          <a:chOff x="0" y="0"/>
          <a:chExt cx="0" cy="0"/>
        </a:xfrm>
      </p:grpSpPr>
      <p:sp>
        <p:nvSpPr>
          <p:cNvPr id="5" name="Rectangle 1">
            <a:extLst>
              <a:ext uri="{FF2B5EF4-FFF2-40B4-BE49-F238E27FC236}">
                <a16:creationId xmlns:a16="http://schemas.microsoft.com/office/drawing/2014/main" id="{C2F8FCE7-6CF7-45E3-375E-CB189CA53A84}"/>
              </a:ext>
            </a:extLst>
          </p:cNvPr>
          <p:cNvSpPr>
            <a:spLocks noGrp="1" noChangeArrowheads="1"/>
          </p:cNvSpPr>
          <p:nvPr>
            <p:ph type="title"/>
          </p:nvPr>
        </p:nvSpPr>
        <p:spPr bwMode="auto">
          <a:xfrm>
            <a:off x="430306" y="-1079128"/>
            <a:ext cx="10047642" cy="74605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514350" indent="-514350">
              <a:buFont typeface="+mj-lt"/>
              <a:buAutoNum type="arabicPeriod"/>
              <a:tabLst>
                <a:tab pos="2119313" algn="l"/>
              </a:tabLst>
            </a:pPr>
            <a:br>
              <a:rPr kumimoji="0" lang="en-US" altLang="en-US" sz="2800" b="0" i="0" u="none" strike="noStrike" cap="none" normalizeH="0" baseline="0" dirty="0">
                <a:ln>
                  <a:noFill/>
                </a:ln>
                <a:solidFill>
                  <a:schemeClr val="tx1"/>
                </a:solidFill>
                <a:effectLst/>
                <a:latin typeface="Arial" panose="020B0604020202020204" pitchFamily="34" charset="0"/>
              </a:rPr>
            </a:br>
            <a:br>
              <a:rPr kumimoji="0" lang="en-US" altLang="en-US" sz="2800" b="0" i="0" u="none" strike="noStrike" cap="none" normalizeH="0" baseline="0" dirty="0">
                <a:ln>
                  <a:noFill/>
                </a:ln>
                <a:solidFill>
                  <a:schemeClr val="tx1"/>
                </a:solidFill>
                <a:effectLst/>
                <a:latin typeface="Arial" panose="020B0604020202020204" pitchFamily="34" charset="0"/>
              </a:rPr>
            </a:br>
            <a:br>
              <a:rPr kumimoji="0" lang="en-US" altLang="en-US" sz="2800" b="0" i="0" u="none" strike="noStrike" cap="none" normalizeH="0" baseline="0" dirty="0">
                <a:ln>
                  <a:noFill/>
                </a:ln>
                <a:solidFill>
                  <a:schemeClr val="tx1"/>
                </a:solidFill>
                <a:effectLst/>
                <a:latin typeface="Arial" panose="020B0604020202020204" pitchFamily="34" charset="0"/>
              </a:rPr>
            </a:br>
            <a:br>
              <a:rPr kumimoji="0" lang="en-US" altLang="en-US" sz="2800" b="0" i="0" u="none" strike="noStrike" cap="none" normalizeH="0" baseline="0" dirty="0">
                <a:ln>
                  <a:noFill/>
                </a:ln>
                <a:solidFill>
                  <a:schemeClr val="tx1"/>
                </a:solidFill>
                <a:effectLst/>
                <a:latin typeface="Arial" panose="020B0604020202020204" pitchFamily="34" charset="0"/>
              </a:rPr>
            </a:br>
            <a:br>
              <a:rPr kumimoji="0" lang="en-US" altLang="en-US" sz="2800" b="0" i="0" u="none" strike="noStrike" cap="none" normalizeH="0" baseline="0" dirty="0">
                <a:ln>
                  <a:noFill/>
                </a:ln>
                <a:solidFill>
                  <a:schemeClr val="tx1"/>
                </a:solidFill>
                <a:effectLst/>
                <a:latin typeface="Arial" panose="020B0604020202020204" pitchFamily="34" charset="0"/>
              </a:rPr>
            </a:br>
            <a:r>
              <a:rPr lang="en-US" sz="2800" dirty="0">
                <a:solidFill>
                  <a:srgbClr val="FF0000"/>
                </a:solidFill>
              </a:rPr>
              <a:t>Properties of a B+ Tree:</a:t>
            </a:r>
            <a:br>
              <a:rPr lang="en-US" sz="2800" dirty="0"/>
            </a:br>
            <a:r>
              <a:rPr lang="en-US" sz="2800" dirty="0"/>
              <a:t>Internal nodes store only keys (no data), leaf nodes store actual data records and keys.</a:t>
            </a:r>
            <a:br>
              <a:rPr lang="en-US" sz="2800" dirty="0"/>
            </a:br>
            <a:br>
              <a:rPr lang="en-US" sz="2800" dirty="0"/>
            </a:br>
            <a:r>
              <a:rPr lang="en-US" sz="2800" dirty="0"/>
              <a:t>Leaf nodes are linked in a linked list to allow ordered traversal.</a:t>
            </a:r>
            <a:br>
              <a:rPr lang="en-US" sz="2800" dirty="0"/>
            </a:br>
            <a:br>
              <a:rPr lang="en-US" sz="2800" dirty="0"/>
            </a:br>
            <a:r>
              <a:rPr lang="en-US" sz="2800" dirty="0"/>
              <a:t>Allows duplicate keys in internal nodes for indexing purposes.</a:t>
            </a:r>
            <a:br>
              <a:rPr lang="en-US" sz="2800" dirty="0"/>
            </a:br>
            <a:br>
              <a:rPr lang="en-US" sz="2800" dirty="0"/>
            </a:br>
            <a:r>
              <a:rPr lang="en-US" sz="2800" dirty="0"/>
              <a:t>Search operations always reach leaf nodes, improving search efficiency for range queries.</a:t>
            </a:r>
            <a:br>
              <a:rPr lang="en-US" sz="2800" dirty="0"/>
            </a:br>
            <a:br>
              <a:rPr lang="en-US" sz="2800" dirty="0"/>
            </a:br>
            <a:r>
              <a:rPr lang="en-US" sz="2800" dirty="0"/>
              <a:t>Insertions and deletions are more efficient and simpler than in B trees.</a:t>
            </a:r>
            <a:br>
              <a:rPr lang="en-US" sz="2800" dirty="0"/>
            </a:b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4605013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33C11F-BAB9-4C42-8DFE-DD073E38D863}"/>
            </a:ext>
          </a:extLst>
        </p:cNvPr>
        <p:cNvGrpSpPr/>
        <p:nvPr/>
      </p:nvGrpSpPr>
      <p:grpSpPr>
        <a:xfrm>
          <a:off x="0" y="0"/>
          <a:ext cx="0" cy="0"/>
          <a:chOff x="0" y="0"/>
          <a:chExt cx="0" cy="0"/>
        </a:xfrm>
      </p:grpSpPr>
      <p:sp>
        <p:nvSpPr>
          <p:cNvPr id="5" name="Rectangle 1">
            <a:extLst>
              <a:ext uri="{FF2B5EF4-FFF2-40B4-BE49-F238E27FC236}">
                <a16:creationId xmlns:a16="http://schemas.microsoft.com/office/drawing/2014/main" id="{5A16DB04-4F31-C4F3-12D6-F267D9B18CAA}"/>
              </a:ext>
            </a:extLst>
          </p:cNvPr>
          <p:cNvSpPr>
            <a:spLocks noGrp="1" noChangeArrowheads="1"/>
          </p:cNvSpPr>
          <p:nvPr>
            <p:ph type="title"/>
          </p:nvPr>
        </p:nvSpPr>
        <p:spPr bwMode="auto">
          <a:xfrm>
            <a:off x="762000" y="784673"/>
            <a:ext cx="10515600" cy="1325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4000" b="1" dirty="0">
                <a:solidFill>
                  <a:srgbClr val="FF0000"/>
                </a:solidFill>
                <a:latin typeface="Arial" panose="020B0604020202020204" pitchFamily="34" charset="0"/>
              </a:rPr>
              <a:t>Create a B+ tree of order 5</a:t>
            </a:r>
            <a:br>
              <a:rPr kumimoji="0" lang="en-US" altLang="en-US" sz="4000" b="0" i="0" u="none" strike="noStrike" cap="none" normalizeH="0" baseline="0" dirty="0">
                <a:ln>
                  <a:noFill/>
                </a:ln>
                <a:solidFill>
                  <a:schemeClr val="tx1"/>
                </a:solidFill>
                <a:effectLst/>
                <a:latin typeface="Arial" panose="020B0604020202020204" pitchFamily="34" charset="0"/>
              </a:rPr>
            </a:br>
            <a:r>
              <a:rPr kumimoji="0" lang="en-US" altLang="en-US" sz="4000" b="0" i="0" u="none" strike="noStrike" cap="none" normalizeH="0" baseline="0" dirty="0">
                <a:ln>
                  <a:noFill/>
                </a:ln>
                <a:solidFill>
                  <a:schemeClr val="tx1"/>
                </a:solidFill>
                <a:effectLst/>
                <a:latin typeface="Arial Unicode MS"/>
              </a:rPr>
              <a:t>7, 10, 1, 23, 5, 15, 17, 9, 11, 39, 35, 8, 40, 25</a:t>
            </a:r>
            <a:r>
              <a:rPr kumimoji="0" lang="en-US" altLang="en-US" sz="4000" b="0" i="0" u="none" strike="noStrike" cap="none" normalizeH="0" baseline="0" dirty="0">
                <a:ln>
                  <a:noFill/>
                </a:ln>
                <a:solidFill>
                  <a:schemeClr val="tx1"/>
                </a:solidFill>
                <a:effectLst/>
              </a:rPr>
              <a:t> </a:t>
            </a:r>
            <a:endParaRPr kumimoji="0" lang="en-US" altLang="en-US" sz="4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3281225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1" name="Title 1">
            <a:extLst>
              <a:ext uri="{FF2B5EF4-FFF2-40B4-BE49-F238E27FC236}">
                <a16:creationId xmlns:a16="http://schemas.microsoft.com/office/drawing/2014/main" id="{14B49DE7-42C5-DB2F-F449-3E9637DD5BEE}"/>
              </a:ext>
            </a:extLst>
          </p:cNvPr>
          <p:cNvSpPr>
            <a:spLocks noGrp="1"/>
          </p:cNvSpPr>
          <p:nvPr>
            <p:ph type="title"/>
          </p:nvPr>
        </p:nvSpPr>
        <p:spPr>
          <a:xfrm>
            <a:off x="838200" y="365125"/>
            <a:ext cx="10515600" cy="1325563"/>
          </a:xfrm>
        </p:spPr>
        <p:txBody>
          <a:bodyPr/>
          <a:lstStyle/>
          <a:p>
            <a:endParaRPr lang="en-US"/>
          </a:p>
        </p:txBody>
      </p:sp>
      <p:pic>
        <p:nvPicPr>
          <p:cNvPr id="1026" name="Picture 2" descr="B Tree Vs. B+ Tree: Key Differences and Applications ...">
            <a:extLst>
              <a:ext uri="{FF2B5EF4-FFF2-40B4-BE49-F238E27FC236}">
                <a16:creationId xmlns:a16="http://schemas.microsoft.com/office/drawing/2014/main" id="{3E2D23A9-852C-CCB1-580D-B781800116D9}"/>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836571" y="1825625"/>
            <a:ext cx="6518858" cy="4351338"/>
          </a:xfrm>
          <a:prstGeom prst="rect">
            <a:avLst/>
          </a:prstGeom>
          <a:solidFill>
            <a:srgbClr val="FFFFFF"/>
          </a:solid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143043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4D960F-9AF2-ACB8-FA31-68FD74AB726F}"/>
              </a:ext>
            </a:extLst>
          </p:cNvPr>
          <p:cNvSpPr>
            <a:spLocks noGrp="1"/>
          </p:cNvSpPr>
          <p:nvPr>
            <p:ph type="title"/>
          </p:nvPr>
        </p:nvSpPr>
        <p:spPr/>
        <p:txBody>
          <a:bodyPr/>
          <a:lstStyle/>
          <a:p>
            <a:endParaRPr lang="en-US"/>
          </a:p>
        </p:txBody>
      </p:sp>
      <p:pic>
        <p:nvPicPr>
          <p:cNvPr id="8" name="Picture 7">
            <a:extLst>
              <a:ext uri="{FF2B5EF4-FFF2-40B4-BE49-F238E27FC236}">
                <a16:creationId xmlns:a16="http://schemas.microsoft.com/office/drawing/2014/main" id="{13D4E711-86CE-D954-1CCF-44483CB5CC20}"/>
              </a:ext>
            </a:extLst>
          </p:cNvPr>
          <p:cNvPicPr>
            <a:picLocks noChangeAspect="1"/>
          </p:cNvPicPr>
          <p:nvPr/>
        </p:nvPicPr>
        <p:blipFill>
          <a:blip r:embed="rId2"/>
          <a:stretch>
            <a:fillRect/>
          </a:stretch>
        </p:blipFill>
        <p:spPr>
          <a:xfrm>
            <a:off x="1519237" y="876300"/>
            <a:ext cx="9153525" cy="5105400"/>
          </a:xfrm>
          <a:prstGeom prst="rect">
            <a:avLst/>
          </a:prstGeom>
        </p:spPr>
      </p:pic>
    </p:spTree>
    <p:extLst>
      <p:ext uri="{BB962C8B-B14F-4D97-AF65-F5344CB8AC3E}">
        <p14:creationId xmlns:p14="http://schemas.microsoft.com/office/powerpoint/2010/main" val="6137289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3D712486F31C545BF1BD443A6908F59" ma:contentTypeVersion="0" ma:contentTypeDescription="Create a new document." ma:contentTypeScope="" ma:versionID="57d772e684ba603e8e7e9104aeac4fb5">
  <xsd:schema xmlns:xsd="http://www.w3.org/2001/XMLSchema" xmlns:xs="http://www.w3.org/2001/XMLSchema" xmlns:p="http://schemas.microsoft.com/office/2006/metadata/properties" targetNamespace="http://schemas.microsoft.com/office/2006/metadata/properties" ma:root="true" ma:fieldsID="b764bea3eb9b1a5be8fd57fac5fb459b">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6790216-91CA-43A0-932A-A35E645EA757}"/>
</file>

<file path=customXml/itemProps2.xml><?xml version="1.0" encoding="utf-8"?>
<ds:datastoreItem xmlns:ds="http://schemas.openxmlformats.org/officeDocument/2006/customXml" ds:itemID="{52340146-C2DE-427B-8637-78E65E73244F}"/>
</file>

<file path=customXml/itemProps3.xml><?xml version="1.0" encoding="utf-8"?>
<ds:datastoreItem xmlns:ds="http://schemas.openxmlformats.org/officeDocument/2006/customXml" ds:itemID="{88F8E648-BCB6-48DC-9B0D-A2943E86FC0B}"/>
</file>

<file path=docProps/app.xml><?xml version="1.0" encoding="utf-8"?>
<Properties xmlns="http://schemas.openxmlformats.org/officeDocument/2006/extended-properties" xmlns:vt="http://schemas.openxmlformats.org/officeDocument/2006/docPropsVTypes">
  <TotalTime>15700</TotalTime>
  <Words>3847</Words>
  <Application>Microsoft Office PowerPoint</Application>
  <PresentationFormat>Widescreen</PresentationFormat>
  <Paragraphs>558</Paragraphs>
  <Slides>74</Slides>
  <Notes>12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74</vt:i4>
      </vt:variant>
    </vt:vector>
  </HeadingPairs>
  <TitlesOfParts>
    <vt:vector size="84" baseType="lpstr">
      <vt:lpstr>Arial</vt:lpstr>
      <vt:lpstr>Arial Unicode MS</vt:lpstr>
      <vt:lpstr>Calibri</vt:lpstr>
      <vt:lpstr>Georgia</vt:lpstr>
      <vt:lpstr>Google Sans</vt:lpstr>
      <vt:lpstr>Nunito</vt:lpstr>
      <vt:lpstr>Symbol</vt:lpstr>
      <vt:lpstr>Tahoma</vt:lpstr>
      <vt:lpstr>Times New Roman</vt:lpstr>
      <vt:lpstr>Office Theme</vt:lpstr>
      <vt:lpstr>PowerPoint Presentation</vt:lpstr>
      <vt:lpstr>PowerPoint Presentation</vt:lpstr>
      <vt:lpstr>PowerPoint Presentation</vt:lpstr>
      <vt:lpstr>Root node child node Siblings Left descendants Right descendants Leftsubtree Right subtree Parent Degree Internal nodes: External nodes Leaf:</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Depth-</vt:lpstr>
      <vt:lpstr>Depth-</vt:lpstr>
      <vt:lpstr>  Representation of tree  List representation </vt:lpstr>
      <vt:lpstr>  Representation of tree  List representation </vt:lpstr>
      <vt:lpstr> BINARY TREE</vt:lpstr>
      <vt:lpstr>   </vt:lpstr>
      <vt:lpstr>PowerPoint Presentation</vt:lpstr>
      <vt:lpstr>PowerPoint Presentation</vt:lpstr>
      <vt:lpstr>PowerPoint Presentation</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HEAP SORT</vt:lpstr>
      <vt:lpstr>PowerPoint Presentation</vt:lpstr>
      <vt:lpstr>Index I/P Data</vt:lpstr>
      <vt:lpstr>PowerPoint Presentation</vt:lpstr>
      <vt:lpstr>PowerPoint Presentation</vt:lpstr>
      <vt:lpstr>PowerPoint Presentation</vt:lpstr>
      <vt:lpstr>PowerPoint Presentation</vt:lpstr>
      <vt:lpstr>PowerPoint Presentation</vt:lpstr>
      <vt:lpstr>Sequence: 10, 20, 30, 15, 25, 5, 12, 34, 40, 32, 50  CREATE A RED BLACK TREE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Create a RBT  10 18 7 15 16 30 25 40 60 2 1 70 </vt:lpstr>
      <vt:lpstr>Red-Black Tree Deletion Cases </vt:lpstr>
      <vt:lpstr>Red-Black Tree Deletion Cases </vt:lpstr>
      <vt:lpstr>Red-Black Tree Deletion Cases </vt:lpstr>
      <vt:lpstr>Red-Black Tree Deletion Cases </vt:lpstr>
      <vt:lpstr>Red-Black Tree Deletion Cases </vt:lpstr>
      <vt:lpstr>Red-Black Tree Deletion Cases </vt:lpstr>
      <vt:lpstr>Summary of Deletion Cases</vt:lpstr>
      <vt:lpstr>What is a B Tree? </vt:lpstr>
      <vt:lpstr>What is a B Tree? </vt:lpstr>
      <vt:lpstr>Create a B tree of order 5 10,20,50,60,40,80,100,70,130,90,30, 120,140,25,45,160,180</vt:lpstr>
      <vt:lpstr>     What is a B+ Tree?  A B+ tree is an extension of the B tree designed for more efficient insertions, deletions, and sequential access. Keys are stored only in internal nodes (as indexes), data pointers are kept only in the leaf nodes. Leaf nodes are linked together to form a linked list for efficient sequential access of data. It maintains all leaf nodes at the same level and is a balanced tree. </vt:lpstr>
      <vt:lpstr>     Properties of a B+ Tree: Internal nodes store only keys (no data), leaf nodes store actual data records and keys.  Leaf nodes are linked in a linked list to allow ordered traversal.  Allows duplicate keys in internal nodes for indexing purposes.  Search operations always reach leaf nodes, improving search efficiency for range queries.  Insertions and deletions are more efficient and simpler than in B trees. </vt:lpstr>
      <vt:lpstr>Create a B+ tree of order 5 7, 10, 1, 23, 5, 15, 17, 9, 11, 39, 35, 8, 40, 25 </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Manish Rai [MUJ]</dc:creator>
  <cp:lastModifiedBy>Dr. Manish Rai [MU - Jaipur]</cp:lastModifiedBy>
  <cp:revision>82</cp:revision>
  <dcterms:created xsi:type="dcterms:W3CDTF">2023-08-16T05:31:59Z</dcterms:created>
  <dcterms:modified xsi:type="dcterms:W3CDTF">2025-09-02T08:40:03Z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0x01010033D712486F31C545BF1BD443A6908F59</vt:lpwstr>
  </property>
</Properties>
</file>